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Archivo"/>
      <p:regular r:id="rId73"/>
      <p:bold r:id="rId74"/>
      <p:italic r:id="rId75"/>
      <p:boldItalic r:id="rId76"/>
    </p:embeddedFont>
    <p:embeddedFont>
      <p:font typeface="Space Grotesk"/>
      <p:regular r:id="rId77"/>
      <p:bold r:id="rId78"/>
    </p:embeddedFont>
    <p:embeddedFont>
      <p:font typeface="Karla"/>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sldGuideLst>
    </p:ext>
    <p:ext uri="GoogleSlidesCustomDataVersion2">
      <go:slidesCustomData xmlns:go="http://customooxmlschemas.google.com/" r:id="rId83" roundtripDataSignature="AMtx7mjkh5X62loeFo38nngrV2L1sY4Spg=="/>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22EF437-FB1E-49EE-BD4A-A9CED8C4578C}">
  <a:tblStyle styleId="{122EF437-FB1E-49EE-BD4A-A9CED8C4578C}"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525C3A9-1ED4-4DCC-A146-D03A1F910800}" styleName="Table_1">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customschemas.google.com/relationships/presentationmetadata" Target="meta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Karla-bold.fntdata"/><Relationship Id="rId82" Type="http://schemas.openxmlformats.org/officeDocument/2006/relationships/font" Target="fonts/Karla-boldItalic.fntdata"/><Relationship Id="rId81" Type="http://schemas.openxmlformats.org/officeDocument/2006/relationships/font" Target="fonts/Karla-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rchivo-regular.fntdata"/><Relationship Id="rId72" Type="http://schemas.openxmlformats.org/officeDocument/2006/relationships/font" Target="fonts/AmaticSC-bold.fntdata"/><Relationship Id="rId31" Type="http://schemas.openxmlformats.org/officeDocument/2006/relationships/slide" Target="slides/slide24.xml"/><Relationship Id="rId75" Type="http://schemas.openxmlformats.org/officeDocument/2006/relationships/font" Target="fonts/Archivo-italic.fntdata"/><Relationship Id="rId30" Type="http://schemas.openxmlformats.org/officeDocument/2006/relationships/slide" Target="slides/slide23.xml"/><Relationship Id="rId74" Type="http://schemas.openxmlformats.org/officeDocument/2006/relationships/font" Target="fonts/Archivo-bold.fntdata"/><Relationship Id="rId33" Type="http://schemas.openxmlformats.org/officeDocument/2006/relationships/slide" Target="slides/slide26.xml"/><Relationship Id="rId77" Type="http://schemas.openxmlformats.org/officeDocument/2006/relationships/font" Target="fonts/SpaceGrotesk-regular.fntdata"/><Relationship Id="rId32" Type="http://schemas.openxmlformats.org/officeDocument/2006/relationships/slide" Target="slides/slide25.xml"/><Relationship Id="rId76" Type="http://schemas.openxmlformats.org/officeDocument/2006/relationships/font" Target="fonts/Archivo-boldItalic.fntdata"/><Relationship Id="rId35" Type="http://schemas.openxmlformats.org/officeDocument/2006/relationships/slide" Target="slides/slide28.xml"/><Relationship Id="rId79" Type="http://schemas.openxmlformats.org/officeDocument/2006/relationships/font" Target="fonts/Karla-regular.fntdata"/><Relationship Id="rId34" Type="http://schemas.openxmlformats.org/officeDocument/2006/relationships/slide" Target="slides/slide27.xml"/><Relationship Id="rId78" Type="http://schemas.openxmlformats.org/officeDocument/2006/relationships/font" Target="fonts/SpaceGrotesk-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RobotoMedium-bold.fntdata"/><Relationship Id="rId23" Type="http://schemas.openxmlformats.org/officeDocument/2006/relationships/slide" Target="slides/slide16.xml"/><Relationship Id="rId67" Type="http://schemas.openxmlformats.org/officeDocument/2006/relationships/font" Target="fonts/RobotoMedium-regular.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p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2" name="Google Shape;182;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 name="Shape 205"/>
        <p:cNvGrpSpPr/>
        <p:nvPr/>
      </p:nvGrpSpPr>
      <p:grpSpPr>
        <a:xfrm>
          <a:off x="0" y="0"/>
          <a:ext cx="0" cy="0"/>
          <a:chOff x="0" y="0"/>
          <a:chExt cx="0" cy="0"/>
        </a:xfrm>
      </p:grpSpPr>
      <p:sp>
        <p:nvSpPr>
          <p:cNvPr id="206" name="Google Shape;206;g37e67b3b5b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7" name="Google Shape;207;g37e67b3b5b0_0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4" name="Google Shape;21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0" name="Google Shape;240;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8" name="Google Shape;248;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4" name="Google Shape;274;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3" name="Google Shape;283;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 name="Shape 287"/>
        <p:cNvGrpSpPr/>
        <p:nvPr/>
      </p:nvGrpSpPr>
      <p:grpSpPr>
        <a:xfrm>
          <a:off x="0" y="0"/>
          <a:ext cx="0" cy="0"/>
          <a:chOff x="0" y="0"/>
          <a:chExt cx="0" cy="0"/>
        </a:xfrm>
      </p:grpSpPr>
      <p:sp>
        <p:nvSpPr>
          <p:cNvPr id="288" name="Google Shape;288;g37bce9a52e3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9" name="Google Shape;289;g37bce9a52e3_1_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37bce9a52e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96" name="Google Shape;296;g37bce9a52e3_1_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37bce9a52e3_1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03" name="Google Shape;303;g37bce9a52e3_1_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 name="Shape 326"/>
        <p:cNvGrpSpPr/>
        <p:nvPr/>
      </p:nvGrpSpPr>
      <p:grpSpPr>
        <a:xfrm>
          <a:off x="0" y="0"/>
          <a:ext cx="0" cy="0"/>
          <a:chOff x="0" y="0"/>
          <a:chExt cx="0" cy="0"/>
        </a:xfrm>
      </p:grpSpPr>
      <p:sp>
        <p:nvSpPr>
          <p:cNvPr id="327" name="Google Shape;327;g37bce9a52e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8" name="Google Shape;328;g37bce9a52e3_0_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37bce9a52e3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35" name="Google Shape;335;g37bce9a52e3_0_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37bce9a52e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42" name="Google Shape;342;g37bce9a52e3_0_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3653bc78ab3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49" name="Google Shape;349;g3653bc78ab3_0_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3653bc78ab3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64" name="Google Shape;364;g3653bc78ab3_0_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73" name="Google Shape;373;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g37bce9a52e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12" name="Google Shape;412;g37bce9a52e3_0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36544ae4b6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19" name="Google Shape;419;g36544ae4b6a_0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36544ae4b6a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26" name="Google Shape;426;g36544ae4b6a_0_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33" name="Google Shape;433;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 name="Shape 527"/>
        <p:cNvGrpSpPr/>
        <p:nvPr/>
      </p:nvGrpSpPr>
      <p:grpSpPr>
        <a:xfrm>
          <a:off x="0" y="0"/>
          <a:ext cx="0" cy="0"/>
          <a:chOff x="0" y="0"/>
          <a:chExt cx="0" cy="0"/>
        </a:xfrm>
      </p:grpSpPr>
      <p:sp>
        <p:nvSpPr>
          <p:cNvPr id="528" name="Google Shape;528;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9" name="Google Shape;52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 name="Shape 774"/>
        <p:cNvGrpSpPr/>
        <p:nvPr/>
      </p:nvGrpSpPr>
      <p:grpSpPr>
        <a:xfrm>
          <a:off x="0" y="0"/>
          <a:ext cx="0" cy="0"/>
          <a:chOff x="0" y="0"/>
          <a:chExt cx="0" cy="0"/>
        </a:xfrm>
      </p:grpSpPr>
      <p:sp>
        <p:nvSpPr>
          <p:cNvPr id="775" name="Google Shape;775;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6" name="Google Shape;776;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 name="Shape 941"/>
        <p:cNvGrpSpPr/>
        <p:nvPr/>
      </p:nvGrpSpPr>
      <p:grpSpPr>
        <a:xfrm>
          <a:off x="0" y="0"/>
          <a:ext cx="0" cy="0"/>
          <a:chOff x="0" y="0"/>
          <a:chExt cx="0" cy="0"/>
        </a:xfrm>
      </p:grpSpPr>
      <p:sp>
        <p:nvSpPr>
          <p:cNvPr id="942" name="Google Shape;942;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3" name="Google Shape;943;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03" name="Google Shape;1103;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 name="Shape 1275"/>
        <p:cNvGrpSpPr/>
        <p:nvPr/>
      </p:nvGrpSpPr>
      <p:grpSpPr>
        <a:xfrm>
          <a:off x="0" y="0"/>
          <a:ext cx="0" cy="0"/>
          <a:chOff x="0" y="0"/>
          <a:chExt cx="0" cy="0"/>
        </a:xfrm>
      </p:grpSpPr>
      <p:sp>
        <p:nvSpPr>
          <p:cNvPr id="1276" name="Google Shape;1276;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77" name="Google Shape;1277;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 name="Shape 1289"/>
        <p:cNvGrpSpPr/>
        <p:nvPr/>
      </p:nvGrpSpPr>
      <p:grpSpPr>
        <a:xfrm>
          <a:off x="0" y="0"/>
          <a:ext cx="0" cy="0"/>
          <a:chOff x="0" y="0"/>
          <a:chExt cx="0" cy="0"/>
        </a:xfrm>
      </p:grpSpPr>
      <p:sp>
        <p:nvSpPr>
          <p:cNvPr id="1290" name="Google Shape;1290;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91" name="Google Shape;1291;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99" name="Google Shape;1299;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97" name="Google Shape;1397;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4" name="Google Shape;1434;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 name="Shape 1448"/>
        <p:cNvGrpSpPr/>
        <p:nvPr/>
      </p:nvGrpSpPr>
      <p:grpSpPr>
        <a:xfrm>
          <a:off x="0" y="0"/>
          <a:ext cx="0" cy="0"/>
          <a:chOff x="0" y="0"/>
          <a:chExt cx="0" cy="0"/>
        </a:xfrm>
      </p:grpSpPr>
      <p:sp>
        <p:nvSpPr>
          <p:cNvPr id="1449" name="Google Shape;1449;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50" name="Google Shape;1450;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81" name="Google Shape;1481;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29" name="Google Shape;1629;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3" name="Shape 1633"/>
        <p:cNvGrpSpPr/>
        <p:nvPr/>
      </p:nvGrpSpPr>
      <p:grpSpPr>
        <a:xfrm>
          <a:off x="0" y="0"/>
          <a:ext cx="0" cy="0"/>
          <a:chOff x="0" y="0"/>
          <a:chExt cx="0" cy="0"/>
        </a:xfrm>
      </p:grpSpPr>
      <p:sp>
        <p:nvSpPr>
          <p:cNvPr id="1634" name="Google Shape;1634;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35" name="Google Shape;1635;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6" name="Shape 1716"/>
        <p:cNvGrpSpPr/>
        <p:nvPr/>
      </p:nvGrpSpPr>
      <p:grpSpPr>
        <a:xfrm>
          <a:off x="0" y="0"/>
          <a:ext cx="0" cy="0"/>
          <a:chOff x="0" y="0"/>
          <a:chExt cx="0" cy="0"/>
        </a:xfrm>
      </p:grpSpPr>
      <p:sp>
        <p:nvSpPr>
          <p:cNvPr id="1717" name="Google Shape;1717;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18" name="Google Shape;1718;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0" name="Shape 1730"/>
        <p:cNvGrpSpPr/>
        <p:nvPr/>
      </p:nvGrpSpPr>
      <p:grpSpPr>
        <a:xfrm>
          <a:off x="0" y="0"/>
          <a:ext cx="0" cy="0"/>
          <a:chOff x="0" y="0"/>
          <a:chExt cx="0" cy="0"/>
        </a:xfrm>
      </p:grpSpPr>
      <p:sp>
        <p:nvSpPr>
          <p:cNvPr id="1731" name="Google Shape;1731;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32" name="Google Shape;1732;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1" name="Shape 1861"/>
        <p:cNvGrpSpPr/>
        <p:nvPr/>
      </p:nvGrpSpPr>
      <p:grpSpPr>
        <a:xfrm>
          <a:off x="0" y="0"/>
          <a:ext cx="0" cy="0"/>
          <a:chOff x="0" y="0"/>
          <a:chExt cx="0" cy="0"/>
        </a:xfrm>
      </p:grpSpPr>
      <p:sp>
        <p:nvSpPr>
          <p:cNvPr id="1862" name="Google Shape;1862;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63" name="Google Shape;1863;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9" name="Shape 2699"/>
        <p:cNvGrpSpPr/>
        <p:nvPr/>
      </p:nvGrpSpPr>
      <p:grpSpPr>
        <a:xfrm>
          <a:off x="0" y="0"/>
          <a:ext cx="0" cy="0"/>
          <a:chOff x="0" y="0"/>
          <a:chExt cx="0" cy="0"/>
        </a:xfrm>
      </p:grpSpPr>
      <p:sp>
        <p:nvSpPr>
          <p:cNvPr id="2700" name="Google Shape;2700;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01" name="Google Shape;2701;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6" name="Shape 2706"/>
        <p:cNvGrpSpPr/>
        <p:nvPr/>
      </p:nvGrpSpPr>
      <p:grpSpPr>
        <a:xfrm>
          <a:off x="0" y="0"/>
          <a:ext cx="0" cy="0"/>
          <a:chOff x="0" y="0"/>
          <a:chExt cx="0" cy="0"/>
        </a:xfrm>
      </p:grpSpPr>
      <p:sp>
        <p:nvSpPr>
          <p:cNvPr id="2707" name="Google Shape;2707;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08" name="Google Shape;2708;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3" name="Shape 2713"/>
        <p:cNvGrpSpPr/>
        <p:nvPr/>
      </p:nvGrpSpPr>
      <p:grpSpPr>
        <a:xfrm>
          <a:off x="0" y="0"/>
          <a:ext cx="0" cy="0"/>
          <a:chOff x="0" y="0"/>
          <a:chExt cx="0" cy="0"/>
        </a:xfrm>
      </p:grpSpPr>
      <p:sp>
        <p:nvSpPr>
          <p:cNvPr id="2714" name="Google Shape;2714;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15" name="Google Shape;2715;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0" name="Shape 2720"/>
        <p:cNvGrpSpPr/>
        <p:nvPr/>
      </p:nvGrpSpPr>
      <p:grpSpPr>
        <a:xfrm>
          <a:off x="0" y="0"/>
          <a:ext cx="0" cy="0"/>
          <a:chOff x="0" y="0"/>
          <a:chExt cx="0" cy="0"/>
        </a:xfrm>
      </p:grpSpPr>
      <p:sp>
        <p:nvSpPr>
          <p:cNvPr id="2721" name="Google Shape;2721;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22" name="Google Shape;2722;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3" name="Shape 2743"/>
        <p:cNvGrpSpPr/>
        <p:nvPr/>
      </p:nvGrpSpPr>
      <p:grpSpPr>
        <a:xfrm>
          <a:off x="0" y="0"/>
          <a:ext cx="0" cy="0"/>
          <a:chOff x="0" y="0"/>
          <a:chExt cx="0" cy="0"/>
        </a:xfrm>
      </p:grpSpPr>
      <p:sp>
        <p:nvSpPr>
          <p:cNvPr id="2744" name="Google Shape;2744;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45" name="Google Shape;2745;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9" name="Shape 2759"/>
        <p:cNvGrpSpPr/>
        <p:nvPr/>
      </p:nvGrpSpPr>
      <p:grpSpPr>
        <a:xfrm>
          <a:off x="0" y="0"/>
          <a:ext cx="0" cy="0"/>
          <a:chOff x="0" y="0"/>
          <a:chExt cx="0" cy="0"/>
        </a:xfrm>
      </p:grpSpPr>
      <p:sp>
        <p:nvSpPr>
          <p:cNvPr id="2760" name="Google Shape;2760;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61" name="Google Shape;2761;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6" name="Shape 3096"/>
        <p:cNvGrpSpPr/>
        <p:nvPr/>
      </p:nvGrpSpPr>
      <p:grpSpPr>
        <a:xfrm>
          <a:off x="0" y="0"/>
          <a:ext cx="0" cy="0"/>
          <a:chOff x="0" y="0"/>
          <a:chExt cx="0" cy="0"/>
        </a:xfrm>
      </p:grpSpPr>
      <p:sp>
        <p:nvSpPr>
          <p:cNvPr id="3097" name="Google Shape;3097;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098" name="Google Shape;3098;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0" name="Shape 9010"/>
        <p:cNvGrpSpPr/>
        <p:nvPr/>
      </p:nvGrpSpPr>
      <p:grpSpPr>
        <a:xfrm>
          <a:off x="0" y="0"/>
          <a:ext cx="0" cy="0"/>
          <a:chOff x="0" y="0"/>
          <a:chExt cx="0" cy="0"/>
        </a:xfrm>
      </p:grpSpPr>
      <p:sp>
        <p:nvSpPr>
          <p:cNvPr id="9011" name="Google Shape;9011;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12" name="Google Shape;9012;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7" name="Shape 9437"/>
        <p:cNvGrpSpPr/>
        <p:nvPr/>
      </p:nvGrpSpPr>
      <p:grpSpPr>
        <a:xfrm>
          <a:off x="0" y="0"/>
          <a:ext cx="0" cy="0"/>
          <a:chOff x="0" y="0"/>
          <a:chExt cx="0" cy="0"/>
        </a:xfrm>
      </p:grpSpPr>
      <p:sp>
        <p:nvSpPr>
          <p:cNvPr id="9438" name="Google Shape;9438;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39" name="Google Shape;9439;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0" name="Shape 9600"/>
        <p:cNvGrpSpPr/>
        <p:nvPr/>
      </p:nvGrpSpPr>
      <p:grpSpPr>
        <a:xfrm>
          <a:off x="0" y="0"/>
          <a:ext cx="0" cy="0"/>
          <a:chOff x="0" y="0"/>
          <a:chExt cx="0" cy="0"/>
        </a:xfrm>
      </p:grpSpPr>
      <p:sp>
        <p:nvSpPr>
          <p:cNvPr id="9601" name="Google Shape;9601;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02" name="Google Shape;9602;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2" name="Shape 10002"/>
        <p:cNvGrpSpPr/>
        <p:nvPr/>
      </p:nvGrpSpPr>
      <p:grpSpPr>
        <a:xfrm>
          <a:off x="0" y="0"/>
          <a:ext cx="0" cy="0"/>
          <a:chOff x="0" y="0"/>
          <a:chExt cx="0" cy="0"/>
        </a:xfrm>
      </p:grpSpPr>
      <p:sp>
        <p:nvSpPr>
          <p:cNvPr id="10003" name="Google Shape;10003;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04" name="Google Shape;10004;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3" name="Shape 10373"/>
        <p:cNvGrpSpPr/>
        <p:nvPr/>
      </p:nvGrpSpPr>
      <p:grpSpPr>
        <a:xfrm>
          <a:off x="0" y="0"/>
          <a:ext cx="0" cy="0"/>
          <a:chOff x="0" y="0"/>
          <a:chExt cx="0" cy="0"/>
        </a:xfrm>
      </p:grpSpPr>
      <p:sp>
        <p:nvSpPr>
          <p:cNvPr id="10374" name="Google Shape;10374;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375" name="Google Shape;10375;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5" name="Shape 10675"/>
        <p:cNvGrpSpPr/>
        <p:nvPr/>
      </p:nvGrpSpPr>
      <p:grpSpPr>
        <a:xfrm>
          <a:off x="0" y="0"/>
          <a:ext cx="0" cy="0"/>
          <a:chOff x="0" y="0"/>
          <a:chExt cx="0" cy="0"/>
        </a:xfrm>
      </p:grpSpPr>
      <p:sp>
        <p:nvSpPr>
          <p:cNvPr id="10676" name="Google Shape;10676;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677" name="Google Shape;10677;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7" name="Shape 10967"/>
        <p:cNvGrpSpPr/>
        <p:nvPr/>
      </p:nvGrpSpPr>
      <p:grpSpPr>
        <a:xfrm>
          <a:off x="0" y="0"/>
          <a:ext cx="0" cy="0"/>
          <a:chOff x="0" y="0"/>
          <a:chExt cx="0" cy="0"/>
        </a:xfrm>
      </p:grpSpPr>
      <p:sp>
        <p:nvSpPr>
          <p:cNvPr id="10968" name="Google Shape;10968;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969" name="Google Shape;10969;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6" name="Shape 11326"/>
        <p:cNvGrpSpPr/>
        <p:nvPr/>
      </p:nvGrpSpPr>
      <p:grpSpPr>
        <a:xfrm>
          <a:off x="0" y="0"/>
          <a:ext cx="0" cy="0"/>
          <a:chOff x="0" y="0"/>
          <a:chExt cx="0" cy="0"/>
        </a:xfrm>
      </p:grpSpPr>
      <p:sp>
        <p:nvSpPr>
          <p:cNvPr id="11327" name="Google Shape;11327;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328" name="Google Shape;11328;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3" name="Shape 11743"/>
        <p:cNvGrpSpPr/>
        <p:nvPr/>
      </p:nvGrpSpPr>
      <p:grpSpPr>
        <a:xfrm>
          <a:off x="0" y="0"/>
          <a:ext cx="0" cy="0"/>
          <a:chOff x="0" y="0"/>
          <a:chExt cx="0" cy="0"/>
        </a:xfrm>
      </p:grpSpPr>
      <p:sp>
        <p:nvSpPr>
          <p:cNvPr id="11744" name="Google Shape;11744;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745" name="Google Shape;11745;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3" name="Shape 12083"/>
        <p:cNvGrpSpPr/>
        <p:nvPr/>
      </p:nvGrpSpPr>
      <p:grpSpPr>
        <a:xfrm>
          <a:off x="0" y="0"/>
          <a:ext cx="0" cy="0"/>
          <a:chOff x="0" y="0"/>
          <a:chExt cx="0" cy="0"/>
        </a:xfrm>
      </p:grpSpPr>
      <p:sp>
        <p:nvSpPr>
          <p:cNvPr id="12084" name="Google Shape;12084;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85" name="Google Shape;12085;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71" name="Shape 12271"/>
        <p:cNvGrpSpPr/>
        <p:nvPr/>
      </p:nvGrpSpPr>
      <p:grpSpPr>
        <a:xfrm>
          <a:off x="0" y="0"/>
          <a:ext cx="0" cy="0"/>
          <a:chOff x="0" y="0"/>
          <a:chExt cx="0" cy="0"/>
        </a:xfrm>
      </p:grpSpPr>
      <p:sp>
        <p:nvSpPr>
          <p:cNvPr id="12272" name="Google Shape;12272;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273" name="Google Shape;12273;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7" name="Shape 12517"/>
        <p:cNvGrpSpPr/>
        <p:nvPr/>
      </p:nvGrpSpPr>
      <p:grpSpPr>
        <a:xfrm>
          <a:off x="0" y="0"/>
          <a:ext cx="0" cy="0"/>
          <a:chOff x="0" y="0"/>
          <a:chExt cx="0" cy="0"/>
        </a:xfrm>
      </p:grpSpPr>
      <p:sp>
        <p:nvSpPr>
          <p:cNvPr id="12518" name="Google Shape;12518;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19" name="Google Shape;12519;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47"/>
          <p:cNvSpPr txBox="1"/>
          <p:nvPr>
            <p:ph type="ctrTitle"/>
          </p:nvPr>
        </p:nvSpPr>
        <p:spPr>
          <a:xfrm>
            <a:off x="4355725" y="851775"/>
            <a:ext cx="4305300" cy="2823600"/>
          </a:xfrm>
          <a:prstGeom prst="rect">
            <a:avLst/>
          </a:prstGeom>
          <a:noFill/>
          <a:ln>
            <a:noFill/>
          </a:ln>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b="1" sz="5000">
                <a:latin typeface="Space Grotesk"/>
                <a:ea typeface="Space Grotesk"/>
                <a:cs typeface="Space Grotesk"/>
                <a:sym typeface="Space Grotesk"/>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10" name="Google Shape;10;p47"/>
          <p:cNvSpPr txBox="1"/>
          <p:nvPr>
            <p:ph idx="1" type="subTitle"/>
          </p:nvPr>
        </p:nvSpPr>
        <p:spPr>
          <a:xfrm>
            <a:off x="4672986" y="3855929"/>
            <a:ext cx="3670800" cy="324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400">
                <a:latin typeface="Archivo"/>
                <a:ea typeface="Archivo"/>
                <a:cs typeface="Archivo"/>
                <a:sym typeface="Archivo"/>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 name="Shape 11"/>
        <p:cNvGrpSpPr/>
        <p:nvPr/>
      </p:nvGrpSpPr>
      <p:grpSpPr>
        <a:xfrm>
          <a:off x="0" y="0"/>
          <a:ext cx="0" cy="0"/>
          <a:chOff x="0" y="0"/>
          <a:chExt cx="0" cy="0"/>
        </a:xfrm>
      </p:grpSpPr>
      <p:sp>
        <p:nvSpPr>
          <p:cNvPr id="12" name="Google Shape;12;p48"/>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48"/>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14" name="Google Shape;14;p48"/>
          <p:cNvSpPr txBox="1"/>
          <p:nvPr>
            <p:ph idx="1" type="body"/>
          </p:nvPr>
        </p:nvSpPr>
        <p:spPr>
          <a:xfrm>
            <a:off x="713100" y="1090870"/>
            <a:ext cx="7717800" cy="512400"/>
          </a:xfrm>
          <a:prstGeom prst="rect">
            <a:avLst/>
          </a:prstGeom>
          <a:noFill/>
          <a:ln>
            <a:noFill/>
          </a:ln>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000">
                <a:latin typeface="Archivo"/>
                <a:ea typeface="Archivo"/>
                <a:cs typeface="Archivo"/>
                <a:sym typeface="Archivo"/>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5" name="Shape 15"/>
        <p:cNvGrpSpPr/>
        <p:nvPr/>
      </p:nvGrpSpPr>
      <p:grpSpPr>
        <a:xfrm>
          <a:off x="0" y="0"/>
          <a:ext cx="0" cy="0"/>
          <a:chOff x="0" y="0"/>
          <a:chExt cx="0" cy="0"/>
        </a:xfrm>
      </p:grpSpPr>
      <p:sp>
        <p:nvSpPr>
          <p:cNvPr id="16" name="Google Shape;16;p49"/>
          <p:cNvSpPr/>
          <p:nvPr/>
        </p:nvSpPr>
        <p:spPr>
          <a:xfrm>
            <a:off x="-917671" y="31447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49"/>
          <p:cNvSpPr/>
          <p:nvPr/>
        </p:nvSpPr>
        <p:spPr>
          <a:xfrm>
            <a:off x="7294104" y="-1291304"/>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49"/>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49"/>
          <p:cNvSpPr txBox="1"/>
          <p:nvPr>
            <p:ph type="title"/>
          </p:nvPr>
        </p:nvSpPr>
        <p:spPr>
          <a:xfrm>
            <a:off x="1985813" y="1799525"/>
            <a:ext cx="2424000" cy="358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20" name="Google Shape;20;p49"/>
          <p:cNvSpPr txBox="1"/>
          <p:nvPr>
            <p:ph idx="1" type="subTitle"/>
          </p:nvPr>
        </p:nvSpPr>
        <p:spPr>
          <a:xfrm>
            <a:off x="1985823" y="2126646"/>
            <a:ext cx="2424000" cy="63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1" name="Google Shape;21;p49"/>
          <p:cNvSpPr txBox="1"/>
          <p:nvPr>
            <p:ph idx="2" type="title"/>
          </p:nvPr>
        </p:nvSpPr>
        <p:spPr>
          <a:xfrm>
            <a:off x="877838" y="1912775"/>
            <a:ext cx="783600" cy="47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2" name="Google Shape;22;p49"/>
          <p:cNvSpPr txBox="1"/>
          <p:nvPr>
            <p:ph idx="3"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3" name="Google Shape;23;p49"/>
          <p:cNvSpPr txBox="1"/>
          <p:nvPr>
            <p:ph idx="4" type="title"/>
          </p:nvPr>
        </p:nvSpPr>
        <p:spPr>
          <a:xfrm>
            <a:off x="5942063" y="1799525"/>
            <a:ext cx="2424000" cy="358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24" name="Google Shape;24;p49"/>
          <p:cNvSpPr txBox="1"/>
          <p:nvPr>
            <p:ph idx="5" type="subTitle"/>
          </p:nvPr>
        </p:nvSpPr>
        <p:spPr>
          <a:xfrm>
            <a:off x="5942073" y="2126646"/>
            <a:ext cx="2424000" cy="63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5" name="Google Shape;25;p49"/>
          <p:cNvSpPr txBox="1"/>
          <p:nvPr>
            <p:ph idx="6" type="title"/>
          </p:nvPr>
        </p:nvSpPr>
        <p:spPr>
          <a:xfrm>
            <a:off x="4834088" y="1912775"/>
            <a:ext cx="783600" cy="47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6" name="Google Shape;26;p49"/>
          <p:cNvSpPr txBox="1"/>
          <p:nvPr>
            <p:ph idx="7" type="title"/>
          </p:nvPr>
        </p:nvSpPr>
        <p:spPr>
          <a:xfrm>
            <a:off x="1985813" y="3235775"/>
            <a:ext cx="2424000" cy="358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27" name="Google Shape;27;p49"/>
          <p:cNvSpPr txBox="1"/>
          <p:nvPr>
            <p:ph idx="8" type="subTitle"/>
          </p:nvPr>
        </p:nvSpPr>
        <p:spPr>
          <a:xfrm>
            <a:off x="1943085" y="3562896"/>
            <a:ext cx="2424000" cy="63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8" name="Google Shape;28;p49"/>
          <p:cNvSpPr txBox="1"/>
          <p:nvPr>
            <p:ph idx="9" type="title"/>
          </p:nvPr>
        </p:nvSpPr>
        <p:spPr>
          <a:xfrm>
            <a:off x="877838" y="3349025"/>
            <a:ext cx="783600" cy="47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9" name="Google Shape;29;p49"/>
          <p:cNvSpPr txBox="1"/>
          <p:nvPr>
            <p:ph idx="13" type="title"/>
          </p:nvPr>
        </p:nvSpPr>
        <p:spPr>
          <a:xfrm>
            <a:off x="5942063" y="3235775"/>
            <a:ext cx="2424000" cy="358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30" name="Google Shape;30;p49"/>
          <p:cNvSpPr txBox="1"/>
          <p:nvPr>
            <p:ph idx="14" type="subTitle"/>
          </p:nvPr>
        </p:nvSpPr>
        <p:spPr>
          <a:xfrm>
            <a:off x="5942073" y="3562896"/>
            <a:ext cx="2424000" cy="63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1" name="Google Shape;31;p49"/>
          <p:cNvSpPr txBox="1"/>
          <p:nvPr>
            <p:ph idx="15" type="title"/>
          </p:nvPr>
        </p:nvSpPr>
        <p:spPr>
          <a:xfrm>
            <a:off x="4834088" y="3349025"/>
            <a:ext cx="783600" cy="47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32" name="Shape 32"/>
        <p:cNvGrpSpPr/>
        <p:nvPr/>
      </p:nvGrpSpPr>
      <p:grpSpPr>
        <a:xfrm>
          <a:off x="0" y="0"/>
          <a:ext cx="0" cy="0"/>
          <a:chOff x="0" y="0"/>
          <a:chExt cx="0" cy="0"/>
        </a:xfrm>
      </p:grpSpPr>
      <p:sp>
        <p:nvSpPr>
          <p:cNvPr id="33" name="Google Shape;33;p50"/>
          <p:cNvSpPr txBox="1"/>
          <p:nvPr>
            <p:ph type="title"/>
          </p:nvPr>
        </p:nvSpPr>
        <p:spPr>
          <a:xfrm>
            <a:off x="4698653" y="540078"/>
            <a:ext cx="3904500" cy="190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Font typeface="Archivo"/>
              <a:buNone/>
              <a:defRPr sz="11000">
                <a:latin typeface="Archivo"/>
                <a:ea typeface="Archivo"/>
                <a:cs typeface="Archivo"/>
                <a:sym typeface="Archivo"/>
              </a:defRPr>
            </a:lvl1pPr>
            <a:lvl2pPr lvl="1" algn="ctr">
              <a:lnSpc>
                <a:spcPct val="100000"/>
              </a:lnSpc>
              <a:spcBef>
                <a:spcPts val="0"/>
              </a:spcBef>
              <a:spcAft>
                <a:spcPts val="0"/>
              </a:spcAft>
              <a:buSzPts val="6000"/>
              <a:buFont typeface="Archivo"/>
              <a:buNone/>
              <a:defRPr sz="6000">
                <a:latin typeface="Archivo"/>
                <a:ea typeface="Archivo"/>
                <a:cs typeface="Archivo"/>
                <a:sym typeface="Archivo"/>
              </a:defRPr>
            </a:lvl2pPr>
            <a:lvl3pPr lvl="2" algn="ctr">
              <a:lnSpc>
                <a:spcPct val="100000"/>
              </a:lnSpc>
              <a:spcBef>
                <a:spcPts val="0"/>
              </a:spcBef>
              <a:spcAft>
                <a:spcPts val="0"/>
              </a:spcAft>
              <a:buSzPts val="6000"/>
              <a:buFont typeface="Archivo"/>
              <a:buNone/>
              <a:defRPr sz="6000">
                <a:latin typeface="Archivo"/>
                <a:ea typeface="Archivo"/>
                <a:cs typeface="Archivo"/>
                <a:sym typeface="Archivo"/>
              </a:defRPr>
            </a:lvl3pPr>
            <a:lvl4pPr lvl="3" algn="ctr">
              <a:lnSpc>
                <a:spcPct val="100000"/>
              </a:lnSpc>
              <a:spcBef>
                <a:spcPts val="0"/>
              </a:spcBef>
              <a:spcAft>
                <a:spcPts val="0"/>
              </a:spcAft>
              <a:buSzPts val="6000"/>
              <a:buFont typeface="Archivo"/>
              <a:buNone/>
              <a:defRPr sz="6000">
                <a:latin typeface="Archivo"/>
                <a:ea typeface="Archivo"/>
                <a:cs typeface="Archivo"/>
                <a:sym typeface="Archivo"/>
              </a:defRPr>
            </a:lvl4pPr>
            <a:lvl5pPr lvl="4" algn="ctr">
              <a:lnSpc>
                <a:spcPct val="100000"/>
              </a:lnSpc>
              <a:spcBef>
                <a:spcPts val="0"/>
              </a:spcBef>
              <a:spcAft>
                <a:spcPts val="0"/>
              </a:spcAft>
              <a:buSzPts val="6000"/>
              <a:buFont typeface="Archivo"/>
              <a:buNone/>
              <a:defRPr sz="6000">
                <a:latin typeface="Archivo"/>
                <a:ea typeface="Archivo"/>
                <a:cs typeface="Archivo"/>
                <a:sym typeface="Archivo"/>
              </a:defRPr>
            </a:lvl5pPr>
            <a:lvl6pPr lvl="5" algn="ctr">
              <a:lnSpc>
                <a:spcPct val="100000"/>
              </a:lnSpc>
              <a:spcBef>
                <a:spcPts val="0"/>
              </a:spcBef>
              <a:spcAft>
                <a:spcPts val="0"/>
              </a:spcAft>
              <a:buSzPts val="6000"/>
              <a:buFont typeface="Archivo"/>
              <a:buNone/>
              <a:defRPr sz="6000">
                <a:latin typeface="Archivo"/>
                <a:ea typeface="Archivo"/>
                <a:cs typeface="Archivo"/>
                <a:sym typeface="Archivo"/>
              </a:defRPr>
            </a:lvl6pPr>
            <a:lvl7pPr lvl="6" algn="ctr">
              <a:lnSpc>
                <a:spcPct val="100000"/>
              </a:lnSpc>
              <a:spcBef>
                <a:spcPts val="0"/>
              </a:spcBef>
              <a:spcAft>
                <a:spcPts val="0"/>
              </a:spcAft>
              <a:buSzPts val="6000"/>
              <a:buFont typeface="Archivo"/>
              <a:buNone/>
              <a:defRPr sz="6000">
                <a:latin typeface="Archivo"/>
                <a:ea typeface="Archivo"/>
                <a:cs typeface="Archivo"/>
                <a:sym typeface="Archivo"/>
              </a:defRPr>
            </a:lvl7pPr>
            <a:lvl8pPr lvl="7" algn="ctr">
              <a:lnSpc>
                <a:spcPct val="100000"/>
              </a:lnSpc>
              <a:spcBef>
                <a:spcPts val="0"/>
              </a:spcBef>
              <a:spcAft>
                <a:spcPts val="0"/>
              </a:spcAft>
              <a:buSzPts val="6000"/>
              <a:buFont typeface="Archivo"/>
              <a:buNone/>
              <a:defRPr sz="6000">
                <a:latin typeface="Archivo"/>
                <a:ea typeface="Archivo"/>
                <a:cs typeface="Archivo"/>
                <a:sym typeface="Archivo"/>
              </a:defRPr>
            </a:lvl8pPr>
            <a:lvl9pPr lvl="8" algn="ctr">
              <a:lnSpc>
                <a:spcPct val="100000"/>
              </a:lnSpc>
              <a:spcBef>
                <a:spcPts val="0"/>
              </a:spcBef>
              <a:spcAft>
                <a:spcPts val="0"/>
              </a:spcAft>
              <a:buSzPts val="6000"/>
              <a:buFont typeface="Archivo"/>
              <a:buNone/>
              <a:defRPr sz="6000">
                <a:latin typeface="Archivo"/>
                <a:ea typeface="Archivo"/>
                <a:cs typeface="Archivo"/>
                <a:sym typeface="Archivo"/>
              </a:defRPr>
            </a:lvl9pPr>
          </a:lstStyle>
          <a:p/>
        </p:txBody>
      </p:sp>
      <p:sp>
        <p:nvSpPr>
          <p:cNvPr id="34" name="Google Shape;34;p50"/>
          <p:cNvSpPr txBox="1"/>
          <p:nvPr>
            <p:ph idx="1" type="subTitle"/>
          </p:nvPr>
        </p:nvSpPr>
        <p:spPr>
          <a:xfrm>
            <a:off x="4694075" y="2584100"/>
            <a:ext cx="3904500" cy="5628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400"/>
              <a:buNone/>
              <a:defRPr sz="1400">
                <a:latin typeface="Archivo"/>
                <a:ea typeface="Archivo"/>
                <a:cs typeface="Archivo"/>
                <a:sym typeface="Archivo"/>
              </a:defRPr>
            </a:lvl1pPr>
            <a:lvl2pPr lvl="1" algn="ctr">
              <a:lnSpc>
                <a:spcPct val="115000"/>
              </a:lnSpc>
              <a:spcBef>
                <a:spcPts val="1200"/>
              </a:spcBef>
              <a:spcAft>
                <a:spcPts val="0"/>
              </a:spcAft>
              <a:buSzPts val="1400"/>
              <a:buNone/>
              <a:defRPr sz="1400">
                <a:latin typeface="Archivo"/>
                <a:ea typeface="Archivo"/>
                <a:cs typeface="Archivo"/>
                <a:sym typeface="Archivo"/>
              </a:defRPr>
            </a:lvl2pPr>
            <a:lvl3pPr lvl="2" algn="ctr">
              <a:lnSpc>
                <a:spcPct val="115000"/>
              </a:lnSpc>
              <a:spcBef>
                <a:spcPts val="1200"/>
              </a:spcBef>
              <a:spcAft>
                <a:spcPts val="0"/>
              </a:spcAft>
              <a:buSzPts val="1400"/>
              <a:buNone/>
              <a:defRPr sz="1400">
                <a:latin typeface="Archivo"/>
                <a:ea typeface="Archivo"/>
                <a:cs typeface="Archivo"/>
                <a:sym typeface="Archivo"/>
              </a:defRPr>
            </a:lvl3pPr>
            <a:lvl4pPr lvl="3" algn="ctr">
              <a:lnSpc>
                <a:spcPct val="115000"/>
              </a:lnSpc>
              <a:spcBef>
                <a:spcPts val="1200"/>
              </a:spcBef>
              <a:spcAft>
                <a:spcPts val="0"/>
              </a:spcAft>
              <a:buSzPts val="1400"/>
              <a:buNone/>
              <a:defRPr sz="1400">
                <a:latin typeface="Archivo"/>
                <a:ea typeface="Archivo"/>
                <a:cs typeface="Archivo"/>
                <a:sym typeface="Archivo"/>
              </a:defRPr>
            </a:lvl4pPr>
            <a:lvl5pPr lvl="4" algn="ctr">
              <a:lnSpc>
                <a:spcPct val="115000"/>
              </a:lnSpc>
              <a:spcBef>
                <a:spcPts val="1200"/>
              </a:spcBef>
              <a:spcAft>
                <a:spcPts val="0"/>
              </a:spcAft>
              <a:buSzPts val="1400"/>
              <a:buNone/>
              <a:defRPr sz="1400">
                <a:latin typeface="Archivo"/>
                <a:ea typeface="Archivo"/>
                <a:cs typeface="Archivo"/>
                <a:sym typeface="Archivo"/>
              </a:defRPr>
            </a:lvl5pPr>
            <a:lvl6pPr lvl="5" algn="ctr">
              <a:lnSpc>
                <a:spcPct val="115000"/>
              </a:lnSpc>
              <a:spcBef>
                <a:spcPts val="1200"/>
              </a:spcBef>
              <a:spcAft>
                <a:spcPts val="0"/>
              </a:spcAft>
              <a:buSzPts val="1400"/>
              <a:buNone/>
              <a:defRPr sz="1400">
                <a:latin typeface="Archivo"/>
                <a:ea typeface="Archivo"/>
                <a:cs typeface="Archivo"/>
                <a:sym typeface="Archivo"/>
              </a:defRPr>
            </a:lvl6pPr>
            <a:lvl7pPr lvl="6" algn="ctr">
              <a:lnSpc>
                <a:spcPct val="115000"/>
              </a:lnSpc>
              <a:spcBef>
                <a:spcPts val="1200"/>
              </a:spcBef>
              <a:spcAft>
                <a:spcPts val="0"/>
              </a:spcAft>
              <a:buSzPts val="1400"/>
              <a:buNone/>
              <a:defRPr sz="1400">
                <a:latin typeface="Archivo"/>
                <a:ea typeface="Archivo"/>
                <a:cs typeface="Archivo"/>
                <a:sym typeface="Archivo"/>
              </a:defRPr>
            </a:lvl7pPr>
            <a:lvl8pPr lvl="7" algn="ctr">
              <a:lnSpc>
                <a:spcPct val="115000"/>
              </a:lnSpc>
              <a:spcBef>
                <a:spcPts val="1200"/>
              </a:spcBef>
              <a:spcAft>
                <a:spcPts val="0"/>
              </a:spcAft>
              <a:buSzPts val="1400"/>
              <a:buNone/>
              <a:defRPr sz="1400">
                <a:latin typeface="Archivo"/>
                <a:ea typeface="Archivo"/>
                <a:cs typeface="Archivo"/>
                <a:sym typeface="Archivo"/>
              </a:defRPr>
            </a:lvl8pPr>
            <a:lvl9pPr lvl="8" algn="ctr">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35" name="Google Shape;35;p50"/>
          <p:cNvSpPr/>
          <p:nvPr/>
        </p:nvSpPr>
        <p:spPr>
          <a:xfrm flipH="1">
            <a:off x="-1270559" y="14107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0"/>
          <p:cNvSpPr/>
          <p:nvPr/>
        </p:nvSpPr>
        <p:spPr>
          <a:xfrm flipH="1">
            <a:off x="6130716" y="36615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50"/>
          <p:cNvSpPr/>
          <p:nvPr/>
        </p:nvSpPr>
        <p:spPr>
          <a:xfrm flipH="1">
            <a:off x="8735743" y="-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 name="Shape 38"/>
        <p:cNvGrpSpPr/>
        <p:nvPr/>
      </p:nvGrpSpPr>
      <p:grpSpPr>
        <a:xfrm>
          <a:off x="0" y="0"/>
          <a:ext cx="0" cy="0"/>
          <a:chOff x="0" y="0"/>
          <a:chExt cx="0" cy="0"/>
        </a:xfrm>
      </p:grpSpPr>
      <p:sp>
        <p:nvSpPr>
          <p:cNvPr id="39" name="Google Shape;39;p51"/>
          <p:cNvSpPr txBox="1"/>
          <p:nvPr>
            <p:ph type="title"/>
          </p:nvPr>
        </p:nvSpPr>
        <p:spPr>
          <a:xfrm>
            <a:off x="2220025" y="540075"/>
            <a:ext cx="3854700" cy="957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600"/>
              <a:buFont typeface="Archivo"/>
              <a:buNone/>
              <a:defRPr sz="5000"/>
            </a:lvl1pPr>
            <a:lvl2pPr lvl="1" algn="ctr">
              <a:lnSpc>
                <a:spcPct val="100000"/>
              </a:lnSpc>
              <a:spcBef>
                <a:spcPts val="0"/>
              </a:spcBef>
              <a:spcAft>
                <a:spcPts val="0"/>
              </a:spcAft>
              <a:buSzPts val="3600"/>
              <a:buFont typeface="Archivo"/>
              <a:buNone/>
              <a:defRPr sz="3600">
                <a:latin typeface="Archivo"/>
                <a:ea typeface="Archivo"/>
                <a:cs typeface="Archivo"/>
                <a:sym typeface="Archivo"/>
              </a:defRPr>
            </a:lvl2pPr>
            <a:lvl3pPr lvl="2" algn="ctr">
              <a:lnSpc>
                <a:spcPct val="100000"/>
              </a:lnSpc>
              <a:spcBef>
                <a:spcPts val="0"/>
              </a:spcBef>
              <a:spcAft>
                <a:spcPts val="0"/>
              </a:spcAft>
              <a:buSzPts val="3600"/>
              <a:buFont typeface="Archivo"/>
              <a:buNone/>
              <a:defRPr sz="3600">
                <a:latin typeface="Archivo"/>
                <a:ea typeface="Archivo"/>
                <a:cs typeface="Archivo"/>
                <a:sym typeface="Archivo"/>
              </a:defRPr>
            </a:lvl3pPr>
            <a:lvl4pPr lvl="3" algn="ctr">
              <a:lnSpc>
                <a:spcPct val="100000"/>
              </a:lnSpc>
              <a:spcBef>
                <a:spcPts val="0"/>
              </a:spcBef>
              <a:spcAft>
                <a:spcPts val="0"/>
              </a:spcAft>
              <a:buSzPts val="3600"/>
              <a:buFont typeface="Archivo"/>
              <a:buNone/>
              <a:defRPr sz="3600">
                <a:latin typeface="Archivo"/>
                <a:ea typeface="Archivo"/>
                <a:cs typeface="Archivo"/>
                <a:sym typeface="Archivo"/>
              </a:defRPr>
            </a:lvl4pPr>
            <a:lvl5pPr lvl="4" algn="ctr">
              <a:lnSpc>
                <a:spcPct val="100000"/>
              </a:lnSpc>
              <a:spcBef>
                <a:spcPts val="0"/>
              </a:spcBef>
              <a:spcAft>
                <a:spcPts val="0"/>
              </a:spcAft>
              <a:buSzPts val="3600"/>
              <a:buFont typeface="Archivo"/>
              <a:buNone/>
              <a:defRPr sz="3600">
                <a:latin typeface="Archivo"/>
                <a:ea typeface="Archivo"/>
                <a:cs typeface="Archivo"/>
                <a:sym typeface="Archivo"/>
              </a:defRPr>
            </a:lvl5pPr>
            <a:lvl6pPr lvl="5" algn="ctr">
              <a:lnSpc>
                <a:spcPct val="100000"/>
              </a:lnSpc>
              <a:spcBef>
                <a:spcPts val="0"/>
              </a:spcBef>
              <a:spcAft>
                <a:spcPts val="0"/>
              </a:spcAft>
              <a:buSzPts val="3600"/>
              <a:buFont typeface="Archivo"/>
              <a:buNone/>
              <a:defRPr sz="3600">
                <a:latin typeface="Archivo"/>
                <a:ea typeface="Archivo"/>
                <a:cs typeface="Archivo"/>
                <a:sym typeface="Archivo"/>
              </a:defRPr>
            </a:lvl6pPr>
            <a:lvl7pPr lvl="6" algn="ctr">
              <a:lnSpc>
                <a:spcPct val="100000"/>
              </a:lnSpc>
              <a:spcBef>
                <a:spcPts val="0"/>
              </a:spcBef>
              <a:spcAft>
                <a:spcPts val="0"/>
              </a:spcAft>
              <a:buSzPts val="3600"/>
              <a:buFont typeface="Archivo"/>
              <a:buNone/>
              <a:defRPr sz="3600">
                <a:latin typeface="Archivo"/>
                <a:ea typeface="Archivo"/>
                <a:cs typeface="Archivo"/>
                <a:sym typeface="Archivo"/>
              </a:defRPr>
            </a:lvl7pPr>
            <a:lvl8pPr lvl="7" algn="ctr">
              <a:lnSpc>
                <a:spcPct val="100000"/>
              </a:lnSpc>
              <a:spcBef>
                <a:spcPts val="0"/>
              </a:spcBef>
              <a:spcAft>
                <a:spcPts val="0"/>
              </a:spcAft>
              <a:buSzPts val="3600"/>
              <a:buFont typeface="Archivo"/>
              <a:buNone/>
              <a:defRPr sz="3600">
                <a:latin typeface="Archivo"/>
                <a:ea typeface="Archivo"/>
                <a:cs typeface="Archivo"/>
                <a:sym typeface="Archivo"/>
              </a:defRPr>
            </a:lvl8pPr>
            <a:lvl9pPr lvl="8" algn="ctr">
              <a:lnSpc>
                <a:spcPct val="100000"/>
              </a:lnSpc>
              <a:spcBef>
                <a:spcPts val="0"/>
              </a:spcBef>
              <a:spcAft>
                <a:spcPts val="0"/>
              </a:spcAft>
              <a:buSzPts val="3600"/>
              <a:buFont typeface="Archivo"/>
              <a:buNone/>
              <a:defRPr sz="3600">
                <a:latin typeface="Archivo"/>
                <a:ea typeface="Archivo"/>
                <a:cs typeface="Archivo"/>
                <a:sym typeface="Archivo"/>
              </a:defRPr>
            </a:lvl9pPr>
          </a:lstStyle>
          <a:p/>
        </p:txBody>
      </p:sp>
      <p:sp>
        <p:nvSpPr>
          <p:cNvPr id="40" name="Google Shape;40;p51"/>
          <p:cNvSpPr txBox="1"/>
          <p:nvPr>
            <p:ph idx="2" type="title"/>
          </p:nvPr>
        </p:nvSpPr>
        <p:spPr>
          <a:xfrm>
            <a:off x="713100" y="1073725"/>
            <a:ext cx="1290000" cy="670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9600"/>
              <a:buFont typeface="Archivo"/>
              <a:buNone/>
              <a:defRPr sz="5500">
                <a:solidFill>
                  <a:schemeClr val="accent1"/>
                </a:solidFill>
              </a:defRPr>
            </a:lvl1pPr>
            <a:lvl2pPr lvl="1" algn="ctr">
              <a:lnSpc>
                <a:spcPct val="100000"/>
              </a:lnSpc>
              <a:spcBef>
                <a:spcPts val="0"/>
              </a:spcBef>
              <a:spcAft>
                <a:spcPts val="0"/>
              </a:spcAft>
              <a:buSzPts val="9600"/>
              <a:buFont typeface="Archivo"/>
              <a:buNone/>
              <a:defRPr sz="9600">
                <a:latin typeface="Archivo"/>
                <a:ea typeface="Archivo"/>
                <a:cs typeface="Archivo"/>
                <a:sym typeface="Archivo"/>
              </a:defRPr>
            </a:lvl2pPr>
            <a:lvl3pPr lvl="2" algn="ctr">
              <a:lnSpc>
                <a:spcPct val="100000"/>
              </a:lnSpc>
              <a:spcBef>
                <a:spcPts val="0"/>
              </a:spcBef>
              <a:spcAft>
                <a:spcPts val="0"/>
              </a:spcAft>
              <a:buSzPts val="9600"/>
              <a:buFont typeface="Archivo"/>
              <a:buNone/>
              <a:defRPr sz="9600">
                <a:latin typeface="Archivo"/>
                <a:ea typeface="Archivo"/>
                <a:cs typeface="Archivo"/>
                <a:sym typeface="Archivo"/>
              </a:defRPr>
            </a:lvl3pPr>
            <a:lvl4pPr lvl="3" algn="ctr">
              <a:lnSpc>
                <a:spcPct val="100000"/>
              </a:lnSpc>
              <a:spcBef>
                <a:spcPts val="0"/>
              </a:spcBef>
              <a:spcAft>
                <a:spcPts val="0"/>
              </a:spcAft>
              <a:buSzPts val="9600"/>
              <a:buFont typeface="Archivo"/>
              <a:buNone/>
              <a:defRPr sz="9600">
                <a:latin typeface="Archivo"/>
                <a:ea typeface="Archivo"/>
                <a:cs typeface="Archivo"/>
                <a:sym typeface="Archivo"/>
              </a:defRPr>
            </a:lvl4pPr>
            <a:lvl5pPr lvl="4" algn="ctr">
              <a:lnSpc>
                <a:spcPct val="100000"/>
              </a:lnSpc>
              <a:spcBef>
                <a:spcPts val="0"/>
              </a:spcBef>
              <a:spcAft>
                <a:spcPts val="0"/>
              </a:spcAft>
              <a:buSzPts val="9600"/>
              <a:buFont typeface="Archivo"/>
              <a:buNone/>
              <a:defRPr sz="9600">
                <a:latin typeface="Archivo"/>
                <a:ea typeface="Archivo"/>
                <a:cs typeface="Archivo"/>
                <a:sym typeface="Archivo"/>
              </a:defRPr>
            </a:lvl5pPr>
            <a:lvl6pPr lvl="5" algn="ctr">
              <a:lnSpc>
                <a:spcPct val="100000"/>
              </a:lnSpc>
              <a:spcBef>
                <a:spcPts val="0"/>
              </a:spcBef>
              <a:spcAft>
                <a:spcPts val="0"/>
              </a:spcAft>
              <a:buSzPts val="9600"/>
              <a:buFont typeface="Archivo"/>
              <a:buNone/>
              <a:defRPr sz="9600">
                <a:latin typeface="Archivo"/>
                <a:ea typeface="Archivo"/>
                <a:cs typeface="Archivo"/>
                <a:sym typeface="Archivo"/>
              </a:defRPr>
            </a:lvl6pPr>
            <a:lvl7pPr lvl="6" algn="ctr">
              <a:lnSpc>
                <a:spcPct val="100000"/>
              </a:lnSpc>
              <a:spcBef>
                <a:spcPts val="0"/>
              </a:spcBef>
              <a:spcAft>
                <a:spcPts val="0"/>
              </a:spcAft>
              <a:buSzPts val="9600"/>
              <a:buFont typeface="Archivo"/>
              <a:buNone/>
              <a:defRPr sz="9600">
                <a:latin typeface="Archivo"/>
                <a:ea typeface="Archivo"/>
                <a:cs typeface="Archivo"/>
                <a:sym typeface="Archivo"/>
              </a:defRPr>
            </a:lvl7pPr>
            <a:lvl8pPr lvl="7" algn="ctr">
              <a:lnSpc>
                <a:spcPct val="100000"/>
              </a:lnSpc>
              <a:spcBef>
                <a:spcPts val="0"/>
              </a:spcBef>
              <a:spcAft>
                <a:spcPts val="0"/>
              </a:spcAft>
              <a:buSzPts val="9600"/>
              <a:buFont typeface="Archivo"/>
              <a:buNone/>
              <a:defRPr sz="9600">
                <a:latin typeface="Archivo"/>
                <a:ea typeface="Archivo"/>
                <a:cs typeface="Archivo"/>
                <a:sym typeface="Archivo"/>
              </a:defRPr>
            </a:lvl8pPr>
            <a:lvl9pPr lvl="8" algn="ctr">
              <a:lnSpc>
                <a:spcPct val="100000"/>
              </a:lnSpc>
              <a:spcBef>
                <a:spcPts val="0"/>
              </a:spcBef>
              <a:spcAft>
                <a:spcPts val="0"/>
              </a:spcAft>
              <a:buSzPts val="9600"/>
              <a:buFont typeface="Archivo"/>
              <a:buNone/>
              <a:defRPr sz="9600">
                <a:latin typeface="Archivo"/>
                <a:ea typeface="Archivo"/>
                <a:cs typeface="Archivo"/>
                <a:sym typeface="Archivo"/>
              </a:defRPr>
            </a:lvl9pPr>
          </a:lstStyle>
          <a:p/>
        </p:txBody>
      </p:sp>
      <p:sp>
        <p:nvSpPr>
          <p:cNvPr id="41" name="Google Shape;41;p51"/>
          <p:cNvSpPr txBox="1"/>
          <p:nvPr>
            <p:ph idx="1" type="subTitle"/>
          </p:nvPr>
        </p:nvSpPr>
        <p:spPr>
          <a:xfrm>
            <a:off x="2220025" y="1591933"/>
            <a:ext cx="2608800" cy="5526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spTree>
      <p:nvGrpSpPr>
        <p:cNvPr id="42" name="Shape 42"/>
        <p:cNvGrpSpPr/>
        <p:nvPr/>
      </p:nvGrpSpPr>
      <p:grpSpPr>
        <a:xfrm>
          <a:off x="0" y="0"/>
          <a:ext cx="0" cy="0"/>
          <a:chOff x="0" y="0"/>
          <a:chExt cx="0" cy="0"/>
        </a:xfrm>
      </p:grpSpPr>
      <p:sp>
        <p:nvSpPr>
          <p:cNvPr id="43" name="Google Shape;43;p52"/>
          <p:cNvSpPr/>
          <p:nvPr/>
        </p:nvSpPr>
        <p:spPr>
          <a:xfrm>
            <a:off x="8157427" y="-27460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2"/>
          <p:cNvSpPr/>
          <p:nvPr/>
        </p:nvSpPr>
        <p:spPr>
          <a:xfrm>
            <a:off x="-836848" y="26896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52"/>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52"/>
          <p:cNvSpPr txBox="1"/>
          <p:nvPr>
            <p:ph idx="1" type="subTitle"/>
          </p:nvPr>
        </p:nvSpPr>
        <p:spPr>
          <a:xfrm>
            <a:off x="1863457" y="1341773"/>
            <a:ext cx="3298800" cy="3840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b="1" sz="2000">
                <a:latin typeface="Space Grotesk"/>
                <a:ea typeface="Space Grotesk"/>
                <a:cs typeface="Space Grotesk"/>
                <a:sym typeface="Space Grotesk"/>
              </a:defRPr>
            </a:lvl1pPr>
            <a:lvl2pPr lvl="1" algn="l">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l">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l">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l">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l">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l">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l">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l">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47" name="Google Shape;47;p52"/>
          <p:cNvSpPr txBox="1"/>
          <p:nvPr>
            <p:ph idx="2" type="subTitle"/>
          </p:nvPr>
        </p:nvSpPr>
        <p:spPr>
          <a:xfrm>
            <a:off x="1863457" y="1678535"/>
            <a:ext cx="3298800" cy="5760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48" name="Google Shape;48;p52"/>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lt1"/>
              </a:buClr>
              <a:buSzPts val="28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9" name="Google Shape;49;p52"/>
          <p:cNvSpPr txBox="1"/>
          <p:nvPr>
            <p:ph idx="3" type="subTitle"/>
          </p:nvPr>
        </p:nvSpPr>
        <p:spPr>
          <a:xfrm>
            <a:off x="1863457" y="2518685"/>
            <a:ext cx="3298800" cy="3840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b="1" sz="2000">
                <a:latin typeface="Space Grotesk"/>
                <a:ea typeface="Space Grotesk"/>
                <a:cs typeface="Space Grotesk"/>
                <a:sym typeface="Space Grotesk"/>
              </a:defRPr>
            </a:lvl1pPr>
            <a:lvl2pPr lvl="1" algn="l">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l">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l">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l">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l">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l">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l">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l">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50" name="Google Shape;50;p52"/>
          <p:cNvSpPr txBox="1"/>
          <p:nvPr>
            <p:ph idx="4" type="subTitle"/>
          </p:nvPr>
        </p:nvSpPr>
        <p:spPr>
          <a:xfrm>
            <a:off x="1863457" y="2855448"/>
            <a:ext cx="3298800" cy="5760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51" name="Google Shape;51;p52"/>
          <p:cNvSpPr txBox="1"/>
          <p:nvPr>
            <p:ph idx="5" type="subTitle"/>
          </p:nvPr>
        </p:nvSpPr>
        <p:spPr>
          <a:xfrm>
            <a:off x="1863457" y="3695598"/>
            <a:ext cx="3298800" cy="3840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b="1" sz="2000">
                <a:latin typeface="Space Grotesk"/>
                <a:ea typeface="Space Grotesk"/>
                <a:cs typeface="Space Grotesk"/>
                <a:sym typeface="Space Grotesk"/>
              </a:defRPr>
            </a:lvl1pPr>
            <a:lvl2pPr lvl="1" algn="l">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l">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l">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l">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l">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l">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l">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l">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52" name="Google Shape;52;p52"/>
          <p:cNvSpPr txBox="1"/>
          <p:nvPr>
            <p:ph idx="6" type="subTitle"/>
          </p:nvPr>
        </p:nvSpPr>
        <p:spPr>
          <a:xfrm>
            <a:off x="1863457" y="4032360"/>
            <a:ext cx="3298800" cy="5760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3" name="Shape 53"/>
        <p:cNvGrpSpPr/>
        <p:nvPr/>
      </p:nvGrpSpPr>
      <p:grpSpPr>
        <a:xfrm>
          <a:off x="0" y="0"/>
          <a:ext cx="0" cy="0"/>
          <a:chOff x="0" y="0"/>
          <a:chExt cx="0" cy="0"/>
        </a:xfrm>
      </p:grpSpPr>
      <p:sp>
        <p:nvSpPr>
          <p:cNvPr id="54" name="Google Shape;54;p53"/>
          <p:cNvSpPr txBox="1"/>
          <p:nvPr>
            <p:ph type="title"/>
          </p:nvPr>
        </p:nvSpPr>
        <p:spPr>
          <a:xfrm>
            <a:off x="4572000" y="980725"/>
            <a:ext cx="3858900" cy="147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200"/>
              <a:buNone/>
              <a:defRPr sz="5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55" name="Google Shape;55;p53"/>
          <p:cNvSpPr txBox="1"/>
          <p:nvPr>
            <p:ph idx="1" type="subTitle"/>
          </p:nvPr>
        </p:nvSpPr>
        <p:spPr>
          <a:xfrm>
            <a:off x="4572000" y="2803075"/>
            <a:ext cx="3858900" cy="151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56" name="Shape 56"/>
        <p:cNvGrpSpPr/>
        <p:nvPr/>
      </p:nvGrpSpPr>
      <p:grpSpPr>
        <a:xfrm>
          <a:off x="0" y="0"/>
          <a:ext cx="0" cy="0"/>
          <a:chOff x="0" y="0"/>
          <a:chExt cx="0" cy="0"/>
        </a:xfrm>
      </p:grpSpPr>
      <p:sp>
        <p:nvSpPr>
          <p:cNvPr id="57" name="Google Shape;57;p54"/>
          <p:cNvSpPr txBox="1"/>
          <p:nvPr>
            <p:ph type="title"/>
          </p:nvPr>
        </p:nvSpPr>
        <p:spPr>
          <a:xfrm>
            <a:off x="2618713" y="1671211"/>
            <a:ext cx="3699900" cy="453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8" name="Google Shape;58;p54"/>
          <p:cNvSpPr txBox="1"/>
          <p:nvPr>
            <p:ph idx="1" type="subTitle"/>
          </p:nvPr>
        </p:nvSpPr>
        <p:spPr>
          <a:xfrm>
            <a:off x="1862700" y="543925"/>
            <a:ext cx="5418600" cy="988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Font typeface="Archivo"/>
              <a:buNone/>
              <a:defRPr sz="2000">
                <a:latin typeface="Archivo"/>
                <a:ea typeface="Archivo"/>
                <a:cs typeface="Archivo"/>
                <a:sym typeface="Archivo"/>
              </a:defRPr>
            </a:lvl1pPr>
            <a:lvl2pPr lvl="1" algn="ctr">
              <a:lnSpc>
                <a:spcPct val="100000"/>
              </a:lnSpc>
              <a:spcBef>
                <a:spcPts val="0"/>
              </a:spcBef>
              <a:spcAft>
                <a:spcPts val="0"/>
              </a:spcAft>
              <a:buSzPts val="2500"/>
              <a:buFont typeface="Archivo"/>
              <a:buNone/>
              <a:defRPr sz="2500">
                <a:latin typeface="Archivo"/>
                <a:ea typeface="Archivo"/>
                <a:cs typeface="Archivo"/>
                <a:sym typeface="Archivo"/>
              </a:defRPr>
            </a:lvl2pPr>
            <a:lvl3pPr lvl="2" algn="ctr">
              <a:lnSpc>
                <a:spcPct val="100000"/>
              </a:lnSpc>
              <a:spcBef>
                <a:spcPts val="0"/>
              </a:spcBef>
              <a:spcAft>
                <a:spcPts val="0"/>
              </a:spcAft>
              <a:buSzPts val="2500"/>
              <a:buFont typeface="Archivo"/>
              <a:buNone/>
              <a:defRPr sz="2500">
                <a:latin typeface="Archivo"/>
                <a:ea typeface="Archivo"/>
                <a:cs typeface="Archivo"/>
                <a:sym typeface="Archivo"/>
              </a:defRPr>
            </a:lvl3pPr>
            <a:lvl4pPr lvl="3" algn="ctr">
              <a:lnSpc>
                <a:spcPct val="100000"/>
              </a:lnSpc>
              <a:spcBef>
                <a:spcPts val="0"/>
              </a:spcBef>
              <a:spcAft>
                <a:spcPts val="0"/>
              </a:spcAft>
              <a:buSzPts val="2500"/>
              <a:buFont typeface="Archivo"/>
              <a:buNone/>
              <a:defRPr sz="2500">
                <a:latin typeface="Archivo"/>
                <a:ea typeface="Archivo"/>
                <a:cs typeface="Archivo"/>
                <a:sym typeface="Archivo"/>
              </a:defRPr>
            </a:lvl4pPr>
            <a:lvl5pPr lvl="4" algn="ctr">
              <a:lnSpc>
                <a:spcPct val="100000"/>
              </a:lnSpc>
              <a:spcBef>
                <a:spcPts val="0"/>
              </a:spcBef>
              <a:spcAft>
                <a:spcPts val="0"/>
              </a:spcAft>
              <a:buSzPts val="2500"/>
              <a:buFont typeface="Archivo"/>
              <a:buNone/>
              <a:defRPr sz="2500">
                <a:latin typeface="Archivo"/>
                <a:ea typeface="Archivo"/>
                <a:cs typeface="Archivo"/>
                <a:sym typeface="Archivo"/>
              </a:defRPr>
            </a:lvl5pPr>
            <a:lvl6pPr lvl="5" algn="ctr">
              <a:lnSpc>
                <a:spcPct val="100000"/>
              </a:lnSpc>
              <a:spcBef>
                <a:spcPts val="0"/>
              </a:spcBef>
              <a:spcAft>
                <a:spcPts val="0"/>
              </a:spcAft>
              <a:buSzPts val="2500"/>
              <a:buFont typeface="Archivo"/>
              <a:buNone/>
              <a:defRPr sz="2500">
                <a:latin typeface="Archivo"/>
                <a:ea typeface="Archivo"/>
                <a:cs typeface="Archivo"/>
                <a:sym typeface="Archivo"/>
              </a:defRPr>
            </a:lvl6pPr>
            <a:lvl7pPr lvl="6" algn="ctr">
              <a:lnSpc>
                <a:spcPct val="100000"/>
              </a:lnSpc>
              <a:spcBef>
                <a:spcPts val="0"/>
              </a:spcBef>
              <a:spcAft>
                <a:spcPts val="0"/>
              </a:spcAft>
              <a:buSzPts val="2500"/>
              <a:buFont typeface="Archivo"/>
              <a:buNone/>
              <a:defRPr sz="2500">
                <a:latin typeface="Archivo"/>
                <a:ea typeface="Archivo"/>
                <a:cs typeface="Archivo"/>
                <a:sym typeface="Archivo"/>
              </a:defRPr>
            </a:lvl7pPr>
            <a:lvl8pPr lvl="7" algn="ctr">
              <a:lnSpc>
                <a:spcPct val="100000"/>
              </a:lnSpc>
              <a:spcBef>
                <a:spcPts val="0"/>
              </a:spcBef>
              <a:spcAft>
                <a:spcPts val="0"/>
              </a:spcAft>
              <a:buSzPts val="2500"/>
              <a:buFont typeface="Archivo"/>
              <a:buNone/>
              <a:defRPr sz="2500">
                <a:latin typeface="Archivo"/>
                <a:ea typeface="Archivo"/>
                <a:cs typeface="Archivo"/>
                <a:sym typeface="Archivo"/>
              </a:defRPr>
            </a:lvl8pPr>
            <a:lvl9pPr lvl="8" algn="ctr">
              <a:lnSpc>
                <a:spcPct val="100000"/>
              </a:lnSpc>
              <a:spcBef>
                <a:spcPts val="0"/>
              </a:spcBef>
              <a:spcAft>
                <a:spcPts val="0"/>
              </a:spcAft>
              <a:buSzPts val="2500"/>
              <a:buFont typeface="Archivo"/>
              <a:buNone/>
              <a:defRPr sz="2500">
                <a:latin typeface="Archivo"/>
                <a:ea typeface="Archivo"/>
                <a:cs typeface="Archivo"/>
                <a:sym typeface="Archivo"/>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9" name="Shape 59"/>
        <p:cNvGrpSpPr/>
        <p:nvPr/>
      </p:nvGrpSpPr>
      <p:grpSpPr>
        <a:xfrm>
          <a:off x="0" y="0"/>
          <a:ext cx="0" cy="0"/>
          <a:chOff x="0" y="0"/>
          <a:chExt cx="0" cy="0"/>
        </a:xfrm>
      </p:grpSpPr>
      <p:sp>
        <p:nvSpPr>
          <p:cNvPr id="60" name="Google Shape;60;p55"/>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55"/>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62" name="Google Shape;62;p55"/>
          <p:cNvSpPr/>
          <p:nvPr/>
        </p:nvSpPr>
        <p:spPr>
          <a:xfrm>
            <a:off x="-1447196" y="366067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55"/>
          <p:cNvSpPr/>
          <p:nvPr/>
        </p:nvSpPr>
        <p:spPr>
          <a:xfrm>
            <a:off x="8347927" y="459173"/>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4" name="Shape 64"/>
        <p:cNvGrpSpPr/>
        <p:nvPr/>
      </p:nvGrpSpPr>
      <p:grpSpPr>
        <a:xfrm>
          <a:off x="0" y="0"/>
          <a:ext cx="0" cy="0"/>
          <a:chOff x="0" y="0"/>
          <a:chExt cx="0" cy="0"/>
        </a:xfrm>
      </p:grpSpPr>
      <p:sp>
        <p:nvSpPr>
          <p:cNvPr id="65" name="Google Shape;65;p56"/>
          <p:cNvSpPr txBox="1"/>
          <p:nvPr>
            <p:ph type="title"/>
          </p:nvPr>
        </p:nvSpPr>
        <p:spPr>
          <a:xfrm>
            <a:off x="777725" y="1024163"/>
            <a:ext cx="3794400" cy="18291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sz="40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66" name="Google Shape;66;p56"/>
          <p:cNvSpPr txBox="1"/>
          <p:nvPr>
            <p:ph idx="1" type="body"/>
          </p:nvPr>
        </p:nvSpPr>
        <p:spPr>
          <a:xfrm>
            <a:off x="777575" y="3458513"/>
            <a:ext cx="3794400" cy="929400"/>
          </a:xfrm>
          <a:prstGeom prst="rect">
            <a:avLst/>
          </a:prstGeom>
          <a:noFill/>
          <a:ln>
            <a:noFill/>
          </a:ln>
        </p:spPr>
        <p:txBody>
          <a:bodyPr anchorCtr="0" anchor="t" bIns="91425" lIns="91425" spcFirstLastPara="1" rIns="91425" wrap="square" tIns="91425">
            <a:noAutofit/>
          </a:bodyPr>
          <a:lstStyle>
            <a:lvl1pPr indent="-304800" lvl="0" marL="457200" algn="ctr">
              <a:lnSpc>
                <a:spcPct val="115000"/>
              </a:lnSpc>
              <a:spcBef>
                <a:spcPts val="0"/>
              </a:spcBef>
              <a:spcAft>
                <a:spcPts val="0"/>
              </a:spcAft>
              <a:buSzPts val="1200"/>
              <a:buChar char="●"/>
              <a:defRPr/>
            </a:lvl1pPr>
            <a:lvl2pPr indent="-304800" lvl="1" marL="914400" algn="l">
              <a:lnSpc>
                <a:spcPct val="115000"/>
              </a:lnSpc>
              <a:spcBef>
                <a:spcPts val="0"/>
              </a:spcBef>
              <a:spcAft>
                <a:spcPts val="0"/>
              </a:spcAft>
              <a:buSzPts val="1200"/>
              <a:buChar char="○"/>
              <a:defRPr sz="1200"/>
            </a:lvl2pPr>
            <a:lvl3pPr indent="-304800" lvl="2" marL="1371600" algn="l">
              <a:lnSpc>
                <a:spcPct val="115000"/>
              </a:lnSpc>
              <a:spcBef>
                <a:spcPts val="0"/>
              </a:spcBef>
              <a:spcAft>
                <a:spcPts val="0"/>
              </a:spcAft>
              <a:buSzPts val="1200"/>
              <a:buChar char="■"/>
              <a:defRPr sz="1200"/>
            </a:lvl3pPr>
            <a:lvl4pPr indent="-304800" lvl="3" marL="1828800" algn="l">
              <a:lnSpc>
                <a:spcPct val="115000"/>
              </a:lnSpc>
              <a:spcBef>
                <a:spcPts val="0"/>
              </a:spcBef>
              <a:spcAft>
                <a:spcPts val="0"/>
              </a:spcAft>
              <a:buSzPts val="1200"/>
              <a:buChar char="●"/>
              <a:defRPr sz="1200"/>
            </a:lvl4pPr>
            <a:lvl5pPr indent="-304800" lvl="4" marL="2286000" algn="l">
              <a:lnSpc>
                <a:spcPct val="115000"/>
              </a:lnSpc>
              <a:spcBef>
                <a:spcPts val="0"/>
              </a:spcBef>
              <a:spcAft>
                <a:spcPts val="0"/>
              </a:spcAft>
              <a:buSzPts val="1200"/>
              <a:buChar char="○"/>
              <a:defRPr sz="1200"/>
            </a:lvl5pPr>
            <a:lvl6pPr indent="-304800" lvl="5" marL="2743200" algn="l">
              <a:lnSpc>
                <a:spcPct val="115000"/>
              </a:lnSpc>
              <a:spcBef>
                <a:spcPts val="0"/>
              </a:spcBef>
              <a:spcAft>
                <a:spcPts val="0"/>
              </a:spcAft>
              <a:buSzPts val="1200"/>
              <a:buChar char="■"/>
              <a:defRPr sz="1200"/>
            </a:lvl6pPr>
            <a:lvl7pPr indent="-304800" lvl="6" marL="3200400" algn="l">
              <a:lnSpc>
                <a:spcPct val="115000"/>
              </a:lnSpc>
              <a:spcBef>
                <a:spcPts val="0"/>
              </a:spcBef>
              <a:spcAft>
                <a:spcPts val="0"/>
              </a:spcAft>
              <a:buSzPts val="1200"/>
              <a:buChar char="●"/>
              <a:defRPr sz="1200"/>
            </a:lvl7pPr>
            <a:lvl8pPr indent="-304800" lvl="7" marL="3657600" algn="l">
              <a:lnSpc>
                <a:spcPct val="115000"/>
              </a:lnSpc>
              <a:spcBef>
                <a:spcPts val="0"/>
              </a:spcBef>
              <a:spcAft>
                <a:spcPts val="0"/>
              </a:spcAft>
              <a:buSzPts val="1200"/>
              <a:buChar char="○"/>
              <a:defRPr sz="1200"/>
            </a:lvl8pPr>
            <a:lvl9pPr indent="-304800" lvl="8" marL="4114800" algn="l">
              <a:lnSpc>
                <a:spcPct val="115000"/>
              </a:lnSpc>
              <a:spcBef>
                <a:spcPts val="0"/>
              </a:spcBef>
              <a:spcAft>
                <a:spcPts val="0"/>
              </a:spcAft>
              <a:buSzPts val="1200"/>
              <a:buChar char="■"/>
              <a:defRPr sz="1200"/>
            </a:lvl9pPr>
          </a:lstStyle>
          <a:p/>
        </p:txBody>
      </p:sp>
      <p:sp>
        <p:nvSpPr>
          <p:cNvPr id="67" name="Google Shape;67;p56"/>
          <p:cNvSpPr/>
          <p:nvPr/>
        </p:nvSpPr>
        <p:spPr>
          <a:xfrm>
            <a:off x="6659629" y="342077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6"/>
          <p:cNvSpPr/>
          <p:nvPr/>
        </p:nvSpPr>
        <p:spPr>
          <a:xfrm>
            <a:off x="8185652"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6"/>
          <p:cNvSpPr/>
          <p:nvPr/>
        </p:nvSpPr>
        <p:spPr>
          <a:xfrm>
            <a:off x="-436223" y="3958723"/>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_1">
    <p:spTree>
      <p:nvGrpSpPr>
        <p:cNvPr id="70" name="Shape 70"/>
        <p:cNvGrpSpPr/>
        <p:nvPr/>
      </p:nvGrpSpPr>
      <p:grpSpPr>
        <a:xfrm>
          <a:off x="0" y="0"/>
          <a:ext cx="0" cy="0"/>
          <a:chOff x="0" y="0"/>
          <a:chExt cx="0" cy="0"/>
        </a:xfrm>
      </p:grpSpPr>
      <p:sp>
        <p:nvSpPr>
          <p:cNvPr id="71" name="Google Shape;71;p57"/>
          <p:cNvSpPr/>
          <p:nvPr/>
        </p:nvSpPr>
        <p:spPr>
          <a:xfrm flipH="1">
            <a:off x="7027177" y="363952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57"/>
          <p:cNvSpPr/>
          <p:nvPr/>
        </p:nvSpPr>
        <p:spPr>
          <a:xfrm flipH="1">
            <a:off x="133254"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57"/>
          <p:cNvSpPr txBox="1"/>
          <p:nvPr>
            <p:ph idx="1" type="body"/>
          </p:nvPr>
        </p:nvSpPr>
        <p:spPr>
          <a:xfrm>
            <a:off x="4572000" y="2032425"/>
            <a:ext cx="3858900" cy="20346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74" name="Google Shape;74;p57"/>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 name="Google Shape;75;p57"/>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4">
    <p:spTree>
      <p:nvGrpSpPr>
        <p:cNvPr id="76" name="Shape 76"/>
        <p:cNvGrpSpPr/>
        <p:nvPr/>
      </p:nvGrpSpPr>
      <p:grpSpPr>
        <a:xfrm>
          <a:off x="0" y="0"/>
          <a:ext cx="0" cy="0"/>
          <a:chOff x="0" y="0"/>
          <a:chExt cx="0" cy="0"/>
        </a:xfrm>
      </p:grpSpPr>
      <p:sp>
        <p:nvSpPr>
          <p:cNvPr id="77" name="Google Shape;77;p58"/>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 name="Google Shape;78;p58"/>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79" name="Google Shape;79;p58"/>
          <p:cNvSpPr/>
          <p:nvPr/>
        </p:nvSpPr>
        <p:spPr>
          <a:xfrm flipH="1">
            <a:off x="7626527" y="32856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8"/>
          <p:cNvSpPr/>
          <p:nvPr/>
        </p:nvSpPr>
        <p:spPr>
          <a:xfrm flipH="1">
            <a:off x="-760996" y="105809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1" name="Shape 81"/>
        <p:cNvGrpSpPr/>
        <p:nvPr/>
      </p:nvGrpSpPr>
      <p:grpSpPr>
        <a:xfrm>
          <a:off x="0" y="0"/>
          <a:ext cx="0" cy="0"/>
          <a:chOff x="0" y="0"/>
          <a:chExt cx="0" cy="0"/>
        </a:xfrm>
      </p:grpSpPr>
      <p:sp>
        <p:nvSpPr>
          <p:cNvPr id="82" name="Google Shape;82;p59"/>
          <p:cNvSpPr/>
          <p:nvPr/>
        </p:nvSpPr>
        <p:spPr>
          <a:xfrm>
            <a:off x="133254" y="34913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59"/>
          <p:cNvSpPr/>
          <p:nvPr/>
        </p:nvSpPr>
        <p:spPr>
          <a:xfrm>
            <a:off x="8185652"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59"/>
          <p:cNvSpPr txBox="1"/>
          <p:nvPr>
            <p:ph type="title"/>
          </p:nvPr>
        </p:nvSpPr>
        <p:spPr>
          <a:xfrm>
            <a:off x="713100" y="798325"/>
            <a:ext cx="5079600" cy="21216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4800"/>
              <a:buNone/>
              <a:defRPr sz="80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5" name="Shape 85"/>
        <p:cNvGrpSpPr/>
        <p:nvPr/>
      </p:nvGrpSpPr>
      <p:grpSpPr>
        <a:xfrm>
          <a:off x="0" y="0"/>
          <a:ext cx="0" cy="0"/>
          <a:chOff x="0" y="0"/>
          <a:chExt cx="0" cy="0"/>
        </a:xfrm>
      </p:grpSpPr>
      <p:sp>
        <p:nvSpPr>
          <p:cNvPr id="86" name="Google Shape;86;p60"/>
          <p:cNvSpPr/>
          <p:nvPr/>
        </p:nvSpPr>
        <p:spPr>
          <a:xfrm>
            <a:off x="133254" y="34913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 name="Google Shape;87;p60"/>
          <p:cNvSpPr/>
          <p:nvPr/>
        </p:nvSpPr>
        <p:spPr>
          <a:xfrm>
            <a:off x="8185652"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60"/>
          <p:cNvSpPr/>
          <p:nvPr/>
        </p:nvSpPr>
        <p:spPr>
          <a:xfrm>
            <a:off x="2821404" y="-1887579"/>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60"/>
          <p:cNvSpPr txBox="1"/>
          <p:nvPr>
            <p:ph type="title"/>
          </p:nvPr>
        </p:nvSpPr>
        <p:spPr>
          <a:xfrm>
            <a:off x="4677383" y="763760"/>
            <a:ext cx="3611100" cy="358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90" name="Google Shape;90;p60"/>
          <p:cNvSpPr txBox="1"/>
          <p:nvPr>
            <p:ph idx="1" type="subTitle"/>
          </p:nvPr>
        </p:nvSpPr>
        <p:spPr>
          <a:xfrm>
            <a:off x="4677375" y="1309613"/>
            <a:ext cx="3611100" cy="1064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91" name="Google Shape;91;p60"/>
          <p:cNvSpPr txBox="1"/>
          <p:nvPr>
            <p:ph idx="2" type="title"/>
          </p:nvPr>
        </p:nvSpPr>
        <p:spPr>
          <a:xfrm>
            <a:off x="4677245" y="2878984"/>
            <a:ext cx="3611100" cy="358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0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92" name="Google Shape;92;p60"/>
          <p:cNvSpPr txBox="1"/>
          <p:nvPr>
            <p:ph idx="3" type="subTitle"/>
          </p:nvPr>
        </p:nvSpPr>
        <p:spPr>
          <a:xfrm>
            <a:off x="4677250" y="3424837"/>
            <a:ext cx="3611100" cy="1064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atin typeface="Archivo"/>
                <a:ea typeface="Archivo"/>
                <a:cs typeface="Archivo"/>
                <a:sym typeface="Archiv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3_1">
    <p:spTree>
      <p:nvGrpSpPr>
        <p:cNvPr id="93" name="Shape 93"/>
        <p:cNvGrpSpPr/>
        <p:nvPr/>
      </p:nvGrpSpPr>
      <p:grpSpPr>
        <a:xfrm>
          <a:off x="0" y="0"/>
          <a:ext cx="0" cy="0"/>
          <a:chOff x="0" y="0"/>
          <a:chExt cx="0" cy="0"/>
        </a:xfrm>
      </p:grpSpPr>
      <p:sp>
        <p:nvSpPr>
          <p:cNvPr id="94" name="Google Shape;94;p61"/>
          <p:cNvSpPr/>
          <p:nvPr/>
        </p:nvSpPr>
        <p:spPr>
          <a:xfrm>
            <a:off x="8157427" y="-27460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61"/>
          <p:cNvSpPr/>
          <p:nvPr/>
        </p:nvSpPr>
        <p:spPr>
          <a:xfrm>
            <a:off x="-836848" y="26896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61"/>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61"/>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98" name="Google Shape;98;p61"/>
          <p:cNvSpPr txBox="1"/>
          <p:nvPr>
            <p:ph idx="1" type="subTitle"/>
          </p:nvPr>
        </p:nvSpPr>
        <p:spPr>
          <a:xfrm>
            <a:off x="5817300" y="1802675"/>
            <a:ext cx="2384400" cy="3840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b="1" sz="2000">
                <a:latin typeface="Space Grotesk"/>
                <a:ea typeface="Space Grotesk"/>
                <a:cs typeface="Space Grotesk"/>
                <a:sym typeface="Space Grotesk"/>
              </a:defRPr>
            </a:lvl1pPr>
            <a:lvl2pPr lvl="1" algn="l">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l">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l">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l">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l">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l">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l">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l">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99" name="Google Shape;99;p61"/>
          <p:cNvSpPr txBox="1"/>
          <p:nvPr>
            <p:ph idx="2" type="subTitle"/>
          </p:nvPr>
        </p:nvSpPr>
        <p:spPr>
          <a:xfrm>
            <a:off x="5817300" y="2139456"/>
            <a:ext cx="2384400" cy="8400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100" name="Google Shape;100;p61"/>
          <p:cNvSpPr txBox="1"/>
          <p:nvPr>
            <p:ph idx="3" type="subTitle"/>
          </p:nvPr>
        </p:nvSpPr>
        <p:spPr>
          <a:xfrm>
            <a:off x="5817300" y="3284387"/>
            <a:ext cx="2384400" cy="3840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1400"/>
              <a:buNone/>
              <a:defRPr b="1" sz="2000">
                <a:latin typeface="Space Grotesk"/>
                <a:ea typeface="Space Grotesk"/>
                <a:cs typeface="Space Grotesk"/>
                <a:sym typeface="Space Grotesk"/>
              </a:defRPr>
            </a:lvl1pPr>
            <a:lvl2pPr lvl="1" algn="l">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l">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l">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l">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l">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l">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l">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l">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01" name="Google Shape;101;p61"/>
          <p:cNvSpPr txBox="1"/>
          <p:nvPr>
            <p:ph idx="4" type="subTitle"/>
          </p:nvPr>
        </p:nvSpPr>
        <p:spPr>
          <a:xfrm>
            <a:off x="5817300" y="3621150"/>
            <a:ext cx="2384400" cy="8400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atin typeface="Archivo"/>
                <a:ea typeface="Archivo"/>
                <a:cs typeface="Archivo"/>
                <a:sym typeface="Archivo"/>
              </a:defRPr>
            </a:lvl1pPr>
            <a:lvl2pPr lvl="1" algn="l">
              <a:lnSpc>
                <a:spcPct val="115000"/>
              </a:lnSpc>
              <a:spcBef>
                <a:spcPts val="1200"/>
              </a:spcBef>
              <a:spcAft>
                <a:spcPts val="0"/>
              </a:spcAft>
              <a:buSzPts val="1400"/>
              <a:buNone/>
              <a:defRPr sz="1400">
                <a:latin typeface="Archivo"/>
                <a:ea typeface="Archivo"/>
                <a:cs typeface="Archivo"/>
                <a:sym typeface="Archivo"/>
              </a:defRPr>
            </a:lvl2pPr>
            <a:lvl3pPr lvl="2" algn="l">
              <a:lnSpc>
                <a:spcPct val="115000"/>
              </a:lnSpc>
              <a:spcBef>
                <a:spcPts val="1200"/>
              </a:spcBef>
              <a:spcAft>
                <a:spcPts val="0"/>
              </a:spcAft>
              <a:buSzPts val="1400"/>
              <a:buNone/>
              <a:defRPr sz="1400">
                <a:latin typeface="Archivo"/>
                <a:ea typeface="Archivo"/>
                <a:cs typeface="Archivo"/>
                <a:sym typeface="Archivo"/>
              </a:defRPr>
            </a:lvl3pPr>
            <a:lvl4pPr lvl="3" algn="l">
              <a:lnSpc>
                <a:spcPct val="115000"/>
              </a:lnSpc>
              <a:spcBef>
                <a:spcPts val="1200"/>
              </a:spcBef>
              <a:spcAft>
                <a:spcPts val="0"/>
              </a:spcAft>
              <a:buSzPts val="1400"/>
              <a:buNone/>
              <a:defRPr sz="1400">
                <a:latin typeface="Archivo"/>
                <a:ea typeface="Archivo"/>
                <a:cs typeface="Archivo"/>
                <a:sym typeface="Archivo"/>
              </a:defRPr>
            </a:lvl4pPr>
            <a:lvl5pPr lvl="4" algn="l">
              <a:lnSpc>
                <a:spcPct val="115000"/>
              </a:lnSpc>
              <a:spcBef>
                <a:spcPts val="1200"/>
              </a:spcBef>
              <a:spcAft>
                <a:spcPts val="0"/>
              </a:spcAft>
              <a:buSzPts val="1400"/>
              <a:buNone/>
              <a:defRPr sz="1400">
                <a:latin typeface="Archivo"/>
                <a:ea typeface="Archivo"/>
                <a:cs typeface="Archivo"/>
                <a:sym typeface="Archivo"/>
              </a:defRPr>
            </a:lvl5pPr>
            <a:lvl6pPr lvl="5" algn="l">
              <a:lnSpc>
                <a:spcPct val="115000"/>
              </a:lnSpc>
              <a:spcBef>
                <a:spcPts val="1200"/>
              </a:spcBef>
              <a:spcAft>
                <a:spcPts val="0"/>
              </a:spcAft>
              <a:buSzPts val="1400"/>
              <a:buNone/>
              <a:defRPr sz="1400">
                <a:latin typeface="Archivo"/>
                <a:ea typeface="Archivo"/>
                <a:cs typeface="Archivo"/>
                <a:sym typeface="Archivo"/>
              </a:defRPr>
            </a:lvl6pPr>
            <a:lvl7pPr lvl="6" algn="l">
              <a:lnSpc>
                <a:spcPct val="115000"/>
              </a:lnSpc>
              <a:spcBef>
                <a:spcPts val="1200"/>
              </a:spcBef>
              <a:spcAft>
                <a:spcPts val="0"/>
              </a:spcAft>
              <a:buSzPts val="1400"/>
              <a:buNone/>
              <a:defRPr sz="1400">
                <a:latin typeface="Archivo"/>
                <a:ea typeface="Archivo"/>
                <a:cs typeface="Archivo"/>
                <a:sym typeface="Archivo"/>
              </a:defRPr>
            </a:lvl7pPr>
            <a:lvl8pPr lvl="7" algn="l">
              <a:lnSpc>
                <a:spcPct val="115000"/>
              </a:lnSpc>
              <a:spcBef>
                <a:spcPts val="1200"/>
              </a:spcBef>
              <a:spcAft>
                <a:spcPts val="0"/>
              </a:spcAft>
              <a:buSzPts val="1400"/>
              <a:buNone/>
              <a:defRPr sz="1400">
                <a:latin typeface="Archivo"/>
                <a:ea typeface="Archivo"/>
                <a:cs typeface="Archivo"/>
                <a:sym typeface="Archivo"/>
              </a:defRPr>
            </a:lvl8pPr>
            <a:lvl9pPr lvl="8" algn="l">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102" name="Google Shape;102;p61"/>
          <p:cNvSpPr txBox="1"/>
          <p:nvPr>
            <p:ph idx="5" type="subTitle"/>
          </p:nvPr>
        </p:nvSpPr>
        <p:spPr>
          <a:xfrm>
            <a:off x="942300" y="1802675"/>
            <a:ext cx="2384400" cy="384000"/>
          </a:xfrm>
          <a:prstGeom prst="rect">
            <a:avLst/>
          </a:prstGeom>
          <a:noFill/>
          <a:ln>
            <a:noFill/>
          </a:ln>
        </p:spPr>
        <p:txBody>
          <a:bodyPr anchorCtr="0" anchor="b" bIns="91425" lIns="91425" spcFirstLastPara="1" rIns="91425" wrap="square" tIns="91425">
            <a:noAutofit/>
          </a:bodyPr>
          <a:lstStyle>
            <a:lvl1pPr lvl="0" algn="r">
              <a:lnSpc>
                <a:spcPct val="115000"/>
              </a:lnSpc>
              <a:spcBef>
                <a:spcPts val="0"/>
              </a:spcBef>
              <a:spcAft>
                <a:spcPts val="0"/>
              </a:spcAft>
              <a:buSzPts val="1400"/>
              <a:buNone/>
              <a:defRPr b="1" sz="2000">
                <a:latin typeface="Space Grotesk"/>
                <a:ea typeface="Space Grotesk"/>
                <a:cs typeface="Space Grotesk"/>
                <a:sym typeface="Space Grotesk"/>
              </a:defRPr>
            </a:lvl1pPr>
            <a:lvl2pPr lvl="1" algn="r">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r">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r">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r">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r">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r">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r">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r">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03" name="Google Shape;103;p61"/>
          <p:cNvSpPr txBox="1"/>
          <p:nvPr>
            <p:ph idx="6" type="subTitle"/>
          </p:nvPr>
        </p:nvSpPr>
        <p:spPr>
          <a:xfrm>
            <a:off x="942300" y="2139455"/>
            <a:ext cx="2384400" cy="840000"/>
          </a:xfrm>
          <a:prstGeom prst="rect">
            <a:avLst/>
          </a:prstGeom>
          <a:noFill/>
          <a:ln>
            <a:noFill/>
          </a:ln>
        </p:spPr>
        <p:txBody>
          <a:bodyPr anchorCtr="0" anchor="t" bIns="91425" lIns="91425" spcFirstLastPara="1" rIns="91425" wrap="square" tIns="91425">
            <a:noAutofit/>
          </a:bodyPr>
          <a:lstStyle>
            <a:lvl1pPr lvl="0" algn="r">
              <a:lnSpc>
                <a:spcPct val="115000"/>
              </a:lnSpc>
              <a:spcBef>
                <a:spcPts val="0"/>
              </a:spcBef>
              <a:spcAft>
                <a:spcPts val="0"/>
              </a:spcAft>
              <a:buSzPts val="1400"/>
              <a:buNone/>
              <a:defRPr sz="1400">
                <a:latin typeface="Archivo"/>
                <a:ea typeface="Archivo"/>
                <a:cs typeface="Archivo"/>
                <a:sym typeface="Archivo"/>
              </a:defRPr>
            </a:lvl1pPr>
            <a:lvl2pPr lvl="1" algn="r">
              <a:lnSpc>
                <a:spcPct val="115000"/>
              </a:lnSpc>
              <a:spcBef>
                <a:spcPts val="1200"/>
              </a:spcBef>
              <a:spcAft>
                <a:spcPts val="0"/>
              </a:spcAft>
              <a:buSzPts val="1400"/>
              <a:buNone/>
              <a:defRPr sz="1400">
                <a:latin typeface="Archivo"/>
                <a:ea typeface="Archivo"/>
                <a:cs typeface="Archivo"/>
                <a:sym typeface="Archivo"/>
              </a:defRPr>
            </a:lvl2pPr>
            <a:lvl3pPr lvl="2" algn="r">
              <a:lnSpc>
                <a:spcPct val="115000"/>
              </a:lnSpc>
              <a:spcBef>
                <a:spcPts val="1200"/>
              </a:spcBef>
              <a:spcAft>
                <a:spcPts val="0"/>
              </a:spcAft>
              <a:buSzPts val="1400"/>
              <a:buNone/>
              <a:defRPr sz="1400">
                <a:latin typeface="Archivo"/>
                <a:ea typeface="Archivo"/>
                <a:cs typeface="Archivo"/>
                <a:sym typeface="Archivo"/>
              </a:defRPr>
            </a:lvl3pPr>
            <a:lvl4pPr lvl="3" algn="r">
              <a:lnSpc>
                <a:spcPct val="115000"/>
              </a:lnSpc>
              <a:spcBef>
                <a:spcPts val="1200"/>
              </a:spcBef>
              <a:spcAft>
                <a:spcPts val="0"/>
              </a:spcAft>
              <a:buSzPts val="1400"/>
              <a:buNone/>
              <a:defRPr sz="1400">
                <a:latin typeface="Archivo"/>
                <a:ea typeface="Archivo"/>
                <a:cs typeface="Archivo"/>
                <a:sym typeface="Archivo"/>
              </a:defRPr>
            </a:lvl4pPr>
            <a:lvl5pPr lvl="4" algn="r">
              <a:lnSpc>
                <a:spcPct val="115000"/>
              </a:lnSpc>
              <a:spcBef>
                <a:spcPts val="1200"/>
              </a:spcBef>
              <a:spcAft>
                <a:spcPts val="0"/>
              </a:spcAft>
              <a:buSzPts val="1400"/>
              <a:buNone/>
              <a:defRPr sz="1400">
                <a:latin typeface="Archivo"/>
                <a:ea typeface="Archivo"/>
                <a:cs typeface="Archivo"/>
                <a:sym typeface="Archivo"/>
              </a:defRPr>
            </a:lvl5pPr>
            <a:lvl6pPr lvl="5" algn="r">
              <a:lnSpc>
                <a:spcPct val="115000"/>
              </a:lnSpc>
              <a:spcBef>
                <a:spcPts val="1200"/>
              </a:spcBef>
              <a:spcAft>
                <a:spcPts val="0"/>
              </a:spcAft>
              <a:buSzPts val="1400"/>
              <a:buNone/>
              <a:defRPr sz="1400">
                <a:latin typeface="Archivo"/>
                <a:ea typeface="Archivo"/>
                <a:cs typeface="Archivo"/>
                <a:sym typeface="Archivo"/>
              </a:defRPr>
            </a:lvl6pPr>
            <a:lvl7pPr lvl="6" algn="r">
              <a:lnSpc>
                <a:spcPct val="115000"/>
              </a:lnSpc>
              <a:spcBef>
                <a:spcPts val="1200"/>
              </a:spcBef>
              <a:spcAft>
                <a:spcPts val="0"/>
              </a:spcAft>
              <a:buSzPts val="1400"/>
              <a:buNone/>
              <a:defRPr sz="1400">
                <a:latin typeface="Archivo"/>
                <a:ea typeface="Archivo"/>
                <a:cs typeface="Archivo"/>
                <a:sym typeface="Archivo"/>
              </a:defRPr>
            </a:lvl7pPr>
            <a:lvl8pPr lvl="7" algn="r">
              <a:lnSpc>
                <a:spcPct val="115000"/>
              </a:lnSpc>
              <a:spcBef>
                <a:spcPts val="1200"/>
              </a:spcBef>
              <a:spcAft>
                <a:spcPts val="0"/>
              </a:spcAft>
              <a:buSzPts val="1400"/>
              <a:buNone/>
              <a:defRPr sz="1400">
                <a:latin typeface="Archivo"/>
                <a:ea typeface="Archivo"/>
                <a:cs typeface="Archivo"/>
                <a:sym typeface="Archivo"/>
              </a:defRPr>
            </a:lvl8pPr>
            <a:lvl9pPr lvl="8" algn="r">
              <a:lnSpc>
                <a:spcPct val="115000"/>
              </a:lnSpc>
              <a:spcBef>
                <a:spcPts val="1200"/>
              </a:spcBef>
              <a:spcAft>
                <a:spcPts val="1200"/>
              </a:spcAft>
              <a:buSzPts val="1400"/>
              <a:buNone/>
              <a:defRPr sz="1400">
                <a:latin typeface="Archivo"/>
                <a:ea typeface="Archivo"/>
                <a:cs typeface="Archivo"/>
                <a:sym typeface="Archivo"/>
              </a:defRPr>
            </a:lvl9pPr>
          </a:lstStyle>
          <a:p/>
        </p:txBody>
      </p:sp>
      <p:sp>
        <p:nvSpPr>
          <p:cNvPr id="104" name="Google Shape;104;p61"/>
          <p:cNvSpPr txBox="1"/>
          <p:nvPr>
            <p:ph idx="7" type="subTitle"/>
          </p:nvPr>
        </p:nvSpPr>
        <p:spPr>
          <a:xfrm>
            <a:off x="942300" y="3284387"/>
            <a:ext cx="2384400" cy="384000"/>
          </a:xfrm>
          <a:prstGeom prst="rect">
            <a:avLst/>
          </a:prstGeom>
          <a:noFill/>
          <a:ln>
            <a:noFill/>
          </a:ln>
        </p:spPr>
        <p:txBody>
          <a:bodyPr anchorCtr="0" anchor="b" bIns="91425" lIns="91425" spcFirstLastPara="1" rIns="91425" wrap="square" tIns="91425">
            <a:noAutofit/>
          </a:bodyPr>
          <a:lstStyle>
            <a:lvl1pPr lvl="0" algn="r">
              <a:lnSpc>
                <a:spcPct val="115000"/>
              </a:lnSpc>
              <a:spcBef>
                <a:spcPts val="0"/>
              </a:spcBef>
              <a:spcAft>
                <a:spcPts val="0"/>
              </a:spcAft>
              <a:buSzPts val="1400"/>
              <a:buNone/>
              <a:defRPr b="1" sz="2000">
                <a:latin typeface="Space Grotesk"/>
                <a:ea typeface="Space Grotesk"/>
                <a:cs typeface="Space Grotesk"/>
                <a:sym typeface="Space Grotesk"/>
              </a:defRPr>
            </a:lvl1pPr>
            <a:lvl2pPr lvl="1" algn="r">
              <a:lnSpc>
                <a:spcPct val="115000"/>
              </a:lnSpc>
              <a:spcBef>
                <a:spcPts val="1200"/>
              </a:spcBef>
              <a:spcAft>
                <a:spcPts val="0"/>
              </a:spcAft>
              <a:buSzPts val="1400"/>
              <a:buNone/>
              <a:defRPr b="1" sz="2000">
                <a:latin typeface="Space Grotesk"/>
                <a:ea typeface="Space Grotesk"/>
                <a:cs typeface="Space Grotesk"/>
                <a:sym typeface="Space Grotesk"/>
              </a:defRPr>
            </a:lvl2pPr>
            <a:lvl3pPr lvl="2" algn="r">
              <a:lnSpc>
                <a:spcPct val="115000"/>
              </a:lnSpc>
              <a:spcBef>
                <a:spcPts val="1200"/>
              </a:spcBef>
              <a:spcAft>
                <a:spcPts val="0"/>
              </a:spcAft>
              <a:buSzPts val="1400"/>
              <a:buNone/>
              <a:defRPr b="1" sz="2000">
                <a:latin typeface="Space Grotesk"/>
                <a:ea typeface="Space Grotesk"/>
                <a:cs typeface="Space Grotesk"/>
                <a:sym typeface="Space Grotesk"/>
              </a:defRPr>
            </a:lvl3pPr>
            <a:lvl4pPr lvl="3" algn="r">
              <a:lnSpc>
                <a:spcPct val="115000"/>
              </a:lnSpc>
              <a:spcBef>
                <a:spcPts val="1200"/>
              </a:spcBef>
              <a:spcAft>
                <a:spcPts val="0"/>
              </a:spcAft>
              <a:buSzPts val="1400"/>
              <a:buNone/>
              <a:defRPr b="1" sz="2000">
                <a:latin typeface="Space Grotesk"/>
                <a:ea typeface="Space Grotesk"/>
                <a:cs typeface="Space Grotesk"/>
                <a:sym typeface="Space Grotesk"/>
              </a:defRPr>
            </a:lvl4pPr>
            <a:lvl5pPr lvl="4" algn="r">
              <a:lnSpc>
                <a:spcPct val="115000"/>
              </a:lnSpc>
              <a:spcBef>
                <a:spcPts val="1200"/>
              </a:spcBef>
              <a:spcAft>
                <a:spcPts val="0"/>
              </a:spcAft>
              <a:buSzPts val="1400"/>
              <a:buNone/>
              <a:defRPr b="1" sz="2000">
                <a:latin typeface="Space Grotesk"/>
                <a:ea typeface="Space Grotesk"/>
                <a:cs typeface="Space Grotesk"/>
                <a:sym typeface="Space Grotesk"/>
              </a:defRPr>
            </a:lvl5pPr>
            <a:lvl6pPr lvl="5" algn="r">
              <a:lnSpc>
                <a:spcPct val="115000"/>
              </a:lnSpc>
              <a:spcBef>
                <a:spcPts val="1200"/>
              </a:spcBef>
              <a:spcAft>
                <a:spcPts val="0"/>
              </a:spcAft>
              <a:buSzPts val="1400"/>
              <a:buNone/>
              <a:defRPr b="1" sz="2000">
                <a:latin typeface="Space Grotesk"/>
                <a:ea typeface="Space Grotesk"/>
                <a:cs typeface="Space Grotesk"/>
                <a:sym typeface="Space Grotesk"/>
              </a:defRPr>
            </a:lvl6pPr>
            <a:lvl7pPr lvl="6" algn="r">
              <a:lnSpc>
                <a:spcPct val="115000"/>
              </a:lnSpc>
              <a:spcBef>
                <a:spcPts val="1200"/>
              </a:spcBef>
              <a:spcAft>
                <a:spcPts val="0"/>
              </a:spcAft>
              <a:buSzPts val="1400"/>
              <a:buNone/>
              <a:defRPr b="1" sz="2000">
                <a:latin typeface="Space Grotesk"/>
                <a:ea typeface="Space Grotesk"/>
                <a:cs typeface="Space Grotesk"/>
                <a:sym typeface="Space Grotesk"/>
              </a:defRPr>
            </a:lvl7pPr>
            <a:lvl8pPr lvl="7" algn="r">
              <a:lnSpc>
                <a:spcPct val="115000"/>
              </a:lnSpc>
              <a:spcBef>
                <a:spcPts val="1200"/>
              </a:spcBef>
              <a:spcAft>
                <a:spcPts val="0"/>
              </a:spcAft>
              <a:buSzPts val="1400"/>
              <a:buNone/>
              <a:defRPr b="1" sz="2000">
                <a:latin typeface="Space Grotesk"/>
                <a:ea typeface="Space Grotesk"/>
                <a:cs typeface="Space Grotesk"/>
                <a:sym typeface="Space Grotesk"/>
              </a:defRPr>
            </a:lvl8pPr>
            <a:lvl9pPr lvl="8" algn="r">
              <a:lnSpc>
                <a:spcPct val="115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05" name="Google Shape;105;p61"/>
          <p:cNvSpPr txBox="1"/>
          <p:nvPr>
            <p:ph idx="8" type="subTitle"/>
          </p:nvPr>
        </p:nvSpPr>
        <p:spPr>
          <a:xfrm>
            <a:off x="942300" y="3621150"/>
            <a:ext cx="2384400" cy="840000"/>
          </a:xfrm>
          <a:prstGeom prst="rect">
            <a:avLst/>
          </a:prstGeom>
          <a:noFill/>
          <a:ln>
            <a:noFill/>
          </a:ln>
        </p:spPr>
        <p:txBody>
          <a:bodyPr anchorCtr="0" anchor="t" bIns="91425" lIns="91425" spcFirstLastPara="1" rIns="91425" wrap="square" tIns="91425">
            <a:noAutofit/>
          </a:bodyPr>
          <a:lstStyle>
            <a:lvl1pPr lvl="0" algn="r">
              <a:lnSpc>
                <a:spcPct val="115000"/>
              </a:lnSpc>
              <a:spcBef>
                <a:spcPts val="0"/>
              </a:spcBef>
              <a:spcAft>
                <a:spcPts val="0"/>
              </a:spcAft>
              <a:buSzPts val="1400"/>
              <a:buNone/>
              <a:defRPr sz="1400">
                <a:latin typeface="Archivo"/>
                <a:ea typeface="Archivo"/>
                <a:cs typeface="Archivo"/>
                <a:sym typeface="Archivo"/>
              </a:defRPr>
            </a:lvl1pPr>
            <a:lvl2pPr lvl="1" algn="r">
              <a:lnSpc>
                <a:spcPct val="115000"/>
              </a:lnSpc>
              <a:spcBef>
                <a:spcPts val="1200"/>
              </a:spcBef>
              <a:spcAft>
                <a:spcPts val="0"/>
              </a:spcAft>
              <a:buSzPts val="1400"/>
              <a:buNone/>
              <a:defRPr sz="1400">
                <a:latin typeface="Archivo"/>
                <a:ea typeface="Archivo"/>
                <a:cs typeface="Archivo"/>
                <a:sym typeface="Archivo"/>
              </a:defRPr>
            </a:lvl2pPr>
            <a:lvl3pPr lvl="2" algn="r">
              <a:lnSpc>
                <a:spcPct val="115000"/>
              </a:lnSpc>
              <a:spcBef>
                <a:spcPts val="1200"/>
              </a:spcBef>
              <a:spcAft>
                <a:spcPts val="0"/>
              </a:spcAft>
              <a:buSzPts val="1400"/>
              <a:buNone/>
              <a:defRPr sz="1400">
                <a:latin typeface="Archivo"/>
                <a:ea typeface="Archivo"/>
                <a:cs typeface="Archivo"/>
                <a:sym typeface="Archivo"/>
              </a:defRPr>
            </a:lvl3pPr>
            <a:lvl4pPr lvl="3" algn="r">
              <a:lnSpc>
                <a:spcPct val="115000"/>
              </a:lnSpc>
              <a:spcBef>
                <a:spcPts val="1200"/>
              </a:spcBef>
              <a:spcAft>
                <a:spcPts val="0"/>
              </a:spcAft>
              <a:buSzPts val="1400"/>
              <a:buNone/>
              <a:defRPr sz="1400">
                <a:latin typeface="Archivo"/>
                <a:ea typeface="Archivo"/>
                <a:cs typeface="Archivo"/>
                <a:sym typeface="Archivo"/>
              </a:defRPr>
            </a:lvl4pPr>
            <a:lvl5pPr lvl="4" algn="r">
              <a:lnSpc>
                <a:spcPct val="115000"/>
              </a:lnSpc>
              <a:spcBef>
                <a:spcPts val="1200"/>
              </a:spcBef>
              <a:spcAft>
                <a:spcPts val="0"/>
              </a:spcAft>
              <a:buSzPts val="1400"/>
              <a:buNone/>
              <a:defRPr sz="1400">
                <a:latin typeface="Archivo"/>
                <a:ea typeface="Archivo"/>
                <a:cs typeface="Archivo"/>
                <a:sym typeface="Archivo"/>
              </a:defRPr>
            </a:lvl5pPr>
            <a:lvl6pPr lvl="5" algn="r">
              <a:lnSpc>
                <a:spcPct val="115000"/>
              </a:lnSpc>
              <a:spcBef>
                <a:spcPts val="1200"/>
              </a:spcBef>
              <a:spcAft>
                <a:spcPts val="0"/>
              </a:spcAft>
              <a:buSzPts val="1400"/>
              <a:buNone/>
              <a:defRPr sz="1400">
                <a:latin typeface="Archivo"/>
                <a:ea typeface="Archivo"/>
                <a:cs typeface="Archivo"/>
                <a:sym typeface="Archivo"/>
              </a:defRPr>
            </a:lvl6pPr>
            <a:lvl7pPr lvl="6" algn="r">
              <a:lnSpc>
                <a:spcPct val="115000"/>
              </a:lnSpc>
              <a:spcBef>
                <a:spcPts val="1200"/>
              </a:spcBef>
              <a:spcAft>
                <a:spcPts val="0"/>
              </a:spcAft>
              <a:buSzPts val="1400"/>
              <a:buNone/>
              <a:defRPr sz="1400">
                <a:latin typeface="Archivo"/>
                <a:ea typeface="Archivo"/>
                <a:cs typeface="Archivo"/>
                <a:sym typeface="Archivo"/>
              </a:defRPr>
            </a:lvl7pPr>
            <a:lvl8pPr lvl="7" algn="r">
              <a:lnSpc>
                <a:spcPct val="115000"/>
              </a:lnSpc>
              <a:spcBef>
                <a:spcPts val="1200"/>
              </a:spcBef>
              <a:spcAft>
                <a:spcPts val="0"/>
              </a:spcAft>
              <a:buSzPts val="1400"/>
              <a:buNone/>
              <a:defRPr sz="1400">
                <a:latin typeface="Archivo"/>
                <a:ea typeface="Archivo"/>
                <a:cs typeface="Archivo"/>
                <a:sym typeface="Archivo"/>
              </a:defRPr>
            </a:lvl8pPr>
            <a:lvl9pPr lvl="8" algn="r">
              <a:lnSpc>
                <a:spcPct val="115000"/>
              </a:lnSpc>
              <a:spcBef>
                <a:spcPts val="1200"/>
              </a:spcBef>
              <a:spcAft>
                <a:spcPts val="1200"/>
              </a:spcAft>
              <a:buSzPts val="1400"/>
              <a:buNone/>
              <a:defRPr sz="1400">
                <a:latin typeface="Archivo"/>
                <a:ea typeface="Archivo"/>
                <a:cs typeface="Archivo"/>
                <a:sym typeface="Archivo"/>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
  <p:cSld name="CUSTOM_5">
    <p:spTree>
      <p:nvGrpSpPr>
        <p:cNvPr id="106" name="Shape 106"/>
        <p:cNvGrpSpPr/>
        <p:nvPr/>
      </p:nvGrpSpPr>
      <p:grpSpPr>
        <a:xfrm>
          <a:off x="0" y="0"/>
          <a:ext cx="0" cy="0"/>
          <a:chOff x="0" y="0"/>
          <a:chExt cx="0" cy="0"/>
        </a:xfrm>
      </p:grpSpPr>
      <p:sp>
        <p:nvSpPr>
          <p:cNvPr id="107" name="Google Shape;107;p62"/>
          <p:cNvSpPr/>
          <p:nvPr/>
        </p:nvSpPr>
        <p:spPr>
          <a:xfrm flipH="1">
            <a:off x="6813327" y="362539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62"/>
          <p:cNvSpPr/>
          <p:nvPr/>
        </p:nvSpPr>
        <p:spPr>
          <a:xfrm flipH="1">
            <a:off x="133254"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62"/>
          <p:cNvSpPr/>
          <p:nvPr/>
        </p:nvSpPr>
        <p:spPr>
          <a:xfrm flipH="1">
            <a:off x="4089902" y="-1887579"/>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62"/>
          <p:cNvSpPr txBox="1"/>
          <p:nvPr>
            <p:ph type="title"/>
          </p:nvPr>
        </p:nvSpPr>
        <p:spPr>
          <a:xfrm>
            <a:off x="1055025" y="3011125"/>
            <a:ext cx="1893600" cy="468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11" name="Google Shape;111;p62"/>
          <p:cNvSpPr txBox="1"/>
          <p:nvPr>
            <p:ph idx="1" type="subTitle"/>
          </p:nvPr>
        </p:nvSpPr>
        <p:spPr>
          <a:xfrm>
            <a:off x="1055037" y="3555324"/>
            <a:ext cx="1893600" cy="671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2" name="Google Shape;112;p62"/>
          <p:cNvSpPr txBox="1"/>
          <p:nvPr>
            <p:ph idx="2" type="title"/>
          </p:nvPr>
        </p:nvSpPr>
        <p:spPr>
          <a:xfrm>
            <a:off x="3625076" y="3011125"/>
            <a:ext cx="1893600" cy="468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13" name="Google Shape;113;p62"/>
          <p:cNvSpPr txBox="1"/>
          <p:nvPr>
            <p:ph idx="3" type="subTitle"/>
          </p:nvPr>
        </p:nvSpPr>
        <p:spPr>
          <a:xfrm>
            <a:off x="3625161" y="3555230"/>
            <a:ext cx="1893600" cy="671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4" name="Google Shape;114;p62"/>
          <p:cNvSpPr txBox="1"/>
          <p:nvPr>
            <p:ph idx="4" type="title"/>
          </p:nvPr>
        </p:nvSpPr>
        <p:spPr>
          <a:xfrm>
            <a:off x="6195272" y="3011125"/>
            <a:ext cx="1893600" cy="468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15" name="Google Shape;115;p62"/>
          <p:cNvSpPr txBox="1"/>
          <p:nvPr>
            <p:ph idx="5" type="subTitle"/>
          </p:nvPr>
        </p:nvSpPr>
        <p:spPr>
          <a:xfrm>
            <a:off x="6195284" y="3555249"/>
            <a:ext cx="1893600" cy="671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6" name="Shape 116"/>
        <p:cNvGrpSpPr/>
        <p:nvPr/>
      </p:nvGrpSpPr>
      <p:grpSpPr>
        <a:xfrm>
          <a:off x="0" y="0"/>
          <a:ext cx="0" cy="0"/>
          <a:chOff x="0" y="0"/>
          <a:chExt cx="0" cy="0"/>
        </a:xfrm>
      </p:grpSpPr>
      <p:sp>
        <p:nvSpPr>
          <p:cNvPr id="117" name="Google Shape;117;p63"/>
          <p:cNvSpPr/>
          <p:nvPr/>
        </p:nvSpPr>
        <p:spPr>
          <a:xfrm flipH="1">
            <a:off x="5303452" y="345607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63"/>
          <p:cNvSpPr/>
          <p:nvPr/>
        </p:nvSpPr>
        <p:spPr>
          <a:xfrm flipH="1">
            <a:off x="133254"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63"/>
          <p:cNvSpPr/>
          <p:nvPr/>
        </p:nvSpPr>
        <p:spPr>
          <a:xfrm flipH="1">
            <a:off x="6862727" y="-1901704"/>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63"/>
          <p:cNvSpPr txBox="1"/>
          <p:nvPr>
            <p:ph hasCustomPrompt="1" type="title"/>
          </p:nvPr>
        </p:nvSpPr>
        <p:spPr>
          <a:xfrm>
            <a:off x="2765775" y="540075"/>
            <a:ext cx="5668500" cy="19635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2000"/>
              <a:buNone/>
              <a:defRPr sz="105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21" name="Google Shape;121;p63"/>
          <p:cNvSpPr txBox="1"/>
          <p:nvPr>
            <p:ph idx="1" type="body"/>
          </p:nvPr>
        </p:nvSpPr>
        <p:spPr>
          <a:xfrm>
            <a:off x="4801750" y="2607350"/>
            <a:ext cx="3632400" cy="399000"/>
          </a:xfrm>
          <a:prstGeom prst="rect">
            <a:avLst/>
          </a:prstGeom>
          <a:noFill/>
          <a:ln>
            <a:noFill/>
          </a:ln>
        </p:spPr>
        <p:txBody>
          <a:bodyPr anchorCtr="0" anchor="t" bIns="91425" lIns="91425" spcFirstLastPara="1" rIns="91425" wrap="square" tIns="91425">
            <a:noAutofit/>
          </a:bodyPr>
          <a:lstStyle>
            <a:lvl1pPr indent="-317500" lvl="0" marL="457200" algn="r">
              <a:lnSpc>
                <a:spcPct val="100000"/>
              </a:lnSpc>
              <a:spcBef>
                <a:spcPts val="0"/>
              </a:spcBef>
              <a:spcAft>
                <a:spcPts val="0"/>
              </a:spcAft>
              <a:buSzPts val="1400"/>
              <a:buChar char="●"/>
              <a:defRPr>
                <a:solidFill>
                  <a:schemeClr val="lt1"/>
                </a:solidFill>
              </a:defRPr>
            </a:lvl1pPr>
            <a:lvl2pPr indent="-317500" lvl="1" marL="914400" algn="ctr">
              <a:lnSpc>
                <a:spcPct val="115000"/>
              </a:lnSpc>
              <a:spcBef>
                <a:spcPts val="0"/>
              </a:spcBef>
              <a:spcAft>
                <a:spcPts val="0"/>
              </a:spcAft>
              <a:buSzPts val="1400"/>
              <a:buChar char="○"/>
              <a:defRPr/>
            </a:lvl2pPr>
            <a:lvl3pPr indent="-317500" lvl="2" marL="1371600" algn="ctr">
              <a:lnSpc>
                <a:spcPct val="115000"/>
              </a:lnSpc>
              <a:spcBef>
                <a:spcPts val="0"/>
              </a:spcBef>
              <a:spcAft>
                <a:spcPts val="0"/>
              </a:spcAft>
              <a:buSzPts val="1400"/>
              <a:buChar char="■"/>
              <a:defRPr/>
            </a:lvl3pPr>
            <a:lvl4pPr indent="-317500" lvl="3" marL="1828800" algn="ctr">
              <a:lnSpc>
                <a:spcPct val="115000"/>
              </a:lnSpc>
              <a:spcBef>
                <a:spcPts val="0"/>
              </a:spcBef>
              <a:spcAft>
                <a:spcPts val="0"/>
              </a:spcAft>
              <a:buSzPts val="1400"/>
              <a:buChar char="●"/>
              <a:defRPr/>
            </a:lvl4pPr>
            <a:lvl5pPr indent="-317500" lvl="4" marL="2286000" algn="ctr">
              <a:lnSpc>
                <a:spcPct val="115000"/>
              </a:lnSpc>
              <a:spcBef>
                <a:spcPts val="0"/>
              </a:spcBef>
              <a:spcAft>
                <a:spcPts val="0"/>
              </a:spcAft>
              <a:buSzPts val="1400"/>
              <a:buChar char="○"/>
              <a:defRPr/>
            </a:lvl5pPr>
            <a:lvl6pPr indent="-317500" lvl="5" marL="2743200" algn="ctr">
              <a:lnSpc>
                <a:spcPct val="115000"/>
              </a:lnSpc>
              <a:spcBef>
                <a:spcPts val="0"/>
              </a:spcBef>
              <a:spcAft>
                <a:spcPts val="0"/>
              </a:spcAft>
              <a:buSzPts val="1400"/>
              <a:buChar char="■"/>
              <a:defRPr/>
            </a:lvl6pPr>
            <a:lvl7pPr indent="-317500" lvl="6" marL="3200400" algn="ctr">
              <a:lnSpc>
                <a:spcPct val="115000"/>
              </a:lnSpc>
              <a:spcBef>
                <a:spcPts val="0"/>
              </a:spcBef>
              <a:spcAft>
                <a:spcPts val="0"/>
              </a:spcAft>
              <a:buSzPts val="1400"/>
              <a:buChar char="●"/>
              <a:defRPr/>
            </a:lvl7pPr>
            <a:lvl8pPr indent="-317500" lvl="7" marL="3657600" algn="ctr">
              <a:lnSpc>
                <a:spcPct val="115000"/>
              </a:lnSpc>
              <a:spcBef>
                <a:spcPts val="0"/>
              </a:spcBef>
              <a:spcAft>
                <a:spcPts val="0"/>
              </a:spcAft>
              <a:buSzPts val="1400"/>
              <a:buChar char="○"/>
              <a:defRPr/>
            </a:lvl8pPr>
            <a:lvl9pPr indent="-317500" lvl="8" marL="4114800" algn="ctr">
              <a:lnSpc>
                <a:spcPct val="115000"/>
              </a:lnSpc>
              <a:spcBef>
                <a:spcPts val="0"/>
              </a:spcBef>
              <a:spcAft>
                <a:spcPts val="0"/>
              </a:spcAft>
              <a:buSzPts val="14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2" name="Shape 122"/>
        <p:cNvGrpSpPr/>
        <p:nvPr/>
      </p:nvGrpSpPr>
      <p:grpSpPr>
        <a:xfrm>
          <a:off x="0" y="0"/>
          <a:ext cx="0" cy="0"/>
          <a:chOff x="0" y="0"/>
          <a:chExt cx="0" cy="0"/>
        </a:xfrm>
      </p:grpSpPr>
      <p:sp>
        <p:nvSpPr>
          <p:cNvPr id="123" name="Google Shape;123;p64"/>
          <p:cNvSpPr txBox="1"/>
          <p:nvPr>
            <p:ph idx="1" type="body"/>
          </p:nvPr>
        </p:nvSpPr>
        <p:spPr>
          <a:xfrm>
            <a:off x="713100" y="4035450"/>
            <a:ext cx="7717800" cy="495300"/>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1" sz="3000">
                <a:latin typeface="Space Grotesk"/>
                <a:ea typeface="Space Grotesk"/>
                <a:cs typeface="Space Grotesk"/>
                <a:sym typeface="Space Grotesk"/>
              </a:defRPr>
            </a:lvl1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3_2">
    <p:spTree>
      <p:nvGrpSpPr>
        <p:cNvPr id="124" name="Shape 124"/>
        <p:cNvGrpSpPr/>
        <p:nvPr/>
      </p:nvGrpSpPr>
      <p:grpSpPr>
        <a:xfrm>
          <a:off x="0" y="0"/>
          <a:ext cx="0" cy="0"/>
          <a:chOff x="0" y="0"/>
          <a:chExt cx="0" cy="0"/>
        </a:xfrm>
      </p:grpSpPr>
      <p:sp>
        <p:nvSpPr>
          <p:cNvPr id="125" name="Google Shape;125;p65"/>
          <p:cNvSpPr/>
          <p:nvPr/>
        </p:nvSpPr>
        <p:spPr>
          <a:xfrm>
            <a:off x="8157427" y="-27460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65"/>
          <p:cNvSpPr/>
          <p:nvPr/>
        </p:nvSpPr>
        <p:spPr>
          <a:xfrm>
            <a:off x="-836848" y="26896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65"/>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65"/>
          <p:cNvSpPr txBox="1"/>
          <p:nvPr>
            <p:ph idx="1" type="subTitle"/>
          </p:nvPr>
        </p:nvSpPr>
        <p:spPr>
          <a:xfrm>
            <a:off x="687227" y="1341775"/>
            <a:ext cx="2327400" cy="384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2000">
                <a:latin typeface="Space Grotesk"/>
                <a:ea typeface="Space Grotesk"/>
                <a:cs typeface="Space Grotesk"/>
                <a:sym typeface="Space Grotesk"/>
              </a:defRPr>
            </a:lvl1pPr>
            <a:lvl2pPr lvl="1" algn="r">
              <a:lnSpc>
                <a:spcPct val="100000"/>
              </a:lnSpc>
              <a:spcBef>
                <a:spcPts val="1200"/>
              </a:spcBef>
              <a:spcAft>
                <a:spcPts val="0"/>
              </a:spcAft>
              <a:buSzPts val="1400"/>
              <a:buNone/>
              <a:defRPr b="1" sz="2000">
                <a:latin typeface="Space Grotesk"/>
                <a:ea typeface="Space Grotesk"/>
                <a:cs typeface="Space Grotesk"/>
                <a:sym typeface="Space Grotesk"/>
              </a:defRPr>
            </a:lvl2pPr>
            <a:lvl3pPr lvl="2" algn="r">
              <a:lnSpc>
                <a:spcPct val="100000"/>
              </a:lnSpc>
              <a:spcBef>
                <a:spcPts val="1200"/>
              </a:spcBef>
              <a:spcAft>
                <a:spcPts val="0"/>
              </a:spcAft>
              <a:buSzPts val="1400"/>
              <a:buNone/>
              <a:defRPr b="1" sz="2000">
                <a:latin typeface="Space Grotesk"/>
                <a:ea typeface="Space Grotesk"/>
                <a:cs typeface="Space Grotesk"/>
                <a:sym typeface="Space Grotesk"/>
              </a:defRPr>
            </a:lvl3pPr>
            <a:lvl4pPr lvl="3" algn="r">
              <a:lnSpc>
                <a:spcPct val="100000"/>
              </a:lnSpc>
              <a:spcBef>
                <a:spcPts val="1200"/>
              </a:spcBef>
              <a:spcAft>
                <a:spcPts val="0"/>
              </a:spcAft>
              <a:buSzPts val="1400"/>
              <a:buNone/>
              <a:defRPr b="1" sz="2000">
                <a:latin typeface="Space Grotesk"/>
                <a:ea typeface="Space Grotesk"/>
                <a:cs typeface="Space Grotesk"/>
                <a:sym typeface="Space Grotesk"/>
              </a:defRPr>
            </a:lvl4pPr>
            <a:lvl5pPr lvl="4" algn="r">
              <a:lnSpc>
                <a:spcPct val="100000"/>
              </a:lnSpc>
              <a:spcBef>
                <a:spcPts val="1200"/>
              </a:spcBef>
              <a:spcAft>
                <a:spcPts val="0"/>
              </a:spcAft>
              <a:buSzPts val="1400"/>
              <a:buNone/>
              <a:defRPr b="1" sz="2000">
                <a:latin typeface="Space Grotesk"/>
                <a:ea typeface="Space Grotesk"/>
                <a:cs typeface="Space Grotesk"/>
                <a:sym typeface="Space Grotesk"/>
              </a:defRPr>
            </a:lvl5pPr>
            <a:lvl6pPr lvl="5" algn="r">
              <a:lnSpc>
                <a:spcPct val="100000"/>
              </a:lnSpc>
              <a:spcBef>
                <a:spcPts val="1200"/>
              </a:spcBef>
              <a:spcAft>
                <a:spcPts val="0"/>
              </a:spcAft>
              <a:buSzPts val="1400"/>
              <a:buNone/>
              <a:defRPr b="1" sz="2000">
                <a:latin typeface="Space Grotesk"/>
                <a:ea typeface="Space Grotesk"/>
                <a:cs typeface="Space Grotesk"/>
                <a:sym typeface="Space Grotesk"/>
              </a:defRPr>
            </a:lvl6pPr>
            <a:lvl7pPr lvl="6" algn="r">
              <a:lnSpc>
                <a:spcPct val="100000"/>
              </a:lnSpc>
              <a:spcBef>
                <a:spcPts val="1200"/>
              </a:spcBef>
              <a:spcAft>
                <a:spcPts val="0"/>
              </a:spcAft>
              <a:buSzPts val="1400"/>
              <a:buNone/>
              <a:defRPr b="1" sz="2000">
                <a:latin typeface="Space Grotesk"/>
                <a:ea typeface="Space Grotesk"/>
                <a:cs typeface="Space Grotesk"/>
                <a:sym typeface="Space Grotesk"/>
              </a:defRPr>
            </a:lvl7pPr>
            <a:lvl8pPr lvl="7" algn="r">
              <a:lnSpc>
                <a:spcPct val="100000"/>
              </a:lnSpc>
              <a:spcBef>
                <a:spcPts val="1200"/>
              </a:spcBef>
              <a:spcAft>
                <a:spcPts val="0"/>
              </a:spcAft>
              <a:buSzPts val="1400"/>
              <a:buNone/>
              <a:defRPr b="1" sz="2000">
                <a:latin typeface="Space Grotesk"/>
                <a:ea typeface="Space Grotesk"/>
                <a:cs typeface="Space Grotesk"/>
                <a:sym typeface="Space Grotesk"/>
              </a:defRPr>
            </a:lvl8pPr>
            <a:lvl9pPr lvl="8" algn="r">
              <a:lnSpc>
                <a:spcPct val="100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29" name="Google Shape;129;p65"/>
          <p:cNvSpPr txBox="1"/>
          <p:nvPr>
            <p:ph idx="2" type="subTitle"/>
          </p:nvPr>
        </p:nvSpPr>
        <p:spPr>
          <a:xfrm>
            <a:off x="687227" y="1678536"/>
            <a:ext cx="2327400" cy="5760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atin typeface="Archivo"/>
                <a:ea typeface="Archivo"/>
                <a:cs typeface="Archivo"/>
                <a:sym typeface="Archivo"/>
              </a:defRPr>
            </a:lvl1pPr>
            <a:lvl2pPr lvl="1" algn="r">
              <a:lnSpc>
                <a:spcPct val="100000"/>
              </a:lnSpc>
              <a:spcBef>
                <a:spcPts val="1200"/>
              </a:spcBef>
              <a:spcAft>
                <a:spcPts val="0"/>
              </a:spcAft>
              <a:buSzPts val="1400"/>
              <a:buNone/>
              <a:defRPr sz="1400">
                <a:latin typeface="Archivo"/>
                <a:ea typeface="Archivo"/>
                <a:cs typeface="Archivo"/>
                <a:sym typeface="Archivo"/>
              </a:defRPr>
            </a:lvl2pPr>
            <a:lvl3pPr lvl="2" algn="r">
              <a:lnSpc>
                <a:spcPct val="100000"/>
              </a:lnSpc>
              <a:spcBef>
                <a:spcPts val="1200"/>
              </a:spcBef>
              <a:spcAft>
                <a:spcPts val="0"/>
              </a:spcAft>
              <a:buSzPts val="1400"/>
              <a:buNone/>
              <a:defRPr sz="1400">
                <a:latin typeface="Archivo"/>
                <a:ea typeface="Archivo"/>
                <a:cs typeface="Archivo"/>
                <a:sym typeface="Archivo"/>
              </a:defRPr>
            </a:lvl3pPr>
            <a:lvl4pPr lvl="3" algn="r">
              <a:lnSpc>
                <a:spcPct val="100000"/>
              </a:lnSpc>
              <a:spcBef>
                <a:spcPts val="1200"/>
              </a:spcBef>
              <a:spcAft>
                <a:spcPts val="0"/>
              </a:spcAft>
              <a:buSzPts val="1400"/>
              <a:buNone/>
              <a:defRPr sz="1400">
                <a:latin typeface="Archivo"/>
                <a:ea typeface="Archivo"/>
                <a:cs typeface="Archivo"/>
                <a:sym typeface="Archivo"/>
              </a:defRPr>
            </a:lvl4pPr>
            <a:lvl5pPr lvl="4" algn="r">
              <a:lnSpc>
                <a:spcPct val="100000"/>
              </a:lnSpc>
              <a:spcBef>
                <a:spcPts val="1200"/>
              </a:spcBef>
              <a:spcAft>
                <a:spcPts val="0"/>
              </a:spcAft>
              <a:buSzPts val="1400"/>
              <a:buNone/>
              <a:defRPr sz="1400">
                <a:latin typeface="Archivo"/>
                <a:ea typeface="Archivo"/>
                <a:cs typeface="Archivo"/>
                <a:sym typeface="Archivo"/>
              </a:defRPr>
            </a:lvl5pPr>
            <a:lvl6pPr lvl="5" algn="r">
              <a:lnSpc>
                <a:spcPct val="100000"/>
              </a:lnSpc>
              <a:spcBef>
                <a:spcPts val="1200"/>
              </a:spcBef>
              <a:spcAft>
                <a:spcPts val="0"/>
              </a:spcAft>
              <a:buSzPts val="1400"/>
              <a:buNone/>
              <a:defRPr sz="1400">
                <a:latin typeface="Archivo"/>
                <a:ea typeface="Archivo"/>
                <a:cs typeface="Archivo"/>
                <a:sym typeface="Archivo"/>
              </a:defRPr>
            </a:lvl6pPr>
            <a:lvl7pPr lvl="6" algn="r">
              <a:lnSpc>
                <a:spcPct val="100000"/>
              </a:lnSpc>
              <a:spcBef>
                <a:spcPts val="1200"/>
              </a:spcBef>
              <a:spcAft>
                <a:spcPts val="0"/>
              </a:spcAft>
              <a:buSzPts val="1400"/>
              <a:buNone/>
              <a:defRPr sz="1400">
                <a:latin typeface="Archivo"/>
                <a:ea typeface="Archivo"/>
                <a:cs typeface="Archivo"/>
                <a:sym typeface="Archivo"/>
              </a:defRPr>
            </a:lvl7pPr>
            <a:lvl8pPr lvl="7" algn="r">
              <a:lnSpc>
                <a:spcPct val="100000"/>
              </a:lnSpc>
              <a:spcBef>
                <a:spcPts val="1200"/>
              </a:spcBef>
              <a:spcAft>
                <a:spcPts val="0"/>
              </a:spcAft>
              <a:buSzPts val="1400"/>
              <a:buNone/>
              <a:defRPr sz="1400">
                <a:latin typeface="Archivo"/>
                <a:ea typeface="Archivo"/>
                <a:cs typeface="Archivo"/>
                <a:sym typeface="Archivo"/>
              </a:defRPr>
            </a:lvl8pPr>
            <a:lvl9pPr lvl="8" algn="r">
              <a:lnSpc>
                <a:spcPct val="100000"/>
              </a:lnSpc>
              <a:spcBef>
                <a:spcPts val="1200"/>
              </a:spcBef>
              <a:spcAft>
                <a:spcPts val="1200"/>
              </a:spcAft>
              <a:buSzPts val="1400"/>
              <a:buNone/>
              <a:defRPr sz="1400">
                <a:latin typeface="Archivo"/>
                <a:ea typeface="Archivo"/>
                <a:cs typeface="Archivo"/>
                <a:sym typeface="Archivo"/>
              </a:defRPr>
            </a:lvl9pPr>
          </a:lstStyle>
          <a:p/>
        </p:txBody>
      </p:sp>
      <p:sp>
        <p:nvSpPr>
          <p:cNvPr id="130" name="Google Shape;130;p65"/>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lt1"/>
              </a:buClr>
              <a:buSzPts val="28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31" name="Google Shape;131;p65"/>
          <p:cNvSpPr txBox="1"/>
          <p:nvPr>
            <p:ph idx="3" type="subTitle"/>
          </p:nvPr>
        </p:nvSpPr>
        <p:spPr>
          <a:xfrm>
            <a:off x="687227" y="2518683"/>
            <a:ext cx="2327400" cy="384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2000">
                <a:latin typeface="Space Grotesk"/>
                <a:ea typeface="Space Grotesk"/>
                <a:cs typeface="Space Grotesk"/>
                <a:sym typeface="Space Grotesk"/>
              </a:defRPr>
            </a:lvl1pPr>
            <a:lvl2pPr lvl="1" algn="r">
              <a:lnSpc>
                <a:spcPct val="100000"/>
              </a:lnSpc>
              <a:spcBef>
                <a:spcPts val="1200"/>
              </a:spcBef>
              <a:spcAft>
                <a:spcPts val="0"/>
              </a:spcAft>
              <a:buSzPts val="1400"/>
              <a:buNone/>
              <a:defRPr b="1" sz="2000">
                <a:latin typeface="Space Grotesk"/>
                <a:ea typeface="Space Grotesk"/>
                <a:cs typeface="Space Grotesk"/>
                <a:sym typeface="Space Grotesk"/>
              </a:defRPr>
            </a:lvl2pPr>
            <a:lvl3pPr lvl="2" algn="r">
              <a:lnSpc>
                <a:spcPct val="100000"/>
              </a:lnSpc>
              <a:spcBef>
                <a:spcPts val="1200"/>
              </a:spcBef>
              <a:spcAft>
                <a:spcPts val="0"/>
              </a:spcAft>
              <a:buSzPts val="1400"/>
              <a:buNone/>
              <a:defRPr b="1" sz="2000">
                <a:latin typeface="Space Grotesk"/>
                <a:ea typeface="Space Grotesk"/>
                <a:cs typeface="Space Grotesk"/>
                <a:sym typeface="Space Grotesk"/>
              </a:defRPr>
            </a:lvl3pPr>
            <a:lvl4pPr lvl="3" algn="r">
              <a:lnSpc>
                <a:spcPct val="100000"/>
              </a:lnSpc>
              <a:spcBef>
                <a:spcPts val="1200"/>
              </a:spcBef>
              <a:spcAft>
                <a:spcPts val="0"/>
              </a:spcAft>
              <a:buSzPts val="1400"/>
              <a:buNone/>
              <a:defRPr b="1" sz="2000">
                <a:latin typeface="Space Grotesk"/>
                <a:ea typeface="Space Grotesk"/>
                <a:cs typeface="Space Grotesk"/>
                <a:sym typeface="Space Grotesk"/>
              </a:defRPr>
            </a:lvl4pPr>
            <a:lvl5pPr lvl="4" algn="r">
              <a:lnSpc>
                <a:spcPct val="100000"/>
              </a:lnSpc>
              <a:spcBef>
                <a:spcPts val="1200"/>
              </a:spcBef>
              <a:spcAft>
                <a:spcPts val="0"/>
              </a:spcAft>
              <a:buSzPts val="1400"/>
              <a:buNone/>
              <a:defRPr b="1" sz="2000">
                <a:latin typeface="Space Grotesk"/>
                <a:ea typeface="Space Grotesk"/>
                <a:cs typeface="Space Grotesk"/>
                <a:sym typeface="Space Grotesk"/>
              </a:defRPr>
            </a:lvl5pPr>
            <a:lvl6pPr lvl="5" algn="r">
              <a:lnSpc>
                <a:spcPct val="100000"/>
              </a:lnSpc>
              <a:spcBef>
                <a:spcPts val="1200"/>
              </a:spcBef>
              <a:spcAft>
                <a:spcPts val="0"/>
              </a:spcAft>
              <a:buSzPts val="1400"/>
              <a:buNone/>
              <a:defRPr b="1" sz="2000">
                <a:latin typeface="Space Grotesk"/>
                <a:ea typeface="Space Grotesk"/>
                <a:cs typeface="Space Grotesk"/>
                <a:sym typeface="Space Grotesk"/>
              </a:defRPr>
            </a:lvl6pPr>
            <a:lvl7pPr lvl="6" algn="r">
              <a:lnSpc>
                <a:spcPct val="100000"/>
              </a:lnSpc>
              <a:spcBef>
                <a:spcPts val="1200"/>
              </a:spcBef>
              <a:spcAft>
                <a:spcPts val="0"/>
              </a:spcAft>
              <a:buSzPts val="1400"/>
              <a:buNone/>
              <a:defRPr b="1" sz="2000">
                <a:latin typeface="Space Grotesk"/>
                <a:ea typeface="Space Grotesk"/>
                <a:cs typeface="Space Grotesk"/>
                <a:sym typeface="Space Grotesk"/>
              </a:defRPr>
            </a:lvl7pPr>
            <a:lvl8pPr lvl="7" algn="r">
              <a:lnSpc>
                <a:spcPct val="100000"/>
              </a:lnSpc>
              <a:spcBef>
                <a:spcPts val="1200"/>
              </a:spcBef>
              <a:spcAft>
                <a:spcPts val="0"/>
              </a:spcAft>
              <a:buSzPts val="1400"/>
              <a:buNone/>
              <a:defRPr b="1" sz="2000">
                <a:latin typeface="Space Grotesk"/>
                <a:ea typeface="Space Grotesk"/>
                <a:cs typeface="Space Grotesk"/>
                <a:sym typeface="Space Grotesk"/>
              </a:defRPr>
            </a:lvl8pPr>
            <a:lvl9pPr lvl="8" algn="r">
              <a:lnSpc>
                <a:spcPct val="100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32" name="Google Shape;132;p65"/>
          <p:cNvSpPr txBox="1"/>
          <p:nvPr>
            <p:ph idx="4" type="subTitle"/>
          </p:nvPr>
        </p:nvSpPr>
        <p:spPr>
          <a:xfrm>
            <a:off x="687227" y="2855444"/>
            <a:ext cx="2327400" cy="5760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atin typeface="Archivo"/>
                <a:ea typeface="Archivo"/>
                <a:cs typeface="Archivo"/>
                <a:sym typeface="Archivo"/>
              </a:defRPr>
            </a:lvl1pPr>
            <a:lvl2pPr lvl="1" algn="r">
              <a:lnSpc>
                <a:spcPct val="100000"/>
              </a:lnSpc>
              <a:spcBef>
                <a:spcPts val="1200"/>
              </a:spcBef>
              <a:spcAft>
                <a:spcPts val="0"/>
              </a:spcAft>
              <a:buSzPts val="1400"/>
              <a:buNone/>
              <a:defRPr sz="1400">
                <a:latin typeface="Archivo"/>
                <a:ea typeface="Archivo"/>
                <a:cs typeface="Archivo"/>
                <a:sym typeface="Archivo"/>
              </a:defRPr>
            </a:lvl2pPr>
            <a:lvl3pPr lvl="2" algn="r">
              <a:lnSpc>
                <a:spcPct val="100000"/>
              </a:lnSpc>
              <a:spcBef>
                <a:spcPts val="1200"/>
              </a:spcBef>
              <a:spcAft>
                <a:spcPts val="0"/>
              </a:spcAft>
              <a:buSzPts val="1400"/>
              <a:buNone/>
              <a:defRPr sz="1400">
                <a:latin typeface="Archivo"/>
                <a:ea typeface="Archivo"/>
                <a:cs typeface="Archivo"/>
                <a:sym typeface="Archivo"/>
              </a:defRPr>
            </a:lvl3pPr>
            <a:lvl4pPr lvl="3" algn="r">
              <a:lnSpc>
                <a:spcPct val="100000"/>
              </a:lnSpc>
              <a:spcBef>
                <a:spcPts val="1200"/>
              </a:spcBef>
              <a:spcAft>
                <a:spcPts val="0"/>
              </a:spcAft>
              <a:buSzPts val="1400"/>
              <a:buNone/>
              <a:defRPr sz="1400">
                <a:latin typeface="Archivo"/>
                <a:ea typeface="Archivo"/>
                <a:cs typeface="Archivo"/>
                <a:sym typeface="Archivo"/>
              </a:defRPr>
            </a:lvl4pPr>
            <a:lvl5pPr lvl="4" algn="r">
              <a:lnSpc>
                <a:spcPct val="100000"/>
              </a:lnSpc>
              <a:spcBef>
                <a:spcPts val="1200"/>
              </a:spcBef>
              <a:spcAft>
                <a:spcPts val="0"/>
              </a:spcAft>
              <a:buSzPts val="1400"/>
              <a:buNone/>
              <a:defRPr sz="1400">
                <a:latin typeface="Archivo"/>
                <a:ea typeface="Archivo"/>
                <a:cs typeface="Archivo"/>
                <a:sym typeface="Archivo"/>
              </a:defRPr>
            </a:lvl5pPr>
            <a:lvl6pPr lvl="5" algn="r">
              <a:lnSpc>
                <a:spcPct val="100000"/>
              </a:lnSpc>
              <a:spcBef>
                <a:spcPts val="1200"/>
              </a:spcBef>
              <a:spcAft>
                <a:spcPts val="0"/>
              </a:spcAft>
              <a:buSzPts val="1400"/>
              <a:buNone/>
              <a:defRPr sz="1400">
                <a:latin typeface="Archivo"/>
                <a:ea typeface="Archivo"/>
                <a:cs typeface="Archivo"/>
                <a:sym typeface="Archivo"/>
              </a:defRPr>
            </a:lvl6pPr>
            <a:lvl7pPr lvl="6" algn="r">
              <a:lnSpc>
                <a:spcPct val="100000"/>
              </a:lnSpc>
              <a:spcBef>
                <a:spcPts val="1200"/>
              </a:spcBef>
              <a:spcAft>
                <a:spcPts val="0"/>
              </a:spcAft>
              <a:buSzPts val="1400"/>
              <a:buNone/>
              <a:defRPr sz="1400">
                <a:latin typeface="Archivo"/>
                <a:ea typeface="Archivo"/>
                <a:cs typeface="Archivo"/>
                <a:sym typeface="Archivo"/>
              </a:defRPr>
            </a:lvl7pPr>
            <a:lvl8pPr lvl="7" algn="r">
              <a:lnSpc>
                <a:spcPct val="100000"/>
              </a:lnSpc>
              <a:spcBef>
                <a:spcPts val="1200"/>
              </a:spcBef>
              <a:spcAft>
                <a:spcPts val="0"/>
              </a:spcAft>
              <a:buSzPts val="1400"/>
              <a:buNone/>
              <a:defRPr sz="1400">
                <a:latin typeface="Archivo"/>
                <a:ea typeface="Archivo"/>
                <a:cs typeface="Archivo"/>
                <a:sym typeface="Archivo"/>
              </a:defRPr>
            </a:lvl8pPr>
            <a:lvl9pPr lvl="8" algn="r">
              <a:lnSpc>
                <a:spcPct val="100000"/>
              </a:lnSpc>
              <a:spcBef>
                <a:spcPts val="1200"/>
              </a:spcBef>
              <a:spcAft>
                <a:spcPts val="1200"/>
              </a:spcAft>
              <a:buSzPts val="1400"/>
              <a:buNone/>
              <a:defRPr sz="1400">
                <a:latin typeface="Archivo"/>
                <a:ea typeface="Archivo"/>
                <a:cs typeface="Archivo"/>
                <a:sym typeface="Archivo"/>
              </a:defRPr>
            </a:lvl9pPr>
          </a:lstStyle>
          <a:p/>
        </p:txBody>
      </p:sp>
      <p:sp>
        <p:nvSpPr>
          <p:cNvPr id="133" name="Google Shape;133;p65"/>
          <p:cNvSpPr txBox="1"/>
          <p:nvPr>
            <p:ph idx="5" type="subTitle"/>
          </p:nvPr>
        </p:nvSpPr>
        <p:spPr>
          <a:xfrm>
            <a:off x="687227" y="3695591"/>
            <a:ext cx="2327400" cy="3840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1400"/>
              <a:buNone/>
              <a:defRPr b="1" sz="2000">
                <a:latin typeface="Space Grotesk"/>
                <a:ea typeface="Space Grotesk"/>
                <a:cs typeface="Space Grotesk"/>
                <a:sym typeface="Space Grotesk"/>
              </a:defRPr>
            </a:lvl1pPr>
            <a:lvl2pPr lvl="1" algn="r">
              <a:lnSpc>
                <a:spcPct val="100000"/>
              </a:lnSpc>
              <a:spcBef>
                <a:spcPts val="1200"/>
              </a:spcBef>
              <a:spcAft>
                <a:spcPts val="0"/>
              </a:spcAft>
              <a:buSzPts val="1400"/>
              <a:buNone/>
              <a:defRPr b="1" sz="2000">
                <a:latin typeface="Space Grotesk"/>
                <a:ea typeface="Space Grotesk"/>
                <a:cs typeface="Space Grotesk"/>
                <a:sym typeface="Space Grotesk"/>
              </a:defRPr>
            </a:lvl2pPr>
            <a:lvl3pPr lvl="2" algn="r">
              <a:lnSpc>
                <a:spcPct val="100000"/>
              </a:lnSpc>
              <a:spcBef>
                <a:spcPts val="1200"/>
              </a:spcBef>
              <a:spcAft>
                <a:spcPts val="0"/>
              </a:spcAft>
              <a:buSzPts val="1400"/>
              <a:buNone/>
              <a:defRPr b="1" sz="2000">
                <a:latin typeface="Space Grotesk"/>
                <a:ea typeface="Space Grotesk"/>
                <a:cs typeface="Space Grotesk"/>
                <a:sym typeface="Space Grotesk"/>
              </a:defRPr>
            </a:lvl3pPr>
            <a:lvl4pPr lvl="3" algn="r">
              <a:lnSpc>
                <a:spcPct val="100000"/>
              </a:lnSpc>
              <a:spcBef>
                <a:spcPts val="1200"/>
              </a:spcBef>
              <a:spcAft>
                <a:spcPts val="0"/>
              </a:spcAft>
              <a:buSzPts val="1400"/>
              <a:buNone/>
              <a:defRPr b="1" sz="2000">
                <a:latin typeface="Space Grotesk"/>
                <a:ea typeface="Space Grotesk"/>
                <a:cs typeface="Space Grotesk"/>
                <a:sym typeface="Space Grotesk"/>
              </a:defRPr>
            </a:lvl4pPr>
            <a:lvl5pPr lvl="4" algn="r">
              <a:lnSpc>
                <a:spcPct val="100000"/>
              </a:lnSpc>
              <a:spcBef>
                <a:spcPts val="1200"/>
              </a:spcBef>
              <a:spcAft>
                <a:spcPts val="0"/>
              </a:spcAft>
              <a:buSzPts val="1400"/>
              <a:buNone/>
              <a:defRPr b="1" sz="2000">
                <a:latin typeface="Space Grotesk"/>
                <a:ea typeface="Space Grotesk"/>
                <a:cs typeface="Space Grotesk"/>
                <a:sym typeface="Space Grotesk"/>
              </a:defRPr>
            </a:lvl5pPr>
            <a:lvl6pPr lvl="5" algn="r">
              <a:lnSpc>
                <a:spcPct val="100000"/>
              </a:lnSpc>
              <a:spcBef>
                <a:spcPts val="1200"/>
              </a:spcBef>
              <a:spcAft>
                <a:spcPts val="0"/>
              </a:spcAft>
              <a:buSzPts val="1400"/>
              <a:buNone/>
              <a:defRPr b="1" sz="2000">
                <a:latin typeface="Space Grotesk"/>
                <a:ea typeface="Space Grotesk"/>
                <a:cs typeface="Space Grotesk"/>
                <a:sym typeface="Space Grotesk"/>
              </a:defRPr>
            </a:lvl6pPr>
            <a:lvl7pPr lvl="6" algn="r">
              <a:lnSpc>
                <a:spcPct val="100000"/>
              </a:lnSpc>
              <a:spcBef>
                <a:spcPts val="1200"/>
              </a:spcBef>
              <a:spcAft>
                <a:spcPts val="0"/>
              </a:spcAft>
              <a:buSzPts val="1400"/>
              <a:buNone/>
              <a:defRPr b="1" sz="2000">
                <a:latin typeface="Space Grotesk"/>
                <a:ea typeface="Space Grotesk"/>
                <a:cs typeface="Space Grotesk"/>
                <a:sym typeface="Space Grotesk"/>
              </a:defRPr>
            </a:lvl7pPr>
            <a:lvl8pPr lvl="7" algn="r">
              <a:lnSpc>
                <a:spcPct val="100000"/>
              </a:lnSpc>
              <a:spcBef>
                <a:spcPts val="1200"/>
              </a:spcBef>
              <a:spcAft>
                <a:spcPts val="0"/>
              </a:spcAft>
              <a:buSzPts val="1400"/>
              <a:buNone/>
              <a:defRPr b="1" sz="2000">
                <a:latin typeface="Space Grotesk"/>
                <a:ea typeface="Space Grotesk"/>
                <a:cs typeface="Space Grotesk"/>
                <a:sym typeface="Space Grotesk"/>
              </a:defRPr>
            </a:lvl8pPr>
            <a:lvl9pPr lvl="8" algn="r">
              <a:lnSpc>
                <a:spcPct val="100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34" name="Google Shape;134;p65"/>
          <p:cNvSpPr txBox="1"/>
          <p:nvPr>
            <p:ph idx="6" type="subTitle"/>
          </p:nvPr>
        </p:nvSpPr>
        <p:spPr>
          <a:xfrm>
            <a:off x="687227" y="4032352"/>
            <a:ext cx="2327400" cy="5760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400">
                <a:latin typeface="Archivo"/>
                <a:ea typeface="Archivo"/>
                <a:cs typeface="Archivo"/>
                <a:sym typeface="Archivo"/>
              </a:defRPr>
            </a:lvl1pPr>
            <a:lvl2pPr lvl="1" algn="r">
              <a:lnSpc>
                <a:spcPct val="100000"/>
              </a:lnSpc>
              <a:spcBef>
                <a:spcPts val="1200"/>
              </a:spcBef>
              <a:spcAft>
                <a:spcPts val="0"/>
              </a:spcAft>
              <a:buSzPts val="1400"/>
              <a:buNone/>
              <a:defRPr sz="1400">
                <a:latin typeface="Archivo"/>
                <a:ea typeface="Archivo"/>
                <a:cs typeface="Archivo"/>
                <a:sym typeface="Archivo"/>
              </a:defRPr>
            </a:lvl2pPr>
            <a:lvl3pPr lvl="2" algn="r">
              <a:lnSpc>
                <a:spcPct val="100000"/>
              </a:lnSpc>
              <a:spcBef>
                <a:spcPts val="1200"/>
              </a:spcBef>
              <a:spcAft>
                <a:spcPts val="0"/>
              </a:spcAft>
              <a:buSzPts val="1400"/>
              <a:buNone/>
              <a:defRPr sz="1400">
                <a:latin typeface="Archivo"/>
                <a:ea typeface="Archivo"/>
                <a:cs typeface="Archivo"/>
                <a:sym typeface="Archivo"/>
              </a:defRPr>
            </a:lvl3pPr>
            <a:lvl4pPr lvl="3" algn="r">
              <a:lnSpc>
                <a:spcPct val="100000"/>
              </a:lnSpc>
              <a:spcBef>
                <a:spcPts val="1200"/>
              </a:spcBef>
              <a:spcAft>
                <a:spcPts val="0"/>
              </a:spcAft>
              <a:buSzPts val="1400"/>
              <a:buNone/>
              <a:defRPr sz="1400">
                <a:latin typeface="Archivo"/>
                <a:ea typeface="Archivo"/>
                <a:cs typeface="Archivo"/>
                <a:sym typeface="Archivo"/>
              </a:defRPr>
            </a:lvl4pPr>
            <a:lvl5pPr lvl="4" algn="r">
              <a:lnSpc>
                <a:spcPct val="100000"/>
              </a:lnSpc>
              <a:spcBef>
                <a:spcPts val="1200"/>
              </a:spcBef>
              <a:spcAft>
                <a:spcPts val="0"/>
              </a:spcAft>
              <a:buSzPts val="1400"/>
              <a:buNone/>
              <a:defRPr sz="1400">
                <a:latin typeface="Archivo"/>
                <a:ea typeface="Archivo"/>
                <a:cs typeface="Archivo"/>
                <a:sym typeface="Archivo"/>
              </a:defRPr>
            </a:lvl5pPr>
            <a:lvl6pPr lvl="5" algn="r">
              <a:lnSpc>
                <a:spcPct val="100000"/>
              </a:lnSpc>
              <a:spcBef>
                <a:spcPts val="1200"/>
              </a:spcBef>
              <a:spcAft>
                <a:spcPts val="0"/>
              </a:spcAft>
              <a:buSzPts val="1400"/>
              <a:buNone/>
              <a:defRPr sz="1400">
                <a:latin typeface="Archivo"/>
                <a:ea typeface="Archivo"/>
                <a:cs typeface="Archivo"/>
                <a:sym typeface="Archivo"/>
              </a:defRPr>
            </a:lvl6pPr>
            <a:lvl7pPr lvl="6" algn="r">
              <a:lnSpc>
                <a:spcPct val="100000"/>
              </a:lnSpc>
              <a:spcBef>
                <a:spcPts val="1200"/>
              </a:spcBef>
              <a:spcAft>
                <a:spcPts val="0"/>
              </a:spcAft>
              <a:buSzPts val="1400"/>
              <a:buNone/>
              <a:defRPr sz="1400">
                <a:latin typeface="Archivo"/>
                <a:ea typeface="Archivo"/>
                <a:cs typeface="Archivo"/>
                <a:sym typeface="Archivo"/>
              </a:defRPr>
            </a:lvl7pPr>
            <a:lvl8pPr lvl="7" algn="r">
              <a:lnSpc>
                <a:spcPct val="100000"/>
              </a:lnSpc>
              <a:spcBef>
                <a:spcPts val="1200"/>
              </a:spcBef>
              <a:spcAft>
                <a:spcPts val="0"/>
              </a:spcAft>
              <a:buSzPts val="1400"/>
              <a:buNone/>
              <a:defRPr sz="1400">
                <a:latin typeface="Archivo"/>
                <a:ea typeface="Archivo"/>
                <a:cs typeface="Archivo"/>
                <a:sym typeface="Archivo"/>
              </a:defRPr>
            </a:lvl8pPr>
            <a:lvl9pPr lvl="8" algn="r">
              <a:lnSpc>
                <a:spcPct val="100000"/>
              </a:lnSpc>
              <a:spcBef>
                <a:spcPts val="1200"/>
              </a:spcBef>
              <a:spcAft>
                <a:spcPts val="1200"/>
              </a:spcAft>
              <a:buSzPts val="1400"/>
              <a:buNone/>
              <a:defRPr sz="1400">
                <a:latin typeface="Archivo"/>
                <a:ea typeface="Archivo"/>
                <a:cs typeface="Archivo"/>
                <a:sym typeface="Archivo"/>
              </a:defRPr>
            </a:lvl9pPr>
          </a:lstStyle>
          <a:p/>
        </p:txBody>
      </p:sp>
      <p:sp>
        <p:nvSpPr>
          <p:cNvPr id="135" name="Google Shape;135;p65"/>
          <p:cNvSpPr txBox="1"/>
          <p:nvPr>
            <p:ph idx="7" type="subTitle"/>
          </p:nvPr>
        </p:nvSpPr>
        <p:spPr>
          <a:xfrm flipH="1">
            <a:off x="6179702" y="1341775"/>
            <a:ext cx="2327400" cy="3840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1400"/>
              <a:buNone/>
              <a:defRPr b="1" sz="2000">
                <a:latin typeface="Space Grotesk"/>
                <a:ea typeface="Space Grotesk"/>
                <a:cs typeface="Space Grotesk"/>
                <a:sym typeface="Space Grotesk"/>
              </a:defRPr>
            </a:lvl1pPr>
            <a:lvl2pPr lvl="1" algn="l">
              <a:lnSpc>
                <a:spcPct val="100000"/>
              </a:lnSpc>
              <a:spcBef>
                <a:spcPts val="1200"/>
              </a:spcBef>
              <a:spcAft>
                <a:spcPts val="0"/>
              </a:spcAft>
              <a:buSzPts val="1400"/>
              <a:buNone/>
              <a:defRPr b="1" sz="2000">
                <a:latin typeface="Space Grotesk"/>
                <a:ea typeface="Space Grotesk"/>
                <a:cs typeface="Space Grotesk"/>
                <a:sym typeface="Space Grotesk"/>
              </a:defRPr>
            </a:lvl2pPr>
            <a:lvl3pPr lvl="2" algn="l">
              <a:lnSpc>
                <a:spcPct val="100000"/>
              </a:lnSpc>
              <a:spcBef>
                <a:spcPts val="1200"/>
              </a:spcBef>
              <a:spcAft>
                <a:spcPts val="0"/>
              </a:spcAft>
              <a:buSzPts val="1400"/>
              <a:buNone/>
              <a:defRPr b="1" sz="2000">
                <a:latin typeface="Space Grotesk"/>
                <a:ea typeface="Space Grotesk"/>
                <a:cs typeface="Space Grotesk"/>
                <a:sym typeface="Space Grotesk"/>
              </a:defRPr>
            </a:lvl3pPr>
            <a:lvl4pPr lvl="3" algn="l">
              <a:lnSpc>
                <a:spcPct val="100000"/>
              </a:lnSpc>
              <a:spcBef>
                <a:spcPts val="1200"/>
              </a:spcBef>
              <a:spcAft>
                <a:spcPts val="0"/>
              </a:spcAft>
              <a:buSzPts val="1400"/>
              <a:buNone/>
              <a:defRPr b="1" sz="2000">
                <a:latin typeface="Space Grotesk"/>
                <a:ea typeface="Space Grotesk"/>
                <a:cs typeface="Space Grotesk"/>
                <a:sym typeface="Space Grotesk"/>
              </a:defRPr>
            </a:lvl4pPr>
            <a:lvl5pPr lvl="4" algn="l">
              <a:lnSpc>
                <a:spcPct val="100000"/>
              </a:lnSpc>
              <a:spcBef>
                <a:spcPts val="1200"/>
              </a:spcBef>
              <a:spcAft>
                <a:spcPts val="0"/>
              </a:spcAft>
              <a:buSzPts val="1400"/>
              <a:buNone/>
              <a:defRPr b="1" sz="2000">
                <a:latin typeface="Space Grotesk"/>
                <a:ea typeface="Space Grotesk"/>
                <a:cs typeface="Space Grotesk"/>
                <a:sym typeface="Space Grotesk"/>
              </a:defRPr>
            </a:lvl5pPr>
            <a:lvl6pPr lvl="5" algn="l">
              <a:lnSpc>
                <a:spcPct val="100000"/>
              </a:lnSpc>
              <a:spcBef>
                <a:spcPts val="1200"/>
              </a:spcBef>
              <a:spcAft>
                <a:spcPts val="0"/>
              </a:spcAft>
              <a:buSzPts val="1400"/>
              <a:buNone/>
              <a:defRPr b="1" sz="2000">
                <a:latin typeface="Space Grotesk"/>
                <a:ea typeface="Space Grotesk"/>
                <a:cs typeface="Space Grotesk"/>
                <a:sym typeface="Space Grotesk"/>
              </a:defRPr>
            </a:lvl6pPr>
            <a:lvl7pPr lvl="6" algn="l">
              <a:lnSpc>
                <a:spcPct val="100000"/>
              </a:lnSpc>
              <a:spcBef>
                <a:spcPts val="1200"/>
              </a:spcBef>
              <a:spcAft>
                <a:spcPts val="0"/>
              </a:spcAft>
              <a:buSzPts val="1400"/>
              <a:buNone/>
              <a:defRPr b="1" sz="2000">
                <a:latin typeface="Space Grotesk"/>
                <a:ea typeface="Space Grotesk"/>
                <a:cs typeface="Space Grotesk"/>
                <a:sym typeface="Space Grotesk"/>
              </a:defRPr>
            </a:lvl7pPr>
            <a:lvl8pPr lvl="7" algn="l">
              <a:lnSpc>
                <a:spcPct val="100000"/>
              </a:lnSpc>
              <a:spcBef>
                <a:spcPts val="1200"/>
              </a:spcBef>
              <a:spcAft>
                <a:spcPts val="0"/>
              </a:spcAft>
              <a:buSzPts val="1400"/>
              <a:buNone/>
              <a:defRPr b="1" sz="2000">
                <a:latin typeface="Space Grotesk"/>
                <a:ea typeface="Space Grotesk"/>
                <a:cs typeface="Space Grotesk"/>
                <a:sym typeface="Space Grotesk"/>
              </a:defRPr>
            </a:lvl8pPr>
            <a:lvl9pPr lvl="8" algn="l">
              <a:lnSpc>
                <a:spcPct val="100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36" name="Google Shape;136;p65"/>
          <p:cNvSpPr txBox="1"/>
          <p:nvPr>
            <p:ph idx="8" type="subTitle"/>
          </p:nvPr>
        </p:nvSpPr>
        <p:spPr>
          <a:xfrm flipH="1">
            <a:off x="6179702" y="1678536"/>
            <a:ext cx="2327400" cy="576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l">
              <a:lnSpc>
                <a:spcPct val="100000"/>
              </a:lnSpc>
              <a:spcBef>
                <a:spcPts val="1200"/>
              </a:spcBef>
              <a:spcAft>
                <a:spcPts val="0"/>
              </a:spcAft>
              <a:buSzPts val="1400"/>
              <a:buNone/>
              <a:defRPr sz="1400">
                <a:latin typeface="Archivo"/>
                <a:ea typeface="Archivo"/>
                <a:cs typeface="Archivo"/>
                <a:sym typeface="Archivo"/>
              </a:defRPr>
            </a:lvl2pPr>
            <a:lvl3pPr lvl="2" algn="l">
              <a:lnSpc>
                <a:spcPct val="100000"/>
              </a:lnSpc>
              <a:spcBef>
                <a:spcPts val="1200"/>
              </a:spcBef>
              <a:spcAft>
                <a:spcPts val="0"/>
              </a:spcAft>
              <a:buSzPts val="1400"/>
              <a:buNone/>
              <a:defRPr sz="1400">
                <a:latin typeface="Archivo"/>
                <a:ea typeface="Archivo"/>
                <a:cs typeface="Archivo"/>
                <a:sym typeface="Archivo"/>
              </a:defRPr>
            </a:lvl3pPr>
            <a:lvl4pPr lvl="3" algn="l">
              <a:lnSpc>
                <a:spcPct val="100000"/>
              </a:lnSpc>
              <a:spcBef>
                <a:spcPts val="1200"/>
              </a:spcBef>
              <a:spcAft>
                <a:spcPts val="0"/>
              </a:spcAft>
              <a:buSzPts val="1400"/>
              <a:buNone/>
              <a:defRPr sz="1400">
                <a:latin typeface="Archivo"/>
                <a:ea typeface="Archivo"/>
                <a:cs typeface="Archivo"/>
                <a:sym typeface="Archivo"/>
              </a:defRPr>
            </a:lvl4pPr>
            <a:lvl5pPr lvl="4" algn="l">
              <a:lnSpc>
                <a:spcPct val="100000"/>
              </a:lnSpc>
              <a:spcBef>
                <a:spcPts val="1200"/>
              </a:spcBef>
              <a:spcAft>
                <a:spcPts val="0"/>
              </a:spcAft>
              <a:buSzPts val="1400"/>
              <a:buNone/>
              <a:defRPr sz="1400">
                <a:latin typeface="Archivo"/>
                <a:ea typeface="Archivo"/>
                <a:cs typeface="Archivo"/>
                <a:sym typeface="Archivo"/>
              </a:defRPr>
            </a:lvl5pPr>
            <a:lvl6pPr lvl="5" algn="l">
              <a:lnSpc>
                <a:spcPct val="100000"/>
              </a:lnSpc>
              <a:spcBef>
                <a:spcPts val="1200"/>
              </a:spcBef>
              <a:spcAft>
                <a:spcPts val="0"/>
              </a:spcAft>
              <a:buSzPts val="1400"/>
              <a:buNone/>
              <a:defRPr sz="1400">
                <a:latin typeface="Archivo"/>
                <a:ea typeface="Archivo"/>
                <a:cs typeface="Archivo"/>
                <a:sym typeface="Archivo"/>
              </a:defRPr>
            </a:lvl6pPr>
            <a:lvl7pPr lvl="6" algn="l">
              <a:lnSpc>
                <a:spcPct val="100000"/>
              </a:lnSpc>
              <a:spcBef>
                <a:spcPts val="1200"/>
              </a:spcBef>
              <a:spcAft>
                <a:spcPts val="0"/>
              </a:spcAft>
              <a:buSzPts val="1400"/>
              <a:buNone/>
              <a:defRPr sz="1400">
                <a:latin typeface="Archivo"/>
                <a:ea typeface="Archivo"/>
                <a:cs typeface="Archivo"/>
                <a:sym typeface="Archivo"/>
              </a:defRPr>
            </a:lvl7pPr>
            <a:lvl8pPr lvl="7" algn="l">
              <a:lnSpc>
                <a:spcPct val="100000"/>
              </a:lnSpc>
              <a:spcBef>
                <a:spcPts val="1200"/>
              </a:spcBef>
              <a:spcAft>
                <a:spcPts val="0"/>
              </a:spcAft>
              <a:buSzPts val="1400"/>
              <a:buNone/>
              <a:defRPr sz="1400">
                <a:latin typeface="Archivo"/>
                <a:ea typeface="Archivo"/>
                <a:cs typeface="Archivo"/>
                <a:sym typeface="Archivo"/>
              </a:defRPr>
            </a:lvl8pPr>
            <a:lvl9pPr lvl="8" algn="l">
              <a:lnSpc>
                <a:spcPct val="100000"/>
              </a:lnSpc>
              <a:spcBef>
                <a:spcPts val="1200"/>
              </a:spcBef>
              <a:spcAft>
                <a:spcPts val="1200"/>
              </a:spcAft>
              <a:buSzPts val="1400"/>
              <a:buNone/>
              <a:defRPr sz="1400">
                <a:latin typeface="Archivo"/>
                <a:ea typeface="Archivo"/>
                <a:cs typeface="Archivo"/>
                <a:sym typeface="Archivo"/>
              </a:defRPr>
            </a:lvl9pPr>
          </a:lstStyle>
          <a:p/>
        </p:txBody>
      </p:sp>
      <p:sp>
        <p:nvSpPr>
          <p:cNvPr id="137" name="Google Shape;137;p65"/>
          <p:cNvSpPr txBox="1"/>
          <p:nvPr>
            <p:ph idx="9" type="subTitle"/>
          </p:nvPr>
        </p:nvSpPr>
        <p:spPr>
          <a:xfrm flipH="1">
            <a:off x="6179702" y="2518683"/>
            <a:ext cx="2327400" cy="3840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1400"/>
              <a:buNone/>
              <a:defRPr b="1" sz="2000">
                <a:latin typeface="Space Grotesk"/>
                <a:ea typeface="Space Grotesk"/>
                <a:cs typeface="Space Grotesk"/>
                <a:sym typeface="Space Grotesk"/>
              </a:defRPr>
            </a:lvl1pPr>
            <a:lvl2pPr lvl="1"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2pPr>
            <a:lvl3pPr lvl="2"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3pPr>
            <a:lvl4pPr lvl="3"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4pPr>
            <a:lvl5pPr lvl="4"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5pPr>
            <a:lvl6pPr lvl="5"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6pPr>
            <a:lvl7pPr lvl="6"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7pPr>
            <a:lvl8pPr lvl="7" algn="l">
              <a:lnSpc>
                <a:spcPct val="100000"/>
              </a:lnSpc>
              <a:spcBef>
                <a:spcPts val="1200"/>
              </a:spcBef>
              <a:spcAft>
                <a:spcPts val="0"/>
              </a:spcAft>
              <a:buSzPts val="1400"/>
              <a:buNone/>
              <a:defRPr b="1" sz="2000">
                <a:solidFill>
                  <a:schemeClr val="lt1"/>
                </a:solidFill>
                <a:latin typeface="Space Grotesk"/>
                <a:ea typeface="Space Grotesk"/>
                <a:cs typeface="Space Grotesk"/>
                <a:sym typeface="Space Grotesk"/>
              </a:defRPr>
            </a:lvl8pPr>
            <a:lvl9pPr lvl="8" algn="l">
              <a:lnSpc>
                <a:spcPct val="100000"/>
              </a:lnSpc>
              <a:spcBef>
                <a:spcPts val="1200"/>
              </a:spcBef>
              <a:spcAft>
                <a:spcPts val="1200"/>
              </a:spcAft>
              <a:buSzPts val="1400"/>
              <a:buNone/>
              <a:defRPr b="1" sz="2000">
                <a:solidFill>
                  <a:schemeClr val="lt1"/>
                </a:solidFill>
                <a:latin typeface="Space Grotesk"/>
                <a:ea typeface="Space Grotesk"/>
                <a:cs typeface="Space Grotesk"/>
                <a:sym typeface="Space Grotesk"/>
              </a:defRPr>
            </a:lvl9pPr>
          </a:lstStyle>
          <a:p/>
        </p:txBody>
      </p:sp>
      <p:sp>
        <p:nvSpPr>
          <p:cNvPr id="138" name="Google Shape;138;p65"/>
          <p:cNvSpPr txBox="1"/>
          <p:nvPr>
            <p:ph idx="13" type="subTitle"/>
          </p:nvPr>
        </p:nvSpPr>
        <p:spPr>
          <a:xfrm flipH="1">
            <a:off x="6179702" y="2855444"/>
            <a:ext cx="2327400" cy="576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l">
              <a:lnSpc>
                <a:spcPct val="100000"/>
              </a:lnSpc>
              <a:spcBef>
                <a:spcPts val="1200"/>
              </a:spcBef>
              <a:spcAft>
                <a:spcPts val="0"/>
              </a:spcAft>
              <a:buSzPts val="1400"/>
              <a:buNone/>
              <a:defRPr sz="1400">
                <a:latin typeface="Archivo"/>
                <a:ea typeface="Archivo"/>
                <a:cs typeface="Archivo"/>
                <a:sym typeface="Archivo"/>
              </a:defRPr>
            </a:lvl2pPr>
            <a:lvl3pPr lvl="2" algn="l">
              <a:lnSpc>
                <a:spcPct val="100000"/>
              </a:lnSpc>
              <a:spcBef>
                <a:spcPts val="1200"/>
              </a:spcBef>
              <a:spcAft>
                <a:spcPts val="0"/>
              </a:spcAft>
              <a:buSzPts val="1400"/>
              <a:buNone/>
              <a:defRPr sz="1400">
                <a:latin typeface="Archivo"/>
                <a:ea typeface="Archivo"/>
                <a:cs typeface="Archivo"/>
                <a:sym typeface="Archivo"/>
              </a:defRPr>
            </a:lvl3pPr>
            <a:lvl4pPr lvl="3" algn="l">
              <a:lnSpc>
                <a:spcPct val="100000"/>
              </a:lnSpc>
              <a:spcBef>
                <a:spcPts val="1200"/>
              </a:spcBef>
              <a:spcAft>
                <a:spcPts val="0"/>
              </a:spcAft>
              <a:buSzPts val="1400"/>
              <a:buNone/>
              <a:defRPr sz="1400">
                <a:latin typeface="Archivo"/>
                <a:ea typeface="Archivo"/>
                <a:cs typeface="Archivo"/>
                <a:sym typeface="Archivo"/>
              </a:defRPr>
            </a:lvl4pPr>
            <a:lvl5pPr lvl="4" algn="l">
              <a:lnSpc>
                <a:spcPct val="100000"/>
              </a:lnSpc>
              <a:spcBef>
                <a:spcPts val="1200"/>
              </a:spcBef>
              <a:spcAft>
                <a:spcPts val="0"/>
              </a:spcAft>
              <a:buSzPts val="1400"/>
              <a:buNone/>
              <a:defRPr sz="1400">
                <a:latin typeface="Archivo"/>
                <a:ea typeface="Archivo"/>
                <a:cs typeface="Archivo"/>
                <a:sym typeface="Archivo"/>
              </a:defRPr>
            </a:lvl5pPr>
            <a:lvl6pPr lvl="5" algn="l">
              <a:lnSpc>
                <a:spcPct val="100000"/>
              </a:lnSpc>
              <a:spcBef>
                <a:spcPts val="1200"/>
              </a:spcBef>
              <a:spcAft>
                <a:spcPts val="0"/>
              </a:spcAft>
              <a:buSzPts val="1400"/>
              <a:buNone/>
              <a:defRPr sz="1400">
                <a:latin typeface="Archivo"/>
                <a:ea typeface="Archivo"/>
                <a:cs typeface="Archivo"/>
                <a:sym typeface="Archivo"/>
              </a:defRPr>
            </a:lvl6pPr>
            <a:lvl7pPr lvl="6" algn="l">
              <a:lnSpc>
                <a:spcPct val="100000"/>
              </a:lnSpc>
              <a:spcBef>
                <a:spcPts val="1200"/>
              </a:spcBef>
              <a:spcAft>
                <a:spcPts val="0"/>
              </a:spcAft>
              <a:buSzPts val="1400"/>
              <a:buNone/>
              <a:defRPr sz="1400">
                <a:latin typeface="Archivo"/>
                <a:ea typeface="Archivo"/>
                <a:cs typeface="Archivo"/>
                <a:sym typeface="Archivo"/>
              </a:defRPr>
            </a:lvl7pPr>
            <a:lvl8pPr lvl="7" algn="l">
              <a:lnSpc>
                <a:spcPct val="100000"/>
              </a:lnSpc>
              <a:spcBef>
                <a:spcPts val="1200"/>
              </a:spcBef>
              <a:spcAft>
                <a:spcPts val="0"/>
              </a:spcAft>
              <a:buSzPts val="1400"/>
              <a:buNone/>
              <a:defRPr sz="1400">
                <a:latin typeface="Archivo"/>
                <a:ea typeface="Archivo"/>
                <a:cs typeface="Archivo"/>
                <a:sym typeface="Archivo"/>
              </a:defRPr>
            </a:lvl8pPr>
            <a:lvl9pPr lvl="8" algn="l">
              <a:lnSpc>
                <a:spcPct val="100000"/>
              </a:lnSpc>
              <a:spcBef>
                <a:spcPts val="1200"/>
              </a:spcBef>
              <a:spcAft>
                <a:spcPts val="1200"/>
              </a:spcAft>
              <a:buSzPts val="1400"/>
              <a:buNone/>
              <a:defRPr sz="1400">
                <a:latin typeface="Archivo"/>
                <a:ea typeface="Archivo"/>
                <a:cs typeface="Archivo"/>
                <a:sym typeface="Archivo"/>
              </a:defRPr>
            </a:lvl9pPr>
          </a:lstStyle>
          <a:p/>
        </p:txBody>
      </p:sp>
      <p:sp>
        <p:nvSpPr>
          <p:cNvPr id="139" name="Google Shape;139;p65"/>
          <p:cNvSpPr txBox="1"/>
          <p:nvPr>
            <p:ph idx="14" type="subTitle"/>
          </p:nvPr>
        </p:nvSpPr>
        <p:spPr>
          <a:xfrm flipH="1">
            <a:off x="6179702" y="3695591"/>
            <a:ext cx="2327400" cy="3840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1400"/>
              <a:buNone/>
              <a:defRPr b="1" sz="2000">
                <a:latin typeface="Space Grotesk"/>
                <a:ea typeface="Space Grotesk"/>
                <a:cs typeface="Space Grotesk"/>
                <a:sym typeface="Space Grotesk"/>
              </a:defRPr>
            </a:lvl1pPr>
            <a:lvl2pPr lvl="1" algn="l">
              <a:lnSpc>
                <a:spcPct val="100000"/>
              </a:lnSpc>
              <a:spcBef>
                <a:spcPts val="1200"/>
              </a:spcBef>
              <a:spcAft>
                <a:spcPts val="0"/>
              </a:spcAft>
              <a:buSzPts val="1400"/>
              <a:buNone/>
              <a:defRPr b="1" sz="2000">
                <a:latin typeface="Space Grotesk"/>
                <a:ea typeface="Space Grotesk"/>
                <a:cs typeface="Space Grotesk"/>
                <a:sym typeface="Space Grotesk"/>
              </a:defRPr>
            </a:lvl2pPr>
            <a:lvl3pPr lvl="2" algn="l">
              <a:lnSpc>
                <a:spcPct val="100000"/>
              </a:lnSpc>
              <a:spcBef>
                <a:spcPts val="1200"/>
              </a:spcBef>
              <a:spcAft>
                <a:spcPts val="0"/>
              </a:spcAft>
              <a:buSzPts val="1400"/>
              <a:buNone/>
              <a:defRPr b="1" sz="2000">
                <a:latin typeface="Space Grotesk"/>
                <a:ea typeface="Space Grotesk"/>
                <a:cs typeface="Space Grotesk"/>
                <a:sym typeface="Space Grotesk"/>
              </a:defRPr>
            </a:lvl3pPr>
            <a:lvl4pPr lvl="3" algn="l">
              <a:lnSpc>
                <a:spcPct val="100000"/>
              </a:lnSpc>
              <a:spcBef>
                <a:spcPts val="1200"/>
              </a:spcBef>
              <a:spcAft>
                <a:spcPts val="0"/>
              </a:spcAft>
              <a:buSzPts val="1400"/>
              <a:buNone/>
              <a:defRPr b="1" sz="2000">
                <a:latin typeface="Space Grotesk"/>
                <a:ea typeface="Space Grotesk"/>
                <a:cs typeface="Space Grotesk"/>
                <a:sym typeface="Space Grotesk"/>
              </a:defRPr>
            </a:lvl4pPr>
            <a:lvl5pPr lvl="4" algn="l">
              <a:lnSpc>
                <a:spcPct val="100000"/>
              </a:lnSpc>
              <a:spcBef>
                <a:spcPts val="1200"/>
              </a:spcBef>
              <a:spcAft>
                <a:spcPts val="0"/>
              </a:spcAft>
              <a:buSzPts val="1400"/>
              <a:buNone/>
              <a:defRPr b="1" sz="2000">
                <a:latin typeface="Space Grotesk"/>
                <a:ea typeface="Space Grotesk"/>
                <a:cs typeface="Space Grotesk"/>
                <a:sym typeface="Space Grotesk"/>
              </a:defRPr>
            </a:lvl5pPr>
            <a:lvl6pPr lvl="5" algn="l">
              <a:lnSpc>
                <a:spcPct val="100000"/>
              </a:lnSpc>
              <a:spcBef>
                <a:spcPts val="1200"/>
              </a:spcBef>
              <a:spcAft>
                <a:spcPts val="0"/>
              </a:spcAft>
              <a:buSzPts val="1400"/>
              <a:buNone/>
              <a:defRPr b="1" sz="2000">
                <a:latin typeface="Space Grotesk"/>
                <a:ea typeface="Space Grotesk"/>
                <a:cs typeface="Space Grotesk"/>
                <a:sym typeface="Space Grotesk"/>
              </a:defRPr>
            </a:lvl6pPr>
            <a:lvl7pPr lvl="6" algn="l">
              <a:lnSpc>
                <a:spcPct val="100000"/>
              </a:lnSpc>
              <a:spcBef>
                <a:spcPts val="1200"/>
              </a:spcBef>
              <a:spcAft>
                <a:spcPts val="0"/>
              </a:spcAft>
              <a:buSzPts val="1400"/>
              <a:buNone/>
              <a:defRPr b="1" sz="2000">
                <a:latin typeface="Space Grotesk"/>
                <a:ea typeface="Space Grotesk"/>
                <a:cs typeface="Space Grotesk"/>
                <a:sym typeface="Space Grotesk"/>
              </a:defRPr>
            </a:lvl7pPr>
            <a:lvl8pPr lvl="7" algn="l">
              <a:lnSpc>
                <a:spcPct val="100000"/>
              </a:lnSpc>
              <a:spcBef>
                <a:spcPts val="1200"/>
              </a:spcBef>
              <a:spcAft>
                <a:spcPts val="0"/>
              </a:spcAft>
              <a:buSzPts val="1400"/>
              <a:buNone/>
              <a:defRPr b="1" sz="2000">
                <a:latin typeface="Space Grotesk"/>
                <a:ea typeface="Space Grotesk"/>
                <a:cs typeface="Space Grotesk"/>
                <a:sym typeface="Space Grotesk"/>
              </a:defRPr>
            </a:lvl8pPr>
            <a:lvl9pPr lvl="8" algn="l">
              <a:lnSpc>
                <a:spcPct val="100000"/>
              </a:lnSpc>
              <a:spcBef>
                <a:spcPts val="1200"/>
              </a:spcBef>
              <a:spcAft>
                <a:spcPts val="1200"/>
              </a:spcAft>
              <a:buSzPts val="1400"/>
              <a:buNone/>
              <a:defRPr b="1" sz="2000">
                <a:latin typeface="Space Grotesk"/>
                <a:ea typeface="Space Grotesk"/>
                <a:cs typeface="Space Grotesk"/>
                <a:sym typeface="Space Grotesk"/>
              </a:defRPr>
            </a:lvl9pPr>
          </a:lstStyle>
          <a:p/>
        </p:txBody>
      </p:sp>
      <p:sp>
        <p:nvSpPr>
          <p:cNvPr id="140" name="Google Shape;140;p65"/>
          <p:cNvSpPr txBox="1"/>
          <p:nvPr>
            <p:ph idx="15" type="subTitle"/>
          </p:nvPr>
        </p:nvSpPr>
        <p:spPr>
          <a:xfrm flipH="1">
            <a:off x="6179702" y="4032352"/>
            <a:ext cx="2327400" cy="576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atin typeface="Archivo"/>
                <a:ea typeface="Archivo"/>
                <a:cs typeface="Archivo"/>
                <a:sym typeface="Archivo"/>
              </a:defRPr>
            </a:lvl1pPr>
            <a:lvl2pPr lvl="1" algn="l">
              <a:lnSpc>
                <a:spcPct val="100000"/>
              </a:lnSpc>
              <a:spcBef>
                <a:spcPts val="0"/>
              </a:spcBef>
              <a:spcAft>
                <a:spcPts val="0"/>
              </a:spcAft>
              <a:buSzPts val="1400"/>
              <a:buNone/>
              <a:defRPr sz="1400">
                <a:latin typeface="Archivo"/>
                <a:ea typeface="Archivo"/>
                <a:cs typeface="Archivo"/>
                <a:sym typeface="Archivo"/>
              </a:defRPr>
            </a:lvl2pPr>
            <a:lvl3pPr lvl="2" algn="l">
              <a:lnSpc>
                <a:spcPct val="100000"/>
              </a:lnSpc>
              <a:spcBef>
                <a:spcPts val="0"/>
              </a:spcBef>
              <a:spcAft>
                <a:spcPts val="0"/>
              </a:spcAft>
              <a:buSzPts val="1400"/>
              <a:buNone/>
              <a:defRPr sz="1400">
                <a:latin typeface="Archivo"/>
                <a:ea typeface="Archivo"/>
                <a:cs typeface="Archivo"/>
                <a:sym typeface="Archivo"/>
              </a:defRPr>
            </a:lvl3pPr>
            <a:lvl4pPr lvl="3" algn="l">
              <a:lnSpc>
                <a:spcPct val="100000"/>
              </a:lnSpc>
              <a:spcBef>
                <a:spcPts val="0"/>
              </a:spcBef>
              <a:spcAft>
                <a:spcPts val="0"/>
              </a:spcAft>
              <a:buSzPts val="1400"/>
              <a:buNone/>
              <a:defRPr sz="1400">
                <a:latin typeface="Archivo"/>
                <a:ea typeface="Archivo"/>
                <a:cs typeface="Archivo"/>
                <a:sym typeface="Archivo"/>
              </a:defRPr>
            </a:lvl4pPr>
            <a:lvl5pPr lvl="4" algn="l">
              <a:lnSpc>
                <a:spcPct val="100000"/>
              </a:lnSpc>
              <a:spcBef>
                <a:spcPts val="0"/>
              </a:spcBef>
              <a:spcAft>
                <a:spcPts val="0"/>
              </a:spcAft>
              <a:buSzPts val="1400"/>
              <a:buNone/>
              <a:defRPr sz="1400">
                <a:latin typeface="Archivo"/>
                <a:ea typeface="Archivo"/>
                <a:cs typeface="Archivo"/>
                <a:sym typeface="Archivo"/>
              </a:defRPr>
            </a:lvl5pPr>
            <a:lvl6pPr lvl="5" algn="l">
              <a:lnSpc>
                <a:spcPct val="100000"/>
              </a:lnSpc>
              <a:spcBef>
                <a:spcPts val="0"/>
              </a:spcBef>
              <a:spcAft>
                <a:spcPts val="0"/>
              </a:spcAft>
              <a:buSzPts val="1400"/>
              <a:buNone/>
              <a:defRPr sz="1400">
                <a:latin typeface="Archivo"/>
                <a:ea typeface="Archivo"/>
                <a:cs typeface="Archivo"/>
                <a:sym typeface="Archivo"/>
              </a:defRPr>
            </a:lvl6pPr>
            <a:lvl7pPr lvl="6" algn="l">
              <a:lnSpc>
                <a:spcPct val="100000"/>
              </a:lnSpc>
              <a:spcBef>
                <a:spcPts val="0"/>
              </a:spcBef>
              <a:spcAft>
                <a:spcPts val="0"/>
              </a:spcAft>
              <a:buSzPts val="1400"/>
              <a:buNone/>
              <a:defRPr sz="1400">
                <a:latin typeface="Archivo"/>
                <a:ea typeface="Archivo"/>
                <a:cs typeface="Archivo"/>
                <a:sym typeface="Archivo"/>
              </a:defRPr>
            </a:lvl7pPr>
            <a:lvl8pPr lvl="7" algn="l">
              <a:lnSpc>
                <a:spcPct val="100000"/>
              </a:lnSpc>
              <a:spcBef>
                <a:spcPts val="0"/>
              </a:spcBef>
              <a:spcAft>
                <a:spcPts val="0"/>
              </a:spcAft>
              <a:buSzPts val="1400"/>
              <a:buNone/>
              <a:defRPr sz="1400">
                <a:latin typeface="Archivo"/>
                <a:ea typeface="Archivo"/>
                <a:cs typeface="Archivo"/>
                <a:sym typeface="Archivo"/>
              </a:defRPr>
            </a:lvl8pPr>
            <a:lvl9pPr lvl="8" algn="l">
              <a:lnSpc>
                <a:spcPct val="100000"/>
              </a:lnSpc>
              <a:spcBef>
                <a:spcPts val="0"/>
              </a:spcBef>
              <a:spcAft>
                <a:spcPts val="0"/>
              </a:spcAft>
              <a:buSzPts val="1400"/>
              <a:buNone/>
              <a:defRPr sz="1400">
                <a:latin typeface="Archivo"/>
                <a:ea typeface="Archivo"/>
                <a:cs typeface="Archivo"/>
                <a:sym typeface="Archivo"/>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141" name="Shape 141"/>
        <p:cNvGrpSpPr/>
        <p:nvPr/>
      </p:nvGrpSpPr>
      <p:grpSpPr>
        <a:xfrm>
          <a:off x="0" y="0"/>
          <a:ext cx="0" cy="0"/>
          <a:chOff x="0" y="0"/>
          <a:chExt cx="0" cy="0"/>
        </a:xfrm>
      </p:grpSpPr>
      <p:sp>
        <p:nvSpPr>
          <p:cNvPr id="142" name="Google Shape;142;p66"/>
          <p:cNvSpPr/>
          <p:nvPr/>
        </p:nvSpPr>
        <p:spPr>
          <a:xfrm flipH="1">
            <a:off x="2396552" y="363952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66"/>
          <p:cNvSpPr/>
          <p:nvPr/>
        </p:nvSpPr>
        <p:spPr>
          <a:xfrm flipH="1">
            <a:off x="133254"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66"/>
          <p:cNvSpPr txBox="1"/>
          <p:nvPr>
            <p:ph type="title"/>
          </p:nvPr>
        </p:nvSpPr>
        <p:spPr>
          <a:xfrm flipH="1">
            <a:off x="849113" y="1767700"/>
            <a:ext cx="3438600" cy="497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30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145" name="Google Shape;145;p66"/>
          <p:cNvSpPr txBox="1"/>
          <p:nvPr>
            <p:ph idx="1" type="subTitle"/>
          </p:nvPr>
        </p:nvSpPr>
        <p:spPr>
          <a:xfrm flipH="1">
            <a:off x="848875" y="2381300"/>
            <a:ext cx="3438600" cy="1070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Char char="●"/>
              <a:defRPr/>
            </a:lvl1pPr>
            <a:lvl2pPr lvl="1" algn="l">
              <a:lnSpc>
                <a:spcPct val="100000"/>
              </a:lnSpc>
              <a:spcBef>
                <a:spcPts val="0"/>
              </a:spcBef>
              <a:spcAft>
                <a:spcPts val="0"/>
              </a:spcAft>
              <a:buSzPts val="1400"/>
              <a:buChar char="○"/>
              <a:defRPr/>
            </a:lvl2pPr>
            <a:lvl3pPr lvl="2" algn="l">
              <a:lnSpc>
                <a:spcPct val="100000"/>
              </a:lnSpc>
              <a:spcBef>
                <a:spcPts val="0"/>
              </a:spcBef>
              <a:spcAft>
                <a:spcPts val="0"/>
              </a:spcAft>
              <a:buSzPts val="1400"/>
              <a:buChar char="■"/>
              <a:defRPr/>
            </a:lvl3pPr>
            <a:lvl4pPr lvl="3" algn="l">
              <a:lnSpc>
                <a:spcPct val="100000"/>
              </a:lnSpc>
              <a:spcBef>
                <a:spcPts val="0"/>
              </a:spcBef>
              <a:spcAft>
                <a:spcPts val="0"/>
              </a:spcAft>
              <a:buSzPts val="1400"/>
              <a:buChar char="●"/>
              <a:defRPr/>
            </a:lvl4pPr>
            <a:lvl5pPr lvl="4" algn="l">
              <a:lnSpc>
                <a:spcPct val="100000"/>
              </a:lnSpc>
              <a:spcBef>
                <a:spcPts val="0"/>
              </a:spcBef>
              <a:spcAft>
                <a:spcPts val="0"/>
              </a:spcAft>
              <a:buSzPts val="1400"/>
              <a:buChar char="○"/>
              <a:defRPr/>
            </a:lvl5pPr>
            <a:lvl6pPr lvl="5" algn="l">
              <a:lnSpc>
                <a:spcPct val="100000"/>
              </a:lnSpc>
              <a:spcBef>
                <a:spcPts val="0"/>
              </a:spcBef>
              <a:spcAft>
                <a:spcPts val="0"/>
              </a:spcAft>
              <a:buSzPts val="1400"/>
              <a:buChar char="■"/>
              <a:defRPr/>
            </a:lvl6pPr>
            <a:lvl7pPr lvl="6" algn="l">
              <a:lnSpc>
                <a:spcPct val="100000"/>
              </a:lnSpc>
              <a:spcBef>
                <a:spcPts val="0"/>
              </a:spcBef>
              <a:spcAft>
                <a:spcPts val="0"/>
              </a:spcAft>
              <a:buSzPts val="1400"/>
              <a:buChar char="●"/>
              <a:defRPr/>
            </a:lvl7pPr>
            <a:lvl8pPr lvl="7" algn="l">
              <a:lnSpc>
                <a:spcPct val="100000"/>
              </a:lnSpc>
              <a:spcBef>
                <a:spcPts val="0"/>
              </a:spcBef>
              <a:spcAft>
                <a:spcPts val="0"/>
              </a:spcAft>
              <a:buSzPts val="1400"/>
              <a:buChar char="○"/>
              <a:defRPr/>
            </a:lvl8pPr>
            <a:lvl9pPr lvl="8" algn="l">
              <a:lnSpc>
                <a:spcPct val="100000"/>
              </a:lnSpc>
              <a:spcBef>
                <a:spcPts val="0"/>
              </a:spcBef>
              <a:spcAft>
                <a:spcPts val="0"/>
              </a:spcAft>
              <a:buSzPts val="1400"/>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146" name="Shape 146"/>
        <p:cNvGrpSpPr/>
        <p:nvPr/>
      </p:nvGrpSpPr>
      <p:grpSpPr>
        <a:xfrm>
          <a:off x="0" y="0"/>
          <a:ext cx="0" cy="0"/>
          <a:chOff x="0" y="0"/>
          <a:chExt cx="0" cy="0"/>
        </a:xfrm>
      </p:grpSpPr>
      <p:sp>
        <p:nvSpPr>
          <p:cNvPr id="147" name="Google Shape;147;p67"/>
          <p:cNvSpPr/>
          <p:nvPr/>
        </p:nvSpPr>
        <p:spPr>
          <a:xfrm flipH="1">
            <a:off x="7141402" y="33714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67"/>
          <p:cNvSpPr/>
          <p:nvPr/>
        </p:nvSpPr>
        <p:spPr>
          <a:xfrm flipH="1">
            <a:off x="7742654" y="-40865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67"/>
          <p:cNvSpPr txBox="1"/>
          <p:nvPr>
            <p:ph type="ctrTitle"/>
          </p:nvPr>
        </p:nvSpPr>
        <p:spPr>
          <a:xfrm>
            <a:off x="3518700" y="540075"/>
            <a:ext cx="4912200" cy="128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lt1"/>
              </a:buClr>
              <a:buSzPts val="5200"/>
              <a:buNone/>
              <a:defRPr sz="80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150" name="Google Shape;150;p67"/>
          <p:cNvSpPr txBox="1"/>
          <p:nvPr>
            <p:ph idx="1" type="subTitle"/>
          </p:nvPr>
        </p:nvSpPr>
        <p:spPr>
          <a:xfrm>
            <a:off x="4592850" y="1857500"/>
            <a:ext cx="2763900" cy="1058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1" name="Google Shape;151;p67"/>
          <p:cNvSpPr txBox="1"/>
          <p:nvPr/>
        </p:nvSpPr>
        <p:spPr>
          <a:xfrm>
            <a:off x="3518700" y="3680500"/>
            <a:ext cx="4912200" cy="365700"/>
          </a:xfrm>
          <a:prstGeom prst="rect">
            <a:avLst/>
          </a:prstGeom>
          <a:noFill/>
          <a:ln>
            <a:noFill/>
          </a:ln>
        </p:spPr>
        <p:txBody>
          <a:bodyPr anchorCtr="0" anchor="ctr" bIns="36000" lIns="36000" spcFirstLastPara="1" rIns="36000" wrap="square" tIns="36000">
            <a:noAutofit/>
          </a:bodyPr>
          <a:lstStyle/>
          <a:p>
            <a:pPr indent="0" lvl="0" marL="0" marR="0" rtl="0" algn="ctr">
              <a:lnSpc>
                <a:spcPct val="100000"/>
              </a:lnSpc>
              <a:spcBef>
                <a:spcPts val="300"/>
              </a:spcBef>
              <a:spcAft>
                <a:spcPts val="0"/>
              </a:spcAft>
              <a:buClr>
                <a:srgbClr val="000000"/>
              </a:buClr>
              <a:buSzPts val="1100"/>
              <a:buFont typeface="Arial"/>
              <a:buNone/>
            </a:pPr>
            <a:r>
              <a:rPr b="0" i="0" lang="de" sz="1100" u="none" cap="none" strike="noStrike">
                <a:solidFill>
                  <a:schemeClr val="dk1"/>
                </a:solidFill>
                <a:latin typeface="Archivo"/>
                <a:ea typeface="Archivo"/>
                <a:cs typeface="Archivo"/>
                <a:sym typeface="Archivo"/>
              </a:rPr>
              <a:t>CREDITS: Diese Präsentationsvorlage wurde von </a:t>
            </a:r>
            <a:r>
              <a:rPr b="1" i="0" lang="de" sz="1100" u="none" cap="none" strike="noStrike">
                <a:solidFill>
                  <a:schemeClr val="accent1"/>
                </a:solidFill>
                <a:latin typeface="Archivo"/>
                <a:ea typeface="Archivo"/>
                <a:cs typeface="Archivo"/>
                <a:sym typeface="Archivo"/>
              </a:rPr>
              <a:t>Slidesgo </a:t>
            </a:r>
            <a:r>
              <a:rPr b="0" i="0" lang="de" sz="1100" u="none" cap="none" strike="noStrike">
                <a:solidFill>
                  <a:schemeClr val="dk1"/>
                </a:solidFill>
                <a:latin typeface="Archivo"/>
                <a:ea typeface="Archivo"/>
                <a:cs typeface="Archivo"/>
                <a:sym typeface="Archivo"/>
              </a:rPr>
              <a:t>erstellt, inklusive Icons von </a:t>
            </a:r>
            <a:r>
              <a:rPr b="1" i="0" lang="de" sz="1100" u="none" cap="none" strike="noStrike">
                <a:solidFill>
                  <a:schemeClr val="accent1"/>
                </a:solidFill>
                <a:latin typeface="Archivo"/>
                <a:ea typeface="Archivo"/>
                <a:cs typeface="Archivo"/>
                <a:sym typeface="Archivo"/>
              </a:rPr>
              <a:t>Flaticon </a:t>
            </a:r>
            <a:r>
              <a:rPr b="0" i="0" lang="de" sz="1100" u="none" cap="none" strike="noStrike">
                <a:solidFill>
                  <a:schemeClr val="dk1"/>
                </a:solidFill>
                <a:latin typeface="Archivo"/>
                <a:ea typeface="Archivo"/>
                <a:cs typeface="Archivo"/>
                <a:sym typeface="Archivo"/>
              </a:rPr>
              <a:t>und Infografiken &amp; Bilder von </a:t>
            </a:r>
            <a:r>
              <a:rPr b="1" i="0" lang="de" sz="1100" u="none" cap="none" strike="noStrike">
                <a:solidFill>
                  <a:schemeClr val="accent1"/>
                </a:solidFill>
                <a:latin typeface="Archivo"/>
                <a:ea typeface="Archivo"/>
                <a:cs typeface="Archivo"/>
                <a:sym typeface="Archivo"/>
              </a:rPr>
              <a:t>Freepik </a:t>
            </a:r>
            <a:endParaRPr b="1" i="0" sz="1100" u="none" cap="none" strike="noStrike">
              <a:solidFill>
                <a:schemeClr val="accent1"/>
              </a:solidFill>
              <a:latin typeface="Archivo"/>
              <a:ea typeface="Archivo"/>
              <a:cs typeface="Archivo"/>
              <a:sym typeface="Archivo"/>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
    <p:spTree>
      <p:nvGrpSpPr>
        <p:cNvPr id="152" name="Shape 152"/>
        <p:cNvGrpSpPr/>
        <p:nvPr/>
      </p:nvGrpSpPr>
      <p:grpSpPr>
        <a:xfrm>
          <a:off x="0" y="0"/>
          <a:ext cx="0" cy="0"/>
          <a:chOff x="0" y="0"/>
          <a:chExt cx="0" cy="0"/>
        </a:xfrm>
      </p:grpSpPr>
      <p:sp>
        <p:nvSpPr>
          <p:cNvPr id="153" name="Google Shape;153;p68"/>
          <p:cNvSpPr/>
          <p:nvPr/>
        </p:nvSpPr>
        <p:spPr>
          <a:xfrm flipH="1">
            <a:off x="7027177" y="3639521"/>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68"/>
          <p:cNvSpPr/>
          <p:nvPr/>
        </p:nvSpPr>
        <p:spPr>
          <a:xfrm flipH="1">
            <a:off x="133254" y="-982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68"/>
          <p:cNvSpPr txBox="1"/>
          <p:nvPr>
            <p:ph idx="1" type="body"/>
          </p:nvPr>
        </p:nvSpPr>
        <p:spPr>
          <a:xfrm>
            <a:off x="713100" y="1333100"/>
            <a:ext cx="3076500" cy="32199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156" name="Google Shape;156;p68"/>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68"/>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2800"/>
              <a:buNone/>
              <a:defRPr sz="3000">
                <a:solidFill>
                  <a:schemeClr val="lt1"/>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8">
    <p:spTree>
      <p:nvGrpSpPr>
        <p:cNvPr id="158" name="Shape 158"/>
        <p:cNvGrpSpPr/>
        <p:nvPr/>
      </p:nvGrpSpPr>
      <p:grpSpPr>
        <a:xfrm>
          <a:off x="0" y="0"/>
          <a:ext cx="0" cy="0"/>
          <a:chOff x="0" y="0"/>
          <a:chExt cx="0" cy="0"/>
        </a:xfrm>
      </p:grpSpPr>
      <p:sp>
        <p:nvSpPr>
          <p:cNvPr id="159" name="Google Shape;159;p69"/>
          <p:cNvSpPr/>
          <p:nvPr/>
        </p:nvSpPr>
        <p:spPr>
          <a:xfrm flipH="1">
            <a:off x="7141402" y="33714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69"/>
          <p:cNvSpPr/>
          <p:nvPr/>
        </p:nvSpPr>
        <p:spPr>
          <a:xfrm flipH="1">
            <a:off x="7742654" y="-40865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69"/>
          <p:cNvSpPr/>
          <p:nvPr/>
        </p:nvSpPr>
        <p:spPr>
          <a:xfrm>
            <a:off x="713100" y="4197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69"/>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lt1"/>
              </a:buClr>
              <a:buSzPts val="2800"/>
              <a:buNone/>
              <a:defRPr sz="30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63" name="Google Shape;163;p69"/>
          <p:cNvSpPr txBox="1"/>
          <p:nvPr>
            <p:ph idx="1" type="body"/>
          </p:nvPr>
        </p:nvSpPr>
        <p:spPr>
          <a:xfrm>
            <a:off x="713100" y="1333100"/>
            <a:ext cx="3858900" cy="30009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164" name="Google Shape;164;p69"/>
          <p:cNvSpPr txBox="1"/>
          <p:nvPr>
            <p:ph idx="2" type="body"/>
          </p:nvPr>
        </p:nvSpPr>
        <p:spPr>
          <a:xfrm>
            <a:off x="4572000" y="1333100"/>
            <a:ext cx="3858900" cy="30009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65" name="Shape 16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spTree>
      <p:nvGrpSpPr>
        <p:cNvPr id="166" name="Shape 166"/>
        <p:cNvGrpSpPr/>
        <p:nvPr/>
      </p:nvGrpSpPr>
      <p:grpSpPr>
        <a:xfrm>
          <a:off x="0" y="0"/>
          <a:ext cx="0" cy="0"/>
          <a:chOff x="0" y="0"/>
          <a:chExt cx="0" cy="0"/>
        </a:xfrm>
      </p:grpSpPr>
      <p:sp>
        <p:nvSpPr>
          <p:cNvPr id="167" name="Google Shape;167;p74"/>
          <p:cNvSpPr/>
          <p:nvPr/>
        </p:nvSpPr>
        <p:spPr>
          <a:xfrm flipH="1">
            <a:off x="7141402" y="33714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74"/>
          <p:cNvSpPr/>
          <p:nvPr/>
        </p:nvSpPr>
        <p:spPr>
          <a:xfrm flipH="1">
            <a:off x="5252679" y="-2897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74"/>
          <p:cNvSpPr/>
          <p:nvPr/>
        </p:nvSpPr>
        <p:spPr>
          <a:xfrm flipH="1">
            <a:off x="-544921" y="157589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1">
    <p:spTree>
      <p:nvGrpSpPr>
        <p:cNvPr id="170" name="Shape 170"/>
        <p:cNvGrpSpPr/>
        <p:nvPr/>
      </p:nvGrpSpPr>
      <p:grpSpPr>
        <a:xfrm>
          <a:off x="0" y="0"/>
          <a:ext cx="0" cy="0"/>
          <a:chOff x="0" y="0"/>
          <a:chExt cx="0" cy="0"/>
        </a:xfrm>
      </p:grpSpPr>
      <p:sp>
        <p:nvSpPr>
          <p:cNvPr id="171" name="Google Shape;171;p75"/>
          <p:cNvSpPr/>
          <p:nvPr/>
        </p:nvSpPr>
        <p:spPr>
          <a:xfrm>
            <a:off x="-544921" y="33714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75"/>
          <p:cNvSpPr/>
          <p:nvPr/>
        </p:nvSpPr>
        <p:spPr>
          <a:xfrm>
            <a:off x="2751402" y="-2897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75"/>
          <p:cNvSpPr/>
          <p:nvPr/>
        </p:nvSpPr>
        <p:spPr>
          <a:xfrm>
            <a:off x="8549002" y="157589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77" name="Shape 177"/>
        <p:cNvGrpSpPr/>
        <p:nvPr/>
      </p:nvGrpSpPr>
      <p:grpSpPr>
        <a:xfrm>
          <a:off x="0" y="0"/>
          <a:ext cx="0" cy="0"/>
          <a:chOff x="0" y="0"/>
          <a:chExt cx="0" cy="0"/>
        </a:xfrm>
      </p:grpSpPr>
      <p:sp>
        <p:nvSpPr>
          <p:cNvPr id="178" name="Google Shape;178;p71"/>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a:lvl1pPr>
            <a:lvl2pPr lvl="1" algn="ctr">
              <a:lnSpc>
                <a:spcPct val="100000"/>
              </a:lnSpc>
              <a:spcBef>
                <a:spcPts val="0"/>
              </a:spcBef>
              <a:spcAft>
                <a:spcPts val="0"/>
              </a:spcAft>
              <a:buSzPts val="2400"/>
              <a:buNone/>
              <a:defRPr/>
            </a:lvl2pPr>
            <a:lvl3pPr lvl="2" algn="ctr">
              <a:lnSpc>
                <a:spcPct val="100000"/>
              </a:lnSpc>
              <a:spcBef>
                <a:spcPts val="0"/>
              </a:spcBef>
              <a:spcAft>
                <a:spcPts val="0"/>
              </a:spcAft>
              <a:buSzPts val="2400"/>
              <a:buNone/>
              <a:defRPr/>
            </a:lvl3pPr>
            <a:lvl4pPr lvl="3" algn="ctr">
              <a:lnSpc>
                <a:spcPct val="100000"/>
              </a:lnSpc>
              <a:spcBef>
                <a:spcPts val="0"/>
              </a:spcBef>
              <a:spcAft>
                <a:spcPts val="0"/>
              </a:spcAft>
              <a:buSzPts val="2400"/>
              <a:buNone/>
              <a:defRPr/>
            </a:lvl4pPr>
            <a:lvl5pPr lvl="4" algn="ctr">
              <a:lnSpc>
                <a:spcPct val="100000"/>
              </a:lnSpc>
              <a:spcBef>
                <a:spcPts val="0"/>
              </a:spcBef>
              <a:spcAft>
                <a:spcPts val="0"/>
              </a:spcAft>
              <a:buSzPts val="2400"/>
              <a:buNone/>
              <a:defRPr/>
            </a:lvl5pPr>
            <a:lvl6pPr lvl="5" algn="ctr">
              <a:lnSpc>
                <a:spcPct val="100000"/>
              </a:lnSpc>
              <a:spcBef>
                <a:spcPts val="0"/>
              </a:spcBef>
              <a:spcAft>
                <a:spcPts val="0"/>
              </a:spcAft>
              <a:buSzPts val="2400"/>
              <a:buNone/>
              <a:defRPr/>
            </a:lvl6pPr>
            <a:lvl7pPr lvl="6" algn="ctr">
              <a:lnSpc>
                <a:spcPct val="100000"/>
              </a:lnSpc>
              <a:spcBef>
                <a:spcPts val="0"/>
              </a:spcBef>
              <a:spcAft>
                <a:spcPts val="0"/>
              </a:spcAft>
              <a:buSzPts val="2400"/>
              <a:buNone/>
              <a:defRPr/>
            </a:lvl7pPr>
            <a:lvl8pPr lvl="7" algn="ctr">
              <a:lnSpc>
                <a:spcPct val="100000"/>
              </a:lnSpc>
              <a:spcBef>
                <a:spcPts val="0"/>
              </a:spcBef>
              <a:spcAft>
                <a:spcPts val="0"/>
              </a:spcAft>
              <a:buSzPts val="2400"/>
              <a:buNone/>
              <a:defRPr/>
            </a:lvl8pPr>
            <a:lvl9pPr lvl="8" algn="ctr">
              <a:lnSpc>
                <a:spcPct val="100000"/>
              </a:lnSpc>
              <a:spcBef>
                <a:spcPts val="0"/>
              </a:spcBef>
              <a:spcAft>
                <a:spcPts val="0"/>
              </a:spcAft>
              <a:buSzPts val="2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79" name="Shape 17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46"/>
          <p:cNvSpPr txBox="1"/>
          <p:nvPr>
            <p:ph type="title"/>
          </p:nvPr>
        </p:nvSpPr>
        <p:spPr>
          <a:xfrm>
            <a:off x="713100" y="445025"/>
            <a:ext cx="77178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1pPr>
            <a:lvl2pPr lvl="1"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2pPr>
            <a:lvl3pPr lvl="2"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3pPr>
            <a:lvl4pPr lvl="3"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4pPr>
            <a:lvl5pPr lvl="4"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5pPr>
            <a:lvl6pPr lvl="5"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6pPr>
            <a:lvl7pPr lvl="6"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7pPr>
            <a:lvl8pPr lvl="7"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8pPr>
            <a:lvl9pPr lvl="8" marR="0" rtl="0" algn="l">
              <a:lnSpc>
                <a:spcPct val="100000"/>
              </a:lnSpc>
              <a:spcBef>
                <a:spcPts val="0"/>
              </a:spcBef>
              <a:spcAft>
                <a:spcPts val="0"/>
              </a:spcAft>
              <a:buClr>
                <a:schemeClr val="dk1"/>
              </a:buClr>
              <a:buSzPts val="2800"/>
              <a:buFont typeface="Space Grotesk"/>
              <a:buNone/>
              <a:defRPr b="1" i="0" sz="2800" u="none" cap="none" strike="noStrike">
                <a:solidFill>
                  <a:schemeClr val="dk1"/>
                </a:solidFill>
                <a:latin typeface="Space Grotesk"/>
                <a:ea typeface="Space Grotesk"/>
                <a:cs typeface="Space Grotesk"/>
                <a:sym typeface="Space Grotesk"/>
              </a:defRPr>
            </a:lvl9pPr>
          </a:lstStyle>
          <a:p/>
        </p:txBody>
      </p:sp>
      <p:sp>
        <p:nvSpPr>
          <p:cNvPr id="7" name="Google Shape;7;p46"/>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1pPr>
            <a:lvl2pPr indent="-317500" lvl="1" marL="9144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2pPr>
            <a:lvl3pPr indent="-317500" lvl="2" marL="13716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3pPr>
            <a:lvl4pPr indent="-317500" lvl="3" marL="18288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4pPr>
            <a:lvl5pPr indent="-317500" lvl="4" marL="22860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5pPr>
            <a:lvl6pPr indent="-317500" lvl="5" marL="27432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6pPr>
            <a:lvl7pPr indent="-317500" lvl="6" marL="32004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7pPr>
            <a:lvl8pPr indent="-317500" lvl="7" marL="36576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8pPr>
            <a:lvl9pPr indent="-317500" lvl="8" marL="4114800" marR="0" rtl="0" algn="l">
              <a:lnSpc>
                <a:spcPct val="115000"/>
              </a:lnSpc>
              <a:spcBef>
                <a:spcPts val="0"/>
              </a:spcBef>
              <a:spcAft>
                <a:spcPts val="0"/>
              </a:spcAft>
              <a:buClr>
                <a:schemeClr val="dk1"/>
              </a:buClr>
              <a:buSzPts val="1400"/>
              <a:buFont typeface="Archivo"/>
              <a:buChar char="■"/>
              <a:defRPr b="0" i="0" sz="1400" u="none" cap="none" strike="noStrike">
                <a:solidFill>
                  <a:schemeClr val="dk1"/>
                </a:solidFill>
                <a:latin typeface="Archivo"/>
                <a:ea typeface="Archivo"/>
                <a:cs typeface="Archivo"/>
                <a:sym typeface="Archivo"/>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orient="horz" pos="340">
          <p15:clr>
            <a:srgbClr val="EA4335"/>
          </p15:clr>
        </p15:guide>
        <p15:guide id="3" orient="horz" pos="2899">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74" name="Shape 174"/>
        <p:cNvGrpSpPr/>
        <p:nvPr/>
      </p:nvGrpSpPr>
      <p:grpSpPr>
        <a:xfrm>
          <a:off x="0" y="0"/>
          <a:ext cx="0" cy="0"/>
          <a:chOff x="0" y="0"/>
          <a:chExt cx="0" cy="0"/>
        </a:xfrm>
      </p:grpSpPr>
      <p:sp>
        <p:nvSpPr>
          <p:cNvPr id="175" name="Google Shape;175;p7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1pPr>
            <a:lvl2pPr lvl="1"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2pPr>
            <a:lvl3pPr lvl="2"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3pPr>
            <a:lvl4pPr lvl="3"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4pPr>
            <a:lvl5pPr lvl="4"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5pPr>
            <a:lvl6pPr lvl="5"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6pPr>
            <a:lvl7pPr lvl="6"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7pPr>
            <a:lvl8pPr lvl="7"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8pPr>
            <a:lvl9pPr lvl="8" marR="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9pPr>
          </a:lstStyle>
          <a:p/>
        </p:txBody>
      </p:sp>
      <p:sp>
        <p:nvSpPr>
          <p:cNvPr id="176" name="Google Shape;176;p7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png"/><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 Id="rId3" Type="http://schemas.openxmlformats.org/officeDocument/2006/relationships/image" Target="../media/image1.png"/><Relationship Id="rId4" Type="http://schemas.openxmlformats.org/officeDocument/2006/relationships/image" Target="../media/image10.png"/><Relationship Id="rId5" Type="http://schemas.openxmlformats.org/officeDocument/2006/relationships/image" Target="../media/image2.png"/><Relationship Id="rId6" Type="http://schemas.openxmlformats.org/officeDocument/2006/relationships/image" Target="../media/image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4.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 Id="rId3" Type="http://schemas.openxmlformats.org/officeDocument/2006/relationships/image" Target="../media/image8.png"/><Relationship Id="rId4" Type="http://schemas.openxmlformats.org/officeDocument/2006/relationships/image" Target="../media/image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png"/><Relationship Id="rId4" Type="http://schemas.openxmlformats.org/officeDocument/2006/relationships/image" Target="../media/image1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13.png"/><Relationship Id="rId6" Type="http://schemas.openxmlformats.org/officeDocument/2006/relationships/image" Target="../media/image11.png"/><Relationship Id="rId7" Type="http://schemas.openxmlformats.org/officeDocument/2006/relationships/image" Target="../media/image1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1.png"/><Relationship Id="rId4" Type="http://schemas.openxmlformats.org/officeDocument/2006/relationships/image" Target="../media/image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3.png"/><Relationship Id="rId4" Type="http://schemas.openxmlformats.org/officeDocument/2006/relationships/image" Target="../media/image11.png"/><Relationship Id="rId5" Type="http://schemas.openxmlformats.org/officeDocument/2006/relationships/image" Target="../media/image7.png"/><Relationship Id="rId6" Type="http://schemas.openxmlformats.org/officeDocument/2006/relationships/image" Target="../media/image1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16.png"/><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 Id="rId3"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 Id="rId3" Type="http://schemas.openxmlformats.org/officeDocument/2006/relationships/image" Target="../media/image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xml"/><Relationship Id="rId3" Type="http://schemas.openxmlformats.org/officeDocument/2006/relationships/image" Target="../media/image18.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 Id="rId3" Type="http://schemas.openxmlformats.org/officeDocument/2006/relationships/hyperlink" Target="https://slidesgo.com/de/slidesgo-schulel/presentation-tips/how-to-modify-a-graph-in-our-templates" TargetMode="External"/><Relationship Id="rId4" Type="http://schemas.openxmlformats.org/officeDocument/2006/relationships/hyperlink" Target="https://docs.google.com/spreadsheets/d/1HbLaKiYiehr5QhfpGzGknvb8KyuiYO9atHggvQwmns4/copy" TargetMode="External"/><Relationship Id="rId5" Type="http://schemas.openxmlformats.org/officeDocument/2006/relationships/image" Target="../media/image1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image" Target="../media/image2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image" Target="../media/image1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 Id="rId3" Type="http://schemas.openxmlformats.org/officeDocument/2006/relationships/hyperlink" Target="https://storyset.com/illustration/documents/bro/?utm_source=slidesgo_template&amp;utm_medium=referral-link&amp;utm_campaign=sg_resources&amp;utm_content=storyset#6453C2" TargetMode="External"/><Relationship Id="rId4" Type="http://schemas.openxmlformats.org/officeDocument/2006/relationships/hyperlink" Target="https://storyset.com/illustration/shared-workspace/bro/?utm_source=slidesgo_template&amp;utm_medium=referral-link&amp;utm_campaign=sg_resources&amp;utm_content=storyset#6453C2" TargetMode="External"/><Relationship Id="rId5" Type="http://schemas.openxmlformats.org/officeDocument/2006/relationships/hyperlink" Target="https://storyset.com/illustration/internship/bro/?utm_source=slidesgo_template&amp;utm_medium=referral-link&amp;utm_campaign=sg_resources&amp;utm_content=storyset#6453C2" TargetMode="External"/><Relationship Id="rId6" Type="http://schemas.openxmlformats.org/officeDocument/2006/relationships/hyperlink" Target="https://storyset.com/illustration/content-team/bro/?utm_source=slidesgo_template&amp;utm_medium=referral-link&amp;utm_campaign=sg_resources&amp;utm_content=storyset#6453C2"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s://storyset.com/illustration/digital-transformation/bro/?utm_source=slidesgo_template&amp;utm_medium=referral-link&amp;utm_campaign=sg_resources&amp;utm_content=storyset#6453C2" TargetMode="External"/><Relationship Id="rId4" Type="http://schemas.openxmlformats.org/officeDocument/2006/relationships/hyperlink" Target="https://storyset.com/illustration/digital-tools/bro/?utm_source=slidesgo_template&amp;utm_medium=referral-link&amp;utm_campaign=sg_resources&amp;utm_content=storyset#6453C2" TargetMode="External"/><Relationship Id="rId9" Type="http://schemas.openxmlformats.org/officeDocument/2006/relationships/hyperlink" Target="https://storyset.com/illustration/team-spirit/bro/?utm_source=slidesgo_template&amp;utm_medium=referral-link&amp;utm_campaign=sg_resources&amp;utm_content=storyset#6453C2" TargetMode="External"/><Relationship Id="rId5" Type="http://schemas.openxmlformats.org/officeDocument/2006/relationships/hyperlink" Target="https://storyset.com/illustration/digital-lifestyle/bro/?utm_source=slidesgo_template&amp;utm_medium=referral-link&amp;utm_campaign=sg_resources&amp;utm_content=storyset#6453C2" TargetMode="External"/><Relationship Id="rId6" Type="http://schemas.openxmlformats.org/officeDocument/2006/relationships/hyperlink" Target="https://www.freepik.com/free-photo/medium-shot-people-working-together_23404555.htm/?utm_source=slidesgo_template&amp;utm_medium=referral-link&amp;utm_campaign=sg_resources&amp;utm_content=freepik" TargetMode="External"/><Relationship Id="rId7" Type="http://schemas.openxmlformats.org/officeDocument/2006/relationships/hyperlink" Target="https://www.freepik.com/free-photo/industrial-designer-working-3d-model_25177101.htm/?utm_source=slidesgo_template&amp;utm_medium=referral-link&amp;utm_campaign=sg_resources&amp;utm_content=freepik" TargetMode="External"/><Relationship Id="rId8" Type="http://schemas.openxmlformats.org/officeDocument/2006/relationships/hyperlink" Target="https://storyset.com/illustration/business-analytics/bro/?utm_source=slidesgo_template&amp;utm_medium=referral-link&amp;utm_campaign=sg_resources&amp;utm_content=storyset#6453C2" TargetMode="External"/><Relationship Id="rId11" Type="http://schemas.openxmlformats.org/officeDocument/2006/relationships/hyperlink" Target="https://storyset.com/illustration/collab/bro/?utm_source=slidesgo_template&amp;utm_medium=referral-link&amp;utm_campaign=sg_resources&amp;utm_content=storyset#6453C2" TargetMode="External"/><Relationship Id="rId10" Type="http://schemas.openxmlformats.org/officeDocument/2006/relationships/hyperlink" Target="https://storyset.com/illustration/good-team/bro/?utm_source=slidesgo_template&amp;utm_medium=referral-link&amp;utm_campaign=sg_resources&amp;utm_content=storyset#6453C2" TargetMode="External"/><Relationship Id="rId13" Type="http://schemas.openxmlformats.org/officeDocument/2006/relationships/hyperlink" Target="https://storyset.com/illustration/smart-home/bro/?utm_source=slidesgo_template&amp;utm_medium=referral-link&amp;utm_campaign=sg_resources&amp;utm_content=storyset#6453C2" TargetMode="External"/><Relationship Id="rId12" Type="http://schemas.openxmlformats.org/officeDocument/2006/relationships/hyperlink" Target="https://storyset.com/illustration/co-workers/bro/?utm_source=slidesgo_template&amp;utm_medium=referral-link&amp;utm_campaign=sg_resources&amp;utm_content=storyset#6453C2" TargetMode="External"/><Relationship Id="rId15" Type="http://schemas.openxmlformats.org/officeDocument/2006/relationships/hyperlink" Target="https://storyset.com/illustration/developer-activity/bro/?utm_source=slidesgo_template&amp;utm_medium=referral-link&amp;utm_campaign=sg_resources&amp;utm_content=storyset#6453C2" TargetMode="External"/><Relationship Id="rId14" Type="http://schemas.openxmlformats.org/officeDocument/2006/relationships/hyperlink" Target="https://storyset.com/illustration/data-report/amico/?utm_source=slidesgo_template&amp;utm_medium=referral-link&amp;utm_campaign=sg_resources&amp;utm_content=storyset#6453C2"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 Id="rId3" Type="http://schemas.openxmlformats.org/officeDocument/2006/relationships/hyperlink" Target="https://fonts.google.com/specimen/Space+Grotesk" TargetMode="External"/><Relationship Id="rId4" Type="http://schemas.openxmlformats.org/officeDocument/2006/relationships/hyperlink" Target="https://fonts.google.com/specimen/Archiv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9.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20.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1.png"/><Relationship Id="rId14" Type="http://schemas.openxmlformats.org/officeDocument/2006/relationships/image" Target="../media/image24.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3.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 name="Shape 183"/>
        <p:cNvGrpSpPr/>
        <p:nvPr/>
      </p:nvGrpSpPr>
      <p:grpSpPr>
        <a:xfrm>
          <a:off x="0" y="0"/>
          <a:ext cx="0" cy="0"/>
          <a:chOff x="0" y="0"/>
          <a:chExt cx="0" cy="0"/>
        </a:xfrm>
      </p:grpSpPr>
      <p:sp>
        <p:nvSpPr>
          <p:cNvPr id="184" name="Google Shape;184;p1"/>
          <p:cNvSpPr/>
          <p:nvPr/>
        </p:nvSpPr>
        <p:spPr>
          <a:xfrm>
            <a:off x="7694075" y="3532662"/>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1"/>
          <p:cNvSpPr/>
          <p:nvPr/>
        </p:nvSpPr>
        <p:spPr>
          <a:xfrm>
            <a:off x="2900328" y="3601117"/>
            <a:ext cx="2835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1"/>
          <p:cNvSpPr/>
          <p:nvPr/>
        </p:nvSpPr>
        <p:spPr>
          <a:xfrm>
            <a:off x="2977744" y="3656017"/>
            <a:ext cx="26541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1"/>
          <p:cNvSpPr txBox="1"/>
          <p:nvPr>
            <p:ph idx="1" type="subTitle"/>
          </p:nvPr>
        </p:nvSpPr>
        <p:spPr>
          <a:xfrm>
            <a:off x="2917133" y="3619435"/>
            <a:ext cx="2835300" cy="324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solidFill>
                  <a:schemeClr val="lt1"/>
                </a:solidFill>
              </a:rPr>
              <a:t>Santiago Pacheco</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p:txBody>
      </p:sp>
      <p:sp>
        <p:nvSpPr>
          <p:cNvPr id="188" name="Google Shape;188;p1"/>
          <p:cNvSpPr/>
          <p:nvPr/>
        </p:nvSpPr>
        <p:spPr>
          <a:xfrm>
            <a:off x="7696779" y="-1678479"/>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1"/>
          <p:cNvSpPr/>
          <p:nvPr/>
        </p:nvSpPr>
        <p:spPr>
          <a:xfrm>
            <a:off x="3032587" y="-86057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1"/>
          <p:cNvSpPr txBox="1"/>
          <p:nvPr>
            <p:ph type="ctrTitle"/>
          </p:nvPr>
        </p:nvSpPr>
        <p:spPr>
          <a:xfrm>
            <a:off x="323904" y="166624"/>
            <a:ext cx="9290400" cy="1691100"/>
          </a:xfrm>
          <a:prstGeom prst="rect">
            <a:avLst/>
          </a:prstGeom>
          <a:noFill/>
          <a:ln>
            <a:noFill/>
          </a:ln>
        </p:spPr>
        <p:txBody>
          <a:bodyPr anchorCtr="0" anchor="b" bIns="91425" lIns="91425" spcFirstLastPara="1" rIns="91425" wrap="square" tIns="91425">
            <a:noAutofit/>
          </a:bodyPr>
          <a:lstStyle/>
          <a:p>
            <a:pPr indent="0" lvl="0" marL="0" rtl="0" algn="l">
              <a:lnSpc>
                <a:spcPct val="90000"/>
              </a:lnSpc>
              <a:spcBef>
                <a:spcPts val="0"/>
              </a:spcBef>
              <a:spcAft>
                <a:spcPts val="0"/>
              </a:spcAft>
              <a:buSzPts val="5200"/>
              <a:buNone/>
            </a:pPr>
            <a:r>
              <a:rPr lang="de" sz="4500"/>
              <a:t>MetricFlow SQA: UARGFlow y Estudio de mercado</a:t>
            </a:r>
            <a:endParaRPr sz="4500"/>
          </a:p>
        </p:txBody>
      </p:sp>
      <p:pic>
        <p:nvPicPr>
          <p:cNvPr id="191" name="Google Shape;191;p1"/>
          <p:cNvPicPr preferRelativeResize="0"/>
          <p:nvPr/>
        </p:nvPicPr>
        <p:blipFill>
          <a:blip r:embed="rId3">
            <a:alphaModFix/>
          </a:blip>
          <a:stretch>
            <a:fillRect/>
          </a:stretch>
        </p:blipFill>
        <p:spPr>
          <a:xfrm>
            <a:off x="358186" y="2770248"/>
            <a:ext cx="1954850" cy="1928325"/>
          </a:xfrm>
          <a:prstGeom prst="rect">
            <a:avLst/>
          </a:prstGeom>
          <a:noFill/>
          <a:ln>
            <a:noFill/>
          </a:ln>
        </p:spPr>
      </p:pic>
      <p:sp>
        <p:nvSpPr>
          <p:cNvPr id="192" name="Google Shape;192;p1"/>
          <p:cNvSpPr/>
          <p:nvPr/>
        </p:nvSpPr>
        <p:spPr>
          <a:xfrm>
            <a:off x="2900328" y="2824897"/>
            <a:ext cx="2835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1"/>
          <p:cNvSpPr/>
          <p:nvPr/>
        </p:nvSpPr>
        <p:spPr>
          <a:xfrm>
            <a:off x="2977744" y="2879797"/>
            <a:ext cx="26541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1"/>
          <p:cNvSpPr txBox="1"/>
          <p:nvPr>
            <p:ph idx="1" type="subTitle"/>
          </p:nvPr>
        </p:nvSpPr>
        <p:spPr>
          <a:xfrm>
            <a:off x="2917133" y="2843215"/>
            <a:ext cx="2835300" cy="324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solidFill>
                  <a:schemeClr val="lt1"/>
                </a:solidFill>
              </a:rPr>
              <a:t>Ezequiel Mansilla</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p:txBody>
      </p:sp>
      <p:sp>
        <p:nvSpPr>
          <p:cNvPr id="195" name="Google Shape;195;p1"/>
          <p:cNvSpPr/>
          <p:nvPr/>
        </p:nvSpPr>
        <p:spPr>
          <a:xfrm>
            <a:off x="6136203" y="3601117"/>
            <a:ext cx="2835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1"/>
          <p:cNvSpPr/>
          <p:nvPr/>
        </p:nvSpPr>
        <p:spPr>
          <a:xfrm>
            <a:off x="6213619" y="3656017"/>
            <a:ext cx="26541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1"/>
          <p:cNvSpPr txBox="1"/>
          <p:nvPr>
            <p:ph idx="1" type="subTitle"/>
          </p:nvPr>
        </p:nvSpPr>
        <p:spPr>
          <a:xfrm>
            <a:off x="6153008" y="3619435"/>
            <a:ext cx="2835300" cy="324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solidFill>
                  <a:schemeClr val="lt1"/>
                </a:solidFill>
              </a:rPr>
              <a:t>Lorenzo Teppa</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p:txBody>
      </p:sp>
      <p:sp>
        <p:nvSpPr>
          <p:cNvPr id="198" name="Google Shape;198;p1"/>
          <p:cNvSpPr/>
          <p:nvPr/>
        </p:nvSpPr>
        <p:spPr>
          <a:xfrm>
            <a:off x="6136203" y="2824897"/>
            <a:ext cx="2835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1"/>
          <p:cNvSpPr/>
          <p:nvPr/>
        </p:nvSpPr>
        <p:spPr>
          <a:xfrm>
            <a:off x="6213619" y="2879797"/>
            <a:ext cx="26541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1"/>
          <p:cNvSpPr txBox="1"/>
          <p:nvPr>
            <p:ph idx="1" type="subTitle"/>
          </p:nvPr>
        </p:nvSpPr>
        <p:spPr>
          <a:xfrm>
            <a:off x="6153008" y="2843215"/>
            <a:ext cx="2835300" cy="324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solidFill>
                  <a:schemeClr val="lt1"/>
                </a:solidFill>
              </a:rPr>
              <a:t>Fabricio Nuñez</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p:txBody>
      </p:sp>
      <p:sp>
        <p:nvSpPr>
          <p:cNvPr id="201" name="Google Shape;201;p1"/>
          <p:cNvSpPr/>
          <p:nvPr/>
        </p:nvSpPr>
        <p:spPr>
          <a:xfrm>
            <a:off x="4463128" y="4325497"/>
            <a:ext cx="2835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1"/>
          <p:cNvSpPr/>
          <p:nvPr/>
        </p:nvSpPr>
        <p:spPr>
          <a:xfrm>
            <a:off x="4540544" y="4380397"/>
            <a:ext cx="26541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1"/>
          <p:cNvSpPr txBox="1"/>
          <p:nvPr>
            <p:ph idx="1" type="subTitle"/>
          </p:nvPr>
        </p:nvSpPr>
        <p:spPr>
          <a:xfrm>
            <a:off x="4479933" y="4343815"/>
            <a:ext cx="2835300" cy="324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solidFill>
                  <a:schemeClr val="lt1"/>
                </a:solidFill>
              </a:rPr>
              <a:t>Malcom Salazar</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a:p>
            <a:pPr indent="0" lvl="0" marL="0" rtl="0" algn="ctr">
              <a:lnSpc>
                <a:spcPct val="100000"/>
              </a:lnSpc>
              <a:spcBef>
                <a:spcPts val="0"/>
              </a:spcBef>
              <a:spcAft>
                <a:spcPts val="0"/>
              </a:spcAft>
              <a:buSzPts val="2800"/>
              <a:buNone/>
            </a:pPr>
            <a:r>
              <a:t/>
            </a:r>
            <a:endParaRPr>
              <a:solidFill>
                <a:schemeClr val="lt1"/>
              </a:solidFill>
            </a:endParaRPr>
          </a:p>
        </p:txBody>
      </p:sp>
      <p:sp>
        <p:nvSpPr>
          <p:cNvPr id="204" name="Google Shape;204;p1"/>
          <p:cNvSpPr txBox="1"/>
          <p:nvPr/>
        </p:nvSpPr>
        <p:spPr>
          <a:xfrm>
            <a:off x="239050" y="2190600"/>
            <a:ext cx="25233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de" sz="2300">
                <a:solidFill>
                  <a:schemeClr val="dk1"/>
                </a:solidFill>
                <a:latin typeface="Archivo"/>
                <a:ea typeface="Archivo"/>
                <a:cs typeface="Archivo"/>
                <a:sym typeface="Archivo"/>
              </a:rPr>
              <a:t>Presentado por:</a:t>
            </a:r>
            <a:endParaRPr sz="5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 name="Shape 208"/>
        <p:cNvGrpSpPr/>
        <p:nvPr/>
      </p:nvGrpSpPr>
      <p:grpSpPr>
        <a:xfrm>
          <a:off x="0" y="0"/>
          <a:ext cx="0" cy="0"/>
          <a:chOff x="0" y="0"/>
          <a:chExt cx="0" cy="0"/>
        </a:xfrm>
      </p:grpSpPr>
      <p:sp>
        <p:nvSpPr>
          <p:cNvPr id="209" name="Google Shape;209;g37e67b3b5b0_0_0"/>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2800"/>
              <a:buFont typeface="Arial"/>
              <a:buNone/>
            </a:pPr>
            <a:r>
              <a:rPr lang="de"/>
              <a:t>ESTANDARES Y METRICAS DE CALIDAD</a:t>
            </a:r>
            <a:endParaRPr>
              <a:solidFill>
                <a:schemeClr val="lt1"/>
              </a:solidFill>
              <a:latin typeface="Archivo"/>
              <a:ea typeface="Archivo"/>
              <a:cs typeface="Archivo"/>
              <a:sym typeface="Archivo"/>
            </a:endParaRPr>
          </a:p>
        </p:txBody>
      </p:sp>
      <p:sp>
        <p:nvSpPr>
          <p:cNvPr id="210" name="Google Shape;210;g37e67b3b5b0_0_0"/>
          <p:cNvSpPr txBox="1"/>
          <p:nvPr/>
        </p:nvSpPr>
        <p:spPr>
          <a:xfrm>
            <a:off x="175300" y="0"/>
            <a:ext cx="957300" cy="42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de">
                <a:solidFill>
                  <a:schemeClr val="dk1"/>
                </a:solidFill>
                <a:latin typeface="Archivo"/>
                <a:ea typeface="Archivo"/>
                <a:cs typeface="Archivo"/>
                <a:sym typeface="Archivo"/>
              </a:rPr>
              <a:t>Fabricio</a:t>
            </a:r>
            <a:endParaRPr>
              <a:solidFill>
                <a:schemeClr val="dk1"/>
              </a:solidFill>
              <a:latin typeface="Archivo"/>
              <a:ea typeface="Archivo"/>
              <a:cs typeface="Archivo"/>
              <a:sym typeface="Archivo"/>
            </a:endParaRPr>
          </a:p>
        </p:txBody>
      </p:sp>
      <p:graphicFrame>
        <p:nvGraphicFramePr>
          <p:cNvPr id="211" name="Google Shape;211;g37e67b3b5b0_0_0"/>
          <p:cNvGraphicFramePr/>
          <p:nvPr/>
        </p:nvGraphicFramePr>
        <p:xfrm>
          <a:off x="-12" y="1040375"/>
          <a:ext cx="3000000" cy="3000000"/>
        </p:xfrm>
        <a:graphic>
          <a:graphicData uri="http://schemas.openxmlformats.org/drawingml/2006/table">
            <a:tbl>
              <a:tblPr>
                <a:noFill/>
                <a:tableStyleId>{122EF437-FB1E-49EE-BD4A-A9CED8C4578C}</a:tableStyleId>
              </a:tblPr>
              <a:tblGrid>
                <a:gridCol w="1447525"/>
                <a:gridCol w="1081225"/>
                <a:gridCol w="1883425"/>
                <a:gridCol w="1395150"/>
                <a:gridCol w="1825275"/>
                <a:gridCol w="1511400"/>
              </a:tblGrid>
              <a:tr h="1968225">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Estándar de calidad</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Métrica de calidad</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Cómo se calcula / fórmula</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Para qué sirve (objetivo)</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Categoría de tarea/actividad</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c>
                  <a:txBody>
                    <a:bodyPr/>
                    <a:lstStyle/>
                    <a:p>
                      <a:pPr indent="0" lvl="0" marL="0" rtl="0" algn="ctr">
                        <a:lnSpc>
                          <a:spcPct val="115000"/>
                        </a:lnSpc>
                        <a:spcBef>
                          <a:spcPts val="1200"/>
                        </a:spcBef>
                        <a:spcAft>
                          <a:spcPts val="800"/>
                        </a:spcAft>
                        <a:buNone/>
                      </a:pPr>
                      <a:r>
                        <a:rPr b="1" lang="de" sz="1650">
                          <a:solidFill>
                            <a:srgbClr val="FFFFFF"/>
                          </a:solidFill>
                          <a:latin typeface="Space Grotesk"/>
                          <a:ea typeface="Space Grotesk"/>
                          <a:cs typeface="Space Grotesk"/>
                          <a:sym typeface="Space Grotesk"/>
                        </a:rPr>
                        <a:t>Fase RUP para comenzar evaluación</a:t>
                      </a:r>
                      <a:endParaRPr b="1" sz="1650">
                        <a:solidFill>
                          <a:srgbClr val="FFFFFF"/>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38100">
                      <a:solidFill>
                        <a:srgbClr val="FFFFFF"/>
                      </a:solidFill>
                      <a:prstDash val="solid"/>
                      <a:round/>
                      <a:headEnd len="sm" w="sm" type="none"/>
                      <a:tailEnd len="sm" w="sm" type="none"/>
                    </a:lnT>
                    <a:lnB cap="flat" cmpd="sng" w="15250">
                      <a:solidFill>
                        <a:srgbClr val="45B0E1"/>
                      </a:solidFill>
                      <a:prstDash val="solid"/>
                      <a:round/>
                      <a:headEnd len="sm" w="sm" type="none"/>
                      <a:tailEnd len="sm" w="sm" type="none"/>
                    </a:lnB>
                    <a:solidFill>
                      <a:srgbClr val="215E99"/>
                    </a:solidFill>
                  </a:tcPr>
                </a:tc>
              </a:tr>
              <a:tr h="2134900">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ISO/IEC 25000 (SQuaRE)</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AE2D5"/>
                    </a:solidFill>
                  </a:tcPr>
                </a:tc>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Tasa de cambio de código (%)</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2F2F2"/>
                    </a:solidFill>
                  </a:tcPr>
                </a:tc>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(Líneas modificadas / líneas totales) * 100</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2F2F2"/>
                    </a:solidFill>
                  </a:tcPr>
                </a:tc>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Evaluar estabilidad y riesgo de introducir errores</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2F2F2"/>
                    </a:solidFill>
                  </a:tcPr>
                </a:tc>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Gestión de configuración</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2F2F2"/>
                    </a:solidFill>
                  </a:tcPr>
                </a:tc>
                <a:tc>
                  <a:txBody>
                    <a:bodyPr/>
                    <a:lstStyle/>
                    <a:p>
                      <a:pPr indent="0" lvl="0" marL="0" rtl="0" algn="ctr">
                        <a:lnSpc>
                          <a:spcPct val="115000"/>
                        </a:lnSpc>
                        <a:spcBef>
                          <a:spcPts val="1200"/>
                        </a:spcBef>
                        <a:spcAft>
                          <a:spcPts val="800"/>
                        </a:spcAft>
                        <a:buNone/>
                      </a:pPr>
                      <a:r>
                        <a:rPr b="1" lang="de" sz="1650">
                          <a:solidFill>
                            <a:srgbClr val="0F4761"/>
                          </a:solidFill>
                          <a:latin typeface="Space Grotesk"/>
                          <a:ea typeface="Space Grotesk"/>
                          <a:cs typeface="Space Grotesk"/>
                          <a:sym typeface="Space Grotesk"/>
                        </a:rPr>
                        <a:t>Construcción</a:t>
                      </a:r>
                      <a:endParaRPr b="1" sz="1650">
                        <a:solidFill>
                          <a:srgbClr val="0F4761"/>
                        </a:solidFill>
                        <a:latin typeface="Space Grotesk"/>
                        <a:ea typeface="Space Grotesk"/>
                        <a:cs typeface="Space Grotesk"/>
                        <a:sym typeface="Space Grotesk"/>
                      </a:endParaRPr>
                    </a:p>
                  </a:txBody>
                  <a:tcPr marT="91425" marB="91425" marR="68575" marL="68575" anchor="ctr">
                    <a:lnL cap="flat" cmpd="sng" w="38100">
                      <a:solidFill>
                        <a:srgbClr val="FFFFFF"/>
                      </a:solidFill>
                      <a:prstDash val="solid"/>
                      <a:round/>
                      <a:headEnd len="sm" w="sm" type="none"/>
                      <a:tailEnd len="sm" w="sm" type="none"/>
                    </a:lnL>
                    <a:lnR cap="flat" cmpd="sng" w="38100">
                      <a:solidFill>
                        <a:srgbClr val="FFFFFF"/>
                      </a:solidFill>
                      <a:prstDash val="solid"/>
                      <a:round/>
                      <a:headEnd len="sm" w="sm" type="none"/>
                      <a:tailEnd len="sm" w="sm" type="none"/>
                    </a:lnR>
                    <a:lnT cap="flat" cmpd="sng" w="15250">
                      <a:solidFill>
                        <a:srgbClr val="45B0E1"/>
                      </a:solidFill>
                      <a:prstDash val="solid"/>
                      <a:round/>
                      <a:headEnd len="sm" w="sm" type="none"/>
                      <a:tailEnd len="sm" w="sm" type="none"/>
                    </a:lnT>
                    <a:lnB cap="flat" cmpd="sng" w="38100">
                      <a:solidFill>
                        <a:srgbClr val="FFFFFF"/>
                      </a:solidFill>
                      <a:prstDash val="solid"/>
                      <a:round/>
                      <a:headEnd len="sm" w="sm" type="none"/>
                      <a:tailEnd len="sm" w="sm" type="none"/>
                    </a:lnB>
                    <a:solidFill>
                      <a:srgbClr val="F2F2F2"/>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sp>
        <p:nvSpPr>
          <p:cNvPr id="216" name="Google Shape;216;p3"/>
          <p:cNvSpPr/>
          <p:nvPr/>
        </p:nvSpPr>
        <p:spPr>
          <a:xfrm>
            <a:off x="1488777" y="1817175"/>
            <a:ext cx="28314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3"/>
          <p:cNvSpPr/>
          <p:nvPr/>
        </p:nvSpPr>
        <p:spPr>
          <a:xfrm>
            <a:off x="397265" y="1560244"/>
            <a:ext cx="983400" cy="983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3"/>
          <p:cNvSpPr/>
          <p:nvPr/>
        </p:nvSpPr>
        <p:spPr>
          <a:xfrm>
            <a:off x="420301" y="1583280"/>
            <a:ext cx="937328" cy="93732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3"/>
          <p:cNvSpPr/>
          <p:nvPr/>
        </p:nvSpPr>
        <p:spPr>
          <a:xfrm>
            <a:off x="5725783" y="1810724"/>
            <a:ext cx="30327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3"/>
          <p:cNvSpPr/>
          <p:nvPr/>
        </p:nvSpPr>
        <p:spPr>
          <a:xfrm>
            <a:off x="4643068" y="1553799"/>
            <a:ext cx="983400" cy="983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3"/>
          <p:cNvSpPr/>
          <p:nvPr/>
        </p:nvSpPr>
        <p:spPr>
          <a:xfrm>
            <a:off x="4666104" y="1576835"/>
            <a:ext cx="937328" cy="93732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3"/>
          <p:cNvSpPr/>
          <p:nvPr/>
        </p:nvSpPr>
        <p:spPr>
          <a:xfrm>
            <a:off x="1471675" y="3164875"/>
            <a:ext cx="28842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3"/>
          <p:cNvSpPr/>
          <p:nvPr/>
        </p:nvSpPr>
        <p:spPr>
          <a:xfrm>
            <a:off x="393731" y="2907955"/>
            <a:ext cx="983400" cy="983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3"/>
          <p:cNvSpPr/>
          <p:nvPr/>
        </p:nvSpPr>
        <p:spPr>
          <a:xfrm>
            <a:off x="416767" y="2930991"/>
            <a:ext cx="937328" cy="93732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3"/>
          <p:cNvSpPr txBox="1"/>
          <p:nvPr>
            <p:ph type="title"/>
          </p:nvPr>
        </p:nvSpPr>
        <p:spPr>
          <a:xfrm>
            <a:off x="1720191" y="1919366"/>
            <a:ext cx="24240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UARGFlow</a:t>
            </a:r>
            <a:endParaRPr>
              <a:solidFill>
                <a:schemeClr val="lt1"/>
              </a:solidFill>
            </a:endParaRPr>
          </a:p>
        </p:txBody>
      </p:sp>
      <p:sp>
        <p:nvSpPr>
          <p:cNvPr id="226" name="Google Shape;226;p3"/>
          <p:cNvSpPr txBox="1"/>
          <p:nvPr>
            <p:ph idx="2" type="title"/>
          </p:nvPr>
        </p:nvSpPr>
        <p:spPr>
          <a:xfrm>
            <a:off x="497165" y="1815394"/>
            <a:ext cx="783600" cy="47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500"/>
              <a:buNone/>
            </a:pPr>
            <a:r>
              <a:rPr lang="de"/>
              <a:t>01</a:t>
            </a:r>
            <a:endParaRPr/>
          </a:p>
        </p:txBody>
      </p:sp>
      <p:sp>
        <p:nvSpPr>
          <p:cNvPr id="227" name="Google Shape;227;p3"/>
          <p:cNvSpPr txBox="1"/>
          <p:nvPr>
            <p:ph idx="3"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Contenido</a:t>
            </a:r>
            <a:endParaRPr/>
          </a:p>
        </p:txBody>
      </p:sp>
      <p:sp>
        <p:nvSpPr>
          <p:cNvPr id="228" name="Google Shape;228;p3"/>
          <p:cNvSpPr txBox="1"/>
          <p:nvPr>
            <p:ph idx="4" type="title"/>
          </p:nvPr>
        </p:nvSpPr>
        <p:spPr>
          <a:xfrm>
            <a:off x="5877533" y="1904068"/>
            <a:ext cx="28842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Estudio de Mercado</a:t>
            </a:r>
            <a:endParaRPr>
              <a:solidFill>
                <a:schemeClr val="lt1"/>
              </a:solidFill>
            </a:endParaRPr>
          </a:p>
        </p:txBody>
      </p:sp>
      <p:sp>
        <p:nvSpPr>
          <p:cNvPr id="229" name="Google Shape;229;p3"/>
          <p:cNvSpPr txBox="1"/>
          <p:nvPr>
            <p:ph idx="6" type="title"/>
          </p:nvPr>
        </p:nvSpPr>
        <p:spPr>
          <a:xfrm>
            <a:off x="4742968" y="1808949"/>
            <a:ext cx="783600" cy="47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500"/>
              <a:buNone/>
            </a:pPr>
            <a:r>
              <a:rPr lang="de"/>
              <a:t>02</a:t>
            </a:r>
            <a:endParaRPr/>
          </a:p>
        </p:txBody>
      </p:sp>
      <p:sp>
        <p:nvSpPr>
          <p:cNvPr id="230" name="Google Shape;230;p3"/>
          <p:cNvSpPr txBox="1"/>
          <p:nvPr>
            <p:ph idx="9" type="title"/>
          </p:nvPr>
        </p:nvSpPr>
        <p:spPr>
          <a:xfrm>
            <a:off x="493631" y="3163105"/>
            <a:ext cx="783600" cy="47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500"/>
              <a:buNone/>
            </a:pPr>
            <a:r>
              <a:rPr lang="de"/>
              <a:t>03</a:t>
            </a:r>
            <a:endParaRPr/>
          </a:p>
        </p:txBody>
      </p:sp>
      <p:sp>
        <p:nvSpPr>
          <p:cNvPr id="231" name="Google Shape;231;p3"/>
          <p:cNvSpPr/>
          <p:nvPr/>
        </p:nvSpPr>
        <p:spPr>
          <a:xfrm>
            <a:off x="4632633" y="2912793"/>
            <a:ext cx="983400" cy="983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3"/>
          <p:cNvSpPr/>
          <p:nvPr/>
        </p:nvSpPr>
        <p:spPr>
          <a:xfrm>
            <a:off x="4655669" y="2935829"/>
            <a:ext cx="937328" cy="93732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3"/>
          <p:cNvSpPr txBox="1"/>
          <p:nvPr>
            <p:ph idx="9" type="title"/>
          </p:nvPr>
        </p:nvSpPr>
        <p:spPr>
          <a:xfrm>
            <a:off x="4732533" y="3167943"/>
            <a:ext cx="783600" cy="473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500"/>
              <a:buNone/>
            </a:pPr>
            <a:r>
              <a:rPr lang="de"/>
              <a:t>04</a:t>
            </a:r>
            <a:endParaRPr/>
          </a:p>
        </p:txBody>
      </p:sp>
      <p:pic>
        <p:nvPicPr>
          <p:cNvPr id="234" name="Google Shape;234;p3"/>
          <p:cNvPicPr preferRelativeResize="0"/>
          <p:nvPr/>
        </p:nvPicPr>
        <p:blipFill>
          <a:blip r:embed="rId3">
            <a:alphaModFix/>
          </a:blip>
          <a:stretch>
            <a:fillRect/>
          </a:stretch>
        </p:blipFill>
        <p:spPr>
          <a:xfrm>
            <a:off x="368018" y="4350495"/>
            <a:ext cx="689547" cy="680200"/>
          </a:xfrm>
          <a:prstGeom prst="rect">
            <a:avLst/>
          </a:prstGeom>
          <a:noFill/>
          <a:ln>
            <a:noFill/>
          </a:ln>
        </p:spPr>
      </p:pic>
      <p:sp>
        <p:nvSpPr>
          <p:cNvPr id="235" name="Google Shape;235;p3"/>
          <p:cNvSpPr/>
          <p:nvPr/>
        </p:nvSpPr>
        <p:spPr>
          <a:xfrm>
            <a:off x="5753575" y="3208800"/>
            <a:ext cx="30327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3"/>
          <p:cNvSpPr txBox="1"/>
          <p:nvPr>
            <p:ph idx="4" type="title"/>
          </p:nvPr>
        </p:nvSpPr>
        <p:spPr>
          <a:xfrm>
            <a:off x="1531651" y="3260645"/>
            <a:ext cx="28314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Modelo de Dominio</a:t>
            </a:r>
            <a:endParaRPr>
              <a:solidFill>
                <a:schemeClr val="lt1"/>
              </a:solidFill>
            </a:endParaRPr>
          </a:p>
        </p:txBody>
      </p:sp>
      <p:sp>
        <p:nvSpPr>
          <p:cNvPr id="237" name="Google Shape;237;p3"/>
          <p:cNvSpPr txBox="1"/>
          <p:nvPr>
            <p:ph type="title"/>
          </p:nvPr>
        </p:nvSpPr>
        <p:spPr>
          <a:xfrm>
            <a:off x="6068090" y="3307955"/>
            <a:ext cx="24609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Avances</a:t>
            </a:r>
            <a:endParaRPr>
              <a:solidFill>
                <a:schemeClr val="lt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 name="Shape 241"/>
        <p:cNvGrpSpPr/>
        <p:nvPr/>
      </p:nvGrpSpPr>
      <p:grpSpPr>
        <a:xfrm>
          <a:off x="0" y="0"/>
          <a:ext cx="0" cy="0"/>
          <a:chOff x="0" y="0"/>
          <a:chExt cx="0" cy="0"/>
        </a:xfrm>
      </p:grpSpPr>
      <p:sp>
        <p:nvSpPr>
          <p:cNvPr id="242" name="Google Shape;242;p6"/>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2800"/>
              <a:buFont typeface="Arial"/>
              <a:buNone/>
            </a:pPr>
            <a:r>
              <a:rPr lang="de"/>
              <a:t>¿Qué es MetricFlow SQA?</a:t>
            </a:r>
            <a:endParaRPr>
              <a:solidFill>
                <a:schemeClr val="lt1"/>
              </a:solidFill>
              <a:latin typeface="Archivo"/>
              <a:ea typeface="Archivo"/>
              <a:cs typeface="Archivo"/>
              <a:sym typeface="Archivo"/>
            </a:endParaRPr>
          </a:p>
        </p:txBody>
      </p:sp>
      <p:sp>
        <p:nvSpPr>
          <p:cNvPr id="243" name="Google Shape;243;p6"/>
          <p:cNvSpPr txBox="1"/>
          <p:nvPr>
            <p:ph idx="4294967295" type="body"/>
          </p:nvPr>
        </p:nvSpPr>
        <p:spPr>
          <a:xfrm>
            <a:off x="150932" y="1527169"/>
            <a:ext cx="9072000" cy="2532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de" sz="3100"/>
              <a:t>MetricFlow SQA es un software para llevar registro, seguimiento y análisis de las métricas de calidad durante las iteraciones en los proyectos.</a:t>
            </a:r>
            <a:endParaRPr sz="3100"/>
          </a:p>
          <a:p>
            <a:pPr indent="0" lvl="0" marL="0" rtl="0" algn="l">
              <a:lnSpc>
                <a:spcPct val="100000"/>
              </a:lnSpc>
              <a:spcBef>
                <a:spcPts val="0"/>
              </a:spcBef>
              <a:spcAft>
                <a:spcPts val="0"/>
              </a:spcAft>
              <a:buClr>
                <a:schemeClr val="dk1"/>
              </a:buClr>
              <a:buSzPts val="1100"/>
              <a:buFont typeface="Arial"/>
              <a:buNone/>
            </a:pPr>
            <a:r>
              <a:rPr lang="de" sz="3100"/>
              <a:t>Garantizando el cumplimiento de estándares de calidad definidos en el plan SQA.</a:t>
            </a:r>
            <a:endParaRPr sz="3100"/>
          </a:p>
          <a:p>
            <a:pPr indent="0" lvl="0" marL="0" rtl="0" algn="l">
              <a:lnSpc>
                <a:spcPct val="100000"/>
              </a:lnSpc>
              <a:spcBef>
                <a:spcPts val="0"/>
              </a:spcBef>
              <a:spcAft>
                <a:spcPts val="0"/>
              </a:spcAft>
              <a:buNone/>
            </a:pPr>
            <a:r>
              <a:t/>
            </a:r>
            <a:endParaRPr sz="1200"/>
          </a:p>
        </p:txBody>
      </p:sp>
      <p:pic>
        <p:nvPicPr>
          <p:cNvPr id="244" name="Google Shape;244;p6"/>
          <p:cNvPicPr preferRelativeResize="0"/>
          <p:nvPr/>
        </p:nvPicPr>
        <p:blipFill>
          <a:blip r:embed="rId3">
            <a:alphaModFix/>
          </a:blip>
          <a:stretch>
            <a:fillRect/>
          </a:stretch>
        </p:blipFill>
        <p:spPr>
          <a:xfrm>
            <a:off x="198230" y="4339750"/>
            <a:ext cx="689547" cy="680200"/>
          </a:xfrm>
          <a:prstGeom prst="rect">
            <a:avLst/>
          </a:prstGeom>
          <a:noFill/>
          <a:ln>
            <a:noFill/>
          </a:ln>
        </p:spPr>
      </p:pic>
      <p:pic>
        <p:nvPicPr>
          <p:cNvPr id="245" name="Google Shape;245;p6"/>
          <p:cNvPicPr preferRelativeResize="0"/>
          <p:nvPr/>
        </p:nvPicPr>
        <p:blipFill>
          <a:blip r:embed="rId4">
            <a:alphaModFix/>
          </a:blip>
          <a:stretch>
            <a:fillRect/>
          </a:stretch>
        </p:blipFill>
        <p:spPr>
          <a:xfrm>
            <a:off x="8218775" y="4328776"/>
            <a:ext cx="699138" cy="7021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22"/>
          <p:cNvSpPr/>
          <p:nvPr/>
        </p:nvSpPr>
        <p:spPr>
          <a:xfrm>
            <a:off x="221442" y="1488400"/>
            <a:ext cx="3079500" cy="1204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22"/>
          <p:cNvSpPr/>
          <p:nvPr/>
        </p:nvSpPr>
        <p:spPr>
          <a:xfrm>
            <a:off x="3489521" y="3140988"/>
            <a:ext cx="900000" cy="900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22"/>
          <p:cNvSpPr/>
          <p:nvPr/>
        </p:nvSpPr>
        <p:spPr>
          <a:xfrm>
            <a:off x="3510608" y="3162075"/>
            <a:ext cx="858078" cy="85807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22"/>
          <p:cNvSpPr/>
          <p:nvPr/>
        </p:nvSpPr>
        <p:spPr>
          <a:xfrm>
            <a:off x="3484847" y="1599018"/>
            <a:ext cx="900000" cy="900000"/>
          </a:xfrm>
          <a:prstGeom prst="ellipse">
            <a:avLst/>
          </a:prstGeom>
          <a:solidFill>
            <a:schemeClr val="dk2"/>
          </a:solidFill>
          <a:ln>
            <a:noFill/>
          </a:ln>
        </p:spPr>
        <p:txBody>
          <a:bodyPr anchorCtr="0" anchor="ctr" bIns="91450" lIns="91450" spcFirstLastPara="1" rIns="91450" wrap="square" tIns="9145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22"/>
          <p:cNvSpPr/>
          <p:nvPr/>
        </p:nvSpPr>
        <p:spPr>
          <a:xfrm>
            <a:off x="3505935" y="1620106"/>
            <a:ext cx="858203" cy="85820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50" lIns="91450" spcFirstLastPara="1" rIns="91450" wrap="square" tIns="9145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22"/>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SOBRE UARGFLOW</a:t>
            </a:r>
            <a:endParaRPr/>
          </a:p>
        </p:txBody>
      </p:sp>
      <p:sp>
        <p:nvSpPr>
          <p:cNvPr id="256" name="Google Shape;256;p22"/>
          <p:cNvSpPr/>
          <p:nvPr/>
        </p:nvSpPr>
        <p:spPr>
          <a:xfrm flipH="1">
            <a:off x="4608041" y="3151400"/>
            <a:ext cx="900000" cy="900000"/>
          </a:xfrm>
          <a:prstGeom prst="ellipse">
            <a:avLst/>
          </a:prstGeom>
          <a:solidFill>
            <a:schemeClr val="dk2"/>
          </a:solidFill>
          <a:ln>
            <a:noFill/>
          </a:ln>
        </p:spPr>
        <p:txBody>
          <a:bodyPr anchorCtr="0" anchor="ctr" bIns="91400" lIns="91400" spcFirstLastPara="1" rIns="91400" wrap="square" tIns="914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399" u="none" cap="none" strike="noStrike">
              <a:solidFill>
                <a:srgbClr val="000000"/>
              </a:solidFill>
              <a:latin typeface="Arial"/>
              <a:ea typeface="Arial"/>
              <a:cs typeface="Arial"/>
              <a:sym typeface="Arial"/>
            </a:endParaRPr>
          </a:p>
        </p:txBody>
      </p:sp>
      <p:sp>
        <p:nvSpPr>
          <p:cNvPr id="257" name="Google Shape;257;p22"/>
          <p:cNvSpPr/>
          <p:nvPr/>
        </p:nvSpPr>
        <p:spPr>
          <a:xfrm flipH="1">
            <a:off x="4629130" y="3172483"/>
            <a:ext cx="857827" cy="857827"/>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00" lIns="91400" spcFirstLastPara="1" rIns="91400" wrap="square" tIns="914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399" u="none" cap="none" strike="noStrike">
              <a:solidFill>
                <a:srgbClr val="000000"/>
              </a:solidFill>
              <a:latin typeface="Arial"/>
              <a:ea typeface="Arial"/>
              <a:cs typeface="Arial"/>
              <a:sym typeface="Arial"/>
            </a:endParaRPr>
          </a:p>
        </p:txBody>
      </p:sp>
      <p:sp>
        <p:nvSpPr>
          <p:cNvPr id="258" name="Google Shape;258;p22"/>
          <p:cNvSpPr/>
          <p:nvPr/>
        </p:nvSpPr>
        <p:spPr>
          <a:xfrm flipH="1">
            <a:off x="4595570" y="1595336"/>
            <a:ext cx="900000" cy="900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399" u="none" cap="none" strike="noStrike">
              <a:solidFill>
                <a:srgbClr val="000000"/>
              </a:solidFill>
              <a:latin typeface="Arial"/>
              <a:ea typeface="Arial"/>
              <a:cs typeface="Arial"/>
              <a:sym typeface="Arial"/>
            </a:endParaRPr>
          </a:p>
        </p:txBody>
      </p:sp>
      <p:sp>
        <p:nvSpPr>
          <p:cNvPr id="259" name="Google Shape;259;p22"/>
          <p:cNvSpPr/>
          <p:nvPr/>
        </p:nvSpPr>
        <p:spPr>
          <a:xfrm flipH="1">
            <a:off x="4616532" y="1616421"/>
            <a:ext cx="857953" cy="857827"/>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399" u="none" cap="none" strike="noStrike">
              <a:solidFill>
                <a:srgbClr val="000000"/>
              </a:solidFill>
              <a:latin typeface="Arial"/>
              <a:ea typeface="Arial"/>
              <a:cs typeface="Arial"/>
              <a:sym typeface="Arial"/>
            </a:endParaRPr>
          </a:p>
        </p:txBody>
      </p:sp>
      <p:sp>
        <p:nvSpPr>
          <p:cNvPr id="260" name="Google Shape;260;p22"/>
          <p:cNvSpPr txBox="1"/>
          <p:nvPr/>
        </p:nvSpPr>
        <p:spPr>
          <a:xfrm>
            <a:off x="263815" y="1588701"/>
            <a:ext cx="3000000" cy="978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de" sz="2400">
                <a:solidFill>
                  <a:schemeClr val="lt1"/>
                </a:solidFill>
                <a:latin typeface="Space Grotesk"/>
                <a:ea typeface="Space Grotesk"/>
                <a:cs typeface="Space Grotesk"/>
                <a:sym typeface="Space Grotesk"/>
              </a:rPr>
              <a:t>Aplicación básica web responsiva</a:t>
            </a:r>
            <a:endParaRPr sz="1300"/>
          </a:p>
        </p:txBody>
      </p:sp>
      <p:sp>
        <p:nvSpPr>
          <p:cNvPr id="261" name="Google Shape;261;p22"/>
          <p:cNvSpPr/>
          <p:nvPr/>
        </p:nvSpPr>
        <p:spPr>
          <a:xfrm>
            <a:off x="3735073" y="1856247"/>
            <a:ext cx="397343" cy="359416"/>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lt2"/>
          </a:solidFill>
          <a:ln>
            <a:noFill/>
          </a:ln>
        </p:spPr>
        <p:txBody>
          <a:bodyPr anchorCtr="0" anchor="ctr" bIns="81325" lIns="81325" spcFirstLastPara="1" rIns="81325" wrap="square" tIns="81325">
            <a:noAutofit/>
          </a:bodyPr>
          <a:lstStyle/>
          <a:p>
            <a:pPr indent="0" lvl="0" marL="0" marR="0" rtl="0" algn="l">
              <a:lnSpc>
                <a:spcPct val="100000"/>
              </a:lnSpc>
              <a:spcBef>
                <a:spcPts val="0"/>
              </a:spcBef>
              <a:spcAft>
                <a:spcPts val="0"/>
              </a:spcAft>
              <a:buClr>
                <a:srgbClr val="000000"/>
              </a:buClr>
              <a:buSzPts val="1245"/>
              <a:buFont typeface="Arial"/>
              <a:buNone/>
            </a:pPr>
            <a:r>
              <a:t/>
            </a:r>
            <a:endParaRPr b="0" i="0" sz="1245" u="none" cap="none" strike="noStrike">
              <a:solidFill>
                <a:srgbClr val="435D74"/>
              </a:solidFill>
              <a:latin typeface="Arial"/>
              <a:ea typeface="Arial"/>
              <a:cs typeface="Arial"/>
              <a:sym typeface="Arial"/>
            </a:endParaRPr>
          </a:p>
        </p:txBody>
      </p:sp>
      <p:sp>
        <p:nvSpPr>
          <p:cNvPr id="262" name="Google Shape;262;p22"/>
          <p:cNvSpPr/>
          <p:nvPr/>
        </p:nvSpPr>
        <p:spPr>
          <a:xfrm>
            <a:off x="5567232" y="1523811"/>
            <a:ext cx="34983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22"/>
          <p:cNvSpPr txBox="1"/>
          <p:nvPr>
            <p:ph idx="5" type="subTitle"/>
          </p:nvPr>
        </p:nvSpPr>
        <p:spPr>
          <a:xfrm>
            <a:off x="5540749" y="1669266"/>
            <a:ext cx="3569100" cy="840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1400"/>
              <a:buNone/>
            </a:pPr>
            <a:r>
              <a:rPr lang="de" sz="2200">
                <a:solidFill>
                  <a:schemeClr val="lt1"/>
                </a:solidFill>
              </a:rPr>
              <a:t>Base para la generación </a:t>
            </a:r>
            <a:endParaRPr sz="2200">
              <a:solidFill>
                <a:schemeClr val="lt1"/>
              </a:solidFill>
            </a:endParaRPr>
          </a:p>
          <a:p>
            <a:pPr indent="0" lvl="0" marL="0" rtl="0" algn="ctr">
              <a:lnSpc>
                <a:spcPct val="100000"/>
              </a:lnSpc>
              <a:spcBef>
                <a:spcPts val="0"/>
              </a:spcBef>
              <a:spcAft>
                <a:spcPts val="0"/>
              </a:spcAft>
              <a:buSzPts val="1400"/>
              <a:buNone/>
            </a:pPr>
            <a:r>
              <a:rPr lang="de" sz="2200">
                <a:solidFill>
                  <a:schemeClr val="lt1"/>
                </a:solidFill>
              </a:rPr>
              <a:t>de un estándar</a:t>
            </a:r>
            <a:endParaRPr sz="2200">
              <a:solidFill>
                <a:schemeClr val="lt1"/>
              </a:solidFill>
            </a:endParaRPr>
          </a:p>
        </p:txBody>
      </p:sp>
      <p:sp>
        <p:nvSpPr>
          <p:cNvPr id="264" name="Google Shape;264;p22"/>
          <p:cNvSpPr/>
          <p:nvPr/>
        </p:nvSpPr>
        <p:spPr>
          <a:xfrm>
            <a:off x="141778" y="3115391"/>
            <a:ext cx="32628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22"/>
          <p:cNvSpPr txBox="1"/>
          <p:nvPr>
            <p:ph idx="5" type="subTitle"/>
          </p:nvPr>
        </p:nvSpPr>
        <p:spPr>
          <a:xfrm>
            <a:off x="251156" y="3058174"/>
            <a:ext cx="3079500" cy="999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SzPts val="1400"/>
              <a:buNone/>
            </a:pPr>
            <a:r>
              <a:rPr lang="de" sz="2300">
                <a:solidFill>
                  <a:schemeClr val="lt1"/>
                </a:solidFill>
              </a:rPr>
              <a:t>API Google para registro de usuarios</a:t>
            </a:r>
            <a:endParaRPr sz="2300">
              <a:solidFill>
                <a:schemeClr val="lt1"/>
              </a:solidFill>
            </a:endParaRPr>
          </a:p>
        </p:txBody>
      </p:sp>
      <p:sp>
        <p:nvSpPr>
          <p:cNvPr id="266" name="Google Shape;266;p22"/>
          <p:cNvSpPr/>
          <p:nvPr/>
        </p:nvSpPr>
        <p:spPr>
          <a:xfrm>
            <a:off x="5665952" y="3058059"/>
            <a:ext cx="32628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22"/>
          <p:cNvSpPr txBox="1"/>
          <p:nvPr>
            <p:ph idx="5" type="subTitle"/>
          </p:nvPr>
        </p:nvSpPr>
        <p:spPr>
          <a:xfrm>
            <a:off x="5724420" y="3005309"/>
            <a:ext cx="3172800" cy="1051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SzPts val="1400"/>
              <a:buNone/>
            </a:pPr>
            <a:r>
              <a:t/>
            </a:r>
            <a:endParaRPr sz="2300">
              <a:solidFill>
                <a:schemeClr val="lt1"/>
              </a:solidFill>
            </a:endParaRPr>
          </a:p>
          <a:p>
            <a:pPr indent="0" lvl="0" marL="0" rtl="0" algn="ctr">
              <a:lnSpc>
                <a:spcPct val="115000"/>
              </a:lnSpc>
              <a:spcBef>
                <a:spcPts val="1200"/>
              </a:spcBef>
              <a:spcAft>
                <a:spcPts val="0"/>
              </a:spcAft>
              <a:buSzPts val="1400"/>
              <a:buNone/>
            </a:pPr>
            <a:r>
              <a:rPr lang="de" sz="2500">
                <a:solidFill>
                  <a:schemeClr val="lt1"/>
                </a:solidFill>
              </a:rPr>
              <a:t>Lenguaje de programación</a:t>
            </a:r>
            <a:endParaRPr sz="2500">
              <a:solidFill>
                <a:schemeClr val="lt1"/>
              </a:solidFill>
            </a:endParaRPr>
          </a:p>
        </p:txBody>
      </p:sp>
      <p:pic>
        <p:nvPicPr>
          <p:cNvPr id="268" name="Google Shape;268;p22"/>
          <p:cNvPicPr preferRelativeResize="0"/>
          <p:nvPr/>
        </p:nvPicPr>
        <p:blipFill>
          <a:blip r:embed="rId3">
            <a:alphaModFix/>
          </a:blip>
          <a:stretch>
            <a:fillRect/>
          </a:stretch>
        </p:blipFill>
        <p:spPr>
          <a:xfrm>
            <a:off x="233642" y="4330897"/>
            <a:ext cx="689547" cy="680200"/>
          </a:xfrm>
          <a:prstGeom prst="rect">
            <a:avLst/>
          </a:prstGeom>
          <a:noFill/>
          <a:ln>
            <a:noFill/>
          </a:ln>
        </p:spPr>
      </p:pic>
      <p:pic>
        <p:nvPicPr>
          <p:cNvPr id="269" name="Google Shape;269;p22"/>
          <p:cNvPicPr preferRelativeResize="0"/>
          <p:nvPr/>
        </p:nvPicPr>
        <p:blipFill>
          <a:blip r:embed="rId4">
            <a:alphaModFix/>
          </a:blip>
          <a:stretch>
            <a:fillRect/>
          </a:stretch>
        </p:blipFill>
        <p:spPr>
          <a:xfrm>
            <a:off x="3682161" y="3327459"/>
            <a:ext cx="512401" cy="512401"/>
          </a:xfrm>
          <a:prstGeom prst="rect">
            <a:avLst/>
          </a:prstGeom>
          <a:noFill/>
          <a:ln>
            <a:noFill/>
          </a:ln>
        </p:spPr>
      </p:pic>
      <p:pic>
        <p:nvPicPr>
          <p:cNvPr id="270" name="Google Shape;270;p22"/>
          <p:cNvPicPr preferRelativeResize="0"/>
          <p:nvPr/>
        </p:nvPicPr>
        <p:blipFill>
          <a:blip r:embed="rId5">
            <a:alphaModFix/>
          </a:blip>
          <a:stretch>
            <a:fillRect/>
          </a:stretch>
        </p:blipFill>
        <p:spPr>
          <a:xfrm>
            <a:off x="4809624" y="3336309"/>
            <a:ext cx="512399" cy="512401"/>
          </a:xfrm>
          <a:prstGeom prst="rect">
            <a:avLst/>
          </a:prstGeom>
          <a:noFill/>
          <a:ln>
            <a:noFill/>
          </a:ln>
        </p:spPr>
      </p:pic>
      <p:pic>
        <p:nvPicPr>
          <p:cNvPr id="271" name="Google Shape;271;p22"/>
          <p:cNvPicPr preferRelativeResize="0"/>
          <p:nvPr/>
        </p:nvPicPr>
        <p:blipFill>
          <a:blip r:embed="rId6">
            <a:alphaModFix/>
          </a:blip>
          <a:stretch>
            <a:fillRect/>
          </a:stretch>
        </p:blipFill>
        <p:spPr>
          <a:xfrm>
            <a:off x="4854497" y="1828998"/>
            <a:ext cx="410300" cy="41030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2"/>
          <p:cNvSpPr/>
          <p:nvPr/>
        </p:nvSpPr>
        <p:spPr>
          <a:xfrm>
            <a:off x="-1023871" y="346114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2"/>
          <p:cNvSpPr/>
          <p:nvPr/>
        </p:nvSpPr>
        <p:spPr>
          <a:xfrm>
            <a:off x="7696779" y="50149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2"/>
          <p:cNvSpPr/>
          <p:nvPr/>
        </p:nvSpPr>
        <p:spPr>
          <a:xfrm>
            <a:off x="-1344423" y="1165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2"/>
          <p:cNvSpPr txBox="1"/>
          <p:nvPr>
            <p:ph type="title"/>
          </p:nvPr>
        </p:nvSpPr>
        <p:spPr>
          <a:xfrm>
            <a:off x="1699663" y="330203"/>
            <a:ext cx="56961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sz="4100"/>
              <a:t>ALTA DE USUARIOS</a:t>
            </a:r>
            <a:endParaRPr sz="4100"/>
          </a:p>
        </p:txBody>
      </p:sp>
      <p:pic>
        <p:nvPicPr>
          <p:cNvPr id="280" name="Google Shape;280;p2"/>
          <p:cNvPicPr preferRelativeResize="0"/>
          <p:nvPr/>
        </p:nvPicPr>
        <p:blipFill>
          <a:blip r:embed="rId3">
            <a:alphaModFix/>
          </a:blip>
          <a:stretch>
            <a:fillRect/>
          </a:stretch>
        </p:blipFill>
        <p:spPr>
          <a:xfrm>
            <a:off x="-7177" y="1090950"/>
            <a:ext cx="9532376" cy="4052549"/>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 name="Shape 284"/>
        <p:cNvGrpSpPr/>
        <p:nvPr/>
      </p:nvGrpSpPr>
      <p:grpSpPr>
        <a:xfrm>
          <a:off x="0" y="0"/>
          <a:ext cx="0" cy="0"/>
          <a:chOff x="0" y="0"/>
          <a:chExt cx="0" cy="0"/>
        </a:xfrm>
      </p:grpSpPr>
      <p:sp>
        <p:nvSpPr>
          <p:cNvPr id="285" name="Google Shape;285;p9"/>
          <p:cNvSpPr txBox="1"/>
          <p:nvPr>
            <p:ph type="title"/>
          </p:nvPr>
        </p:nvSpPr>
        <p:spPr>
          <a:xfrm>
            <a:off x="695394" y="339112"/>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sz="4000"/>
              <a:t>ROLES</a:t>
            </a:r>
            <a:endParaRPr sz="4000"/>
          </a:p>
        </p:txBody>
      </p:sp>
      <p:pic>
        <p:nvPicPr>
          <p:cNvPr id="286" name="Google Shape;286;p9"/>
          <p:cNvPicPr preferRelativeResize="0"/>
          <p:nvPr/>
        </p:nvPicPr>
        <p:blipFill>
          <a:blip r:embed="rId3">
            <a:alphaModFix/>
          </a:blip>
          <a:stretch>
            <a:fillRect/>
          </a:stretch>
        </p:blipFill>
        <p:spPr>
          <a:xfrm>
            <a:off x="152400" y="1234000"/>
            <a:ext cx="8839198" cy="361435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 name="Shape 290"/>
        <p:cNvGrpSpPr/>
        <p:nvPr/>
      </p:nvGrpSpPr>
      <p:grpSpPr>
        <a:xfrm>
          <a:off x="0" y="0"/>
          <a:ext cx="0" cy="0"/>
          <a:chOff x="0" y="0"/>
          <a:chExt cx="0" cy="0"/>
        </a:xfrm>
      </p:grpSpPr>
      <p:sp>
        <p:nvSpPr>
          <p:cNvPr id="291" name="Google Shape;291;g37bce9a52e3_1_1"/>
          <p:cNvSpPr txBox="1"/>
          <p:nvPr>
            <p:ph type="title"/>
          </p:nvPr>
        </p:nvSpPr>
        <p:spPr>
          <a:xfrm>
            <a:off x="721953"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CONTROL DE VERSIONES</a:t>
            </a:r>
            <a:endParaRPr/>
          </a:p>
        </p:txBody>
      </p:sp>
      <p:pic>
        <p:nvPicPr>
          <p:cNvPr id="292" name="Google Shape;292;g37bce9a52e3_1_1" title="5.png"/>
          <p:cNvPicPr preferRelativeResize="0"/>
          <p:nvPr/>
        </p:nvPicPr>
        <p:blipFill>
          <a:blip r:embed="rId3">
            <a:alphaModFix/>
          </a:blip>
          <a:stretch>
            <a:fillRect/>
          </a:stretch>
        </p:blipFill>
        <p:spPr>
          <a:xfrm>
            <a:off x="902375" y="1197875"/>
            <a:ext cx="7294950" cy="3945625"/>
          </a:xfrm>
          <a:prstGeom prst="rect">
            <a:avLst/>
          </a:prstGeom>
          <a:noFill/>
          <a:ln>
            <a:noFill/>
          </a:ln>
        </p:spPr>
      </p:pic>
      <p:pic>
        <p:nvPicPr>
          <p:cNvPr id="293" name="Google Shape;293;g37bce9a52e3_1_1"/>
          <p:cNvPicPr preferRelativeResize="0"/>
          <p:nvPr/>
        </p:nvPicPr>
        <p:blipFill>
          <a:blip r:embed="rId4">
            <a:alphaModFix/>
          </a:blip>
          <a:stretch>
            <a:fillRect/>
          </a:stretch>
        </p:blipFill>
        <p:spPr>
          <a:xfrm>
            <a:off x="212840" y="4363386"/>
            <a:ext cx="689547" cy="6802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 name="Shape 297"/>
        <p:cNvGrpSpPr/>
        <p:nvPr/>
      </p:nvGrpSpPr>
      <p:grpSpPr>
        <a:xfrm>
          <a:off x="0" y="0"/>
          <a:ext cx="0" cy="0"/>
          <a:chOff x="0" y="0"/>
          <a:chExt cx="0" cy="0"/>
        </a:xfrm>
      </p:grpSpPr>
      <p:sp>
        <p:nvSpPr>
          <p:cNvPr id="298" name="Google Shape;298;g37bce9a52e3_1_24"/>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ORGANIZACIÓN DEL REPOSITORIO</a:t>
            </a:r>
            <a:endParaRPr/>
          </a:p>
        </p:txBody>
      </p:sp>
      <p:pic>
        <p:nvPicPr>
          <p:cNvPr id="299" name="Google Shape;299;g37bce9a52e3_1_24"/>
          <p:cNvPicPr preferRelativeResize="0"/>
          <p:nvPr/>
        </p:nvPicPr>
        <p:blipFill>
          <a:blip r:embed="rId3">
            <a:alphaModFix/>
          </a:blip>
          <a:stretch>
            <a:fillRect/>
          </a:stretch>
        </p:blipFill>
        <p:spPr>
          <a:xfrm>
            <a:off x="245527" y="4316102"/>
            <a:ext cx="689547" cy="680200"/>
          </a:xfrm>
          <a:prstGeom prst="rect">
            <a:avLst/>
          </a:prstGeom>
          <a:noFill/>
          <a:ln>
            <a:noFill/>
          </a:ln>
        </p:spPr>
      </p:pic>
      <p:pic>
        <p:nvPicPr>
          <p:cNvPr id="300" name="Google Shape;300;g37bce9a52e3_1_24"/>
          <p:cNvPicPr preferRelativeResize="0"/>
          <p:nvPr/>
        </p:nvPicPr>
        <p:blipFill>
          <a:blip r:embed="rId4">
            <a:alphaModFix/>
          </a:blip>
          <a:stretch>
            <a:fillRect/>
          </a:stretch>
        </p:blipFill>
        <p:spPr>
          <a:xfrm>
            <a:off x="3296731" y="1096151"/>
            <a:ext cx="2550538" cy="390015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g37bce9a52e3_1_13"/>
          <p:cNvSpPr txBox="1"/>
          <p:nvPr>
            <p:ph type="title"/>
          </p:nvPr>
        </p:nvSpPr>
        <p:spPr>
          <a:xfrm>
            <a:off x="713100" y="410126"/>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FLUJO DE TRABAJO: RAMAS Y PR</a:t>
            </a:r>
            <a:endParaRPr/>
          </a:p>
        </p:txBody>
      </p:sp>
      <p:sp>
        <p:nvSpPr>
          <p:cNvPr id="306" name="Google Shape;306;g37bce9a52e3_1_13"/>
          <p:cNvSpPr/>
          <p:nvPr/>
        </p:nvSpPr>
        <p:spPr>
          <a:xfrm>
            <a:off x="199667" y="1570825"/>
            <a:ext cx="1432800" cy="768300"/>
          </a:xfrm>
          <a:prstGeom prst="rect">
            <a:avLst/>
          </a:prstGeom>
          <a:solidFill>
            <a:srgbClr val="1155C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Clonar el repositorio en máquina local</a:t>
            </a:r>
            <a:endParaRPr>
              <a:solidFill>
                <a:schemeClr val="lt1"/>
              </a:solidFill>
              <a:latin typeface="Archivo"/>
              <a:ea typeface="Archivo"/>
              <a:cs typeface="Archivo"/>
              <a:sym typeface="Archivo"/>
            </a:endParaRPr>
          </a:p>
        </p:txBody>
      </p:sp>
      <p:sp>
        <p:nvSpPr>
          <p:cNvPr id="307" name="Google Shape;307;g37bce9a52e3_1_13"/>
          <p:cNvSpPr/>
          <p:nvPr/>
        </p:nvSpPr>
        <p:spPr>
          <a:xfrm>
            <a:off x="1961017" y="1570825"/>
            <a:ext cx="1432800" cy="768300"/>
          </a:xfrm>
          <a:prstGeom prst="rect">
            <a:avLst/>
          </a:prstGeom>
          <a:solidFill>
            <a:srgbClr val="1155C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Crear rama personal desde develop</a:t>
            </a:r>
            <a:endParaRPr>
              <a:solidFill>
                <a:schemeClr val="lt1"/>
              </a:solidFill>
              <a:latin typeface="Archivo"/>
              <a:ea typeface="Archivo"/>
              <a:cs typeface="Archivo"/>
              <a:sym typeface="Archivo"/>
            </a:endParaRPr>
          </a:p>
        </p:txBody>
      </p:sp>
      <p:sp>
        <p:nvSpPr>
          <p:cNvPr id="308" name="Google Shape;308;g37bce9a52e3_1_13"/>
          <p:cNvSpPr/>
          <p:nvPr/>
        </p:nvSpPr>
        <p:spPr>
          <a:xfrm>
            <a:off x="3722367" y="1570825"/>
            <a:ext cx="1432800" cy="768300"/>
          </a:xfrm>
          <a:prstGeom prst="rect">
            <a:avLst/>
          </a:prstGeom>
          <a:solidFill>
            <a:srgbClr val="1155C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Trabajar en rama personal</a:t>
            </a:r>
            <a:endParaRPr>
              <a:solidFill>
                <a:schemeClr val="lt1"/>
              </a:solidFill>
              <a:latin typeface="Archivo"/>
              <a:ea typeface="Archivo"/>
              <a:cs typeface="Archivo"/>
              <a:sym typeface="Archivo"/>
            </a:endParaRPr>
          </a:p>
        </p:txBody>
      </p:sp>
      <p:sp>
        <p:nvSpPr>
          <p:cNvPr id="309" name="Google Shape;309;g37bce9a52e3_1_13"/>
          <p:cNvSpPr/>
          <p:nvPr/>
        </p:nvSpPr>
        <p:spPr>
          <a:xfrm>
            <a:off x="5483717" y="1548025"/>
            <a:ext cx="1463100" cy="813900"/>
          </a:xfrm>
          <a:prstGeom prst="rect">
            <a:avLst/>
          </a:prstGeom>
          <a:solidFill>
            <a:srgbClr val="1155C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Confirmar y subir cambios (rama personal)</a:t>
            </a:r>
            <a:endParaRPr>
              <a:solidFill>
                <a:schemeClr val="lt1"/>
              </a:solidFill>
              <a:latin typeface="Archivo"/>
              <a:ea typeface="Archivo"/>
              <a:cs typeface="Archivo"/>
              <a:sym typeface="Archivo"/>
            </a:endParaRPr>
          </a:p>
        </p:txBody>
      </p:sp>
      <p:sp>
        <p:nvSpPr>
          <p:cNvPr id="310" name="Google Shape;310;g37bce9a52e3_1_13"/>
          <p:cNvSpPr/>
          <p:nvPr/>
        </p:nvSpPr>
        <p:spPr>
          <a:xfrm>
            <a:off x="7275367" y="1508125"/>
            <a:ext cx="1662600" cy="893700"/>
          </a:xfrm>
          <a:prstGeom prst="rect">
            <a:avLst/>
          </a:prstGeom>
          <a:solidFill>
            <a:srgbClr val="FF7C7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Crear Pull Request en GitHub (fusión de rama personal con develop)</a:t>
            </a:r>
            <a:endParaRPr>
              <a:solidFill>
                <a:schemeClr val="lt1"/>
              </a:solidFill>
              <a:latin typeface="Archivo"/>
              <a:ea typeface="Archivo"/>
              <a:cs typeface="Archivo"/>
              <a:sym typeface="Archivo"/>
            </a:endParaRPr>
          </a:p>
        </p:txBody>
      </p:sp>
      <p:cxnSp>
        <p:nvCxnSpPr>
          <p:cNvPr id="311" name="Google Shape;311;g37bce9a52e3_1_13"/>
          <p:cNvCxnSpPr>
            <a:stCxn id="306" idx="3"/>
            <a:endCxn id="307" idx="1"/>
          </p:cNvCxnSpPr>
          <p:nvPr/>
        </p:nvCxnSpPr>
        <p:spPr>
          <a:xfrm>
            <a:off x="1632467" y="1954975"/>
            <a:ext cx="328500" cy="0"/>
          </a:xfrm>
          <a:prstGeom prst="straightConnector1">
            <a:avLst/>
          </a:prstGeom>
          <a:noFill/>
          <a:ln cap="flat" cmpd="sng" w="9525">
            <a:solidFill>
              <a:srgbClr val="000000"/>
            </a:solidFill>
            <a:prstDash val="solid"/>
            <a:round/>
            <a:headEnd len="med" w="med" type="none"/>
            <a:tailEnd len="med" w="med" type="triangle"/>
          </a:ln>
        </p:spPr>
      </p:cxnSp>
      <p:cxnSp>
        <p:nvCxnSpPr>
          <p:cNvPr id="312" name="Google Shape;312;g37bce9a52e3_1_13"/>
          <p:cNvCxnSpPr>
            <a:stCxn id="307" idx="3"/>
            <a:endCxn id="308" idx="1"/>
          </p:cNvCxnSpPr>
          <p:nvPr/>
        </p:nvCxnSpPr>
        <p:spPr>
          <a:xfrm>
            <a:off x="3393817" y="1954975"/>
            <a:ext cx="328500" cy="0"/>
          </a:xfrm>
          <a:prstGeom prst="straightConnector1">
            <a:avLst/>
          </a:prstGeom>
          <a:noFill/>
          <a:ln cap="flat" cmpd="sng" w="9525">
            <a:solidFill>
              <a:schemeClr val="dk1"/>
            </a:solidFill>
            <a:prstDash val="solid"/>
            <a:round/>
            <a:headEnd len="med" w="med" type="none"/>
            <a:tailEnd len="med" w="med" type="triangle"/>
          </a:ln>
        </p:spPr>
      </p:cxnSp>
      <p:cxnSp>
        <p:nvCxnSpPr>
          <p:cNvPr id="313" name="Google Shape;313;g37bce9a52e3_1_13"/>
          <p:cNvCxnSpPr>
            <a:stCxn id="308" idx="3"/>
            <a:endCxn id="309" idx="1"/>
          </p:cNvCxnSpPr>
          <p:nvPr/>
        </p:nvCxnSpPr>
        <p:spPr>
          <a:xfrm>
            <a:off x="5155167" y="1954975"/>
            <a:ext cx="328500" cy="0"/>
          </a:xfrm>
          <a:prstGeom prst="straightConnector1">
            <a:avLst/>
          </a:prstGeom>
          <a:noFill/>
          <a:ln cap="flat" cmpd="sng" w="9525">
            <a:solidFill>
              <a:schemeClr val="dk1"/>
            </a:solidFill>
            <a:prstDash val="solid"/>
            <a:round/>
            <a:headEnd len="med" w="med" type="none"/>
            <a:tailEnd len="med" w="med" type="triangle"/>
          </a:ln>
        </p:spPr>
      </p:cxnSp>
      <p:cxnSp>
        <p:nvCxnSpPr>
          <p:cNvPr id="314" name="Google Shape;314;g37bce9a52e3_1_13"/>
          <p:cNvCxnSpPr>
            <a:stCxn id="309" idx="3"/>
            <a:endCxn id="310" idx="1"/>
          </p:cNvCxnSpPr>
          <p:nvPr/>
        </p:nvCxnSpPr>
        <p:spPr>
          <a:xfrm>
            <a:off x="6946817" y="1954975"/>
            <a:ext cx="328500" cy="0"/>
          </a:xfrm>
          <a:prstGeom prst="straightConnector1">
            <a:avLst/>
          </a:prstGeom>
          <a:noFill/>
          <a:ln cap="flat" cmpd="sng" w="9525">
            <a:solidFill>
              <a:schemeClr val="dk1"/>
            </a:solidFill>
            <a:prstDash val="solid"/>
            <a:round/>
            <a:headEnd len="med" w="med" type="none"/>
            <a:tailEnd len="med" w="med" type="triangle"/>
          </a:ln>
        </p:spPr>
      </p:cxnSp>
      <p:sp>
        <p:nvSpPr>
          <p:cNvPr id="315" name="Google Shape;315;g37bce9a52e3_1_13"/>
          <p:cNvSpPr/>
          <p:nvPr/>
        </p:nvSpPr>
        <p:spPr>
          <a:xfrm>
            <a:off x="7206200" y="2682025"/>
            <a:ext cx="1800950" cy="1088575"/>
          </a:xfrm>
          <a:prstGeom prst="flowChartDecision">
            <a:avLst/>
          </a:prstGeom>
          <a:solidFill>
            <a:srgbClr val="574408"/>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de">
                <a:solidFill>
                  <a:schemeClr val="lt1"/>
                </a:solidFill>
                <a:latin typeface="Archivo"/>
                <a:ea typeface="Archivo"/>
                <a:cs typeface="Archivo"/>
                <a:sym typeface="Archivo"/>
              </a:rPr>
              <a:t>Revisión de la PR</a:t>
            </a:r>
            <a:endParaRPr>
              <a:solidFill>
                <a:schemeClr val="lt1"/>
              </a:solidFill>
              <a:latin typeface="Archivo"/>
              <a:ea typeface="Archivo"/>
              <a:cs typeface="Archivo"/>
              <a:sym typeface="Archivo"/>
            </a:endParaRPr>
          </a:p>
        </p:txBody>
      </p:sp>
      <p:cxnSp>
        <p:nvCxnSpPr>
          <p:cNvPr id="316" name="Google Shape;316;g37bce9a52e3_1_13"/>
          <p:cNvCxnSpPr>
            <a:stCxn id="310" idx="2"/>
            <a:endCxn id="315" idx="0"/>
          </p:cNvCxnSpPr>
          <p:nvPr/>
        </p:nvCxnSpPr>
        <p:spPr>
          <a:xfrm>
            <a:off x="8106667" y="2401825"/>
            <a:ext cx="0" cy="280200"/>
          </a:xfrm>
          <a:prstGeom prst="straightConnector1">
            <a:avLst/>
          </a:prstGeom>
          <a:noFill/>
          <a:ln cap="flat" cmpd="sng" w="9525">
            <a:solidFill>
              <a:schemeClr val="dk1"/>
            </a:solidFill>
            <a:prstDash val="solid"/>
            <a:round/>
            <a:headEnd len="med" w="med" type="none"/>
            <a:tailEnd len="med" w="med" type="triangle"/>
          </a:ln>
        </p:spPr>
      </p:cxnSp>
      <p:cxnSp>
        <p:nvCxnSpPr>
          <p:cNvPr id="317" name="Google Shape;317;g37bce9a52e3_1_13"/>
          <p:cNvCxnSpPr>
            <a:stCxn id="315" idx="1"/>
          </p:cNvCxnSpPr>
          <p:nvPr/>
        </p:nvCxnSpPr>
        <p:spPr>
          <a:xfrm rot="10800000">
            <a:off x="4430900" y="3217913"/>
            <a:ext cx="2775300" cy="8400"/>
          </a:xfrm>
          <a:prstGeom prst="straightConnector1">
            <a:avLst/>
          </a:prstGeom>
          <a:noFill/>
          <a:ln cap="flat" cmpd="sng" w="9525">
            <a:solidFill>
              <a:schemeClr val="dk1"/>
            </a:solidFill>
            <a:prstDash val="solid"/>
            <a:round/>
            <a:headEnd len="med" w="med" type="none"/>
            <a:tailEnd len="med" w="med" type="none"/>
          </a:ln>
        </p:spPr>
      </p:cxnSp>
      <p:cxnSp>
        <p:nvCxnSpPr>
          <p:cNvPr id="318" name="Google Shape;318;g37bce9a52e3_1_13"/>
          <p:cNvCxnSpPr/>
          <p:nvPr/>
        </p:nvCxnSpPr>
        <p:spPr>
          <a:xfrm flipH="1" rot="10800000">
            <a:off x="4436827" y="2334822"/>
            <a:ext cx="3900" cy="879300"/>
          </a:xfrm>
          <a:prstGeom prst="straightConnector1">
            <a:avLst/>
          </a:prstGeom>
          <a:noFill/>
          <a:ln cap="flat" cmpd="sng" w="9525">
            <a:solidFill>
              <a:schemeClr val="dk1"/>
            </a:solidFill>
            <a:prstDash val="solid"/>
            <a:round/>
            <a:headEnd len="med" w="med" type="none"/>
            <a:tailEnd len="med" w="med" type="triangle"/>
          </a:ln>
        </p:spPr>
      </p:cxnSp>
      <p:sp>
        <p:nvSpPr>
          <p:cNvPr id="319" name="Google Shape;319;g37bce9a52e3_1_13"/>
          <p:cNvSpPr txBox="1"/>
          <p:nvPr/>
        </p:nvSpPr>
        <p:spPr>
          <a:xfrm>
            <a:off x="5801475" y="2880950"/>
            <a:ext cx="46104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de">
                <a:solidFill>
                  <a:schemeClr val="dk1"/>
                </a:solidFill>
                <a:latin typeface="Archivo"/>
                <a:ea typeface="Archivo"/>
                <a:cs typeface="Archivo"/>
                <a:sym typeface="Archivo"/>
              </a:rPr>
              <a:t>Rechazada</a:t>
            </a:r>
            <a:endParaRPr>
              <a:solidFill>
                <a:schemeClr val="dk1"/>
              </a:solidFill>
              <a:latin typeface="Archivo"/>
              <a:ea typeface="Archivo"/>
              <a:cs typeface="Archivo"/>
              <a:sym typeface="Archivo"/>
            </a:endParaRPr>
          </a:p>
        </p:txBody>
      </p:sp>
      <p:sp>
        <p:nvSpPr>
          <p:cNvPr id="320" name="Google Shape;320;g37bce9a52e3_1_13"/>
          <p:cNvSpPr/>
          <p:nvPr/>
        </p:nvSpPr>
        <p:spPr>
          <a:xfrm>
            <a:off x="7390267" y="4050800"/>
            <a:ext cx="1432800" cy="768300"/>
          </a:xfrm>
          <a:prstGeom prst="rect">
            <a:avLst/>
          </a:prstGeom>
          <a:solidFill>
            <a:srgbClr val="00C3B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Fusión a develop</a:t>
            </a:r>
            <a:endParaRPr>
              <a:solidFill>
                <a:schemeClr val="lt1"/>
              </a:solidFill>
              <a:latin typeface="Archivo"/>
              <a:ea typeface="Archivo"/>
              <a:cs typeface="Archivo"/>
              <a:sym typeface="Archivo"/>
            </a:endParaRPr>
          </a:p>
        </p:txBody>
      </p:sp>
      <p:cxnSp>
        <p:nvCxnSpPr>
          <p:cNvPr id="321" name="Google Shape;321;g37bce9a52e3_1_13"/>
          <p:cNvCxnSpPr>
            <a:stCxn id="315" idx="2"/>
            <a:endCxn id="320" idx="0"/>
          </p:cNvCxnSpPr>
          <p:nvPr/>
        </p:nvCxnSpPr>
        <p:spPr>
          <a:xfrm>
            <a:off x="8106675" y="3770600"/>
            <a:ext cx="0" cy="280200"/>
          </a:xfrm>
          <a:prstGeom prst="straightConnector1">
            <a:avLst/>
          </a:prstGeom>
          <a:noFill/>
          <a:ln cap="flat" cmpd="sng" w="9525">
            <a:solidFill>
              <a:schemeClr val="dk1"/>
            </a:solidFill>
            <a:prstDash val="solid"/>
            <a:round/>
            <a:headEnd len="med" w="med" type="none"/>
            <a:tailEnd len="med" w="med" type="triangle"/>
          </a:ln>
        </p:spPr>
      </p:cxnSp>
      <p:sp>
        <p:nvSpPr>
          <p:cNvPr id="322" name="Google Shape;322;g37bce9a52e3_1_13"/>
          <p:cNvSpPr txBox="1"/>
          <p:nvPr/>
        </p:nvSpPr>
        <p:spPr>
          <a:xfrm>
            <a:off x="7106550" y="3650600"/>
            <a:ext cx="11496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de">
                <a:solidFill>
                  <a:schemeClr val="dk1"/>
                </a:solidFill>
                <a:latin typeface="Archivo"/>
                <a:ea typeface="Archivo"/>
                <a:cs typeface="Archivo"/>
                <a:sym typeface="Archivo"/>
              </a:rPr>
              <a:t>Aprobada</a:t>
            </a:r>
            <a:endParaRPr>
              <a:solidFill>
                <a:schemeClr val="dk1"/>
              </a:solidFill>
              <a:latin typeface="Archivo"/>
              <a:ea typeface="Archivo"/>
              <a:cs typeface="Archivo"/>
              <a:sym typeface="Archivo"/>
            </a:endParaRPr>
          </a:p>
        </p:txBody>
      </p:sp>
      <p:sp>
        <p:nvSpPr>
          <p:cNvPr id="323" name="Google Shape;323;g37bce9a52e3_1_13"/>
          <p:cNvSpPr/>
          <p:nvPr/>
        </p:nvSpPr>
        <p:spPr>
          <a:xfrm>
            <a:off x="5284225" y="4028000"/>
            <a:ext cx="1662600" cy="813900"/>
          </a:xfrm>
          <a:prstGeom prst="rect">
            <a:avLst/>
          </a:prstGeom>
          <a:solidFill>
            <a:srgbClr val="00C3B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de">
                <a:solidFill>
                  <a:schemeClr val="lt1"/>
                </a:solidFill>
                <a:latin typeface="Archivo"/>
                <a:ea typeface="Archivo"/>
                <a:cs typeface="Archivo"/>
                <a:sym typeface="Archivo"/>
              </a:rPr>
              <a:t>Eliminar rama personal de repositorio remoto</a:t>
            </a:r>
            <a:endParaRPr>
              <a:solidFill>
                <a:schemeClr val="lt1"/>
              </a:solidFill>
              <a:latin typeface="Archivo"/>
              <a:ea typeface="Archivo"/>
              <a:cs typeface="Archivo"/>
              <a:sym typeface="Archivo"/>
            </a:endParaRPr>
          </a:p>
        </p:txBody>
      </p:sp>
      <p:cxnSp>
        <p:nvCxnSpPr>
          <p:cNvPr id="324" name="Google Shape;324;g37bce9a52e3_1_13"/>
          <p:cNvCxnSpPr>
            <a:stCxn id="320" idx="1"/>
            <a:endCxn id="323" idx="3"/>
          </p:cNvCxnSpPr>
          <p:nvPr/>
        </p:nvCxnSpPr>
        <p:spPr>
          <a:xfrm rot="10800000">
            <a:off x="6946867" y="4434950"/>
            <a:ext cx="443400" cy="0"/>
          </a:xfrm>
          <a:prstGeom prst="straightConnector1">
            <a:avLst/>
          </a:prstGeom>
          <a:noFill/>
          <a:ln cap="flat" cmpd="sng" w="9525">
            <a:solidFill>
              <a:schemeClr val="dk1"/>
            </a:solidFill>
            <a:prstDash val="solid"/>
            <a:round/>
            <a:headEnd len="med" w="med" type="none"/>
            <a:tailEnd len="med" w="med" type="triangle"/>
          </a:ln>
        </p:spPr>
      </p:cxnSp>
      <p:pic>
        <p:nvPicPr>
          <p:cNvPr id="325" name="Google Shape;325;g37bce9a52e3_1_13"/>
          <p:cNvPicPr preferRelativeResize="0"/>
          <p:nvPr/>
        </p:nvPicPr>
        <p:blipFill>
          <a:blip r:embed="rId3">
            <a:alphaModFix/>
          </a:blip>
          <a:stretch>
            <a:fillRect/>
          </a:stretch>
        </p:blipFill>
        <p:spPr>
          <a:xfrm>
            <a:off x="221878" y="4304278"/>
            <a:ext cx="689547" cy="6802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 name="Shape 329"/>
        <p:cNvGrpSpPr/>
        <p:nvPr/>
      </p:nvGrpSpPr>
      <p:grpSpPr>
        <a:xfrm>
          <a:off x="0" y="0"/>
          <a:ext cx="0" cy="0"/>
          <a:chOff x="0" y="0"/>
          <a:chExt cx="0" cy="0"/>
        </a:xfrm>
      </p:grpSpPr>
      <p:sp>
        <p:nvSpPr>
          <p:cNvPr id="330" name="Google Shape;330;g37bce9a52e3_0_8"/>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DUDAS</a:t>
            </a:r>
            <a:endParaRPr/>
          </a:p>
        </p:txBody>
      </p:sp>
      <p:sp>
        <p:nvSpPr>
          <p:cNvPr id="331" name="Google Shape;331;g37bce9a52e3_0_8"/>
          <p:cNvSpPr txBox="1"/>
          <p:nvPr>
            <p:ph idx="4294967295" type="body"/>
          </p:nvPr>
        </p:nvSpPr>
        <p:spPr>
          <a:xfrm>
            <a:off x="160725" y="2057225"/>
            <a:ext cx="8743200" cy="1478700"/>
          </a:xfrm>
          <a:prstGeom prst="rect">
            <a:avLst/>
          </a:prstGeom>
          <a:noFill/>
          <a:ln>
            <a:noFill/>
          </a:ln>
        </p:spPr>
        <p:txBody>
          <a:bodyPr anchorCtr="0" anchor="t" bIns="91425" lIns="91425" spcFirstLastPara="1" rIns="91425" wrap="square" tIns="91425">
            <a:noAutofit/>
          </a:bodyPr>
          <a:lstStyle/>
          <a:p>
            <a:pPr indent="0" lvl="0" marL="0" rtl="0" algn="ctr">
              <a:spcBef>
                <a:spcPts val="1800"/>
              </a:spcBef>
              <a:spcAft>
                <a:spcPts val="0"/>
              </a:spcAft>
              <a:buNone/>
            </a:pPr>
            <a:r>
              <a:rPr b="1" lang="de" sz="3100"/>
              <a:t>¿Qué rol tiene la responsabilidad principal de cargar y modificar métricas de calidad?</a:t>
            </a:r>
            <a:endParaRPr b="1" sz="3100"/>
          </a:p>
          <a:p>
            <a:pPr indent="0" lvl="0" marL="0" rtl="0" algn="l">
              <a:lnSpc>
                <a:spcPct val="100000"/>
              </a:lnSpc>
              <a:spcBef>
                <a:spcPts val="400"/>
              </a:spcBef>
              <a:spcAft>
                <a:spcPts val="0"/>
              </a:spcAft>
              <a:buNone/>
            </a:pPr>
            <a:r>
              <a:t/>
            </a:r>
            <a:endParaRPr sz="3100"/>
          </a:p>
          <a:p>
            <a:pPr indent="0" lvl="0" marL="0" rtl="0" algn="l">
              <a:lnSpc>
                <a:spcPct val="100000"/>
              </a:lnSpc>
              <a:spcBef>
                <a:spcPts val="0"/>
              </a:spcBef>
              <a:spcAft>
                <a:spcPts val="0"/>
              </a:spcAft>
              <a:buNone/>
            </a:pPr>
            <a:r>
              <a:t/>
            </a:r>
            <a:endParaRPr sz="1200"/>
          </a:p>
        </p:txBody>
      </p:sp>
      <p:pic>
        <p:nvPicPr>
          <p:cNvPr id="332" name="Google Shape;332;g37bce9a52e3_0_8"/>
          <p:cNvPicPr preferRelativeResize="0"/>
          <p:nvPr/>
        </p:nvPicPr>
        <p:blipFill>
          <a:blip r:embed="rId3">
            <a:alphaModFix/>
          </a:blip>
          <a:stretch>
            <a:fillRect/>
          </a:stretch>
        </p:blipFill>
        <p:spPr>
          <a:xfrm>
            <a:off x="233703" y="4304278"/>
            <a:ext cx="689547" cy="6802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g37bce9a52e3_0_17"/>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DUDAS</a:t>
            </a:r>
            <a:endParaRPr/>
          </a:p>
        </p:txBody>
      </p:sp>
      <p:sp>
        <p:nvSpPr>
          <p:cNvPr id="338" name="Google Shape;338;g37bce9a52e3_0_17"/>
          <p:cNvSpPr txBox="1"/>
          <p:nvPr>
            <p:ph idx="4294967295" type="body"/>
          </p:nvPr>
        </p:nvSpPr>
        <p:spPr>
          <a:xfrm>
            <a:off x="160725" y="2057225"/>
            <a:ext cx="8831700" cy="1478700"/>
          </a:xfrm>
          <a:prstGeom prst="rect">
            <a:avLst/>
          </a:prstGeom>
          <a:noFill/>
          <a:ln>
            <a:noFill/>
          </a:ln>
        </p:spPr>
        <p:txBody>
          <a:bodyPr anchorCtr="0" anchor="t" bIns="91425" lIns="91425" spcFirstLastPara="1" rIns="91425" wrap="square" tIns="91425">
            <a:noAutofit/>
          </a:bodyPr>
          <a:lstStyle/>
          <a:p>
            <a:pPr indent="0" lvl="0" marL="0" rtl="0" algn="ctr">
              <a:spcBef>
                <a:spcPts val="1800"/>
              </a:spcBef>
              <a:spcAft>
                <a:spcPts val="0"/>
              </a:spcAft>
              <a:buNone/>
            </a:pPr>
            <a:r>
              <a:rPr b="1" lang="de" sz="3100"/>
              <a:t>¿El rol de administrador tiene los mismos privilegios que el líder de proyecto</a:t>
            </a:r>
            <a:r>
              <a:rPr b="1" lang="de" sz="3100"/>
              <a:t>?</a:t>
            </a:r>
            <a:endParaRPr b="1" sz="3100"/>
          </a:p>
          <a:p>
            <a:pPr indent="0" lvl="0" marL="0" rtl="0" algn="l">
              <a:lnSpc>
                <a:spcPct val="100000"/>
              </a:lnSpc>
              <a:spcBef>
                <a:spcPts val="400"/>
              </a:spcBef>
              <a:spcAft>
                <a:spcPts val="0"/>
              </a:spcAft>
              <a:buNone/>
            </a:pPr>
            <a:r>
              <a:t/>
            </a:r>
            <a:endParaRPr sz="3100"/>
          </a:p>
          <a:p>
            <a:pPr indent="0" lvl="0" marL="0" rtl="0" algn="l">
              <a:lnSpc>
                <a:spcPct val="100000"/>
              </a:lnSpc>
              <a:spcBef>
                <a:spcPts val="0"/>
              </a:spcBef>
              <a:spcAft>
                <a:spcPts val="0"/>
              </a:spcAft>
              <a:buNone/>
            </a:pPr>
            <a:r>
              <a:t/>
            </a:r>
            <a:endParaRPr sz="1200"/>
          </a:p>
        </p:txBody>
      </p:sp>
      <p:pic>
        <p:nvPicPr>
          <p:cNvPr id="339" name="Google Shape;339;g37bce9a52e3_0_17"/>
          <p:cNvPicPr preferRelativeResize="0"/>
          <p:nvPr/>
        </p:nvPicPr>
        <p:blipFill>
          <a:blip r:embed="rId3">
            <a:alphaModFix/>
          </a:blip>
          <a:stretch>
            <a:fillRect/>
          </a:stretch>
        </p:blipFill>
        <p:spPr>
          <a:xfrm>
            <a:off x="233703" y="4304278"/>
            <a:ext cx="689547" cy="6802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g37bce9a52e3_0_23"/>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DUDAS</a:t>
            </a:r>
            <a:endParaRPr/>
          </a:p>
        </p:txBody>
      </p:sp>
      <p:sp>
        <p:nvSpPr>
          <p:cNvPr id="345" name="Google Shape;345;g37bce9a52e3_0_23"/>
          <p:cNvSpPr txBox="1"/>
          <p:nvPr>
            <p:ph idx="4294967295" type="body"/>
          </p:nvPr>
        </p:nvSpPr>
        <p:spPr>
          <a:xfrm>
            <a:off x="36000" y="1271950"/>
            <a:ext cx="9072000" cy="3785400"/>
          </a:xfrm>
          <a:prstGeom prst="rect">
            <a:avLst/>
          </a:prstGeom>
          <a:noFill/>
          <a:ln>
            <a:noFill/>
          </a:ln>
        </p:spPr>
        <p:txBody>
          <a:bodyPr anchorCtr="0" anchor="t" bIns="91425" lIns="91425" spcFirstLastPara="1" rIns="91425" wrap="square" tIns="91425">
            <a:noAutofit/>
          </a:bodyPr>
          <a:lstStyle/>
          <a:p>
            <a:pPr indent="0" lvl="0" marL="0" rtl="0" algn="ctr">
              <a:spcBef>
                <a:spcPts val="1800"/>
              </a:spcBef>
              <a:spcAft>
                <a:spcPts val="0"/>
              </a:spcAft>
              <a:buNone/>
            </a:pPr>
            <a:r>
              <a:rPr b="1" lang="de" sz="2200"/>
              <a:t>Caso de uso 1 - Gestionar Usuarios:</a:t>
            </a:r>
            <a:endParaRPr b="1" sz="2200"/>
          </a:p>
          <a:p>
            <a:pPr indent="0" lvl="0" marL="0" rtl="0" algn="ctr">
              <a:spcBef>
                <a:spcPts val="600"/>
              </a:spcBef>
              <a:spcAft>
                <a:spcPts val="0"/>
              </a:spcAft>
              <a:buNone/>
            </a:pPr>
            <a:r>
              <a:rPr lang="de" sz="2200"/>
              <a:t>El administrador puede registrar nuevos usuarios ingresando su nombre, correo electrónico y rol inicial, modificar los datos y roles asignados a los usuarios, y deshabilitar o eliminar usuarios existentes. </a:t>
            </a:r>
            <a:endParaRPr sz="2200"/>
          </a:p>
          <a:p>
            <a:pPr indent="0" lvl="0" marL="0" rtl="0" algn="ctr">
              <a:spcBef>
                <a:spcPts val="1800"/>
              </a:spcBef>
              <a:spcAft>
                <a:spcPts val="0"/>
              </a:spcAft>
              <a:buNone/>
            </a:pPr>
            <a:r>
              <a:rPr b="1" lang="de" sz="2200"/>
              <a:t>CU2 - Crear Usuario.</a:t>
            </a:r>
            <a:endParaRPr b="1" sz="2200"/>
          </a:p>
          <a:p>
            <a:pPr indent="0" lvl="0" marL="0" rtl="0" algn="ctr">
              <a:spcBef>
                <a:spcPts val="1800"/>
              </a:spcBef>
              <a:spcAft>
                <a:spcPts val="0"/>
              </a:spcAft>
              <a:buNone/>
            </a:pPr>
            <a:r>
              <a:rPr b="1" lang="de" sz="2200"/>
              <a:t>CU3 - Modificar Usuario.</a:t>
            </a:r>
            <a:endParaRPr b="1" sz="2200"/>
          </a:p>
          <a:p>
            <a:pPr indent="0" lvl="0" marL="0" rtl="0" algn="ctr">
              <a:spcBef>
                <a:spcPts val="1800"/>
              </a:spcBef>
              <a:spcAft>
                <a:spcPts val="0"/>
              </a:spcAft>
              <a:buNone/>
            </a:pPr>
            <a:r>
              <a:rPr b="1" lang="de" sz="2200"/>
              <a:t>CU4 - Eliminar Usuario.</a:t>
            </a:r>
            <a:br>
              <a:rPr b="1" lang="de" sz="2200"/>
            </a:br>
            <a:endParaRPr b="1" sz="2200"/>
          </a:p>
          <a:p>
            <a:pPr indent="0" lvl="0" marL="0" rtl="0" algn="l">
              <a:lnSpc>
                <a:spcPct val="100000"/>
              </a:lnSpc>
              <a:spcBef>
                <a:spcPts val="400"/>
              </a:spcBef>
              <a:spcAft>
                <a:spcPts val="0"/>
              </a:spcAft>
              <a:buNone/>
            </a:pPr>
            <a:r>
              <a:t/>
            </a:r>
            <a:endParaRPr sz="2200"/>
          </a:p>
          <a:p>
            <a:pPr indent="0" lvl="0" marL="0" rtl="0" algn="l">
              <a:lnSpc>
                <a:spcPct val="100000"/>
              </a:lnSpc>
              <a:spcBef>
                <a:spcPts val="0"/>
              </a:spcBef>
              <a:spcAft>
                <a:spcPts val="0"/>
              </a:spcAft>
              <a:buNone/>
            </a:pPr>
            <a:r>
              <a:t/>
            </a:r>
            <a:endParaRPr sz="2200"/>
          </a:p>
        </p:txBody>
      </p:sp>
      <p:pic>
        <p:nvPicPr>
          <p:cNvPr id="346" name="Google Shape;346;g37bce9a52e3_0_23"/>
          <p:cNvPicPr preferRelativeResize="0"/>
          <p:nvPr/>
        </p:nvPicPr>
        <p:blipFill>
          <a:blip r:embed="rId3">
            <a:alphaModFix/>
          </a:blip>
          <a:stretch>
            <a:fillRect/>
          </a:stretch>
        </p:blipFill>
        <p:spPr>
          <a:xfrm>
            <a:off x="245527" y="4304278"/>
            <a:ext cx="689547" cy="6802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g3653bc78ab3_0_26"/>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Estudio de Mercado</a:t>
            </a:r>
            <a:endParaRPr/>
          </a:p>
        </p:txBody>
      </p:sp>
      <p:sp>
        <p:nvSpPr>
          <p:cNvPr id="352" name="Google Shape;352;g3653bc78ab3_0_26"/>
          <p:cNvSpPr txBox="1"/>
          <p:nvPr>
            <p:ph idx="4294967295" type="body"/>
          </p:nvPr>
        </p:nvSpPr>
        <p:spPr>
          <a:xfrm>
            <a:off x="1442580" y="1283776"/>
            <a:ext cx="6447600" cy="680100"/>
          </a:xfrm>
          <a:prstGeom prst="rect">
            <a:avLst/>
          </a:prstGeom>
          <a:noFill/>
          <a:ln>
            <a:noFill/>
          </a:ln>
        </p:spPr>
        <p:txBody>
          <a:bodyPr anchorCtr="0" anchor="t" bIns="91425" lIns="91425" spcFirstLastPara="1" rIns="91425" wrap="square" tIns="91425">
            <a:noAutofit/>
          </a:bodyPr>
          <a:lstStyle/>
          <a:p>
            <a:pPr indent="0" lvl="0" marL="0" rtl="0" algn="ctr">
              <a:spcBef>
                <a:spcPts val="1800"/>
              </a:spcBef>
              <a:spcAft>
                <a:spcPts val="0"/>
              </a:spcAft>
              <a:buNone/>
            </a:pPr>
            <a:r>
              <a:rPr b="1" lang="de" sz="2200"/>
              <a:t>Identificación</a:t>
            </a:r>
            <a:r>
              <a:rPr b="1" lang="de" sz="2200"/>
              <a:t> de las siguientes herramientas</a:t>
            </a:r>
            <a:r>
              <a:rPr b="1" lang="de" sz="2200"/>
              <a:t>:</a:t>
            </a:r>
            <a:endParaRPr b="1" sz="2200"/>
          </a:p>
          <a:p>
            <a:pPr indent="0" lvl="0" marL="0" rtl="0" algn="ctr">
              <a:spcBef>
                <a:spcPts val="600"/>
              </a:spcBef>
              <a:spcAft>
                <a:spcPts val="0"/>
              </a:spcAft>
              <a:buNone/>
            </a:pPr>
            <a:r>
              <a:t/>
            </a:r>
            <a:endParaRPr sz="2200"/>
          </a:p>
          <a:p>
            <a:pPr indent="0" lvl="0" marL="0" rtl="0" algn="ctr">
              <a:spcBef>
                <a:spcPts val="1800"/>
              </a:spcBef>
              <a:spcAft>
                <a:spcPts val="0"/>
              </a:spcAft>
              <a:buNone/>
            </a:pPr>
            <a:br>
              <a:rPr b="1" lang="de" sz="2200"/>
            </a:br>
            <a:endParaRPr b="1" sz="2200"/>
          </a:p>
          <a:p>
            <a:pPr indent="0" lvl="0" marL="0" rtl="0" algn="l">
              <a:lnSpc>
                <a:spcPct val="100000"/>
              </a:lnSpc>
              <a:spcBef>
                <a:spcPts val="400"/>
              </a:spcBef>
              <a:spcAft>
                <a:spcPts val="0"/>
              </a:spcAft>
              <a:buNone/>
            </a:pPr>
            <a:r>
              <a:t/>
            </a:r>
            <a:endParaRPr sz="2200"/>
          </a:p>
          <a:p>
            <a:pPr indent="0" lvl="0" marL="0" rtl="0" algn="l">
              <a:lnSpc>
                <a:spcPct val="100000"/>
              </a:lnSpc>
              <a:spcBef>
                <a:spcPts val="0"/>
              </a:spcBef>
              <a:spcAft>
                <a:spcPts val="0"/>
              </a:spcAft>
              <a:buNone/>
            </a:pPr>
            <a:r>
              <a:t/>
            </a:r>
            <a:endParaRPr sz="2200"/>
          </a:p>
        </p:txBody>
      </p:sp>
      <p:pic>
        <p:nvPicPr>
          <p:cNvPr id="353" name="Google Shape;353;g3653bc78ab3_0_26"/>
          <p:cNvPicPr preferRelativeResize="0"/>
          <p:nvPr/>
        </p:nvPicPr>
        <p:blipFill>
          <a:blip r:embed="rId3">
            <a:alphaModFix/>
          </a:blip>
          <a:stretch>
            <a:fillRect/>
          </a:stretch>
        </p:blipFill>
        <p:spPr>
          <a:xfrm>
            <a:off x="245527" y="4304278"/>
            <a:ext cx="689547" cy="680200"/>
          </a:xfrm>
          <a:prstGeom prst="rect">
            <a:avLst/>
          </a:prstGeom>
          <a:noFill/>
          <a:ln>
            <a:noFill/>
          </a:ln>
        </p:spPr>
      </p:pic>
      <p:sp>
        <p:nvSpPr>
          <p:cNvPr id="354" name="Google Shape;354;g3653bc78ab3_0_26"/>
          <p:cNvSpPr/>
          <p:nvPr/>
        </p:nvSpPr>
        <p:spPr>
          <a:xfrm>
            <a:off x="4816317" y="2190225"/>
            <a:ext cx="1876200" cy="1708200"/>
          </a:xfrm>
          <a:prstGeom prst="ellipse">
            <a:avLst/>
          </a:prstGeom>
          <a:solidFill>
            <a:schemeClr val="dk2"/>
          </a:solidFill>
          <a:ln>
            <a:noFill/>
          </a:ln>
        </p:spPr>
        <p:txBody>
          <a:bodyPr anchorCtr="0" anchor="ctr" bIns="163000" lIns="163000" spcFirstLastPara="1" rIns="163000" wrap="square" tIns="163000">
            <a:noAutofit/>
          </a:bodyPr>
          <a:lstStyle/>
          <a:p>
            <a:pPr indent="0" lvl="0" marL="0" marR="0" rtl="0" algn="l">
              <a:lnSpc>
                <a:spcPct val="100000"/>
              </a:lnSpc>
              <a:spcBef>
                <a:spcPts val="0"/>
              </a:spcBef>
              <a:spcAft>
                <a:spcPts val="0"/>
              </a:spcAft>
              <a:buClr>
                <a:srgbClr val="000000"/>
              </a:buClr>
              <a:buSzPts val="2496"/>
              <a:buFont typeface="Arial"/>
              <a:buNone/>
            </a:pPr>
            <a:r>
              <a:t/>
            </a:r>
            <a:endParaRPr b="0" i="0" sz="2495" u="none" cap="none" strike="noStrike">
              <a:solidFill>
                <a:srgbClr val="000000"/>
              </a:solidFill>
              <a:latin typeface="Arial"/>
              <a:ea typeface="Arial"/>
              <a:cs typeface="Arial"/>
              <a:sym typeface="Arial"/>
            </a:endParaRPr>
          </a:p>
        </p:txBody>
      </p:sp>
      <p:pic>
        <p:nvPicPr>
          <p:cNvPr id="355" name="Google Shape;355;g3653bc78ab3_0_26"/>
          <p:cNvPicPr preferRelativeResize="0"/>
          <p:nvPr/>
        </p:nvPicPr>
        <p:blipFill>
          <a:blip r:embed="rId4">
            <a:alphaModFix/>
          </a:blip>
          <a:stretch>
            <a:fillRect/>
          </a:stretch>
        </p:blipFill>
        <p:spPr>
          <a:xfrm>
            <a:off x="4952267" y="2733775"/>
            <a:ext cx="1604295" cy="680200"/>
          </a:xfrm>
          <a:prstGeom prst="rect">
            <a:avLst/>
          </a:prstGeom>
          <a:noFill/>
          <a:ln>
            <a:noFill/>
          </a:ln>
        </p:spPr>
      </p:pic>
      <p:sp>
        <p:nvSpPr>
          <p:cNvPr id="356" name="Google Shape;356;g3653bc78ab3_0_26"/>
          <p:cNvSpPr/>
          <p:nvPr/>
        </p:nvSpPr>
        <p:spPr>
          <a:xfrm>
            <a:off x="2569720" y="2190219"/>
            <a:ext cx="1876200" cy="1708200"/>
          </a:xfrm>
          <a:prstGeom prst="ellipse">
            <a:avLst/>
          </a:prstGeom>
          <a:solidFill>
            <a:schemeClr val="accent1"/>
          </a:solidFill>
          <a:ln>
            <a:noFill/>
          </a:ln>
        </p:spPr>
        <p:txBody>
          <a:bodyPr anchorCtr="0" anchor="ctr" bIns="163000" lIns="163000" spcFirstLastPara="1" rIns="163000" wrap="square" tIns="163000">
            <a:noAutofit/>
          </a:bodyPr>
          <a:lstStyle/>
          <a:p>
            <a:pPr indent="0" lvl="0" marL="0" marR="0" rtl="0" algn="l">
              <a:lnSpc>
                <a:spcPct val="100000"/>
              </a:lnSpc>
              <a:spcBef>
                <a:spcPts val="0"/>
              </a:spcBef>
              <a:spcAft>
                <a:spcPts val="0"/>
              </a:spcAft>
              <a:buClr>
                <a:srgbClr val="000000"/>
              </a:buClr>
              <a:buSzPts val="2496"/>
              <a:buFont typeface="Arial"/>
              <a:buNone/>
            </a:pPr>
            <a:r>
              <a:t/>
            </a:r>
            <a:endParaRPr b="0" i="0" sz="2495" u="none" cap="none" strike="noStrike">
              <a:solidFill>
                <a:srgbClr val="000000"/>
              </a:solidFill>
              <a:latin typeface="Arial"/>
              <a:ea typeface="Arial"/>
              <a:cs typeface="Arial"/>
              <a:sym typeface="Arial"/>
            </a:endParaRPr>
          </a:p>
        </p:txBody>
      </p:sp>
      <p:pic>
        <p:nvPicPr>
          <p:cNvPr id="357" name="Google Shape;357;g3653bc78ab3_0_26"/>
          <p:cNvPicPr preferRelativeResize="0"/>
          <p:nvPr/>
        </p:nvPicPr>
        <p:blipFill>
          <a:blip r:embed="rId5">
            <a:alphaModFix/>
          </a:blip>
          <a:stretch>
            <a:fillRect/>
          </a:stretch>
        </p:blipFill>
        <p:spPr>
          <a:xfrm>
            <a:off x="2679681" y="2805864"/>
            <a:ext cx="1703566" cy="512400"/>
          </a:xfrm>
          <a:prstGeom prst="rect">
            <a:avLst/>
          </a:prstGeom>
          <a:noFill/>
          <a:ln>
            <a:noFill/>
          </a:ln>
        </p:spPr>
      </p:pic>
      <p:sp>
        <p:nvSpPr>
          <p:cNvPr id="358" name="Google Shape;358;g3653bc78ab3_0_26"/>
          <p:cNvSpPr/>
          <p:nvPr/>
        </p:nvSpPr>
        <p:spPr>
          <a:xfrm>
            <a:off x="7027442" y="2142948"/>
            <a:ext cx="1876200" cy="1708200"/>
          </a:xfrm>
          <a:prstGeom prst="ellipse">
            <a:avLst/>
          </a:prstGeom>
          <a:solidFill>
            <a:schemeClr val="accent1"/>
          </a:solidFill>
          <a:ln>
            <a:noFill/>
          </a:ln>
        </p:spPr>
        <p:txBody>
          <a:bodyPr anchorCtr="0" anchor="ctr" bIns="163000" lIns="163000" spcFirstLastPara="1" rIns="163000" wrap="square" tIns="163000">
            <a:noAutofit/>
          </a:bodyPr>
          <a:lstStyle/>
          <a:p>
            <a:pPr indent="0" lvl="0" marL="0" marR="0" rtl="0" algn="l">
              <a:lnSpc>
                <a:spcPct val="100000"/>
              </a:lnSpc>
              <a:spcBef>
                <a:spcPts val="0"/>
              </a:spcBef>
              <a:spcAft>
                <a:spcPts val="0"/>
              </a:spcAft>
              <a:buClr>
                <a:srgbClr val="000000"/>
              </a:buClr>
              <a:buSzPts val="2496"/>
              <a:buFont typeface="Arial"/>
              <a:buNone/>
            </a:pPr>
            <a:r>
              <a:t/>
            </a:r>
            <a:endParaRPr b="0" i="0" sz="2495" u="none" cap="none" strike="noStrike">
              <a:solidFill>
                <a:srgbClr val="000000"/>
              </a:solidFill>
              <a:latin typeface="Arial"/>
              <a:ea typeface="Arial"/>
              <a:cs typeface="Arial"/>
              <a:sym typeface="Arial"/>
            </a:endParaRPr>
          </a:p>
        </p:txBody>
      </p:sp>
      <p:pic>
        <p:nvPicPr>
          <p:cNvPr id="359" name="Google Shape;359;g3653bc78ab3_0_26"/>
          <p:cNvPicPr preferRelativeResize="0"/>
          <p:nvPr/>
        </p:nvPicPr>
        <p:blipFill>
          <a:blip r:embed="rId6">
            <a:alphaModFix/>
          </a:blip>
          <a:stretch>
            <a:fillRect/>
          </a:stretch>
        </p:blipFill>
        <p:spPr>
          <a:xfrm>
            <a:off x="7285630" y="2794604"/>
            <a:ext cx="1359826" cy="393075"/>
          </a:xfrm>
          <a:prstGeom prst="rect">
            <a:avLst/>
          </a:prstGeom>
          <a:noFill/>
          <a:ln>
            <a:noFill/>
          </a:ln>
        </p:spPr>
      </p:pic>
      <p:sp>
        <p:nvSpPr>
          <p:cNvPr id="360" name="Google Shape;360;g3653bc78ab3_0_26"/>
          <p:cNvSpPr/>
          <p:nvPr/>
        </p:nvSpPr>
        <p:spPr>
          <a:xfrm>
            <a:off x="370392" y="2207975"/>
            <a:ext cx="1876200" cy="1708200"/>
          </a:xfrm>
          <a:prstGeom prst="ellipse">
            <a:avLst/>
          </a:prstGeom>
          <a:solidFill>
            <a:schemeClr val="dk2"/>
          </a:solidFill>
          <a:ln>
            <a:noFill/>
          </a:ln>
        </p:spPr>
        <p:txBody>
          <a:bodyPr anchorCtr="0" anchor="ctr" bIns="163000" lIns="163000" spcFirstLastPara="1" rIns="163000" wrap="square" tIns="163000">
            <a:noAutofit/>
          </a:bodyPr>
          <a:lstStyle/>
          <a:p>
            <a:pPr indent="0" lvl="0" marL="0" marR="0" rtl="0" algn="l">
              <a:lnSpc>
                <a:spcPct val="100000"/>
              </a:lnSpc>
              <a:spcBef>
                <a:spcPts val="0"/>
              </a:spcBef>
              <a:spcAft>
                <a:spcPts val="0"/>
              </a:spcAft>
              <a:buClr>
                <a:srgbClr val="000000"/>
              </a:buClr>
              <a:buSzPts val="2496"/>
              <a:buFont typeface="Arial"/>
              <a:buNone/>
            </a:pPr>
            <a:r>
              <a:t/>
            </a:r>
            <a:endParaRPr b="0" i="0" sz="2495" u="none" cap="none" strike="noStrike">
              <a:solidFill>
                <a:srgbClr val="000000"/>
              </a:solidFill>
              <a:latin typeface="Arial"/>
              <a:ea typeface="Arial"/>
              <a:cs typeface="Arial"/>
              <a:sym typeface="Arial"/>
            </a:endParaRPr>
          </a:p>
        </p:txBody>
      </p:sp>
      <p:pic>
        <p:nvPicPr>
          <p:cNvPr id="361" name="Google Shape;361;g3653bc78ab3_0_26"/>
          <p:cNvPicPr preferRelativeResize="0"/>
          <p:nvPr/>
        </p:nvPicPr>
        <p:blipFill>
          <a:blip r:embed="rId7">
            <a:alphaModFix/>
          </a:blip>
          <a:stretch>
            <a:fillRect/>
          </a:stretch>
        </p:blipFill>
        <p:spPr>
          <a:xfrm>
            <a:off x="470895" y="2819749"/>
            <a:ext cx="1604300" cy="508293"/>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g3653bc78ab3_0_49"/>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QmKey</a:t>
            </a:r>
            <a:endParaRPr/>
          </a:p>
        </p:txBody>
      </p:sp>
      <p:sp>
        <p:nvSpPr>
          <p:cNvPr id="367" name="Google Shape;367;g3653bc78ab3_0_49"/>
          <p:cNvSpPr txBox="1"/>
          <p:nvPr>
            <p:ph idx="4294967295" type="body"/>
          </p:nvPr>
        </p:nvSpPr>
        <p:spPr>
          <a:xfrm>
            <a:off x="3848025" y="1676425"/>
            <a:ext cx="4522800" cy="1219500"/>
          </a:xfrm>
          <a:prstGeom prst="rect">
            <a:avLst/>
          </a:prstGeom>
          <a:noFill/>
          <a:ln>
            <a:noFill/>
          </a:ln>
        </p:spPr>
        <p:txBody>
          <a:bodyPr anchorCtr="0" anchor="t" bIns="91425" lIns="91425" spcFirstLastPara="1" rIns="91425" wrap="square" tIns="91425">
            <a:noAutofit/>
          </a:bodyPr>
          <a:lstStyle/>
          <a:p>
            <a:pPr indent="0" lvl="0" marL="0" rtl="0" algn="ctr">
              <a:spcBef>
                <a:spcPts val="1800"/>
              </a:spcBef>
              <a:spcAft>
                <a:spcPts val="0"/>
              </a:spcAft>
              <a:buNone/>
            </a:pPr>
            <a:r>
              <a:rPr b="1" lang="de" sz="2200"/>
              <a:t>Mencionar alguna carac</a:t>
            </a:r>
            <a:r>
              <a:rPr b="1" lang="de" sz="2200"/>
              <a:t>:</a:t>
            </a:r>
            <a:endParaRPr b="1" sz="2200"/>
          </a:p>
          <a:p>
            <a:pPr indent="0" lvl="0" marL="0" rtl="0" algn="ctr">
              <a:spcBef>
                <a:spcPts val="600"/>
              </a:spcBef>
              <a:spcAft>
                <a:spcPts val="0"/>
              </a:spcAft>
              <a:buNone/>
            </a:pPr>
            <a:r>
              <a:rPr lang="de" sz="2200"/>
              <a:t>Texto de ejemplo</a:t>
            </a:r>
            <a:endParaRPr sz="2200"/>
          </a:p>
          <a:p>
            <a:pPr indent="0" lvl="0" marL="0" rtl="0" algn="ctr">
              <a:spcBef>
                <a:spcPts val="1800"/>
              </a:spcBef>
              <a:spcAft>
                <a:spcPts val="0"/>
              </a:spcAft>
              <a:buNone/>
            </a:pPr>
            <a:br>
              <a:rPr b="1" lang="de" sz="2200"/>
            </a:br>
            <a:endParaRPr b="1" sz="2200"/>
          </a:p>
          <a:p>
            <a:pPr indent="0" lvl="0" marL="0" rtl="0" algn="l">
              <a:lnSpc>
                <a:spcPct val="100000"/>
              </a:lnSpc>
              <a:spcBef>
                <a:spcPts val="400"/>
              </a:spcBef>
              <a:spcAft>
                <a:spcPts val="0"/>
              </a:spcAft>
              <a:buNone/>
            </a:pPr>
            <a:r>
              <a:t/>
            </a:r>
            <a:endParaRPr sz="2200"/>
          </a:p>
          <a:p>
            <a:pPr indent="0" lvl="0" marL="0" rtl="0" algn="l">
              <a:lnSpc>
                <a:spcPct val="100000"/>
              </a:lnSpc>
              <a:spcBef>
                <a:spcPts val="0"/>
              </a:spcBef>
              <a:spcAft>
                <a:spcPts val="0"/>
              </a:spcAft>
              <a:buNone/>
            </a:pPr>
            <a:r>
              <a:t/>
            </a:r>
            <a:endParaRPr sz="2200"/>
          </a:p>
        </p:txBody>
      </p:sp>
      <p:pic>
        <p:nvPicPr>
          <p:cNvPr id="368" name="Google Shape;368;g3653bc78ab3_0_49"/>
          <p:cNvPicPr preferRelativeResize="0"/>
          <p:nvPr/>
        </p:nvPicPr>
        <p:blipFill>
          <a:blip r:embed="rId3">
            <a:alphaModFix/>
          </a:blip>
          <a:stretch>
            <a:fillRect/>
          </a:stretch>
        </p:blipFill>
        <p:spPr>
          <a:xfrm>
            <a:off x="245527" y="4304278"/>
            <a:ext cx="689547" cy="680200"/>
          </a:xfrm>
          <a:prstGeom prst="rect">
            <a:avLst/>
          </a:prstGeom>
          <a:noFill/>
          <a:ln>
            <a:noFill/>
          </a:ln>
        </p:spPr>
      </p:pic>
      <p:sp>
        <p:nvSpPr>
          <p:cNvPr id="369" name="Google Shape;369;g3653bc78ab3_0_49"/>
          <p:cNvSpPr/>
          <p:nvPr/>
        </p:nvSpPr>
        <p:spPr>
          <a:xfrm>
            <a:off x="1099675" y="1616425"/>
            <a:ext cx="2849700" cy="2542200"/>
          </a:xfrm>
          <a:prstGeom prst="ellipse">
            <a:avLst/>
          </a:prstGeom>
          <a:solidFill>
            <a:schemeClr val="dk2"/>
          </a:solidFill>
          <a:ln>
            <a:noFill/>
          </a:ln>
        </p:spPr>
        <p:txBody>
          <a:bodyPr anchorCtr="0" anchor="ctr" bIns="163000" lIns="163000" spcFirstLastPara="1" rIns="163000" wrap="square" tIns="163000">
            <a:noAutofit/>
          </a:bodyPr>
          <a:lstStyle/>
          <a:p>
            <a:pPr indent="0" lvl="0" marL="0" marR="0" rtl="0" algn="l">
              <a:lnSpc>
                <a:spcPct val="100000"/>
              </a:lnSpc>
              <a:spcBef>
                <a:spcPts val="0"/>
              </a:spcBef>
              <a:spcAft>
                <a:spcPts val="0"/>
              </a:spcAft>
              <a:buClr>
                <a:srgbClr val="000000"/>
              </a:buClr>
              <a:buSzPts val="2496"/>
              <a:buFont typeface="Arial"/>
              <a:buNone/>
            </a:pPr>
            <a:r>
              <a:t/>
            </a:r>
            <a:endParaRPr b="0" i="0" sz="2495" u="none" cap="none" strike="noStrike">
              <a:solidFill>
                <a:srgbClr val="000000"/>
              </a:solidFill>
              <a:latin typeface="Arial"/>
              <a:ea typeface="Arial"/>
              <a:cs typeface="Arial"/>
              <a:sym typeface="Arial"/>
            </a:endParaRPr>
          </a:p>
        </p:txBody>
      </p:sp>
      <p:pic>
        <p:nvPicPr>
          <p:cNvPr id="370" name="Google Shape;370;g3653bc78ab3_0_49"/>
          <p:cNvPicPr preferRelativeResize="0"/>
          <p:nvPr/>
        </p:nvPicPr>
        <p:blipFill>
          <a:blip r:embed="rId4">
            <a:alphaModFix/>
          </a:blip>
          <a:stretch>
            <a:fillRect/>
          </a:stretch>
        </p:blipFill>
        <p:spPr>
          <a:xfrm>
            <a:off x="1268848" y="2378737"/>
            <a:ext cx="2455800" cy="104122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 name="Shape 374"/>
        <p:cNvGrpSpPr/>
        <p:nvPr/>
      </p:nvGrpSpPr>
      <p:grpSpPr>
        <a:xfrm>
          <a:off x="0" y="0"/>
          <a:ext cx="0" cy="0"/>
          <a:chOff x="0" y="0"/>
          <a:chExt cx="0" cy="0"/>
        </a:xfrm>
      </p:grpSpPr>
      <p:sp>
        <p:nvSpPr>
          <p:cNvPr id="375" name="Google Shape;375;p13"/>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de"/>
              <a:t>Caracteristicas a tener en cuenta</a:t>
            </a:r>
            <a:endParaRPr/>
          </a:p>
          <a:p>
            <a:pPr indent="0" lvl="0" marL="0" rtl="0" algn="ctr">
              <a:lnSpc>
                <a:spcPct val="100000"/>
              </a:lnSpc>
              <a:spcBef>
                <a:spcPts val="0"/>
              </a:spcBef>
              <a:spcAft>
                <a:spcPts val="0"/>
              </a:spcAft>
              <a:buClr>
                <a:schemeClr val="dk1"/>
              </a:buClr>
              <a:buSzPts val="1100"/>
              <a:buFont typeface="Arial"/>
              <a:buNone/>
            </a:pPr>
            <a:r>
              <a:t/>
            </a:r>
            <a:endParaRPr/>
          </a:p>
          <a:p>
            <a:pPr indent="0" lvl="0" marL="0" rtl="0" algn="ctr">
              <a:lnSpc>
                <a:spcPct val="100000"/>
              </a:lnSpc>
              <a:spcBef>
                <a:spcPts val="0"/>
              </a:spcBef>
              <a:spcAft>
                <a:spcPts val="0"/>
              </a:spcAft>
              <a:buSzPts val="2800"/>
              <a:buNone/>
            </a:pPr>
            <a:r>
              <a:t/>
            </a:r>
            <a:endParaRPr/>
          </a:p>
        </p:txBody>
      </p:sp>
      <p:sp>
        <p:nvSpPr>
          <p:cNvPr id="376" name="Google Shape;376;p13"/>
          <p:cNvSpPr/>
          <p:nvPr/>
        </p:nvSpPr>
        <p:spPr>
          <a:xfrm>
            <a:off x="130225" y="1256100"/>
            <a:ext cx="8880300" cy="3346200"/>
          </a:xfrm>
          <a:prstGeom prst="roundRect">
            <a:avLst>
              <a:gd fmla="val 8417" name="adj"/>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aphicFrame>
        <p:nvGraphicFramePr>
          <p:cNvPr id="377" name="Google Shape;377;p13"/>
          <p:cNvGraphicFramePr/>
          <p:nvPr/>
        </p:nvGraphicFramePr>
        <p:xfrm>
          <a:off x="189104" y="1407371"/>
          <a:ext cx="3000000" cy="3000000"/>
        </p:xfrm>
        <a:graphic>
          <a:graphicData uri="http://schemas.openxmlformats.org/drawingml/2006/table">
            <a:tbl>
              <a:tblPr>
                <a:noFill/>
                <a:tableStyleId>{4525C3A9-1ED4-4DCC-A146-D03A1F910800}</a:tableStyleId>
              </a:tblPr>
              <a:tblGrid>
                <a:gridCol w="2184275"/>
                <a:gridCol w="1827450"/>
                <a:gridCol w="1827450"/>
                <a:gridCol w="2982250"/>
              </a:tblGrid>
              <a:tr h="560150">
                <a:tc>
                  <a:txBody>
                    <a:bodyPr/>
                    <a:lstStyle/>
                    <a:p>
                      <a:pPr indent="0" lvl="0" marL="0" marR="0" rtl="0" algn="ctr">
                        <a:lnSpc>
                          <a:spcPct val="100000"/>
                        </a:lnSpc>
                        <a:spcBef>
                          <a:spcPts val="0"/>
                        </a:spcBef>
                        <a:spcAft>
                          <a:spcPts val="0"/>
                        </a:spcAft>
                        <a:buClr>
                          <a:srgbClr val="000000"/>
                        </a:buClr>
                        <a:buSzPts val="1400"/>
                        <a:buFont typeface="Arial"/>
                        <a:buNone/>
                      </a:pPr>
                      <a:r>
                        <a:t/>
                      </a:r>
                      <a:endParaRPr b="1" sz="1400" u="none" cap="none" strike="noStrike">
                        <a:latin typeface="Space Grotesk"/>
                        <a:ea typeface="Space Grotesk"/>
                        <a:cs typeface="Space Grotesk"/>
                        <a:sym typeface="Space Grotesk"/>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t/>
                      </a:r>
                      <a:endParaRPr b="1" sz="2000" u="none" cap="none" strike="noStrike">
                        <a:solidFill>
                          <a:schemeClr val="accent1"/>
                        </a:solidFill>
                        <a:latin typeface="Space Grotesk"/>
                        <a:ea typeface="Space Grotesk"/>
                        <a:cs typeface="Space Grotesk"/>
                        <a:sym typeface="Space Grotesk"/>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t/>
                      </a:r>
                      <a:endParaRPr b="1" sz="2000" u="none" cap="none" strike="noStrike">
                        <a:solidFill>
                          <a:schemeClr val="accent1"/>
                        </a:solidFill>
                        <a:latin typeface="Space Grotesk"/>
                        <a:ea typeface="Space Grotesk"/>
                        <a:cs typeface="Space Grotesk"/>
                        <a:sym typeface="Space Grotesk"/>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t/>
                      </a:r>
                      <a:endParaRPr b="1" sz="2000" u="none" cap="none" strike="noStrike">
                        <a:solidFill>
                          <a:schemeClr val="accent1"/>
                        </a:solidFill>
                        <a:latin typeface="Space Grotesk"/>
                        <a:ea typeface="Space Grotesk"/>
                        <a:cs typeface="Space Grotesk"/>
                        <a:sym typeface="Space Grotesk"/>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r>
              <a:tr h="538925">
                <a:tc>
                  <a:txBody>
                    <a:bodyPr/>
                    <a:lstStyle/>
                    <a:p>
                      <a:pPr indent="0" lvl="0" marL="0" marR="0" rtl="0" algn="ctr">
                        <a:lnSpc>
                          <a:spcPct val="100000"/>
                        </a:lnSpc>
                        <a:spcBef>
                          <a:spcPts val="0"/>
                        </a:spcBef>
                        <a:spcAft>
                          <a:spcPts val="0"/>
                        </a:spcAft>
                        <a:buClr>
                          <a:srgbClr val="000000"/>
                        </a:buClr>
                        <a:buSzPts val="1400"/>
                        <a:buFont typeface="Arial"/>
                        <a:buNone/>
                      </a:pPr>
                      <a:r>
                        <a:rPr lang="de">
                          <a:solidFill>
                            <a:schemeClr val="dk1"/>
                          </a:solidFill>
                          <a:latin typeface="Archivo"/>
                          <a:ea typeface="Archivo"/>
                          <a:cs typeface="Archivo"/>
                          <a:sym typeface="Archivo"/>
                        </a:rPr>
                        <a:t>Ver otras caract.</a:t>
                      </a:r>
                      <a:r>
                        <a:rPr lang="de" sz="1400" u="none" cap="none" strike="noStrike">
                          <a:solidFill>
                            <a:schemeClr val="dk1"/>
                          </a:solidFill>
                          <a:latin typeface="Archivo"/>
                          <a:ea typeface="Archivo"/>
                          <a:cs typeface="Archivo"/>
                          <a:sym typeface="Archivo"/>
                        </a:rPr>
                        <a:t> </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r h="600125">
                <a:tc>
                  <a:txBody>
                    <a:bodyPr/>
                    <a:lstStyle/>
                    <a:p>
                      <a:pPr indent="0" lvl="0" marL="0" marR="0" rtl="0" algn="ctr">
                        <a:lnSpc>
                          <a:spcPct val="100000"/>
                        </a:lnSpc>
                        <a:spcBef>
                          <a:spcPts val="0"/>
                        </a:spcBef>
                        <a:spcAft>
                          <a:spcPts val="0"/>
                        </a:spcAft>
                        <a:buClr>
                          <a:srgbClr val="000000"/>
                        </a:buClr>
                        <a:buSzPts val="1400"/>
                        <a:buFont typeface="Arial"/>
                        <a:buNone/>
                      </a:pPr>
                      <a:r>
                        <a:rPr lang="de">
                          <a:solidFill>
                            <a:schemeClr val="dk1"/>
                          </a:solidFill>
                          <a:latin typeface="Archivo"/>
                          <a:ea typeface="Archivo"/>
                          <a:cs typeface="Archivo"/>
                          <a:sym typeface="Archivo"/>
                        </a:rPr>
                        <a:t>Enfoque multinorma</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r h="594125">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Saturn besteht aus </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r h="700200">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Jupiter ist der größte</a:t>
                      </a:r>
                      <a:endParaRPr sz="1400" u="none" cap="none" strike="noStrike">
                        <a:solidFill>
                          <a:schemeClr val="dk1"/>
                        </a:solidFill>
                        <a:latin typeface="Archivo"/>
                        <a:ea typeface="Archivo"/>
                        <a:cs typeface="Archivo"/>
                        <a:sym typeface="Archivo"/>
                      </a:endParaRPr>
                    </a:p>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aller Planeten!</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bl>
          </a:graphicData>
        </a:graphic>
      </p:graphicFrame>
      <p:grpSp>
        <p:nvGrpSpPr>
          <p:cNvPr id="378" name="Google Shape;378;p13"/>
          <p:cNvGrpSpPr/>
          <p:nvPr/>
        </p:nvGrpSpPr>
        <p:grpSpPr>
          <a:xfrm>
            <a:off x="6193868" y="2550138"/>
            <a:ext cx="453600" cy="453600"/>
            <a:chOff x="5443075" y="1968300"/>
            <a:chExt cx="453600" cy="453600"/>
          </a:xfrm>
        </p:grpSpPr>
        <p:sp>
          <p:nvSpPr>
            <p:cNvPr id="379" name="Google Shape;379;p13"/>
            <p:cNvSpPr/>
            <p:nvPr/>
          </p:nvSpPr>
          <p:spPr>
            <a:xfrm>
              <a:off x="5443075" y="1968300"/>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13"/>
            <p:cNvSpPr/>
            <p:nvPr/>
          </p:nvSpPr>
          <p:spPr>
            <a:xfrm>
              <a:off x="5453705"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1" name="Google Shape;381;p13"/>
          <p:cNvGrpSpPr/>
          <p:nvPr/>
        </p:nvGrpSpPr>
        <p:grpSpPr>
          <a:xfrm>
            <a:off x="7282700" y="1968300"/>
            <a:ext cx="453600" cy="453600"/>
            <a:chOff x="7282700" y="1968300"/>
            <a:chExt cx="453600" cy="453600"/>
          </a:xfrm>
        </p:grpSpPr>
        <p:sp>
          <p:nvSpPr>
            <p:cNvPr id="382" name="Google Shape;382;p13"/>
            <p:cNvSpPr/>
            <p:nvPr/>
          </p:nvSpPr>
          <p:spPr>
            <a:xfrm>
              <a:off x="7282700" y="1968300"/>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13"/>
            <p:cNvSpPr/>
            <p:nvPr/>
          </p:nvSpPr>
          <p:spPr>
            <a:xfrm>
              <a:off x="729333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4" name="Google Shape;384;p13"/>
          <p:cNvGrpSpPr/>
          <p:nvPr/>
        </p:nvGrpSpPr>
        <p:grpSpPr>
          <a:xfrm>
            <a:off x="5443075" y="3809775"/>
            <a:ext cx="453600" cy="453600"/>
            <a:chOff x="5443075" y="3809775"/>
            <a:chExt cx="453600" cy="453600"/>
          </a:xfrm>
        </p:grpSpPr>
        <p:sp>
          <p:nvSpPr>
            <p:cNvPr id="385" name="Google Shape;385;p13"/>
            <p:cNvSpPr/>
            <p:nvPr/>
          </p:nvSpPr>
          <p:spPr>
            <a:xfrm>
              <a:off x="5443075" y="3809775"/>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13"/>
            <p:cNvSpPr/>
            <p:nvPr/>
          </p:nvSpPr>
          <p:spPr>
            <a:xfrm>
              <a:off x="5453705" y="3820406"/>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7" name="Google Shape;387;p13"/>
          <p:cNvGrpSpPr/>
          <p:nvPr/>
        </p:nvGrpSpPr>
        <p:grpSpPr>
          <a:xfrm>
            <a:off x="7282700" y="3809775"/>
            <a:ext cx="453600" cy="453600"/>
            <a:chOff x="7282700" y="3809775"/>
            <a:chExt cx="453600" cy="453600"/>
          </a:xfrm>
        </p:grpSpPr>
        <p:sp>
          <p:nvSpPr>
            <p:cNvPr id="388" name="Google Shape;388;p13"/>
            <p:cNvSpPr/>
            <p:nvPr/>
          </p:nvSpPr>
          <p:spPr>
            <a:xfrm>
              <a:off x="7282700" y="3809775"/>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13"/>
            <p:cNvSpPr/>
            <p:nvPr/>
          </p:nvSpPr>
          <p:spPr>
            <a:xfrm>
              <a:off x="7293330" y="3820406"/>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0" name="Google Shape;390;p13"/>
          <p:cNvGrpSpPr/>
          <p:nvPr/>
        </p:nvGrpSpPr>
        <p:grpSpPr>
          <a:xfrm>
            <a:off x="5443075" y="3195925"/>
            <a:ext cx="453600" cy="453600"/>
            <a:chOff x="5443075" y="3195925"/>
            <a:chExt cx="453600" cy="453600"/>
          </a:xfrm>
        </p:grpSpPr>
        <p:sp>
          <p:nvSpPr>
            <p:cNvPr id="391" name="Google Shape;391;p13"/>
            <p:cNvSpPr/>
            <p:nvPr/>
          </p:nvSpPr>
          <p:spPr>
            <a:xfrm>
              <a:off x="5443075" y="3195925"/>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13"/>
            <p:cNvSpPr/>
            <p:nvPr/>
          </p:nvSpPr>
          <p:spPr>
            <a:xfrm>
              <a:off x="5453705" y="3206556"/>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3" name="Google Shape;393;p13"/>
          <p:cNvGrpSpPr/>
          <p:nvPr/>
        </p:nvGrpSpPr>
        <p:grpSpPr>
          <a:xfrm>
            <a:off x="7282700" y="3195925"/>
            <a:ext cx="453600" cy="453600"/>
            <a:chOff x="7282700" y="3195925"/>
            <a:chExt cx="453600" cy="453600"/>
          </a:xfrm>
        </p:grpSpPr>
        <p:sp>
          <p:nvSpPr>
            <p:cNvPr id="394" name="Google Shape;394;p13"/>
            <p:cNvSpPr/>
            <p:nvPr/>
          </p:nvSpPr>
          <p:spPr>
            <a:xfrm>
              <a:off x="7282700" y="3195925"/>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13"/>
            <p:cNvSpPr/>
            <p:nvPr/>
          </p:nvSpPr>
          <p:spPr>
            <a:xfrm>
              <a:off x="7293330" y="3206556"/>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6" name="Google Shape;396;p13"/>
          <p:cNvGrpSpPr/>
          <p:nvPr/>
        </p:nvGrpSpPr>
        <p:grpSpPr>
          <a:xfrm>
            <a:off x="3056222" y="2572551"/>
            <a:ext cx="453600" cy="453600"/>
            <a:chOff x="5443075" y="2617375"/>
            <a:chExt cx="453600" cy="453600"/>
          </a:xfrm>
        </p:grpSpPr>
        <p:sp>
          <p:nvSpPr>
            <p:cNvPr id="397" name="Google Shape;397;p13"/>
            <p:cNvSpPr/>
            <p:nvPr/>
          </p:nvSpPr>
          <p:spPr>
            <a:xfrm>
              <a:off x="5443075" y="2617375"/>
              <a:ext cx="453600" cy="453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13"/>
            <p:cNvSpPr/>
            <p:nvPr/>
          </p:nvSpPr>
          <p:spPr>
            <a:xfrm>
              <a:off x="5453705" y="2628006"/>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9" name="Google Shape;399;p13"/>
          <p:cNvSpPr/>
          <p:nvPr/>
        </p:nvSpPr>
        <p:spPr>
          <a:xfrm>
            <a:off x="6344125" y="2721070"/>
            <a:ext cx="153089" cy="111736"/>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0" name="Google Shape;400;p13"/>
          <p:cNvSpPr/>
          <p:nvPr/>
        </p:nvSpPr>
        <p:spPr>
          <a:xfrm>
            <a:off x="7443482" y="2139232"/>
            <a:ext cx="153089" cy="111736"/>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1" name="Google Shape;401;p13"/>
          <p:cNvSpPr/>
          <p:nvPr/>
        </p:nvSpPr>
        <p:spPr>
          <a:xfrm>
            <a:off x="3206479" y="2743483"/>
            <a:ext cx="153089" cy="111736"/>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2" name="Google Shape;402;p13"/>
          <p:cNvSpPr/>
          <p:nvPr/>
        </p:nvSpPr>
        <p:spPr>
          <a:xfrm>
            <a:off x="5593332" y="3384507"/>
            <a:ext cx="153089" cy="111736"/>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3" name="Google Shape;403;p13"/>
          <p:cNvSpPr/>
          <p:nvPr/>
        </p:nvSpPr>
        <p:spPr>
          <a:xfrm>
            <a:off x="7443482" y="3384507"/>
            <a:ext cx="153089" cy="111736"/>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4" name="Google Shape;404;p13"/>
          <p:cNvSpPr/>
          <p:nvPr/>
        </p:nvSpPr>
        <p:spPr>
          <a:xfrm>
            <a:off x="5603861" y="3972942"/>
            <a:ext cx="132031" cy="127267"/>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405" name="Google Shape;405;p13"/>
          <p:cNvSpPr/>
          <p:nvPr/>
        </p:nvSpPr>
        <p:spPr>
          <a:xfrm>
            <a:off x="7443486" y="3972942"/>
            <a:ext cx="132031" cy="127267"/>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pic>
        <p:nvPicPr>
          <p:cNvPr id="406" name="Google Shape;406;p13"/>
          <p:cNvPicPr preferRelativeResize="0"/>
          <p:nvPr/>
        </p:nvPicPr>
        <p:blipFill>
          <a:blip r:embed="rId3">
            <a:alphaModFix/>
          </a:blip>
          <a:stretch>
            <a:fillRect/>
          </a:stretch>
        </p:blipFill>
        <p:spPr>
          <a:xfrm>
            <a:off x="4265500" y="1405437"/>
            <a:ext cx="1359825" cy="409010"/>
          </a:xfrm>
          <a:prstGeom prst="rect">
            <a:avLst/>
          </a:prstGeom>
          <a:noFill/>
          <a:ln>
            <a:noFill/>
          </a:ln>
        </p:spPr>
      </p:pic>
      <p:pic>
        <p:nvPicPr>
          <p:cNvPr id="407" name="Google Shape;407;p13"/>
          <p:cNvPicPr preferRelativeResize="0"/>
          <p:nvPr/>
        </p:nvPicPr>
        <p:blipFill>
          <a:blip r:embed="rId4">
            <a:alphaModFix/>
          </a:blip>
          <a:stretch>
            <a:fillRect/>
          </a:stretch>
        </p:blipFill>
        <p:spPr>
          <a:xfrm>
            <a:off x="5940604" y="1401693"/>
            <a:ext cx="1208525" cy="349339"/>
          </a:xfrm>
          <a:prstGeom prst="rect">
            <a:avLst/>
          </a:prstGeom>
          <a:noFill/>
          <a:ln>
            <a:noFill/>
          </a:ln>
        </p:spPr>
      </p:pic>
      <p:pic>
        <p:nvPicPr>
          <p:cNvPr id="408" name="Google Shape;408;p13"/>
          <p:cNvPicPr preferRelativeResize="0"/>
          <p:nvPr/>
        </p:nvPicPr>
        <p:blipFill>
          <a:blip r:embed="rId5">
            <a:alphaModFix/>
          </a:blip>
          <a:stretch>
            <a:fillRect/>
          </a:stretch>
        </p:blipFill>
        <p:spPr>
          <a:xfrm>
            <a:off x="2606957" y="1350673"/>
            <a:ext cx="1208524" cy="512400"/>
          </a:xfrm>
          <a:prstGeom prst="rect">
            <a:avLst/>
          </a:prstGeom>
          <a:noFill/>
          <a:ln>
            <a:noFill/>
          </a:ln>
        </p:spPr>
      </p:pic>
      <p:pic>
        <p:nvPicPr>
          <p:cNvPr id="409" name="Google Shape;409;p13"/>
          <p:cNvPicPr preferRelativeResize="0"/>
          <p:nvPr/>
        </p:nvPicPr>
        <p:blipFill>
          <a:blip r:embed="rId6">
            <a:alphaModFix/>
          </a:blip>
          <a:stretch>
            <a:fillRect/>
          </a:stretch>
        </p:blipFill>
        <p:spPr>
          <a:xfrm>
            <a:off x="7543989" y="1391357"/>
            <a:ext cx="1102538" cy="3493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 name="Shape 413"/>
        <p:cNvGrpSpPr/>
        <p:nvPr/>
      </p:nvGrpSpPr>
      <p:grpSpPr>
        <a:xfrm>
          <a:off x="0" y="0"/>
          <a:ext cx="0" cy="0"/>
          <a:chOff x="0" y="0"/>
          <a:chExt cx="0" cy="0"/>
        </a:xfrm>
      </p:grpSpPr>
      <p:sp>
        <p:nvSpPr>
          <p:cNvPr id="414" name="Google Shape;414;g37bce9a52e3_0_0"/>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MODELO DE DOMINIO</a:t>
            </a:r>
            <a:endParaRPr/>
          </a:p>
        </p:txBody>
      </p:sp>
      <p:pic>
        <p:nvPicPr>
          <p:cNvPr id="415" name="Google Shape;415;g37bce9a52e3_0_0" title="upscalemedia-transformed.png"/>
          <p:cNvPicPr preferRelativeResize="0"/>
          <p:nvPr/>
        </p:nvPicPr>
        <p:blipFill>
          <a:blip r:embed="rId3">
            <a:alphaModFix/>
          </a:blip>
          <a:stretch>
            <a:fillRect/>
          </a:stretch>
        </p:blipFill>
        <p:spPr>
          <a:xfrm>
            <a:off x="152400" y="1297875"/>
            <a:ext cx="8895324" cy="3023275"/>
          </a:xfrm>
          <a:prstGeom prst="rect">
            <a:avLst/>
          </a:prstGeom>
          <a:noFill/>
          <a:ln>
            <a:noFill/>
          </a:ln>
        </p:spPr>
      </p:pic>
      <p:pic>
        <p:nvPicPr>
          <p:cNvPr id="416" name="Google Shape;416;g37bce9a52e3_0_0"/>
          <p:cNvPicPr preferRelativeResize="0"/>
          <p:nvPr/>
        </p:nvPicPr>
        <p:blipFill>
          <a:blip r:embed="rId4">
            <a:alphaModFix/>
          </a:blip>
          <a:stretch>
            <a:fillRect/>
          </a:stretch>
        </p:blipFill>
        <p:spPr>
          <a:xfrm>
            <a:off x="223296" y="4364816"/>
            <a:ext cx="689547" cy="6802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 name="Shape 420"/>
        <p:cNvGrpSpPr/>
        <p:nvPr/>
      </p:nvGrpSpPr>
      <p:grpSpPr>
        <a:xfrm>
          <a:off x="0" y="0"/>
          <a:ext cx="0" cy="0"/>
          <a:chOff x="0" y="0"/>
          <a:chExt cx="0" cy="0"/>
        </a:xfrm>
      </p:grpSpPr>
      <p:sp>
        <p:nvSpPr>
          <p:cNvPr id="421" name="Google Shape;421;g36544ae4b6a_0_0"/>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DUDAS</a:t>
            </a:r>
            <a:endParaRPr/>
          </a:p>
        </p:txBody>
      </p:sp>
      <p:sp>
        <p:nvSpPr>
          <p:cNvPr id="422" name="Google Shape;422;g36544ae4b6a_0_0"/>
          <p:cNvSpPr txBox="1"/>
          <p:nvPr>
            <p:ph idx="4294967295" type="body"/>
          </p:nvPr>
        </p:nvSpPr>
        <p:spPr>
          <a:xfrm>
            <a:off x="160725" y="2057225"/>
            <a:ext cx="8743200" cy="147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1800"/>
              </a:spcBef>
              <a:spcAft>
                <a:spcPts val="0"/>
              </a:spcAft>
              <a:buSzPts val="1400"/>
              <a:buNone/>
            </a:pPr>
            <a:r>
              <a:rPr b="1" lang="de" sz="3100"/>
              <a:t>¿Qué rol tiene la responsabilidad principal de cargar y modificar métricas de calidad?</a:t>
            </a:r>
            <a:endParaRPr b="1" sz="3100"/>
          </a:p>
          <a:p>
            <a:pPr indent="0" lvl="0" marL="0" rtl="0" algn="l">
              <a:lnSpc>
                <a:spcPct val="100000"/>
              </a:lnSpc>
              <a:spcBef>
                <a:spcPts val="400"/>
              </a:spcBef>
              <a:spcAft>
                <a:spcPts val="0"/>
              </a:spcAft>
              <a:buSzPts val="1400"/>
              <a:buNone/>
            </a:pPr>
            <a:r>
              <a:t/>
            </a:r>
            <a:endParaRPr sz="3100"/>
          </a:p>
          <a:p>
            <a:pPr indent="0" lvl="0" marL="0" rtl="0" algn="l">
              <a:lnSpc>
                <a:spcPct val="100000"/>
              </a:lnSpc>
              <a:spcBef>
                <a:spcPts val="0"/>
              </a:spcBef>
              <a:spcAft>
                <a:spcPts val="0"/>
              </a:spcAft>
              <a:buSzPts val="1400"/>
              <a:buNone/>
            </a:pPr>
            <a:r>
              <a:t/>
            </a:r>
            <a:endParaRPr sz="1200"/>
          </a:p>
        </p:txBody>
      </p:sp>
      <p:pic>
        <p:nvPicPr>
          <p:cNvPr id="423" name="Google Shape;423;g36544ae4b6a_0_0"/>
          <p:cNvPicPr preferRelativeResize="0"/>
          <p:nvPr/>
        </p:nvPicPr>
        <p:blipFill rotWithShape="1">
          <a:blip r:embed="rId3">
            <a:alphaModFix/>
          </a:blip>
          <a:srcRect b="0" l="0" r="0" t="0"/>
          <a:stretch/>
        </p:blipFill>
        <p:spPr>
          <a:xfrm>
            <a:off x="233703" y="4304278"/>
            <a:ext cx="689547" cy="6802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g36544ae4b6a_0_6"/>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DUDAS</a:t>
            </a:r>
            <a:endParaRPr/>
          </a:p>
        </p:txBody>
      </p:sp>
      <p:sp>
        <p:nvSpPr>
          <p:cNvPr id="429" name="Google Shape;429;g36544ae4b6a_0_6"/>
          <p:cNvSpPr txBox="1"/>
          <p:nvPr>
            <p:ph idx="4294967295" type="body"/>
          </p:nvPr>
        </p:nvSpPr>
        <p:spPr>
          <a:xfrm>
            <a:off x="36000" y="1271950"/>
            <a:ext cx="9072000" cy="378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1800"/>
              </a:spcBef>
              <a:spcAft>
                <a:spcPts val="0"/>
              </a:spcAft>
              <a:buSzPts val="1400"/>
              <a:buNone/>
            </a:pPr>
            <a:r>
              <a:rPr b="1" lang="de" sz="2200"/>
              <a:t>Caso de uso 1 - Gestionar Usuarios:</a:t>
            </a:r>
            <a:endParaRPr b="1" sz="2200"/>
          </a:p>
          <a:p>
            <a:pPr indent="0" lvl="0" marL="0" rtl="0" algn="just">
              <a:lnSpc>
                <a:spcPct val="115000"/>
              </a:lnSpc>
              <a:spcBef>
                <a:spcPts val="600"/>
              </a:spcBef>
              <a:spcAft>
                <a:spcPts val="0"/>
              </a:spcAft>
              <a:buSzPts val="1400"/>
              <a:buNone/>
            </a:pPr>
            <a:r>
              <a:rPr lang="de" sz="2200"/>
              <a:t>El administrador puede registrar nuevos usuarios ingresando su nombre, correo electrónico y rol inicial, modificar los datos y roles asignados a los usuarios, y deshabilitar o eliminar usuarios existentes. </a:t>
            </a:r>
            <a:endParaRPr sz="2200"/>
          </a:p>
          <a:p>
            <a:pPr indent="0" lvl="0" marL="0" rtl="0" algn="ctr">
              <a:lnSpc>
                <a:spcPct val="115000"/>
              </a:lnSpc>
              <a:spcBef>
                <a:spcPts val="1800"/>
              </a:spcBef>
              <a:spcAft>
                <a:spcPts val="0"/>
              </a:spcAft>
              <a:buSzPts val="1400"/>
              <a:buNone/>
            </a:pPr>
            <a:r>
              <a:rPr b="1" lang="de" sz="2200"/>
              <a:t>CU2 - Crear Usuario.</a:t>
            </a:r>
            <a:endParaRPr b="1" sz="2200"/>
          </a:p>
          <a:p>
            <a:pPr indent="0" lvl="0" marL="0" rtl="0" algn="ctr">
              <a:lnSpc>
                <a:spcPct val="115000"/>
              </a:lnSpc>
              <a:spcBef>
                <a:spcPts val="1800"/>
              </a:spcBef>
              <a:spcAft>
                <a:spcPts val="0"/>
              </a:spcAft>
              <a:buSzPts val="1400"/>
              <a:buNone/>
            </a:pPr>
            <a:r>
              <a:rPr b="1" lang="de" sz="2200"/>
              <a:t>CU3 - Modificar Usuario.</a:t>
            </a:r>
            <a:endParaRPr b="1" sz="2200"/>
          </a:p>
          <a:p>
            <a:pPr indent="0" lvl="0" marL="0" rtl="0" algn="ctr">
              <a:lnSpc>
                <a:spcPct val="115000"/>
              </a:lnSpc>
              <a:spcBef>
                <a:spcPts val="1800"/>
              </a:spcBef>
              <a:spcAft>
                <a:spcPts val="0"/>
              </a:spcAft>
              <a:buSzPts val="1400"/>
              <a:buNone/>
            </a:pPr>
            <a:r>
              <a:rPr b="1" lang="de" sz="2200"/>
              <a:t>CU4 - Eliminar Usuario.</a:t>
            </a:r>
            <a:br>
              <a:rPr b="1" lang="de" sz="2200"/>
            </a:br>
            <a:endParaRPr b="1" sz="2200"/>
          </a:p>
          <a:p>
            <a:pPr indent="0" lvl="0" marL="0" rtl="0" algn="l">
              <a:lnSpc>
                <a:spcPct val="100000"/>
              </a:lnSpc>
              <a:spcBef>
                <a:spcPts val="400"/>
              </a:spcBef>
              <a:spcAft>
                <a:spcPts val="0"/>
              </a:spcAft>
              <a:buSzPts val="1400"/>
              <a:buNone/>
            </a:pPr>
            <a:r>
              <a:t/>
            </a:r>
            <a:endParaRPr sz="2200"/>
          </a:p>
          <a:p>
            <a:pPr indent="0" lvl="0" marL="0" rtl="0" algn="l">
              <a:lnSpc>
                <a:spcPct val="100000"/>
              </a:lnSpc>
              <a:spcBef>
                <a:spcPts val="0"/>
              </a:spcBef>
              <a:spcAft>
                <a:spcPts val="0"/>
              </a:spcAft>
              <a:buSzPts val="1400"/>
              <a:buNone/>
            </a:pPr>
            <a:r>
              <a:t/>
            </a:r>
            <a:endParaRPr sz="2200"/>
          </a:p>
        </p:txBody>
      </p:sp>
      <p:pic>
        <p:nvPicPr>
          <p:cNvPr id="430" name="Google Shape;430;g36544ae4b6a_0_6"/>
          <p:cNvPicPr preferRelativeResize="0"/>
          <p:nvPr/>
        </p:nvPicPr>
        <p:blipFill rotWithShape="1">
          <a:blip r:embed="rId3">
            <a:alphaModFix/>
          </a:blip>
          <a:srcRect b="0" l="0" r="0" t="0"/>
          <a:stretch/>
        </p:blipFill>
        <p:spPr>
          <a:xfrm>
            <a:off x="245527" y="4304278"/>
            <a:ext cx="689547" cy="6802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14"/>
          <p:cNvSpPr txBox="1"/>
          <p:nvPr>
            <p:ph type="title"/>
          </p:nvPr>
        </p:nvSpPr>
        <p:spPr>
          <a:xfrm>
            <a:off x="713100" y="798325"/>
            <a:ext cx="5079600" cy="2121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4800"/>
              <a:buNone/>
            </a:pPr>
            <a:r>
              <a:rPr lang="de"/>
              <a:t>¡Muchas</a:t>
            </a:r>
            <a:endParaRPr/>
          </a:p>
          <a:p>
            <a:pPr indent="0" lvl="0" marL="0" rtl="0" algn="l">
              <a:lnSpc>
                <a:spcPct val="100000"/>
              </a:lnSpc>
              <a:spcBef>
                <a:spcPts val="0"/>
              </a:spcBef>
              <a:spcAft>
                <a:spcPts val="0"/>
              </a:spcAft>
              <a:buSzPts val="4800"/>
              <a:buNone/>
            </a:pPr>
            <a:r>
              <a:rPr lang="de"/>
              <a:t>gracias!</a:t>
            </a:r>
            <a:endParaRPr/>
          </a:p>
        </p:txBody>
      </p:sp>
      <p:sp>
        <p:nvSpPr>
          <p:cNvPr id="436" name="Google Shape;436;p14"/>
          <p:cNvSpPr/>
          <p:nvPr/>
        </p:nvSpPr>
        <p:spPr>
          <a:xfrm>
            <a:off x="5940479" y="3575842"/>
            <a:ext cx="82388" cy="229741"/>
          </a:xfrm>
          <a:custGeom>
            <a:rect b="b" l="l" r="r" t="t"/>
            <a:pathLst>
              <a:path extrusionOk="0" h="3257" w="1168">
                <a:moveTo>
                  <a:pt x="599" y="0"/>
                </a:moveTo>
                <a:cubicBezTo>
                  <a:pt x="534" y="0"/>
                  <a:pt x="468" y="14"/>
                  <a:pt x="405" y="42"/>
                </a:cubicBezTo>
                <a:cubicBezTo>
                  <a:pt x="394" y="54"/>
                  <a:pt x="382" y="54"/>
                  <a:pt x="370" y="66"/>
                </a:cubicBezTo>
                <a:cubicBezTo>
                  <a:pt x="36" y="268"/>
                  <a:pt x="1" y="994"/>
                  <a:pt x="96" y="1340"/>
                </a:cubicBezTo>
                <a:cubicBezTo>
                  <a:pt x="96" y="1364"/>
                  <a:pt x="274" y="1816"/>
                  <a:pt x="286" y="1816"/>
                </a:cubicBezTo>
                <a:cubicBezTo>
                  <a:pt x="286" y="1923"/>
                  <a:pt x="274" y="2042"/>
                  <a:pt x="274" y="2185"/>
                </a:cubicBezTo>
                <a:cubicBezTo>
                  <a:pt x="274" y="2423"/>
                  <a:pt x="274" y="2697"/>
                  <a:pt x="298" y="3007"/>
                </a:cubicBezTo>
                <a:cubicBezTo>
                  <a:pt x="298" y="3054"/>
                  <a:pt x="310" y="3114"/>
                  <a:pt x="310" y="3161"/>
                </a:cubicBezTo>
                <a:cubicBezTo>
                  <a:pt x="346" y="3221"/>
                  <a:pt x="370" y="3257"/>
                  <a:pt x="370" y="3257"/>
                </a:cubicBezTo>
                <a:cubicBezTo>
                  <a:pt x="358" y="3173"/>
                  <a:pt x="358" y="3078"/>
                  <a:pt x="346" y="3007"/>
                </a:cubicBezTo>
                <a:cubicBezTo>
                  <a:pt x="310" y="2697"/>
                  <a:pt x="310" y="2423"/>
                  <a:pt x="310" y="2185"/>
                </a:cubicBezTo>
                <a:lnTo>
                  <a:pt x="310" y="1792"/>
                </a:lnTo>
                <a:cubicBezTo>
                  <a:pt x="405" y="1709"/>
                  <a:pt x="846" y="1352"/>
                  <a:pt x="965" y="1102"/>
                </a:cubicBezTo>
                <a:cubicBezTo>
                  <a:pt x="1084" y="863"/>
                  <a:pt x="1167" y="530"/>
                  <a:pt x="1036" y="280"/>
                </a:cubicBezTo>
                <a:cubicBezTo>
                  <a:pt x="958" y="105"/>
                  <a:pt x="782" y="0"/>
                  <a:pt x="599" y="0"/>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14"/>
          <p:cNvSpPr/>
          <p:nvPr/>
        </p:nvSpPr>
        <p:spPr>
          <a:xfrm>
            <a:off x="5852305" y="3733778"/>
            <a:ext cx="110955" cy="71807"/>
          </a:xfrm>
          <a:custGeom>
            <a:rect b="b" l="l" r="r" t="t"/>
            <a:pathLst>
              <a:path extrusionOk="0" h="1018" w="1573">
                <a:moveTo>
                  <a:pt x="565" y="1"/>
                </a:moveTo>
                <a:cubicBezTo>
                  <a:pt x="547" y="1"/>
                  <a:pt x="530" y="2"/>
                  <a:pt x="512" y="6"/>
                </a:cubicBezTo>
                <a:cubicBezTo>
                  <a:pt x="60" y="77"/>
                  <a:pt x="0" y="494"/>
                  <a:pt x="417" y="768"/>
                </a:cubicBezTo>
                <a:cubicBezTo>
                  <a:pt x="774" y="994"/>
                  <a:pt x="1394" y="1018"/>
                  <a:pt x="1572" y="1018"/>
                </a:cubicBezTo>
                <a:cubicBezTo>
                  <a:pt x="1572" y="982"/>
                  <a:pt x="1572" y="946"/>
                  <a:pt x="1560" y="922"/>
                </a:cubicBezTo>
                <a:cubicBezTo>
                  <a:pt x="1401" y="673"/>
                  <a:pt x="928" y="1"/>
                  <a:pt x="565"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14"/>
          <p:cNvSpPr/>
          <p:nvPr/>
        </p:nvSpPr>
        <p:spPr>
          <a:xfrm>
            <a:off x="5859006" y="3709795"/>
            <a:ext cx="368770" cy="504978"/>
          </a:xfrm>
          <a:custGeom>
            <a:rect b="b" l="l" r="r" t="t"/>
            <a:pathLst>
              <a:path extrusionOk="0" h="7159" w="5228">
                <a:moveTo>
                  <a:pt x="2394" y="0"/>
                </a:moveTo>
                <a:cubicBezTo>
                  <a:pt x="2001" y="36"/>
                  <a:pt x="1644" y="655"/>
                  <a:pt x="1560" y="1000"/>
                </a:cubicBezTo>
                <a:cubicBezTo>
                  <a:pt x="1560" y="1024"/>
                  <a:pt x="1537" y="1215"/>
                  <a:pt x="1525" y="1358"/>
                </a:cubicBezTo>
                <a:lnTo>
                  <a:pt x="1477" y="1358"/>
                </a:lnTo>
                <a:cubicBezTo>
                  <a:pt x="1489" y="1584"/>
                  <a:pt x="1525" y="1834"/>
                  <a:pt x="1560" y="2084"/>
                </a:cubicBezTo>
                <a:cubicBezTo>
                  <a:pt x="1632" y="2453"/>
                  <a:pt x="1715" y="2810"/>
                  <a:pt x="1846" y="3155"/>
                </a:cubicBezTo>
                <a:cubicBezTo>
                  <a:pt x="1846" y="3155"/>
                  <a:pt x="1846" y="3155"/>
                  <a:pt x="1846" y="3167"/>
                </a:cubicBezTo>
                <a:cubicBezTo>
                  <a:pt x="1775" y="3072"/>
                  <a:pt x="1572" y="2810"/>
                  <a:pt x="1549" y="2798"/>
                </a:cubicBezTo>
                <a:cubicBezTo>
                  <a:pt x="1349" y="2599"/>
                  <a:pt x="899" y="2338"/>
                  <a:pt x="544" y="2338"/>
                </a:cubicBezTo>
                <a:cubicBezTo>
                  <a:pt x="454" y="2338"/>
                  <a:pt x="370" y="2355"/>
                  <a:pt x="298" y="2393"/>
                </a:cubicBezTo>
                <a:cubicBezTo>
                  <a:pt x="72" y="2524"/>
                  <a:pt x="1" y="2810"/>
                  <a:pt x="120" y="3024"/>
                </a:cubicBezTo>
                <a:cubicBezTo>
                  <a:pt x="132" y="3048"/>
                  <a:pt x="144" y="3060"/>
                  <a:pt x="156" y="3072"/>
                </a:cubicBezTo>
                <a:cubicBezTo>
                  <a:pt x="310" y="3310"/>
                  <a:pt x="644" y="3405"/>
                  <a:pt x="918" y="3429"/>
                </a:cubicBezTo>
                <a:cubicBezTo>
                  <a:pt x="932" y="3430"/>
                  <a:pt x="947" y="3431"/>
                  <a:pt x="962" y="3431"/>
                </a:cubicBezTo>
                <a:cubicBezTo>
                  <a:pt x="1272" y="3431"/>
                  <a:pt x="1825" y="3214"/>
                  <a:pt x="1870" y="3203"/>
                </a:cubicBezTo>
                <a:cubicBezTo>
                  <a:pt x="2001" y="3548"/>
                  <a:pt x="2156" y="3894"/>
                  <a:pt x="2334" y="4215"/>
                </a:cubicBezTo>
                <a:cubicBezTo>
                  <a:pt x="2442" y="4418"/>
                  <a:pt x="2549" y="4608"/>
                  <a:pt x="2668" y="4799"/>
                </a:cubicBezTo>
                <a:cubicBezTo>
                  <a:pt x="2608" y="4715"/>
                  <a:pt x="2549" y="4644"/>
                  <a:pt x="2537" y="4632"/>
                </a:cubicBezTo>
                <a:cubicBezTo>
                  <a:pt x="2326" y="4431"/>
                  <a:pt x="1870" y="4177"/>
                  <a:pt x="1520" y="4177"/>
                </a:cubicBezTo>
                <a:cubicBezTo>
                  <a:pt x="1434" y="4177"/>
                  <a:pt x="1355" y="4192"/>
                  <a:pt x="1287" y="4227"/>
                </a:cubicBezTo>
                <a:cubicBezTo>
                  <a:pt x="1060" y="4358"/>
                  <a:pt x="977" y="4644"/>
                  <a:pt x="1108" y="4870"/>
                </a:cubicBezTo>
                <a:cubicBezTo>
                  <a:pt x="1120" y="4882"/>
                  <a:pt x="1132" y="4894"/>
                  <a:pt x="1132" y="4918"/>
                </a:cubicBezTo>
                <a:cubicBezTo>
                  <a:pt x="1299" y="5156"/>
                  <a:pt x="1632" y="5251"/>
                  <a:pt x="1894" y="5263"/>
                </a:cubicBezTo>
                <a:cubicBezTo>
                  <a:pt x="1909" y="5264"/>
                  <a:pt x="1925" y="5265"/>
                  <a:pt x="1942" y="5265"/>
                </a:cubicBezTo>
                <a:cubicBezTo>
                  <a:pt x="2216" y="5265"/>
                  <a:pt x="2688" y="5093"/>
                  <a:pt x="2823" y="5049"/>
                </a:cubicBezTo>
                <a:cubicBezTo>
                  <a:pt x="2870" y="5120"/>
                  <a:pt x="2906" y="5191"/>
                  <a:pt x="2953" y="5263"/>
                </a:cubicBezTo>
                <a:cubicBezTo>
                  <a:pt x="3168" y="5608"/>
                  <a:pt x="3382" y="5953"/>
                  <a:pt x="3585" y="6299"/>
                </a:cubicBezTo>
                <a:cubicBezTo>
                  <a:pt x="3656" y="6418"/>
                  <a:pt x="3715" y="6537"/>
                  <a:pt x="3775" y="6668"/>
                </a:cubicBezTo>
                <a:cubicBezTo>
                  <a:pt x="3727" y="6596"/>
                  <a:pt x="3680" y="6537"/>
                  <a:pt x="3668" y="6525"/>
                </a:cubicBezTo>
                <a:cubicBezTo>
                  <a:pt x="3458" y="6324"/>
                  <a:pt x="3001" y="6070"/>
                  <a:pt x="2651" y="6070"/>
                </a:cubicBezTo>
                <a:cubicBezTo>
                  <a:pt x="2565" y="6070"/>
                  <a:pt x="2486" y="6085"/>
                  <a:pt x="2418" y="6120"/>
                </a:cubicBezTo>
                <a:cubicBezTo>
                  <a:pt x="2191" y="6251"/>
                  <a:pt x="2108" y="6537"/>
                  <a:pt x="2239" y="6763"/>
                </a:cubicBezTo>
                <a:cubicBezTo>
                  <a:pt x="2251" y="6775"/>
                  <a:pt x="2263" y="6799"/>
                  <a:pt x="2275" y="6811"/>
                </a:cubicBezTo>
                <a:cubicBezTo>
                  <a:pt x="2430" y="7049"/>
                  <a:pt x="2763" y="7144"/>
                  <a:pt x="3025" y="7156"/>
                </a:cubicBezTo>
                <a:cubicBezTo>
                  <a:pt x="3042" y="7158"/>
                  <a:pt x="3060" y="7158"/>
                  <a:pt x="3079" y="7158"/>
                </a:cubicBezTo>
                <a:cubicBezTo>
                  <a:pt x="3350" y="7158"/>
                  <a:pt x="3785" y="7009"/>
                  <a:pt x="3930" y="6954"/>
                </a:cubicBezTo>
                <a:cubicBezTo>
                  <a:pt x="3954" y="7001"/>
                  <a:pt x="3989" y="7049"/>
                  <a:pt x="4013" y="7108"/>
                </a:cubicBezTo>
                <a:lnTo>
                  <a:pt x="4192" y="7049"/>
                </a:lnTo>
                <a:cubicBezTo>
                  <a:pt x="4120" y="6918"/>
                  <a:pt x="4049" y="6787"/>
                  <a:pt x="3977" y="6656"/>
                </a:cubicBezTo>
                <a:cubicBezTo>
                  <a:pt x="4120" y="6608"/>
                  <a:pt x="4644" y="6430"/>
                  <a:pt x="4835" y="6251"/>
                </a:cubicBezTo>
                <a:cubicBezTo>
                  <a:pt x="5025" y="6072"/>
                  <a:pt x="5228" y="5799"/>
                  <a:pt x="5204" y="5513"/>
                </a:cubicBezTo>
                <a:cubicBezTo>
                  <a:pt x="5181" y="5258"/>
                  <a:pt x="4966" y="5060"/>
                  <a:pt x="4714" y="5060"/>
                </a:cubicBezTo>
                <a:cubicBezTo>
                  <a:pt x="4706" y="5060"/>
                  <a:pt x="4699" y="5060"/>
                  <a:pt x="4692" y="5060"/>
                </a:cubicBezTo>
                <a:cubicBezTo>
                  <a:pt x="4680" y="5060"/>
                  <a:pt x="4668" y="5072"/>
                  <a:pt x="4656" y="5072"/>
                </a:cubicBezTo>
                <a:cubicBezTo>
                  <a:pt x="4263" y="5144"/>
                  <a:pt x="3977" y="5799"/>
                  <a:pt x="3930" y="6156"/>
                </a:cubicBezTo>
                <a:lnTo>
                  <a:pt x="3930" y="6573"/>
                </a:lnTo>
                <a:cubicBezTo>
                  <a:pt x="3870" y="6453"/>
                  <a:pt x="3799" y="6334"/>
                  <a:pt x="3727" y="6215"/>
                </a:cubicBezTo>
                <a:cubicBezTo>
                  <a:pt x="3513" y="5870"/>
                  <a:pt x="3299" y="5525"/>
                  <a:pt x="3073" y="5191"/>
                </a:cubicBezTo>
                <a:lnTo>
                  <a:pt x="2870" y="4870"/>
                </a:lnTo>
                <a:cubicBezTo>
                  <a:pt x="2930" y="4858"/>
                  <a:pt x="3537" y="4668"/>
                  <a:pt x="3763" y="4465"/>
                </a:cubicBezTo>
                <a:cubicBezTo>
                  <a:pt x="3954" y="4287"/>
                  <a:pt x="4156" y="4001"/>
                  <a:pt x="4132" y="3727"/>
                </a:cubicBezTo>
                <a:cubicBezTo>
                  <a:pt x="4109" y="3472"/>
                  <a:pt x="3895" y="3274"/>
                  <a:pt x="3642" y="3274"/>
                </a:cubicBezTo>
                <a:cubicBezTo>
                  <a:pt x="3635" y="3274"/>
                  <a:pt x="3628" y="3274"/>
                  <a:pt x="3620" y="3275"/>
                </a:cubicBezTo>
                <a:lnTo>
                  <a:pt x="3585" y="3275"/>
                </a:lnTo>
                <a:cubicBezTo>
                  <a:pt x="3192" y="3358"/>
                  <a:pt x="2906" y="4013"/>
                  <a:pt x="2858" y="4358"/>
                </a:cubicBezTo>
                <a:lnTo>
                  <a:pt x="2858" y="4858"/>
                </a:lnTo>
                <a:cubicBezTo>
                  <a:pt x="2715" y="4620"/>
                  <a:pt x="2572" y="4394"/>
                  <a:pt x="2442" y="4156"/>
                </a:cubicBezTo>
                <a:cubicBezTo>
                  <a:pt x="2263" y="3846"/>
                  <a:pt x="2096" y="3525"/>
                  <a:pt x="1965" y="3191"/>
                </a:cubicBezTo>
                <a:cubicBezTo>
                  <a:pt x="1989" y="3179"/>
                  <a:pt x="2632" y="2977"/>
                  <a:pt x="2858" y="2774"/>
                </a:cubicBezTo>
                <a:cubicBezTo>
                  <a:pt x="3049" y="2596"/>
                  <a:pt x="3251" y="2310"/>
                  <a:pt x="3215" y="2036"/>
                </a:cubicBezTo>
                <a:cubicBezTo>
                  <a:pt x="3204" y="1782"/>
                  <a:pt x="2990" y="1583"/>
                  <a:pt x="2726" y="1583"/>
                </a:cubicBezTo>
                <a:cubicBezTo>
                  <a:pt x="2719" y="1583"/>
                  <a:pt x="2711" y="1584"/>
                  <a:pt x="2703" y="1584"/>
                </a:cubicBezTo>
                <a:cubicBezTo>
                  <a:pt x="2692" y="1584"/>
                  <a:pt x="2680" y="1584"/>
                  <a:pt x="2668" y="1596"/>
                </a:cubicBezTo>
                <a:cubicBezTo>
                  <a:pt x="2275" y="1667"/>
                  <a:pt x="1989" y="2322"/>
                  <a:pt x="1953" y="2667"/>
                </a:cubicBezTo>
                <a:lnTo>
                  <a:pt x="1953" y="3167"/>
                </a:lnTo>
                <a:cubicBezTo>
                  <a:pt x="1941" y="3155"/>
                  <a:pt x="1930" y="3132"/>
                  <a:pt x="1930" y="3108"/>
                </a:cubicBezTo>
                <a:cubicBezTo>
                  <a:pt x="1799" y="2774"/>
                  <a:pt x="1703" y="2429"/>
                  <a:pt x="1632" y="2072"/>
                </a:cubicBezTo>
                <a:cubicBezTo>
                  <a:pt x="1584" y="1870"/>
                  <a:pt x="1560" y="1691"/>
                  <a:pt x="1537" y="1500"/>
                </a:cubicBezTo>
                <a:cubicBezTo>
                  <a:pt x="1668" y="1477"/>
                  <a:pt x="2227" y="1358"/>
                  <a:pt x="2453" y="1203"/>
                </a:cubicBezTo>
                <a:cubicBezTo>
                  <a:pt x="2680" y="1036"/>
                  <a:pt x="2894" y="786"/>
                  <a:pt x="2894" y="500"/>
                </a:cubicBezTo>
                <a:cubicBezTo>
                  <a:pt x="2906" y="238"/>
                  <a:pt x="2703" y="12"/>
                  <a:pt x="2442" y="0"/>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14"/>
          <p:cNvSpPr/>
          <p:nvPr/>
        </p:nvSpPr>
        <p:spPr>
          <a:xfrm>
            <a:off x="8004865" y="4836860"/>
            <a:ext cx="111731" cy="105030"/>
          </a:xfrm>
          <a:custGeom>
            <a:rect b="b" l="l" r="r" t="t"/>
            <a:pathLst>
              <a:path extrusionOk="0" h="1489" w="1584">
                <a:moveTo>
                  <a:pt x="1024" y="0"/>
                </a:moveTo>
                <a:cubicBezTo>
                  <a:pt x="584" y="12"/>
                  <a:pt x="167" y="679"/>
                  <a:pt x="60" y="1060"/>
                </a:cubicBezTo>
                <a:cubicBezTo>
                  <a:pt x="48" y="1084"/>
                  <a:pt x="12" y="1286"/>
                  <a:pt x="0" y="1441"/>
                </a:cubicBezTo>
                <a:cubicBezTo>
                  <a:pt x="203" y="1465"/>
                  <a:pt x="417" y="1477"/>
                  <a:pt x="619" y="1489"/>
                </a:cubicBezTo>
                <a:cubicBezTo>
                  <a:pt x="762" y="1453"/>
                  <a:pt x="893" y="1393"/>
                  <a:pt x="1024" y="1322"/>
                </a:cubicBezTo>
                <a:cubicBezTo>
                  <a:pt x="1274" y="1167"/>
                  <a:pt x="1536" y="893"/>
                  <a:pt x="1560" y="584"/>
                </a:cubicBezTo>
                <a:cubicBezTo>
                  <a:pt x="1584" y="286"/>
                  <a:pt x="1369" y="36"/>
                  <a:pt x="1084" y="0"/>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14"/>
          <p:cNvSpPr/>
          <p:nvPr/>
        </p:nvSpPr>
        <p:spPr>
          <a:xfrm>
            <a:off x="7869642" y="4888706"/>
            <a:ext cx="114271" cy="48177"/>
          </a:xfrm>
          <a:custGeom>
            <a:rect b="b" l="l" r="r" t="t"/>
            <a:pathLst>
              <a:path extrusionOk="0" h="683" w="1620">
                <a:moveTo>
                  <a:pt x="499" y="1"/>
                </a:moveTo>
                <a:cubicBezTo>
                  <a:pt x="441" y="1"/>
                  <a:pt x="385" y="9"/>
                  <a:pt x="334" y="27"/>
                </a:cubicBezTo>
                <a:cubicBezTo>
                  <a:pt x="155" y="87"/>
                  <a:pt x="24" y="242"/>
                  <a:pt x="0" y="432"/>
                </a:cubicBezTo>
                <a:cubicBezTo>
                  <a:pt x="548" y="539"/>
                  <a:pt x="1084" y="623"/>
                  <a:pt x="1620" y="682"/>
                </a:cubicBezTo>
                <a:cubicBezTo>
                  <a:pt x="1412" y="391"/>
                  <a:pt x="896" y="1"/>
                  <a:pt x="499"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14"/>
          <p:cNvSpPr/>
          <p:nvPr/>
        </p:nvSpPr>
        <p:spPr>
          <a:xfrm>
            <a:off x="8114059" y="4876009"/>
            <a:ext cx="91558" cy="66728"/>
          </a:xfrm>
          <a:custGeom>
            <a:rect b="b" l="l" r="r" t="t"/>
            <a:pathLst>
              <a:path extrusionOk="0" h="946" w="1298">
                <a:moveTo>
                  <a:pt x="515" y="0"/>
                </a:moveTo>
                <a:cubicBezTo>
                  <a:pt x="288" y="0"/>
                  <a:pt x="84" y="155"/>
                  <a:pt x="24" y="386"/>
                </a:cubicBezTo>
                <a:cubicBezTo>
                  <a:pt x="24" y="410"/>
                  <a:pt x="24" y="434"/>
                  <a:pt x="12" y="457"/>
                </a:cubicBezTo>
                <a:cubicBezTo>
                  <a:pt x="0" y="624"/>
                  <a:pt x="36" y="803"/>
                  <a:pt x="119" y="946"/>
                </a:cubicBezTo>
                <a:cubicBezTo>
                  <a:pt x="512" y="934"/>
                  <a:pt x="905" y="910"/>
                  <a:pt x="1298" y="874"/>
                </a:cubicBezTo>
                <a:cubicBezTo>
                  <a:pt x="1179" y="505"/>
                  <a:pt x="953" y="100"/>
                  <a:pt x="643" y="17"/>
                </a:cubicBezTo>
                <a:cubicBezTo>
                  <a:pt x="600" y="6"/>
                  <a:pt x="557" y="0"/>
                  <a:pt x="515" y="0"/>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14"/>
          <p:cNvSpPr/>
          <p:nvPr/>
        </p:nvSpPr>
        <p:spPr>
          <a:xfrm>
            <a:off x="6201684" y="4414404"/>
            <a:ext cx="45426" cy="44650"/>
          </a:xfrm>
          <a:custGeom>
            <a:rect b="b" l="l" r="r" t="t"/>
            <a:pathLst>
              <a:path extrusionOk="0" h="633" w="644">
                <a:moveTo>
                  <a:pt x="310" y="1"/>
                </a:moveTo>
                <a:cubicBezTo>
                  <a:pt x="131" y="1"/>
                  <a:pt x="0" y="144"/>
                  <a:pt x="0" y="322"/>
                </a:cubicBezTo>
                <a:cubicBezTo>
                  <a:pt x="0" y="494"/>
                  <a:pt x="132" y="632"/>
                  <a:pt x="301" y="632"/>
                </a:cubicBezTo>
                <a:cubicBezTo>
                  <a:pt x="308" y="632"/>
                  <a:pt x="315" y="632"/>
                  <a:pt x="322" y="632"/>
                </a:cubicBezTo>
                <a:cubicBezTo>
                  <a:pt x="501" y="632"/>
                  <a:pt x="643" y="489"/>
                  <a:pt x="632" y="310"/>
                </a:cubicBezTo>
                <a:cubicBezTo>
                  <a:pt x="632" y="144"/>
                  <a:pt x="489"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3" name="Google Shape;443;p14"/>
          <p:cNvGrpSpPr/>
          <p:nvPr/>
        </p:nvGrpSpPr>
        <p:grpSpPr>
          <a:xfrm>
            <a:off x="4828288" y="987792"/>
            <a:ext cx="4149452" cy="4209165"/>
            <a:chOff x="5792700" y="1554700"/>
            <a:chExt cx="3340137" cy="3388203"/>
          </a:xfrm>
        </p:grpSpPr>
        <p:sp>
          <p:nvSpPr>
            <p:cNvPr id="444" name="Google Shape;444;p14"/>
            <p:cNvSpPr/>
            <p:nvPr/>
          </p:nvSpPr>
          <p:spPr>
            <a:xfrm>
              <a:off x="5827123" y="1837278"/>
              <a:ext cx="3225045" cy="3105625"/>
            </a:xfrm>
            <a:custGeom>
              <a:rect b="b" l="l" r="r" t="t"/>
              <a:pathLst>
                <a:path extrusionOk="0" h="44028" w="45721">
                  <a:moveTo>
                    <a:pt x="22493" y="0"/>
                  </a:moveTo>
                  <a:cubicBezTo>
                    <a:pt x="21088" y="0"/>
                    <a:pt x="19696" y="207"/>
                    <a:pt x="18384" y="686"/>
                  </a:cubicBezTo>
                  <a:cubicBezTo>
                    <a:pt x="16538" y="1365"/>
                    <a:pt x="14788" y="2674"/>
                    <a:pt x="13800" y="4401"/>
                  </a:cubicBezTo>
                  <a:cubicBezTo>
                    <a:pt x="12502" y="6663"/>
                    <a:pt x="12633" y="9461"/>
                    <a:pt x="11597" y="11842"/>
                  </a:cubicBezTo>
                  <a:cubicBezTo>
                    <a:pt x="10764" y="13771"/>
                    <a:pt x="8704" y="14926"/>
                    <a:pt x="7073" y="16116"/>
                  </a:cubicBezTo>
                  <a:cubicBezTo>
                    <a:pt x="4548" y="17962"/>
                    <a:pt x="2048" y="20141"/>
                    <a:pt x="1179" y="23260"/>
                  </a:cubicBezTo>
                  <a:cubicBezTo>
                    <a:pt x="0" y="27415"/>
                    <a:pt x="346" y="32368"/>
                    <a:pt x="2715" y="36071"/>
                  </a:cubicBezTo>
                  <a:cubicBezTo>
                    <a:pt x="4489" y="38834"/>
                    <a:pt x="7513" y="39655"/>
                    <a:pt x="10644" y="39715"/>
                  </a:cubicBezTo>
                  <a:cubicBezTo>
                    <a:pt x="10740" y="39716"/>
                    <a:pt x="10835" y="39717"/>
                    <a:pt x="10932" y="39717"/>
                  </a:cubicBezTo>
                  <a:cubicBezTo>
                    <a:pt x="12378" y="39717"/>
                    <a:pt x="13967" y="39555"/>
                    <a:pt x="15526" y="39555"/>
                  </a:cubicBezTo>
                  <a:cubicBezTo>
                    <a:pt x="17089" y="39555"/>
                    <a:pt x="18623" y="39718"/>
                    <a:pt x="19955" y="40369"/>
                  </a:cubicBezTo>
                  <a:cubicBezTo>
                    <a:pt x="23538" y="42115"/>
                    <a:pt x="27996" y="44028"/>
                    <a:pt x="32241" y="44028"/>
                  </a:cubicBezTo>
                  <a:cubicBezTo>
                    <a:pt x="33555" y="44028"/>
                    <a:pt x="34848" y="43845"/>
                    <a:pt x="36088" y="43417"/>
                  </a:cubicBezTo>
                  <a:cubicBezTo>
                    <a:pt x="41505" y="41548"/>
                    <a:pt x="44149" y="37905"/>
                    <a:pt x="44934" y="33178"/>
                  </a:cubicBezTo>
                  <a:cubicBezTo>
                    <a:pt x="45720" y="28463"/>
                    <a:pt x="43565" y="24534"/>
                    <a:pt x="42875" y="20796"/>
                  </a:cubicBezTo>
                  <a:cubicBezTo>
                    <a:pt x="42446" y="18438"/>
                    <a:pt x="42160" y="15819"/>
                    <a:pt x="41422" y="13473"/>
                  </a:cubicBezTo>
                  <a:cubicBezTo>
                    <a:pt x="41148" y="12580"/>
                    <a:pt x="40779" y="11711"/>
                    <a:pt x="40339" y="10890"/>
                  </a:cubicBezTo>
                  <a:cubicBezTo>
                    <a:pt x="38076" y="6675"/>
                    <a:pt x="34100" y="3496"/>
                    <a:pt x="29766" y="1615"/>
                  </a:cubicBezTo>
                  <a:cubicBezTo>
                    <a:pt x="27553" y="661"/>
                    <a:pt x="25002" y="0"/>
                    <a:pt x="224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14"/>
            <p:cNvSpPr/>
            <p:nvPr/>
          </p:nvSpPr>
          <p:spPr>
            <a:xfrm>
              <a:off x="6230252" y="3593053"/>
              <a:ext cx="326730" cy="628278"/>
            </a:xfrm>
            <a:custGeom>
              <a:rect b="b" l="l" r="r" t="t"/>
              <a:pathLst>
                <a:path extrusionOk="0" h="8907" w="4632">
                  <a:moveTo>
                    <a:pt x="4144" y="0"/>
                  </a:moveTo>
                  <a:lnTo>
                    <a:pt x="4144" y="12"/>
                  </a:lnTo>
                  <a:cubicBezTo>
                    <a:pt x="4139" y="12"/>
                    <a:pt x="4135" y="12"/>
                    <a:pt x="4131" y="12"/>
                  </a:cubicBezTo>
                  <a:cubicBezTo>
                    <a:pt x="3730" y="12"/>
                    <a:pt x="3321" y="575"/>
                    <a:pt x="3203" y="905"/>
                  </a:cubicBezTo>
                  <a:cubicBezTo>
                    <a:pt x="3191" y="941"/>
                    <a:pt x="3096" y="1405"/>
                    <a:pt x="3096" y="1405"/>
                  </a:cubicBezTo>
                  <a:lnTo>
                    <a:pt x="3108" y="1405"/>
                  </a:lnTo>
                  <a:cubicBezTo>
                    <a:pt x="3036" y="1501"/>
                    <a:pt x="2965" y="1596"/>
                    <a:pt x="2894" y="1703"/>
                  </a:cubicBezTo>
                  <a:cubicBezTo>
                    <a:pt x="2763" y="1905"/>
                    <a:pt x="2608" y="2132"/>
                    <a:pt x="2465" y="2393"/>
                  </a:cubicBezTo>
                  <a:lnTo>
                    <a:pt x="2405" y="2489"/>
                  </a:lnTo>
                  <a:cubicBezTo>
                    <a:pt x="2405" y="2548"/>
                    <a:pt x="2397" y="2583"/>
                    <a:pt x="2394" y="2593"/>
                  </a:cubicBezTo>
                  <a:lnTo>
                    <a:pt x="2394" y="2593"/>
                  </a:lnTo>
                  <a:cubicBezTo>
                    <a:pt x="2430" y="2534"/>
                    <a:pt x="2459" y="2476"/>
                    <a:pt x="2489" y="2417"/>
                  </a:cubicBezTo>
                  <a:cubicBezTo>
                    <a:pt x="2632" y="2155"/>
                    <a:pt x="2786" y="1917"/>
                    <a:pt x="2917" y="1715"/>
                  </a:cubicBezTo>
                  <a:cubicBezTo>
                    <a:pt x="2989" y="1596"/>
                    <a:pt x="3060" y="1501"/>
                    <a:pt x="3132" y="1405"/>
                  </a:cubicBezTo>
                  <a:cubicBezTo>
                    <a:pt x="3263" y="1393"/>
                    <a:pt x="3834" y="1334"/>
                    <a:pt x="4072" y="1191"/>
                  </a:cubicBezTo>
                  <a:cubicBezTo>
                    <a:pt x="4298" y="1060"/>
                    <a:pt x="4548" y="834"/>
                    <a:pt x="4584" y="560"/>
                  </a:cubicBezTo>
                  <a:cubicBezTo>
                    <a:pt x="4632" y="298"/>
                    <a:pt x="4441" y="48"/>
                    <a:pt x="4179" y="12"/>
                  </a:cubicBezTo>
                  <a:lnTo>
                    <a:pt x="4144" y="0"/>
                  </a:lnTo>
                  <a:close/>
                  <a:moveTo>
                    <a:pt x="3586" y="1937"/>
                  </a:moveTo>
                  <a:cubicBezTo>
                    <a:pt x="3235" y="1937"/>
                    <a:pt x="2802" y="2172"/>
                    <a:pt x="2608" y="2358"/>
                  </a:cubicBezTo>
                  <a:cubicBezTo>
                    <a:pt x="2596" y="2370"/>
                    <a:pt x="2465" y="2524"/>
                    <a:pt x="2370" y="2632"/>
                  </a:cubicBezTo>
                  <a:cubicBezTo>
                    <a:pt x="2378" y="2620"/>
                    <a:pt x="2385" y="2608"/>
                    <a:pt x="2393" y="2595"/>
                  </a:cubicBezTo>
                  <a:lnTo>
                    <a:pt x="2393" y="2595"/>
                  </a:lnTo>
                  <a:lnTo>
                    <a:pt x="2393" y="2596"/>
                  </a:lnTo>
                  <a:cubicBezTo>
                    <a:pt x="2393" y="2596"/>
                    <a:pt x="2394" y="2595"/>
                    <a:pt x="2394" y="2593"/>
                  </a:cubicBezTo>
                  <a:lnTo>
                    <a:pt x="2394" y="2593"/>
                  </a:lnTo>
                  <a:cubicBezTo>
                    <a:pt x="2394" y="2594"/>
                    <a:pt x="2393" y="2595"/>
                    <a:pt x="2393" y="2595"/>
                  </a:cubicBezTo>
                  <a:lnTo>
                    <a:pt x="2393" y="2595"/>
                  </a:lnTo>
                  <a:lnTo>
                    <a:pt x="2358" y="2572"/>
                  </a:lnTo>
                  <a:cubicBezTo>
                    <a:pt x="2239" y="2798"/>
                    <a:pt x="2120" y="3025"/>
                    <a:pt x="2012" y="3263"/>
                  </a:cubicBezTo>
                  <a:cubicBezTo>
                    <a:pt x="1870" y="3596"/>
                    <a:pt x="1751" y="3929"/>
                    <a:pt x="1667" y="4287"/>
                  </a:cubicBezTo>
                  <a:lnTo>
                    <a:pt x="1667" y="4298"/>
                  </a:lnTo>
                  <a:cubicBezTo>
                    <a:pt x="1655" y="4191"/>
                    <a:pt x="1620" y="3858"/>
                    <a:pt x="1620" y="3834"/>
                  </a:cubicBezTo>
                  <a:cubicBezTo>
                    <a:pt x="1536" y="3489"/>
                    <a:pt x="1179" y="2858"/>
                    <a:pt x="786" y="2810"/>
                  </a:cubicBezTo>
                  <a:cubicBezTo>
                    <a:pt x="771" y="2809"/>
                    <a:pt x="757" y="2808"/>
                    <a:pt x="742" y="2808"/>
                  </a:cubicBezTo>
                  <a:cubicBezTo>
                    <a:pt x="499" y="2808"/>
                    <a:pt x="297" y="2992"/>
                    <a:pt x="286" y="3239"/>
                  </a:cubicBezTo>
                  <a:cubicBezTo>
                    <a:pt x="274" y="3251"/>
                    <a:pt x="274" y="3275"/>
                    <a:pt x="286" y="3298"/>
                  </a:cubicBezTo>
                  <a:cubicBezTo>
                    <a:pt x="286" y="3572"/>
                    <a:pt x="512" y="3846"/>
                    <a:pt x="727" y="4001"/>
                  </a:cubicBezTo>
                  <a:cubicBezTo>
                    <a:pt x="965" y="4191"/>
                    <a:pt x="1608" y="4334"/>
                    <a:pt x="1655" y="4346"/>
                  </a:cubicBezTo>
                  <a:cubicBezTo>
                    <a:pt x="1572" y="4703"/>
                    <a:pt x="1524" y="5072"/>
                    <a:pt x="1489" y="5441"/>
                  </a:cubicBezTo>
                  <a:cubicBezTo>
                    <a:pt x="1477" y="5656"/>
                    <a:pt x="1465" y="5882"/>
                    <a:pt x="1453" y="6096"/>
                  </a:cubicBezTo>
                  <a:cubicBezTo>
                    <a:pt x="1441" y="5989"/>
                    <a:pt x="1429" y="5906"/>
                    <a:pt x="1429" y="5894"/>
                  </a:cubicBezTo>
                  <a:cubicBezTo>
                    <a:pt x="1346" y="5537"/>
                    <a:pt x="1000" y="4906"/>
                    <a:pt x="596" y="4870"/>
                  </a:cubicBezTo>
                  <a:cubicBezTo>
                    <a:pt x="581" y="4869"/>
                    <a:pt x="566" y="4868"/>
                    <a:pt x="552" y="4868"/>
                  </a:cubicBezTo>
                  <a:cubicBezTo>
                    <a:pt x="310" y="4868"/>
                    <a:pt x="118" y="5051"/>
                    <a:pt x="96" y="5287"/>
                  </a:cubicBezTo>
                  <a:cubicBezTo>
                    <a:pt x="96" y="5311"/>
                    <a:pt x="96" y="5322"/>
                    <a:pt x="96" y="5346"/>
                  </a:cubicBezTo>
                  <a:cubicBezTo>
                    <a:pt x="96" y="5632"/>
                    <a:pt x="322" y="5894"/>
                    <a:pt x="536" y="6061"/>
                  </a:cubicBezTo>
                  <a:cubicBezTo>
                    <a:pt x="750" y="6215"/>
                    <a:pt x="1298" y="6358"/>
                    <a:pt x="1441" y="6394"/>
                  </a:cubicBezTo>
                  <a:cubicBezTo>
                    <a:pt x="1441" y="6477"/>
                    <a:pt x="1429" y="6561"/>
                    <a:pt x="1429" y="6644"/>
                  </a:cubicBezTo>
                  <a:cubicBezTo>
                    <a:pt x="1417" y="7049"/>
                    <a:pt x="1405" y="7454"/>
                    <a:pt x="1381" y="7847"/>
                  </a:cubicBezTo>
                  <a:cubicBezTo>
                    <a:pt x="1381" y="7978"/>
                    <a:pt x="1370" y="8120"/>
                    <a:pt x="1358" y="8251"/>
                  </a:cubicBezTo>
                  <a:cubicBezTo>
                    <a:pt x="1346" y="8168"/>
                    <a:pt x="1334" y="8085"/>
                    <a:pt x="1334" y="8073"/>
                  </a:cubicBezTo>
                  <a:cubicBezTo>
                    <a:pt x="1250" y="7727"/>
                    <a:pt x="905" y="7096"/>
                    <a:pt x="500" y="7061"/>
                  </a:cubicBezTo>
                  <a:cubicBezTo>
                    <a:pt x="486" y="7059"/>
                    <a:pt x="472" y="7059"/>
                    <a:pt x="458" y="7059"/>
                  </a:cubicBezTo>
                  <a:cubicBezTo>
                    <a:pt x="225" y="7059"/>
                    <a:pt x="23" y="7242"/>
                    <a:pt x="0" y="7477"/>
                  </a:cubicBezTo>
                  <a:cubicBezTo>
                    <a:pt x="0" y="7501"/>
                    <a:pt x="0" y="7513"/>
                    <a:pt x="0" y="7537"/>
                  </a:cubicBezTo>
                  <a:cubicBezTo>
                    <a:pt x="0" y="7823"/>
                    <a:pt x="227" y="8085"/>
                    <a:pt x="441" y="8251"/>
                  </a:cubicBezTo>
                  <a:cubicBezTo>
                    <a:pt x="655" y="8406"/>
                    <a:pt x="1143" y="8525"/>
                    <a:pt x="1322" y="8573"/>
                  </a:cubicBezTo>
                  <a:cubicBezTo>
                    <a:pt x="1310" y="8668"/>
                    <a:pt x="1298" y="8763"/>
                    <a:pt x="1286" y="8859"/>
                  </a:cubicBezTo>
                  <a:cubicBezTo>
                    <a:pt x="1346" y="8882"/>
                    <a:pt x="1405" y="8894"/>
                    <a:pt x="1465" y="8906"/>
                  </a:cubicBezTo>
                  <a:cubicBezTo>
                    <a:pt x="1489" y="8716"/>
                    <a:pt x="1512" y="8537"/>
                    <a:pt x="1524" y="8347"/>
                  </a:cubicBezTo>
                  <a:cubicBezTo>
                    <a:pt x="1647" y="8388"/>
                    <a:pt x="2061" y="8499"/>
                    <a:pt x="2341" y="8499"/>
                  </a:cubicBezTo>
                  <a:cubicBezTo>
                    <a:pt x="2386" y="8499"/>
                    <a:pt x="2428" y="8496"/>
                    <a:pt x="2465" y="8489"/>
                  </a:cubicBezTo>
                  <a:cubicBezTo>
                    <a:pt x="2727" y="8454"/>
                    <a:pt x="3048" y="8335"/>
                    <a:pt x="3179" y="8085"/>
                  </a:cubicBezTo>
                  <a:cubicBezTo>
                    <a:pt x="3310" y="7858"/>
                    <a:pt x="3227" y="7561"/>
                    <a:pt x="3001" y="7442"/>
                  </a:cubicBezTo>
                  <a:cubicBezTo>
                    <a:pt x="2989" y="7430"/>
                    <a:pt x="2977" y="7418"/>
                    <a:pt x="2953" y="7418"/>
                  </a:cubicBezTo>
                  <a:cubicBezTo>
                    <a:pt x="2894" y="7393"/>
                    <a:pt x="2829" y="7382"/>
                    <a:pt x="2761" y="7382"/>
                  </a:cubicBezTo>
                  <a:cubicBezTo>
                    <a:pt x="2403" y="7382"/>
                    <a:pt x="1952" y="7688"/>
                    <a:pt x="1762" y="7918"/>
                  </a:cubicBezTo>
                  <a:cubicBezTo>
                    <a:pt x="1739" y="7930"/>
                    <a:pt x="1596" y="8144"/>
                    <a:pt x="1524" y="8263"/>
                  </a:cubicBezTo>
                  <a:cubicBezTo>
                    <a:pt x="1536" y="8120"/>
                    <a:pt x="1548" y="7989"/>
                    <a:pt x="1548" y="7858"/>
                  </a:cubicBezTo>
                  <a:cubicBezTo>
                    <a:pt x="1560" y="7454"/>
                    <a:pt x="1560" y="7049"/>
                    <a:pt x="1560" y="6644"/>
                  </a:cubicBezTo>
                  <a:lnTo>
                    <a:pt x="1560" y="6275"/>
                  </a:lnTo>
                  <a:cubicBezTo>
                    <a:pt x="1613" y="6296"/>
                    <a:pt x="2102" y="6438"/>
                    <a:pt x="2420" y="6438"/>
                  </a:cubicBezTo>
                  <a:cubicBezTo>
                    <a:pt x="2462" y="6438"/>
                    <a:pt x="2502" y="6435"/>
                    <a:pt x="2536" y="6430"/>
                  </a:cubicBezTo>
                  <a:cubicBezTo>
                    <a:pt x="2798" y="6394"/>
                    <a:pt x="3120" y="6275"/>
                    <a:pt x="3251" y="6025"/>
                  </a:cubicBezTo>
                  <a:cubicBezTo>
                    <a:pt x="3382" y="5799"/>
                    <a:pt x="3298" y="5501"/>
                    <a:pt x="3072" y="5370"/>
                  </a:cubicBezTo>
                  <a:cubicBezTo>
                    <a:pt x="3060" y="5370"/>
                    <a:pt x="3048" y="5358"/>
                    <a:pt x="3036" y="5346"/>
                  </a:cubicBezTo>
                  <a:cubicBezTo>
                    <a:pt x="2977" y="5322"/>
                    <a:pt x="2912" y="5310"/>
                    <a:pt x="2844" y="5310"/>
                  </a:cubicBezTo>
                  <a:cubicBezTo>
                    <a:pt x="2483" y="5310"/>
                    <a:pt x="2024" y="5616"/>
                    <a:pt x="1834" y="5846"/>
                  </a:cubicBezTo>
                  <a:cubicBezTo>
                    <a:pt x="1822" y="5870"/>
                    <a:pt x="1608" y="6180"/>
                    <a:pt x="1560" y="6251"/>
                  </a:cubicBezTo>
                  <a:cubicBezTo>
                    <a:pt x="1560" y="5989"/>
                    <a:pt x="1572" y="5715"/>
                    <a:pt x="1596" y="5453"/>
                  </a:cubicBezTo>
                  <a:cubicBezTo>
                    <a:pt x="1608" y="5096"/>
                    <a:pt x="1655" y="4739"/>
                    <a:pt x="1727" y="4382"/>
                  </a:cubicBezTo>
                  <a:cubicBezTo>
                    <a:pt x="1748" y="4392"/>
                    <a:pt x="2268" y="4544"/>
                    <a:pt x="2592" y="4544"/>
                  </a:cubicBezTo>
                  <a:cubicBezTo>
                    <a:pt x="2633" y="4544"/>
                    <a:pt x="2670" y="4542"/>
                    <a:pt x="2703" y="4537"/>
                  </a:cubicBezTo>
                  <a:cubicBezTo>
                    <a:pt x="2965" y="4501"/>
                    <a:pt x="3286" y="4382"/>
                    <a:pt x="3417" y="4132"/>
                  </a:cubicBezTo>
                  <a:cubicBezTo>
                    <a:pt x="3548" y="3906"/>
                    <a:pt x="3477" y="3608"/>
                    <a:pt x="3239" y="3477"/>
                  </a:cubicBezTo>
                  <a:cubicBezTo>
                    <a:pt x="3227" y="3477"/>
                    <a:pt x="3215" y="3465"/>
                    <a:pt x="3203" y="3465"/>
                  </a:cubicBezTo>
                  <a:cubicBezTo>
                    <a:pt x="3142" y="3437"/>
                    <a:pt x="3074" y="3425"/>
                    <a:pt x="3003" y="3425"/>
                  </a:cubicBezTo>
                  <a:cubicBezTo>
                    <a:pt x="2643" y="3425"/>
                    <a:pt x="2189" y="3735"/>
                    <a:pt x="2001" y="3953"/>
                  </a:cubicBezTo>
                  <a:cubicBezTo>
                    <a:pt x="1989" y="3977"/>
                    <a:pt x="1762" y="4310"/>
                    <a:pt x="1727" y="4370"/>
                  </a:cubicBezTo>
                  <a:cubicBezTo>
                    <a:pt x="1727" y="4358"/>
                    <a:pt x="1739" y="4334"/>
                    <a:pt x="1739" y="4310"/>
                  </a:cubicBezTo>
                  <a:cubicBezTo>
                    <a:pt x="1822" y="3965"/>
                    <a:pt x="1929" y="3620"/>
                    <a:pt x="2060" y="3286"/>
                  </a:cubicBezTo>
                  <a:cubicBezTo>
                    <a:pt x="2143" y="3096"/>
                    <a:pt x="2215" y="2929"/>
                    <a:pt x="2298" y="2763"/>
                  </a:cubicBezTo>
                  <a:cubicBezTo>
                    <a:pt x="2414" y="2809"/>
                    <a:pt x="2936" y="3013"/>
                    <a:pt x="3216" y="3013"/>
                  </a:cubicBezTo>
                  <a:cubicBezTo>
                    <a:pt x="3224" y="3013"/>
                    <a:pt x="3231" y="3013"/>
                    <a:pt x="3239" y="3013"/>
                  </a:cubicBezTo>
                  <a:cubicBezTo>
                    <a:pt x="3525" y="3001"/>
                    <a:pt x="3846" y="2917"/>
                    <a:pt x="4001" y="2691"/>
                  </a:cubicBezTo>
                  <a:cubicBezTo>
                    <a:pt x="4156" y="2477"/>
                    <a:pt x="4108" y="2179"/>
                    <a:pt x="3894" y="2024"/>
                  </a:cubicBezTo>
                  <a:lnTo>
                    <a:pt x="3858" y="2001"/>
                  </a:lnTo>
                  <a:cubicBezTo>
                    <a:pt x="3779" y="1956"/>
                    <a:pt x="3686" y="1937"/>
                    <a:pt x="3586" y="1937"/>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14"/>
            <p:cNvSpPr/>
            <p:nvPr/>
          </p:nvSpPr>
          <p:spPr>
            <a:xfrm>
              <a:off x="6336130" y="3666413"/>
              <a:ext cx="70538" cy="108134"/>
            </a:xfrm>
            <a:custGeom>
              <a:rect b="b" l="l" r="r" t="t"/>
              <a:pathLst>
                <a:path extrusionOk="0" h="1533" w="1000">
                  <a:moveTo>
                    <a:pt x="404" y="1"/>
                  </a:moveTo>
                  <a:cubicBezTo>
                    <a:pt x="152" y="1"/>
                    <a:pt x="1" y="253"/>
                    <a:pt x="119" y="615"/>
                  </a:cubicBezTo>
                  <a:cubicBezTo>
                    <a:pt x="250" y="1020"/>
                    <a:pt x="726" y="1425"/>
                    <a:pt x="857" y="1532"/>
                  </a:cubicBezTo>
                  <a:lnTo>
                    <a:pt x="904" y="1449"/>
                  </a:lnTo>
                  <a:cubicBezTo>
                    <a:pt x="940" y="1127"/>
                    <a:pt x="1000" y="258"/>
                    <a:pt x="666" y="80"/>
                  </a:cubicBezTo>
                  <a:cubicBezTo>
                    <a:pt x="572" y="25"/>
                    <a:pt x="483" y="1"/>
                    <a:pt x="404"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14"/>
            <p:cNvSpPr/>
            <p:nvPr/>
          </p:nvSpPr>
          <p:spPr>
            <a:xfrm>
              <a:off x="7764681" y="4421952"/>
              <a:ext cx="114271" cy="90782"/>
            </a:xfrm>
            <a:custGeom>
              <a:rect b="b" l="l" r="r" t="t"/>
              <a:pathLst>
                <a:path extrusionOk="0" h="1287" w="1620">
                  <a:moveTo>
                    <a:pt x="651" y="1"/>
                  </a:moveTo>
                  <a:cubicBezTo>
                    <a:pt x="649" y="1"/>
                    <a:pt x="646" y="1"/>
                    <a:pt x="643" y="1"/>
                  </a:cubicBezTo>
                  <a:cubicBezTo>
                    <a:pt x="131" y="1"/>
                    <a:pt x="0" y="453"/>
                    <a:pt x="405" y="822"/>
                  </a:cubicBezTo>
                  <a:cubicBezTo>
                    <a:pt x="762" y="1132"/>
                    <a:pt x="1417" y="1251"/>
                    <a:pt x="1619" y="1287"/>
                  </a:cubicBezTo>
                  <a:lnTo>
                    <a:pt x="1619" y="1180"/>
                  </a:lnTo>
                  <a:cubicBezTo>
                    <a:pt x="1489" y="872"/>
                    <a:pt x="1065" y="1"/>
                    <a:pt x="651"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14"/>
            <p:cNvSpPr/>
            <p:nvPr/>
          </p:nvSpPr>
          <p:spPr>
            <a:xfrm>
              <a:off x="8145943" y="4378571"/>
              <a:ext cx="414126" cy="556611"/>
            </a:xfrm>
            <a:custGeom>
              <a:rect b="b" l="l" r="r" t="t"/>
              <a:pathLst>
                <a:path extrusionOk="0" h="7891" w="5871">
                  <a:moveTo>
                    <a:pt x="5305" y="0"/>
                  </a:moveTo>
                  <a:cubicBezTo>
                    <a:pt x="4891" y="0"/>
                    <a:pt x="4393" y="508"/>
                    <a:pt x="4215" y="830"/>
                  </a:cubicBezTo>
                  <a:cubicBezTo>
                    <a:pt x="4203" y="854"/>
                    <a:pt x="4013" y="1354"/>
                    <a:pt x="4013" y="1354"/>
                  </a:cubicBezTo>
                  <a:lnTo>
                    <a:pt x="4025" y="1354"/>
                  </a:lnTo>
                  <a:cubicBezTo>
                    <a:pt x="3930" y="1437"/>
                    <a:pt x="3834" y="1533"/>
                    <a:pt x="3739" y="1640"/>
                  </a:cubicBezTo>
                  <a:cubicBezTo>
                    <a:pt x="3549" y="1842"/>
                    <a:pt x="3346" y="2056"/>
                    <a:pt x="3132" y="2318"/>
                  </a:cubicBezTo>
                  <a:lnTo>
                    <a:pt x="3060" y="2414"/>
                  </a:lnTo>
                  <a:cubicBezTo>
                    <a:pt x="3048" y="2485"/>
                    <a:pt x="3037" y="2533"/>
                    <a:pt x="3037" y="2533"/>
                  </a:cubicBezTo>
                  <a:cubicBezTo>
                    <a:pt x="3037" y="2533"/>
                    <a:pt x="3013" y="2521"/>
                    <a:pt x="3001" y="2497"/>
                  </a:cubicBezTo>
                  <a:cubicBezTo>
                    <a:pt x="2834" y="2699"/>
                    <a:pt x="2667" y="2938"/>
                    <a:pt x="2501" y="3188"/>
                  </a:cubicBezTo>
                  <a:cubicBezTo>
                    <a:pt x="2287" y="3520"/>
                    <a:pt x="2097" y="3876"/>
                    <a:pt x="1942" y="4244"/>
                  </a:cubicBezTo>
                  <a:lnTo>
                    <a:pt x="1942" y="4244"/>
                  </a:lnTo>
                  <a:cubicBezTo>
                    <a:pt x="1954" y="4103"/>
                    <a:pt x="1965" y="3770"/>
                    <a:pt x="1965" y="3747"/>
                  </a:cubicBezTo>
                  <a:cubicBezTo>
                    <a:pt x="1941" y="3342"/>
                    <a:pt x="1667" y="2592"/>
                    <a:pt x="1239" y="2485"/>
                  </a:cubicBezTo>
                  <a:cubicBezTo>
                    <a:pt x="1196" y="2474"/>
                    <a:pt x="1153" y="2469"/>
                    <a:pt x="1111" y="2469"/>
                  </a:cubicBezTo>
                  <a:cubicBezTo>
                    <a:pt x="884" y="2469"/>
                    <a:pt x="680" y="2623"/>
                    <a:pt x="620" y="2854"/>
                  </a:cubicBezTo>
                  <a:cubicBezTo>
                    <a:pt x="620" y="2878"/>
                    <a:pt x="608" y="2902"/>
                    <a:pt x="608" y="2926"/>
                  </a:cubicBezTo>
                  <a:cubicBezTo>
                    <a:pt x="560" y="3235"/>
                    <a:pt x="762" y="3557"/>
                    <a:pt x="965" y="3771"/>
                  </a:cubicBezTo>
                  <a:cubicBezTo>
                    <a:pt x="1203" y="4009"/>
                    <a:pt x="1870" y="4283"/>
                    <a:pt x="1917" y="4307"/>
                  </a:cubicBezTo>
                  <a:cubicBezTo>
                    <a:pt x="1774" y="4688"/>
                    <a:pt x="1644" y="5081"/>
                    <a:pt x="1548" y="5474"/>
                  </a:cubicBezTo>
                  <a:cubicBezTo>
                    <a:pt x="1501" y="5712"/>
                    <a:pt x="1453" y="5950"/>
                    <a:pt x="1393" y="6188"/>
                  </a:cubicBezTo>
                  <a:cubicBezTo>
                    <a:pt x="1405" y="6069"/>
                    <a:pt x="1405" y="5974"/>
                    <a:pt x="1405" y="5962"/>
                  </a:cubicBezTo>
                  <a:cubicBezTo>
                    <a:pt x="1382" y="5569"/>
                    <a:pt x="1108" y="4819"/>
                    <a:pt x="679" y="4700"/>
                  </a:cubicBezTo>
                  <a:cubicBezTo>
                    <a:pt x="636" y="4688"/>
                    <a:pt x="593" y="4683"/>
                    <a:pt x="550" y="4683"/>
                  </a:cubicBezTo>
                  <a:cubicBezTo>
                    <a:pt x="321" y="4683"/>
                    <a:pt x="110" y="4838"/>
                    <a:pt x="60" y="5069"/>
                  </a:cubicBezTo>
                  <a:cubicBezTo>
                    <a:pt x="48" y="5093"/>
                    <a:pt x="48" y="5116"/>
                    <a:pt x="48" y="5140"/>
                  </a:cubicBezTo>
                  <a:cubicBezTo>
                    <a:pt x="0" y="5450"/>
                    <a:pt x="203" y="5771"/>
                    <a:pt x="405" y="5985"/>
                  </a:cubicBezTo>
                  <a:cubicBezTo>
                    <a:pt x="608" y="6200"/>
                    <a:pt x="1179" y="6450"/>
                    <a:pt x="1322" y="6509"/>
                  </a:cubicBezTo>
                  <a:lnTo>
                    <a:pt x="1274" y="6783"/>
                  </a:lnTo>
                  <a:cubicBezTo>
                    <a:pt x="1203" y="7152"/>
                    <a:pt x="1132" y="7521"/>
                    <a:pt x="1060" y="7890"/>
                  </a:cubicBezTo>
                  <a:lnTo>
                    <a:pt x="1239" y="7867"/>
                  </a:lnTo>
                  <a:cubicBezTo>
                    <a:pt x="1310" y="7521"/>
                    <a:pt x="1370" y="7164"/>
                    <a:pt x="1429" y="6807"/>
                  </a:cubicBezTo>
                  <a:cubicBezTo>
                    <a:pt x="1453" y="6676"/>
                    <a:pt x="1477" y="6545"/>
                    <a:pt x="1501" y="6402"/>
                  </a:cubicBezTo>
                  <a:cubicBezTo>
                    <a:pt x="1548" y="6438"/>
                    <a:pt x="2203" y="6736"/>
                    <a:pt x="2525" y="6747"/>
                  </a:cubicBezTo>
                  <a:cubicBezTo>
                    <a:pt x="2822" y="6747"/>
                    <a:pt x="3191" y="6676"/>
                    <a:pt x="3382" y="6426"/>
                  </a:cubicBezTo>
                  <a:cubicBezTo>
                    <a:pt x="3560" y="6200"/>
                    <a:pt x="3525" y="5866"/>
                    <a:pt x="3298" y="5688"/>
                  </a:cubicBezTo>
                  <a:cubicBezTo>
                    <a:pt x="3287" y="5676"/>
                    <a:pt x="3275" y="5664"/>
                    <a:pt x="3263" y="5652"/>
                  </a:cubicBezTo>
                  <a:cubicBezTo>
                    <a:pt x="3170" y="5597"/>
                    <a:pt x="3056" y="5574"/>
                    <a:pt x="2933" y="5574"/>
                  </a:cubicBezTo>
                  <a:cubicBezTo>
                    <a:pt x="2553" y="5574"/>
                    <a:pt x="2086" y="5797"/>
                    <a:pt x="1870" y="5985"/>
                  </a:cubicBezTo>
                  <a:cubicBezTo>
                    <a:pt x="1846" y="6009"/>
                    <a:pt x="1572" y="6307"/>
                    <a:pt x="1501" y="6390"/>
                  </a:cubicBezTo>
                  <a:cubicBezTo>
                    <a:pt x="1548" y="6093"/>
                    <a:pt x="1608" y="5795"/>
                    <a:pt x="1667" y="5509"/>
                  </a:cubicBezTo>
                  <a:cubicBezTo>
                    <a:pt x="1751" y="5128"/>
                    <a:pt x="1870" y="4735"/>
                    <a:pt x="2001" y="4366"/>
                  </a:cubicBezTo>
                  <a:cubicBezTo>
                    <a:pt x="2025" y="4378"/>
                    <a:pt x="2703" y="4700"/>
                    <a:pt x="3048" y="4712"/>
                  </a:cubicBezTo>
                  <a:cubicBezTo>
                    <a:pt x="3334" y="4712"/>
                    <a:pt x="3715" y="4628"/>
                    <a:pt x="3894" y="4390"/>
                  </a:cubicBezTo>
                  <a:cubicBezTo>
                    <a:pt x="4072" y="4164"/>
                    <a:pt x="4037" y="3830"/>
                    <a:pt x="3810" y="3640"/>
                  </a:cubicBezTo>
                  <a:cubicBezTo>
                    <a:pt x="3799" y="3640"/>
                    <a:pt x="3787" y="3628"/>
                    <a:pt x="3775" y="3616"/>
                  </a:cubicBezTo>
                  <a:cubicBezTo>
                    <a:pt x="3681" y="3557"/>
                    <a:pt x="3565" y="3533"/>
                    <a:pt x="3441" y="3533"/>
                  </a:cubicBezTo>
                  <a:cubicBezTo>
                    <a:pt x="3062" y="3533"/>
                    <a:pt x="2597" y="3761"/>
                    <a:pt x="2382" y="3950"/>
                  </a:cubicBezTo>
                  <a:cubicBezTo>
                    <a:pt x="2358" y="3973"/>
                    <a:pt x="2060" y="4295"/>
                    <a:pt x="2013" y="4354"/>
                  </a:cubicBezTo>
                  <a:cubicBezTo>
                    <a:pt x="2013" y="4331"/>
                    <a:pt x="2025" y="4307"/>
                    <a:pt x="2025" y="4283"/>
                  </a:cubicBezTo>
                  <a:cubicBezTo>
                    <a:pt x="2179" y="3914"/>
                    <a:pt x="2358" y="3557"/>
                    <a:pt x="2560" y="3223"/>
                  </a:cubicBezTo>
                  <a:cubicBezTo>
                    <a:pt x="2679" y="3033"/>
                    <a:pt x="2798" y="2866"/>
                    <a:pt x="2917" y="2699"/>
                  </a:cubicBezTo>
                  <a:cubicBezTo>
                    <a:pt x="3037" y="2771"/>
                    <a:pt x="3584" y="3104"/>
                    <a:pt x="3894" y="3140"/>
                  </a:cubicBezTo>
                  <a:cubicBezTo>
                    <a:pt x="3957" y="3147"/>
                    <a:pt x="4023" y="3152"/>
                    <a:pt x="4091" y="3152"/>
                  </a:cubicBezTo>
                  <a:cubicBezTo>
                    <a:pt x="4341" y="3152"/>
                    <a:pt x="4606" y="3092"/>
                    <a:pt x="4775" y="2914"/>
                  </a:cubicBezTo>
                  <a:cubicBezTo>
                    <a:pt x="4977" y="2711"/>
                    <a:pt x="4977" y="2378"/>
                    <a:pt x="4775" y="2176"/>
                  </a:cubicBezTo>
                  <a:cubicBezTo>
                    <a:pt x="4763" y="2164"/>
                    <a:pt x="4751" y="2152"/>
                    <a:pt x="4739" y="2140"/>
                  </a:cubicBezTo>
                  <a:cubicBezTo>
                    <a:pt x="4626" y="2050"/>
                    <a:pt x="4468" y="2014"/>
                    <a:pt x="4296" y="2014"/>
                  </a:cubicBezTo>
                  <a:cubicBezTo>
                    <a:pt x="3942" y="2014"/>
                    <a:pt x="3527" y="2166"/>
                    <a:pt x="3310" y="2318"/>
                  </a:cubicBezTo>
                  <a:cubicBezTo>
                    <a:pt x="3298" y="2330"/>
                    <a:pt x="3132" y="2473"/>
                    <a:pt x="3013" y="2568"/>
                  </a:cubicBezTo>
                  <a:cubicBezTo>
                    <a:pt x="3072" y="2497"/>
                    <a:pt x="3120" y="2426"/>
                    <a:pt x="3179" y="2354"/>
                  </a:cubicBezTo>
                  <a:cubicBezTo>
                    <a:pt x="3382" y="2092"/>
                    <a:pt x="3584" y="1866"/>
                    <a:pt x="3763" y="1664"/>
                  </a:cubicBezTo>
                  <a:cubicBezTo>
                    <a:pt x="3870" y="1544"/>
                    <a:pt x="3965" y="1449"/>
                    <a:pt x="4049" y="1354"/>
                  </a:cubicBezTo>
                  <a:cubicBezTo>
                    <a:pt x="4118" y="1359"/>
                    <a:pt x="4279" y="1369"/>
                    <a:pt x="4462" y="1369"/>
                  </a:cubicBezTo>
                  <a:cubicBezTo>
                    <a:pt x="4689" y="1369"/>
                    <a:pt x="4950" y="1354"/>
                    <a:pt x="5108" y="1294"/>
                  </a:cubicBezTo>
                  <a:cubicBezTo>
                    <a:pt x="5382" y="1187"/>
                    <a:pt x="5692" y="985"/>
                    <a:pt x="5787" y="687"/>
                  </a:cubicBezTo>
                  <a:cubicBezTo>
                    <a:pt x="5870" y="413"/>
                    <a:pt x="5715" y="116"/>
                    <a:pt x="5430" y="20"/>
                  </a:cubicBezTo>
                  <a:cubicBezTo>
                    <a:pt x="5418" y="20"/>
                    <a:pt x="5406" y="9"/>
                    <a:pt x="5394" y="9"/>
                  </a:cubicBezTo>
                  <a:cubicBezTo>
                    <a:pt x="5365" y="3"/>
                    <a:pt x="5335" y="0"/>
                    <a:pt x="5305" y="0"/>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14"/>
            <p:cNvSpPr/>
            <p:nvPr/>
          </p:nvSpPr>
          <p:spPr>
            <a:xfrm>
              <a:off x="8307265" y="4430558"/>
              <a:ext cx="76392" cy="124146"/>
            </a:xfrm>
            <a:custGeom>
              <a:rect b="b" l="l" r="r" t="t"/>
              <a:pathLst>
                <a:path extrusionOk="0" h="1760" w="1083">
                  <a:moveTo>
                    <a:pt x="423" y="1"/>
                  </a:moveTo>
                  <a:cubicBezTo>
                    <a:pt x="177" y="1"/>
                    <a:pt x="0" y="245"/>
                    <a:pt x="59" y="629"/>
                  </a:cubicBezTo>
                  <a:cubicBezTo>
                    <a:pt x="142" y="1093"/>
                    <a:pt x="583" y="1617"/>
                    <a:pt x="714" y="1760"/>
                  </a:cubicBezTo>
                  <a:lnTo>
                    <a:pt x="773" y="1677"/>
                  </a:lnTo>
                  <a:cubicBezTo>
                    <a:pt x="869" y="1331"/>
                    <a:pt x="1083" y="391"/>
                    <a:pt x="761" y="141"/>
                  </a:cubicBezTo>
                  <a:cubicBezTo>
                    <a:pt x="644" y="45"/>
                    <a:pt x="527" y="1"/>
                    <a:pt x="423"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14"/>
            <p:cNvSpPr/>
            <p:nvPr/>
          </p:nvSpPr>
          <p:spPr>
            <a:xfrm>
              <a:off x="7879729" y="4265074"/>
              <a:ext cx="98329" cy="248504"/>
            </a:xfrm>
            <a:custGeom>
              <a:rect b="b" l="l" r="r" t="t"/>
              <a:pathLst>
                <a:path extrusionOk="0" h="3523" w="1394">
                  <a:moveTo>
                    <a:pt x="799" y="1"/>
                  </a:moveTo>
                  <a:cubicBezTo>
                    <a:pt x="751" y="1"/>
                    <a:pt x="703" y="8"/>
                    <a:pt x="655" y="22"/>
                  </a:cubicBezTo>
                  <a:cubicBezTo>
                    <a:pt x="643" y="22"/>
                    <a:pt x="619" y="34"/>
                    <a:pt x="607" y="34"/>
                  </a:cubicBezTo>
                  <a:cubicBezTo>
                    <a:pt x="203" y="201"/>
                    <a:pt x="48" y="987"/>
                    <a:pt x="84" y="1379"/>
                  </a:cubicBezTo>
                  <a:cubicBezTo>
                    <a:pt x="84" y="1414"/>
                    <a:pt x="194" y="1901"/>
                    <a:pt x="213" y="1937"/>
                  </a:cubicBezTo>
                  <a:lnTo>
                    <a:pt x="213" y="1937"/>
                  </a:lnTo>
                  <a:cubicBezTo>
                    <a:pt x="189" y="2065"/>
                    <a:pt x="166" y="2193"/>
                    <a:pt x="143" y="2332"/>
                  </a:cubicBezTo>
                  <a:cubicBezTo>
                    <a:pt x="95" y="2594"/>
                    <a:pt x="48" y="2903"/>
                    <a:pt x="12" y="3237"/>
                  </a:cubicBezTo>
                  <a:cubicBezTo>
                    <a:pt x="12" y="3284"/>
                    <a:pt x="12" y="3344"/>
                    <a:pt x="0" y="3404"/>
                  </a:cubicBezTo>
                  <a:cubicBezTo>
                    <a:pt x="36" y="3475"/>
                    <a:pt x="48" y="3523"/>
                    <a:pt x="48" y="3523"/>
                  </a:cubicBezTo>
                  <a:cubicBezTo>
                    <a:pt x="48" y="3427"/>
                    <a:pt x="48" y="3332"/>
                    <a:pt x="60" y="3237"/>
                  </a:cubicBezTo>
                  <a:cubicBezTo>
                    <a:pt x="84" y="2903"/>
                    <a:pt x="131" y="2606"/>
                    <a:pt x="167" y="2332"/>
                  </a:cubicBezTo>
                  <a:cubicBezTo>
                    <a:pt x="191" y="2177"/>
                    <a:pt x="214" y="2046"/>
                    <a:pt x="238" y="1915"/>
                  </a:cubicBezTo>
                  <a:cubicBezTo>
                    <a:pt x="369" y="1844"/>
                    <a:pt x="905" y="1522"/>
                    <a:pt x="1072" y="1284"/>
                  </a:cubicBezTo>
                  <a:cubicBezTo>
                    <a:pt x="1250" y="1034"/>
                    <a:pt x="1393" y="689"/>
                    <a:pt x="1298" y="391"/>
                  </a:cubicBezTo>
                  <a:cubicBezTo>
                    <a:pt x="1239" y="155"/>
                    <a:pt x="1026" y="1"/>
                    <a:pt x="799"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14"/>
            <p:cNvSpPr/>
            <p:nvPr/>
          </p:nvSpPr>
          <p:spPr>
            <a:xfrm>
              <a:off x="7747822" y="4419342"/>
              <a:ext cx="308319" cy="519227"/>
            </a:xfrm>
            <a:custGeom>
              <a:rect b="b" l="l" r="r" t="t"/>
              <a:pathLst>
                <a:path extrusionOk="0" h="7361" w="4371">
                  <a:moveTo>
                    <a:pt x="3071" y="1"/>
                  </a:moveTo>
                  <a:cubicBezTo>
                    <a:pt x="2640" y="1"/>
                    <a:pt x="2164" y="584"/>
                    <a:pt x="2025" y="943"/>
                  </a:cubicBezTo>
                  <a:cubicBezTo>
                    <a:pt x="2013" y="955"/>
                    <a:pt x="1954" y="1169"/>
                    <a:pt x="1918" y="1324"/>
                  </a:cubicBezTo>
                  <a:lnTo>
                    <a:pt x="1858" y="1312"/>
                  </a:lnTo>
                  <a:cubicBezTo>
                    <a:pt x="1846" y="1574"/>
                    <a:pt x="1834" y="1836"/>
                    <a:pt x="1834" y="2121"/>
                  </a:cubicBezTo>
                  <a:cubicBezTo>
                    <a:pt x="1846" y="2526"/>
                    <a:pt x="1882" y="2931"/>
                    <a:pt x="1954" y="3336"/>
                  </a:cubicBezTo>
                  <a:lnTo>
                    <a:pt x="1954" y="3348"/>
                  </a:lnTo>
                  <a:cubicBezTo>
                    <a:pt x="1894" y="3229"/>
                    <a:pt x="1715" y="2919"/>
                    <a:pt x="1692" y="2895"/>
                  </a:cubicBezTo>
                  <a:cubicBezTo>
                    <a:pt x="1481" y="2611"/>
                    <a:pt x="964" y="2206"/>
                    <a:pt x="559" y="2206"/>
                  </a:cubicBezTo>
                  <a:cubicBezTo>
                    <a:pt x="506" y="2206"/>
                    <a:pt x="454" y="2213"/>
                    <a:pt x="406" y="2229"/>
                  </a:cubicBezTo>
                  <a:cubicBezTo>
                    <a:pt x="132" y="2336"/>
                    <a:pt x="1" y="2633"/>
                    <a:pt x="96" y="2907"/>
                  </a:cubicBezTo>
                  <a:cubicBezTo>
                    <a:pt x="108" y="2919"/>
                    <a:pt x="108" y="2943"/>
                    <a:pt x="120" y="2955"/>
                  </a:cubicBezTo>
                  <a:cubicBezTo>
                    <a:pt x="251" y="3241"/>
                    <a:pt x="596" y="3407"/>
                    <a:pt x="882" y="3479"/>
                  </a:cubicBezTo>
                  <a:cubicBezTo>
                    <a:pt x="948" y="3493"/>
                    <a:pt x="1028" y="3499"/>
                    <a:pt x="1115" y="3499"/>
                  </a:cubicBezTo>
                  <a:cubicBezTo>
                    <a:pt x="1464" y="3499"/>
                    <a:pt x="1918" y="3405"/>
                    <a:pt x="1965" y="3395"/>
                  </a:cubicBezTo>
                  <a:cubicBezTo>
                    <a:pt x="2049" y="3800"/>
                    <a:pt x="2168" y="4193"/>
                    <a:pt x="2299" y="4586"/>
                  </a:cubicBezTo>
                  <a:cubicBezTo>
                    <a:pt x="2382" y="4812"/>
                    <a:pt x="2477" y="5038"/>
                    <a:pt x="2561" y="5265"/>
                  </a:cubicBezTo>
                  <a:cubicBezTo>
                    <a:pt x="2501" y="5169"/>
                    <a:pt x="2454" y="5086"/>
                    <a:pt x="2442" y="5074"/>
                  </a:cubicBezTo>
                  <a:cubicBezTo>
                    <a:pt x="2231" y="4790"/>
                    <a:pt x="1714" y="4385"/>
                    <a:pt x="1309" y="4385"/>
                  </a:cubicBezTo>
                  <a:cubicBezTo>
                    <a:pt x="1256" y="4385"/>
                    <a:pt x="1204" y="4392"/>
                    <a:pt x="1156" y="4407"/>
                  </a:cubicBezTo>
                  <a:cubicBezTo>
                    <a:pt x="882" y="4515"/>
                    <a:pt x="751" y="4812"/>
                    <a:pt x="846" y="5086"/>
                  </a:cubicBezTo>
                  <a:cubicBezTo>
                    <a:pt x="858" y="5098"/>
                    <a:pt x="870" y="5122"/>
                    <a:pt x="870" y="5134"/>
                  </a:cubicBezTo>
                  <a:cubicBezTo>
                    <a:pt x="1001" y="5419"/>
                    <a:pt x="1346" y="5586"/>
                    <a:pt x="1632" y="5658"/>
                  </a:cubicBezTo>
                  <a:cubicBezTo>
                    <a:pt x="1699" y="5673"/>
                    <a:pt x="1780" y="5680"/>
                    <a:pt x="1868" y="5680"/>
                  </a:cubicBezTo>
                  <a:cubicBezTo>
                    <a:pt x="2174" y="5680"/>
                    <a:pt x="2560" y="5602"/>
                    <a:pt x="2680" y="5574"/>
                  </a:cubicBezTo>
                  <a:cubicBezTo>
                    <a:pt x="2716" y="5669"/>
                    <a:pt x="2751" y="5753"/>
                    <a:pt x="2787" y="5836"/>
                  </a:cubicBezTo>
                  <a:cubicBezTo>
                    <a:pt x="2966" y="6253"/>
                    <a:pt x="3132" y="6670"/>
                    <a:pt x="3287" y="7074"/>
                  </a:cubicBezTo>
                  <a:cubicBezTo>
                    <a:pt x="3323" y="7170"/>
                    <a:pt x="3358" y="7253"/>
                    <a:pt x="3382" y="7336"/>
                  </a:cubicBezTo>
                  <a:lnTo>
                    <a:pt x="3597" y="7360"/>
                  </a:lnTo>
                  <a:cubicBezTo>
                    <a:pt x="3549" y="7241"/>
                    <a:pt x="3513" y="7122"/>
                    <a:pt x="3466" y="7003"/>
                  </a:cubicBezTo>
                  <a:lnTo>
                    <a:pt x="3466" y="7015"/>
                  </a:lnTo>
                  <a:cubicBezTo>
                    <a:pt x="3299" y="6598"/>
                    <a:pt x="3108" y="6193"/>
                    <a:pt x="2930" y="5777"/>
                  </a:cubicBezTo>
                  <a:cubicBezTo>
                    <a:pt x="2882" y="5658"/>
                    <a:pt x="2823" y="5527"/>
                    <a:pt x="2763" y="5396"/>
                  </a:cubicBezTo>
                  <a:cubicBezTo>
                    <a:pt x="2823" y="5396"/>
                    <a:pt x="3537" y="5288"/>
                    <a:pt x="3811" y="5110"/>
                  </a:cubicBezTo>
                  <a:cubicBezTo>
                    <a:pt x="4049" y="4955"/>
                    <a:pt x="4323" y="4681"/>
                    <a:pt x="4335" y="4372"/>
                  </a:cubicBezTo>
                  <a:cubicBezTo>
                    <a:pt x="4370" y="4074"/>
                    <a:pt x="4156" y="3812"/>
                    <a:pt x="3859" y="3788"/>
                  </a:cubicBezTo>
                  <a:lnTo>
                    <a:pt x="3823" y="3788"/>
                  </a:lnTo>
                  <a:cubicBezTo>
                    <a:pt x="3382" y="3800"/>
                    <a:pt x="2954" y="4467"/>
                    <a:pt x="2846" y="4836"/>
                  </a:cubicBezTo>
                  <a:cubicBezTo>
                    <a:pt x="2835" y="4872"/>
                    <a:pt x="2775" y="5277"/>
                    <a:pt x="2763" y="5372"/>
                  </a:cubicBezTo>
                  <a:cubicBezTo>
                    <a:pt x="2644" y="5098"/>
                    <a:pt x="2525" y="4824"/>
                    <a:pt x="2430" y="4538"/>
                  </a:cubicBezTo>
                  <a:cubicBezTo>
                    <a:pt x="2287" y="4169"/>
                    <a:pt x="2168" y="3788"/>
                    <a:pt x="2073" y="3395"/>
                  </a:cubicBezTo>
                  <a:cubicBezTo>
                    <a:pt x="2096" y="3395"/>
                    <a:pt x="2835" y="3288"/>
                    <a:pt x="3120" y="3110"/>
                  </a:cubicBezTo>
                  <a:cubicBezTo>
                    <a:pt x="3358" y="2943"/>
                    <a:pt x="3620" y="2669"/>
                    <a:pt x="3644" y="2360"/>
                  </a:cubicBezTo>
                  <a:cubicBezTo>
                    <a:pt x="3668" y="2074"/>
                    <a:pt x="3454" y="1812"/>
                    <a:pt x="3168" y="1788"/>
                  </a:cubicBezTo>
                  <a:cubicBezTo>
                    <a:pt x="3144" y="1788"/>
                    <a:pt x="3132" y="1788"/>
                    <a:pt x="3120" y="1776"/>
                  </a:cubicBezTo>
                  <a:cubicBezTo>
                    <a:pt x="2680" y="1800"/>
                    <a:pt x="2263" y="2455"/>
                    <a:pt x="2156" y="2836"/>
                  </a:cubicBezTo>
                  <a:cubicBezTo>
                    <a:pt x="2144" y="2871"/>
                    <a:pt x="2073" y="3300"/>
                    <a:pt x="2073" y="3383"/>
                  </a:cubicBezTo>
                  <a:cubicBezTo>
                    <a:pt x="2061" y="3360"/>
                    <a:pt x="2061" y="3336"/>
                    <a:pt x="2049" y="3312"/>
                  </a:cubicBezTo>
                  <a:cubicBezTo>
                    <a:pt x="1965" y="2919"/>
                    <a:pt x="1918" y="2526"/>
                    <a:pt x="1906" y="2121"/>
                  </a:cubicBezTo>
                  <a:cubicBezTo>
                    <a:pt x="1894" y="1907"/>
                    <a:pt x="1906" y="1693"/>
                    <a:pt x="1906" y="1490"/>
                  </a:cubicBezTo>
                  <a:cubicBezTo>
                    <a:pt x="2049" y="1478"/>
                    <a:pt x="2680" y="1443"/>
                    <a:pt x="2954" y="1312"/>
                  </a:cubicBezTo>
                  <a:cubicBezTo>
                    <a:pt x="3227" y="1181"/>
                    <a:pt x="3513" y="943"/>
                    <a:pt x="3561" y="633"/>
                  </a:cubicBezTo>
                  <a:cubicBezTo>
                    <a:pt x="3620" y="347"/>
                    <a:pt x="3430" y="62"/>
                    <a:pt x="3144" y="14"/>
                  </a:cubicBezTo>
                  <a:cubicBezTo>
                    <a:pt x="3132" y="2"/>
                    <a:pt x="3120" y="2"/>
                    <a:pt x="3108" y="2"/>
                  </a:cubicBezTo>
                  <a:cubicBezTo>
                    <a:pt x="3096" y="1"/>
                    <a:pt x="3083" y="1"/>
                    <a:pt x="3071" y="1"/>
                  </a:cubicBezTo>
                  <a:close/>
                </a:path>
              </a:pathLst>
            </a:custGeom>
            <a:solidFill>
              <a:srgbClr val="BAB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14"/>
            <p:cNvSpPr/>
            <p:nvPr/>
          </p:nvSpPr>
          <p:spPr>
            <a:xfrm>
              <a:off x="7852854" y="2324840"/>
              <a:ext cx="310788" cy="311705"/>
            </a:xfrm>
            <a:custGeom>
              <a:rect b="b" l="l" r="r" t="t"/>
              <a:pathLst>
                <a:path extrusionOk="0" fill="none" h="4419" w="4406">
                  <a:moveTo>
                    <a:pt x="1703" y="3978"/>
                  </a:moveTo>
                  <a:lnTo>
                    <a:pt x="1774" y="4382"/>
                  </a:lnTo>
                  <a:lnTo>
                    <a:pt x="2239" y="4418"/>
                  </a:lnTo>
                  <a:lnTo>
                    <a:pt x="2370" y="4037"/>
                  </a:lnTo>
                  <a:cubicBezTo>
                    <a:pt x="2524" y="4013"/>
                    <a:pt x="2667" y="3990"/>
                    <a:pt x="2810" y="3942"/>
                  </a:cubicBezTo>
                  <a:lnTo>
                    <a:pt x="3096" y="4228"/>
                  </a:lnTo>
                  <a:lnTo>
                    <a:pt x="3501" y="4001"/>
                  </a:lnTo>
                  <a:lnTo>
                    <a:pt x="3393" y="3609"/>
                  </a:lnTo>
                  <a:cubicBezTo>
                    <a:pt x="3501" y="3501"/>
                    <a:pt x="3608" y="3394"/>
                    <a:pt x="3691" y="3275"/>
                  </a:cubicBezTo>
                  <a:lnTo>
                    <a:pt x="4096" y="3347"/>
                  </a:lnTo>
                  <a:lnTo>
                    <a:pt x="4298" y="2930"/>
                  </a:lnTo>
                  <a:lnTo>
                    <a:pt x="3977" y="2668"/>
                  </a:lnTo>
                  <a:cubicBezTo>
                    <a:pt x="4013" y="2525"/>
                    <a:pt x="4036" y="2370"/>
                    <a:pt x="4036" y="2216"/>
                  </a:cubicBezTo>
                  <a:lnTo>
                    <a:pt x="4405" y="2049"/>
                  </a:lnTo>
                  <a:lnTo>
                    <a:pt x="4334" y="1596"/>
                  </a:lnTo>
                  <a:lnTo>
                    <a:pt x="3917" y="1561"/>
                  </a:lnTo>
                  <a:cubicBezTo>
                    <a:pt x="3858" y="1418"/>
                    <a:pt x="3786" y="1287"/>
                    <a:pt x="3703" y="1168"/>
                  </a:cubicBezTo>
                  <a:lnTo>
                    <a:pt x="3917" y="811"/>
                  </a:lnTo>
                  <a:lnTo>
                    <a:pt x="3596" y="489"/>
                  </a:lnTo>
                  <a:lnTo>
                    <a:pt x="3227" y="703"/>
                  </a:lnTo>
                  <a:cubicBezTo>
                    <a:pt x="3024" y="561"/>
                    <a:pt x="2786" y="465"/>
                    <a:pt x="2536" y="418"/>
                  </a:cubicBezTo>
                  <a:lnTo>
                    <a:pt x="2429" y="1"/>
                  </a:lnTo>
                  <a:lnTo>
                    <a:pt x="1965" y="1"/>
                  </a:lnTo>
                  <a:lnTo>
                    <a:pt x="1869" y="418"/>
                  </a:lnTo>
                  <a:cubicBezTo>
                    <a:pt x="1715" y="441"/>
                    <a:pt x="1584" y="489"/>
                    <a:pt x="1453" y="549"/>
                  </a:cubicBezTo>
                  <a:lnTo>
                    <a:pt x="1119" y="263"/>
                  </a:lnTo>
                  <a:lnTo>
                    <a:pt x="738" y="525"/>
                  </a:lnTo>
                  <a:lnTo>
                    <a:pt x="893" y="930"/>
                  </a:lnTo>
                  <a:cubicBezTo>
                    <a:pt x="798" y="1037"/>
                    <a:pt x="715" y="1156"/>
                    <a:pt x="631" y="1275"/>
                  </a:cubicBezTo>
                  <a:lnTo>
                    <a:pt x="203" y="1227"/>
                  </a:lnTo>
                  <a:lnTo>
                    <a:pt x="48" y="1668"/>
                  </a:lnTo>
                  <a:lnTo>
                    <a:pt x="405" y="1906"/>
                  </a:lnTo>
                  <a:cubicBezTo>
                    <a:pt x="381" y="2001"/>
                    <a:pt x="381" y="2108"/>
                    <a:pt x="381" y="2216"/>
                  </a:cubicBezTo>
                  <a:lnTo>
                    <a:pt x="381" y="2335"/>
                  </a:lnTo>
                  <a:lnTo>
                    <a:pt x="0" y="2549"/>
                  </a:lnTo>
                  <a:lnTo>
                    <a:pt x="119" y="2989"/>
                  </a:lnTo>
                  <a:lnTo>
                    <a:pt x="548" y="2989"/>
                  </a:lnTo>
                  <a:cubicBezTo>
                    <a:pt x="607" y="3120"/>
                    <a:pt x="691" y="3239"/>
                    <a:pt x="774" y="3358"/>
                  </a:cubicBezTo>
                  <a:lnTo>
                    <a:pt x="595" y="3739"/>
                  </a:lnTo>
                  <a:lnTo>
                    <a:pt x="941" y="4037"/>
                  </a:lnTo>
                  <a:lnTo>
                    <a:pt x="1298" y="3799"/>
                  </a:lnTo>
                  <a:moveTo>
                    <a:pt x="3203" y="1656"/>
                  </a:moveTo>
                  <a:cubicBezTo>
                    <a:pt x="3513" y="2204"/>
                    <a:pt x="3322" y="2906"/>
                    <a:pt x="2762" y="3216"/>
                  </a:cubicBezTo>
                  <a:cubicBezTo>
                    <a:pt x="2215" y="3525"/>
                    <a:pt x="1512" y="3335"/>
                    <a:pt x="1203" y="2775"/>
                  </a:cubicBezTo>
                  <a:cubicBezTo>
                    <a:pt x="893" y="2227"/>
                    <a:pt x="1096" y="1525"/>
                    <a:pt x="1643" y="1215"/>
                  </a:cubicBezTo>
                  <a:cubicBezTo>
                    <a:pt x="1810" y="1120"/>
                    <a:pt x="2012" y="1073"/>
                    <a:pt x="2203" y="1073"/>
                  </a:cubicBezTo>
                  <a:cubicBezTo>
                    <a:pt x="2262" y="1073"/>
                    <a:pt x="2310" y="1073"/>
                    <a:pt x="2370" y="1084"/>
                  </a:cubicBezTo>
                  <a:moveTo>
                    <a:pt x="2762" y="1215"/>
                  </a:moveTo>
                  <a:cubicBezTo>
                    <a:pt x="2846" y="1263"/>
                    <a:pt x="2929" y="1323"/>
                    <a:pt x="3001" y="1394"/>
                  </a:cubicBezTo>
                </a:path>
              </a:pathLst>
            </a:custGeom>
            <a:noFill/>
            <a:ln cap="flat" cmpd="sng" w="952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14"/>
            <p:cNvSpPr/>
            <p:nvPr/>
          </p:nvSpPr>
          <p:spPr>
            <a:xfrm>
              <a:off x="7930094" y="3978547"/>
              <a:ext cx="310788" cy="312481"/>
            </a:xfrm>
            <a:custGeom>
              <a:rect b="b" l="l" r="r" t="t"/>
              <a:pathLst>
                <a:path extrusionOk="0" fill="none" h="4430" w="4406">
                  <a:moveTo>
                    <a:pt x="1703" y="3977"/>
                  </a:moveTo>
                  <a:lnTo>
                    <a:pt x="1763" y="4394"/>
                  </a:lnTo>
                  <a:lnTo>
                    <a:pt x="2227" y="4429"/>
                  </a:lnTo>
                  <a:lnTo>
                    <a:pt x="2358" y="4037"/>
                  </a:lnTo>
                  <a:cubicBezTo>
                    <a:pt x="2513" y="4025"/>
                    <a:pt x="2656" y="3989"/>
                    <a:pt x="2799" y="3941"/>
                  </a:cubicBezTo>
                  <a:lnTo>
                    <a:pt x="3096" y="4239"/>
                  </a:lnTo>
                  <a:lnTo>
                    <a:pt x="3489" y="4001"/>
                  </a:lnTo>
                  <a:lnTo>
                    <a:pt x="3382" y="3608"/>
                  </a:lnTo>
                  <a:cubicBezTo>
                    <a:pt x="3501" y="3513"/>
                    <a:pt x="3596" y="3405"/>
                    <a:pt x="3691" y="3275"/>
                  </a:cubicBezTo>
                  <a:lnTo>
                    <a:pt x="4096" y="3346"/>
                  </a:lnTo>
                  <a:lnTo>
                    <a:pt x="4287" y="2929"/>
                  </a:lnTo>
                  <a:lnTo>
                    <a:pt x="3977" y="2667"/>
                  </a:lnTo>
                  <a:cubicBezTo>
                    <a:pt x="4013" y="2524"/>
                    <a:pt x="4037" y="2382"/>
                    <a:pt x="4037" y="2227"/>
                  </a:cubicBezTo>
                  <a:lnTo>
                    <a:pt x="4406" y="2048"/>
                  </a:lnTo>
                  <a:lnTo>
                    <a:pt x="4323" y="1596"/>
                  </a:lnTo>
                  <a:lnTo>
                    <a:pt x="3906" y="1572"/>
                  </a:lnTo>
                  <a:cubicBezTo>
                    <a:pt x="3858" y="1429"/>
                    <a:pt x="3787" y="1298"/>
                    <a:pt x="3703" y="1179"/>
                  </a:cubicBezTo>
                  <a:lnTo>
                    <a:pt x="3918" y="810"/>
                  </a:lnTo>
                  <a:lnTo>
                    <a:pt x="3596" y="488"/>
                  </a:lnTo>
                  <a:lnTo>
                    <a:pt x="3227" y="703"/>
                  </a:lnTo>
                  <a:cubicBezTo>
                    <a:pt x="3013" y="560"/>
                    <a:pt x="2787" y="465"/>
                    <a:pt x="2537" y="417"/>
                  </a:cubicBezTo>
                  <a:lnTo>
                    <a:pt x="2429" y="0"/>
                  </a:lnTo>
                  <a:lnTo>
                    <a:pt x="1965" y="0"/>
                  </a:lnTo>
                  <a:lnTo>
                    <a:pt x="1858" y="417"/>
                  </a:lnTo>
                  <a:cubicBezTo>
                    <a:pt x="1715" y="453"/>
                    <a:pt x="1584" y="488"/>
                    <a:pt x="1441" y="548"/>
                  </a:cubicBezTo>
                  <a:lnTo>
                    <a:pt x="1120" y="274"/>
                  </a:lnTo>
                  <a:lnTo>
                    <a:pt x="739" y="536"/>
                  </a:lnTo>
                  <a:lnTo>
                    <a:pt x="894" y="941"/>
                  </a:lnTo>
                  <a:cubicBezTo>
                    <a:pt x="798" y="1048"/>
                    <a:pt x="703" y="1155"/>
                    <a:pt x="632" y="1286"/>
                  </a:cubicBezTo>
                  <a:lnTo>
                    <a:pt x="203" y="1239"/>
                  </a:lnTo>
                  <a:lnTo>
                    <a:pt x="36" y="1667"/>
                  </a:lnTo>
                  <a:lnTo>
                    <a:pt x="393" y="1917"/>
                  </a:lnTo>
                  <a:cubicBezTo>
                    <a:pt x="382" y="2012"/>
                    <a:pt x="370" y="2120"/>
                    <a:pt x="370" y="2215"/>
                  </a:cubicBezTo>
                  <a:lnTo>
                    <a:pt x="370" y="2346"/>
                  </a:lnTo>
                  <a:lnTo>
                    <a:pt x="1" y="2560"/>
                  </a:lnTo>
                  <a:lnTo>
                    <a:pt x="120" y="3001"/>
                  </a:lnTo>
                  <a:lnTo>
                    <a:pt x="536" y="3001"/>
                  </a:lnTo>
                  <a:cubicBezTo>
                    <a:pt x="608" y="3132"/>
                    <a:pt x="679" y="3251"/>
                    <a:pt x="774" y="3370"/>
                  </a:cubicBezTo>
                  <a:lnTo>
                    <a:pt x="596" y="3751"/>
                  </a:lnTo>
                  <a:lnTo>
                    <a:pt x="941" y="4048"/>
                  </a:lnTo>
                  <a:lnTo>
                    <a:pt x="1286" y="3798"/>
                  </a:lnTo>
                  <a:moveTo>
                    <a:pt x="3191" y="1655"/>
                  </a:moveTo>
                  <a:cubicBezTo>
                    <a:pt x="3501" y="2203"/>
                    <a:pt x="3310" y="2905"/>
                    <a:pt x="2763" y="3215"/>
                  </a:cubicBezTo>
                  <a:cubicBezTo>
                    <a:pt x="2203" y="3525"/>
                    <a:pt x="1513" y="3334"/>
                    <a:pt x="1203" y="2774"/>
                  </a:cubicBezTo>
                  <a:cubicBezTo>
                    <a:pt x="894" y="2227"/>
                    <a:pt x="1084" y="1524"/>
                    <a:pt x="1632" y="1215"/>
                  </a:cubicBezTo>
                  <a:cubicBezTo>
                    <a:pt x="1810" y="1119"/>
                    <a:pt x="2001" y="1072"/>
                    <a:pt x="2191" y="1072"/>
                  </a:cubicBezTo>
                  <a:cubicBezTo>
                    <a:pt x="2251" y="1072"/>
                    <a:pt x="2310" y="1072"/>
                    <a:pt x="2358" y="1084"/>
                  </a:cubicBezTo>
                  <a:moveTo>
                    <a:pt x="2751" y="1215"/>
                  </a:moveTo>
                  <a:cubicBezTo>
                    <a:pt x="2834" y="1262"/>
                    <a:pt x="2918" y="1322"/>
                    <a:pt x="2989" y="1393"/>
                  </a:cubicBezTo>
                </a:path>
              </a:pathLst>
            </a:custGeom>
            <a:noFill/>
            <a:ln cap="flat" cmpd="sng" w="952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14"/>
            <p:cNvSpPr/>
            <p:nvPr/>
          </p:nvSpPr>
          <p:spPr>
            <a:xfrm>
              <a:off x="8148482" y="2202244"/>
              <a:ext cx="310788" cy="312481"/>
            </a:xfrm>
            <a:custGeom>
              <a:rect b="b" l="l" r="r" t="t"/>
              <a:pathLst>
                <a:path extrusionOk="0" fill="none" h="4430" w="4406">
                  <a:moveTo>
                    <a:pt x="834" y="775"/>
                  </a:moveTo>
                  <a:lnTo>
                    <a:pt x="893" y="929"/>
                  </a:lnTo>
                  <a:cubicBezTo>
                    <a:pt x="869" y="965"/>
                    <a:pt x="834" y="1001"/>
                    <a:pt x="810" y="1025"/>
                  </a:cubicBezTo>
                  <a:moveTo>
                    <a:pt x="655" y="1239"/>
                  </a:moveTo>
                  <a:cubicBezTo>
                    <a:pt x="643" y="1251"/>
                    <a:pt x="643" y="1263"/>
                    <a:pt x="631" y="1275"/>
                  </a:cubicBezTo>
                  <a:lnTo>
                    <a:pt x="203" y="1227"/>
                  </a:lnTo>
                  <a:lnTo>
                    <a:pt x="36" y="1668"/>
                  </a:lnTo>
                  <a:lnTo>
                    <a:pt x="405" y="1906"/>
                  </a:lnTo>
                  <a:cubicBezTo>
                    <a:pt x="381" y="2013"/>
                    <a:pt x="369" y="2108"/>
                    <a:pt x="369" y="2215"/>
                  </a:cubicBezTo>
                  <a:lnTo>
                    <a:pt x="369" y="2346"/>
                  </a:lnTo>
                  <a:lnTo>
                    <a:pt x="0" y="2549"/>
                  </a:lnTo>
                  <a:lnTo>
                    <a:pt x="119" y="2989"/>
                  </a:lnTo>
                  <a:lnTo>
                    <a:pt x="548" y="2989"/>
                  </a:lnTo>
                  <a:cubicBezTo>
                    <a:pt x="607" y="3132"/>
                    <a:pt x="679" y="3251"/>
                    <a:pt x="774" y="3370"/>
                  </a:cubicBezTo>
                  <a:lnTo>
                    <a:pt x="595" y="3751"/>
                  </a:lnTo>
                  <a:lnTo>
                    <a:pt x="941" y="4049"/>
                  </a:lnTo>
                  <a:lnTo>
                    <a:pt x="1286" y="3799"/>
                  </a:lnTo>
                  <a:cubicBezTo>
                    <a:pt x="1417" y="3870"/>
                    <a:pt x="1548" y="3930"/>
                    <a:pt x="1691" y="3977"/>
                  </a:cubicBezTo>
                  <a:lnTo>
                    <a:pt x="1762" y="4382"/>
                  </a:lnTo>
                  <a:lnTo>
                    <a:pt x="2215" y="4430"/>
                  </a:lnTo>
                  <a:lnTo>
                    <a:pt x="2358" y="4037"/>
                  </a:lnTo>
                  <a:cubicBezTo>
                    <a:pt x="2512" y="4025"/>
                    <a:pt x="2655" y="3989"/>
                    <a:pt x="2798" y="3942"/>
                  </a:cubicBezTo>
                  <a:lnTo>
                    <a:pt x="3084" y="4227"/>
                  </a:lnTo>
                  <a:lnTo>
                    <a:pt x="3489" y="4001"/>
                  </a:lnTo>
                  <a:lnTo>
                    <a:pt x="3382" y="3608"/>
                  </a:lnTo>
                  <a:cubicBezTo>
                    <a:pt x="3501" y="3513"/>
                    <a:pt x="3596" y="3394"/>
                    <a:pt x="3691" y="3275"/>
                  </a:cubicBezTo>
                  <a:lnTo>
                    <a:pt x="4084" y="3346"/>
                  </a:lnTo>
                  <a:lnTo>
                    <a:pt x="4286" y="2930"/>
                  </a:lnTo>
                  <a:lnTo>
                    <a:pt x="3965" y="2668"/>
                  </a:lnTo>
                  <a:cubicBezTo>
                    <a:pt x="4001" y="2525"/>
                    <a:pt x="4024" y="2370"/>
                    <a:pt x="4024" y="2227"/>
                  </a:cubicBezTo>
                  <a:lnTo>
                    <a:pt x="4405" y="2049"/>
                  </a:lnTo>
                  <a:lnTo>
                    <a:pt x="4322" y="1596"/>
                  </a:lnTo>
                  <a:lnTo>
                    <a:pt x="3905" y="1572"/>
                  </a:lnTo>
                  <a:cubicBezTo>
                    <a:pt x="3846" y="1429"/>
                    <a:pt x="3774" y="1298"/>
                    <a:pt x="3691" y="1179"/>
                  </a:cubicBezTo>
                  <a:lnTo>
                    <a:pt x="3905" y="810"/>
                  </a:lnTo>
                  <a:lnTo>
                    <a:pt x="3584" y="489"/>
                  </a:lnTo>
                  <a:lnTo>
                    <a:pt x="3215" y="703"/>
                  </a:lnTo>
                  <a:cubicBezTo>
                    <a:pt x="3012" y="560"/>
                    <a:pt x="2774" y="465"/>
                    <a:pt x="2524" y="417"/>
                  </a:cubicBezTo>
                  <a:lnTo>
                    <a:pt x="2417" y="1"/>
                  </a:lnTo>
                  <a:lnTo>
                    <a:pt x="1965" y="1"/>
                  </a:lnTo>
                  <a:lnTo>
                    <a:pt x="1858" y="417"/>
                  </a:lnTo>
                  <a:cubicBezTo>
                    <a:pt x="1715" y="453"/>
                    <a:pt x="1572" y="489"/>
                    <a:pt x="1441" y="548"/>
                  </a:cubicBezTo>
                  <a:lnTo>
                    <a:pt x="1107" y="263"/>
                  </a:lnTo>
                  <a:lnTo>
                    <a:pt x="738" y="536"/>
                  </a:lnTo>
                  <a:lnTo>
                    <a:pt x="786" y="655"/>
                  </a:lnTo>
                  <a:moveTo>
                    <a:pt x="3322" y="2453"/>
                  </a:moveTo>
                  <a:cubicBezTo>
                    <a:pt x="3298" y="2525"/>
                    <a:pt x="3274" y="2596"/>
                    <a:pt x="3251" y="2668"/>
                  </a:cubicBezTo>
                  <a:moveTo>
                    <a:pt x="3155" y="2834"/>
                  </a:moveTo>
                  <a:cubicBezTo>
                    <a:pt x="2822" y="3370"/>
                    <a:pt x="2108" y="3525"/>
                    <a:pt x="1584" y="3180"/>
                  </a:cubicBezTo>
                  <a:cubicBezTo>
                    <a:pt x="1048" y="2846"/>
                    <a:pt x="893" y="2132"/>
                    <a:pt x="1227" y="1608"/>
                  </a:cubicBezTo>
                  <a:cubicBezTo>
                    <a:pt x="1572" y="1072"/>
                    <a:pt x="2274" y="917"/>
                    <a:pt x="2810" y="1251"/>
                  </a:cubicBezTo>
                  <a:cubicBezTo>
                    <a:pt x="3143" y="1465"/>
                    <a:pt x="3334" y="1822"/>
                    <a:pt x="3334" y="2215"/>
                  </a:cubicBezTo>
                  <a:lnTo>
                    <a:pt x="3334" y="2299"/>
                  </a:lnTo>
                </a:path>
              </a:pathLst>
            </a:custGeom>
            <a:noFill/>
            <a:ln cap="flat" cmpd="sng" w="952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14"/>
            <p:cNvSpPr/>
            <p:nvPr/>
          </p:nvSpPr>
          <p:spPr>
            <a:xfrm>
              <a:off x="6166414" y="2812826"/>
              <a:ext cx="580383" cy="582922"/>
            </a:xfrm>
            <a:custGeom>
              <a:rect b="b" l="l" r="r" t="t"/>
              <a:pathLst>
                <a:path extrusionOk="0" fill="none" h="8264" w="8228">
                  <a:moveTo>
                    <a:pt x="1477" y="6287"/>
                  </a:moveTo>
                  <a:lnTo>
                    <a:pt x="1132" y="7001"/>
                  </a:lnTo>
                  <a:lnTo>
                    <a:pt x="1786" y="7549"/>
                  </a:lnTo>
                  <a:lnTo>
                    <a:pt x="2417" y="7097"/>
                  </a:lnTo>
                  <a:cubicBezTo>
                    <a:pt x="2667" y="7239"/>
                    <a:pt x="2917" y="7347"/>
                    <a:pt x="3191" y="7418"/>
                  </a:cubicBezTo>
                  <a:lnTo>
                    <a:pt x="3310" y="8192"/>
                  </a:lnTo>
                  <a:lnTo>
                    <a:pt x="4168" y="8263"/>
                  </a:lnTo>
                  <a:lnTo>
                    <a:pt x="4430" y="7537"/>
                  </a:lnTo>
                  <a:cubicBezTo>
                    <a:pt x="4715" y="7513"/>
                    <a:pt x="4989" y="7454"/>
                    <a:pt x="5251" y="7359"/>
                  </a:cubicBezTo>
                  <a:lnTo>
                    <a:pt x="5787" y="7906"/>
                  </a:lnTo>
                  <a:lnTo>
                    <a:pt x="6537" y="7478"/>
                  </a:lnTo>
                  <a:lnTo>
                    <a:pt x="6323" y="6739"/>
                  </a:lnTo>
                  <a:cubicBezTo>
                    <a:pt x="6537" y="6549"/>
                    <a:pt x="6727" y="6346"/>
                    <a:pt x="6894" y="6108"/>
                  </a:cubicBezTo>
                  <a:lnTo>
                    <a:pt x="7656" y="6251"/>
                  </a:lnTo>
                  <a:lnTo>
                    <a:pt x="8013" y="5465"/>
                  </a:lnTo>
                  <a:lnTo>
                    <a:pt x="7418" y="4977"/>
                  </a:lnTo>
                  <a:cubicBezTo>
                    <a:pt x="7489" y="4703"/>
                    <a:pt x="7525" y="4430"/>
                    <a:pt x="7525" y="4144"/>
                  </a:cubicBezTo>
                  <a:lnTo>
                    <a:pt x="8228" y="3822"/>
                  </a:lnTo>
                  <a:lnTo>
                    <a:pt x="8085" y="2977"/>
                  </a:lnTo>
                  <a:lnTo>
                    <a:pt x="7299" y="2917"/>
                  </a:lnTo>
                  <a:cubicBezTo>
                    <a:pt x="7204" y="2656"/>
                    <a:pt x="7073" y="2417"/>
                    <a:pt x="6918" y="2179"/>
                  </a:cubicBezTo>
                  <a:lnTo>
                    <a:pt x="7311" y="1513"/>
                  </a:lnTo>
                  <a:lnTo>
                    <a:pt x="6704" y="905"/>
                  </a:lnTo>
                  <a:lnTo>
                    <a:pt x="6025" y="1310"/>
                  </a:lnTo>
                  <a:cubicBezTo>
                    <a:pt x="5632" y="1036"/>
                    <a:pt x="5192" y="858"/>
                    <a:pt x="4727" y="774"/>
                  </a:cubicBezTo>
                  <a:lnTo>
                    <a:pt x="4525" y="0"/>
                  </a:lnTo>
                  <a:lnTo>
                    <a:pt x="3668" y="0"/>
                  </a:lnTo>
                  <a:lnTo>
                    <a:pt x="3477" y="774"/>
                  </a:lnTo>
                  <a:cubicBezTo>
                    <a:pt x="3203" y="834"/>
                    <a:pt x="2953" y="917"/>
                    <a:pt x="2703" y="1024"/>
                  </a:cubicBezTo>
                  <a:lnTo>
                    <a:pt x="2084" y="489"/>
                  </a:lnTo>
                  <a:lnTo>
                    <a:pt x="1382" y="989"/>
                  </a:lnTo>
                  <a:lnTo>
                    <a:pt x="1679" y="1739"/>
                  </a:lnTo>
                  <a:cubicBezTo>
                    <a:pt x="1489" y="1941"/>
                    <a:pt x="1322" y="2155"/>
                    <a:pt x="1179" y="2382"/>
                  </a:cubicBezTo>
                  <a:lnTo>
                    <a:pt x="370" y="2298"/>
                  </a:lnTo>
                  <a:lnTo>
                    <a:pt x="84" y="3108"/>
                  </a:lnTo>
                  <a:lnTo>
                    <a:pt x="751" y="3560"/>
                  </a:lnTo>
                  <a:cubicBezTo>
                    <a:pt x="715" y="3751"/>
                    <a:pt x="703" y="3941"/>
                    <a:pt x="703" y="4132"/>
                  </a:cubicBezTo>
                  <a:cubicBezTo>
                    <a:pt x="703" y="4215"/>
                    <a:pt x="703" y="4287"/>
                    <a:pt x="715" y="4370"/>
                  </a:cubicBezTo>
                  <a:lnTo>
                    <a:pt x="0" y="4763"/>
                  </a:lnTo>
                  <a:lnTo>
                    <a:pt x="227" y="5596"/>
                  </a:lnTo>
                  <a:lnTo>
                    <a:pt x="1024" y="5584"/>
                  </a:lnTo>
                  <a:cubicBezTo>
                    <a:pt x="1108" y="5775"/>
                    <a:pt x="1215" y="5954"/>
                    <a:pt x="1334" y="6120"/>
                  </a:cubicBezTo>
                  <a:moveTo>
                    <a:pt x="3394" y="2120"/>
                  </a:moveTo>
                  <a:cubicBezTo>
                    <a:pt x="3489" y="2084"/>
                    <a:pt x="3584" y="2060"/>
                    <a:pt x="3679" y="2036"/>
                  </a:cubicBezTo>
                  <a:moveTo>
                    <a:pt x="4203" y="1989"/>
                  </a:moveTo>
                  <a:cubicBezTo>
                    <a:pt x="5382" y="2048"/>
                    <a:pt x="6299" y="3048"/>
                    <a:pt x="6251" y="4227"/>
                  </a:cubicBezTo>
                  <a:cubicBezTo>
                    <a:pt x="6192" y="5418"/>
                    <a:pt x="5192" y="6323"/>
                    <a:pt x="4013" y="6275"/>
                  </a:cubicBezTo>
                  <a:cubicBezTo>
                    <a:pt x="2822" y="6216"/>
                    <a:pt x="1917" y="5215"/>
                    <a:pt x="1965" y="4037"/>
                  </a:cubicBezTo>
                  <a:cubicBezTo>
                    <a:pt x="2001" y="3227"/>
                    <a:pt x="2501" y="2501"/>
                    <a:pt x="3239" y="2179"/>
                  </a:cubicBezTo>
                </a:path>
              </a:pathLst>
            </a:custGeom>
            <a:noFill/>
            <a:ln cap="flat" cmpd="sng" w="952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14"/>
            <p:cNvSpPr/>
            <p:nvPr/>
          </p:nvSpPr>
          <p:spPr>
            <a:xfrm>
              <a:off x="6986074" y="3053856"/>
              <a:ext cx="59745" cy="39572"/>
            </a:xfrm>
            <a:custGeom>
              <a:rect b="b" l="l" r="r" t="t"/>
              <a:pathLst>
                <a:path extrusionOk="0" fill="none" h="561" w="847">
                  <a:moveTo>
                    <a:pt x="846" y="560"/>
                  </a:moveTo>
                  <a:lnTo>
                    <a:pt x="1" y="1"/>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14"/>
            <p:cNvSpPr/>
            <p:nvPr/>
          </p:nvSpPr>
          <p:spPr>
            <a:xfrm>
              <a:off x="7134770" y="2963144"/>
              <a:ext cx="16012" cy="13543"/>
            </a:xfrm>
            <a:custGeom>
              <a:rect b="b" l="l" r="r" t="t"/>
              <a:pathLst>
                <a:path extrusionOk="0" fill="none" h="192" w="227">
                  <a:moveTo>
                    <a:pt x="227" y="191"/>
                  </a:moveTo>
                  <a:lnTo>
                    <a:pt x="0" y="1"/>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14"/>
            <p:cNvSpPr/>
            <p:nvPr/>
          </p:nvSpPr>
          <p:spPr>
            <a:xfrm>
              <a:off x="6850922" y="3287339"/>
              <a:ext cx="124358" cy="31107"/>
            </a:xfrm>
            <a:custGeom>
              <a:rect b="b" l="l" r="r" t="t"/>
              <a:pathLst>
                <a:path extrusionOk="0" fill="none" h="441" w="1763">
                  <a:moveTo>
                    <a:pt x="1762" y="441"/>
                  </a:moveTo>
                  <a:lnTo>
                    <a:pt x="0" y="0"/>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14"/>
            <p:cNvSpPr/>
            <p:nvPr/>
          </p:nvSpPr>
          <p:spPr>
            <a:xfrm>
              <a:off x="7007941" y="2890983"/>
              <a:ext cx="949082" cy="1192578"/>
            </a:xfrm>
            <a:custGeom>
              <a:rect b="b" l="l" r="r" t="t"/>
              <a:pathLst>
                <a:path extrusionOk="0" h="16907" w="13455">
                  <a:moveTo>
                    <a:pt x="10895" y="3274"/>
                  </a:moveTo>
                  <a:cubicBezTo>
                    <a:pt x="10002" y="3953"/>
                    <a:pt x="6954" y="5834"/>
                    <a:pt x="4846" y="7132"/>
                  </a:cubicBezTo>
                  <a:lnTo>
                    <a:pt x="4275" y="7489"/>
                  </a:lnTo>
                  <a:cubicBezTo>
                    <a:pt x="4834" y="7120"/>
                    <a:pt x="5489" y="6691"/>
                    <a:pt x="6216" y="6191"/>
                  </a:cubicBezTo>
                  <a:cubicBezTo>
                    <a:pt x="6585" y="5953"/>
                    <a:pt x="6978" y="5679"/>
                    <a:pt x="7370" y="5417"/>
                  </a:cubicBezTo>
                  <a:cubicBezTo>
                    <a:pt x="7787" y="5167"/>
                    <a:pt x="8180" y="4929"/>
                    <a:pt x="8549" y="4691"/>
                  </a:cubicBezTo>
                  <a:cubicBezTo>
                    <a:pt x="9121" y="4322"/>
                    <a:pt x="9585" y="4024"/>
                    <a:pt x="9930" y="3786"/>
                  </a:cubicBezTo>
                  <a:cubicBezTo>
                    <a:pt x="10240" y="3595"/>
                    <a:pt x="10561" y="3417"/>
                    <a:pt x="10895" y="3274"/>
                  </a:cubicBezTo>
                  <a:close/>
                  <a:moveTo>
                    <a:pt x="4930" y="8167"/>
                  </a:moveTo>
                  <a:lnTo>
                    <a:pt x="4930" y="8167"/>
                  </a:lnTo>
                  <a:cubicBezTo>
                    <a:pt x="4430" y="8489"/>
                    <a:pt x="3965" y="8787"/>
                    <a:pt x="3549" y="9072"/>
                  </a:cubicBezTo>
                  <a:cubicBezTo>
                    <a:pt x="3120" y="9322"/>
                    <a:pt x="2751" y="9537"/>
                    <a:pt x="2429" y="9703"/>
                  </a:cubicBezTo>
                  <a:cubicBezTo>
                    <a:pt x="3048" y="9310"/>
                    <a:pt x="3977" y="8751"/>
                    <a:pt x="4930" y="8167"/>
                  </a:cubicBezTo>
                  <a:close/>
                  <a:moveTo>
                    <a:pt x="11835" y="8858"/>
                  </a:moveTo>
                  <a:cubicBezTo>
                    <a:pt x="11240" y="9275"/>
                    <a:pt x="10418" y="9787"/>
                    <a:pt x="9549" y="10311"/>
                  </a:cubicBezTo>
                  <a:cubicBezTo>
                    <a:pt x="10192" y="9894"/>
                    <a:pt x="10883" y="9465"/>
                    <a:pt x="11621" y="9001"/>
                  </a:cubicBezTo>
                  <a:lnTo>
                    <a:pt x="11835" y="8858"/>
                  </a:lnTo>
                  <a:close/>
                  <a:moveTo>
                    <a:pt x="12812" y="5810"/>
                  </a:moveTo>
                  <a:lnTo>
                    <a:pt x="12812" y="5810"/>
                  </a:lnTo>
                  <a:cubicBezTo>
                    <a:pt x="12133" y="6310"/>
                    <a:pt x="9990" y="7584"/>
                    <a:pt x="8073" y="8715"/>
                  </a:cubicBezTo>
                  <a:cubicBezTo>
                    <a:pt x="6501" y="9644"/>
                    <a:pt x="5323" y="10358"/>
                    <a:pt x="4442" y="10894"/>
                  </a:cubicBezTo>
                  <a:cubicBezTo>
                    <a:pt x="4894" y="10608"/>
                    <a:pt x="5430" y="10263"/>
                    <a:pt x="6073" y="9846"/>
                  </a:cubicBezTo>
                  <a:cubicBezTo>
                    <a:pt x="7525" y="8894"/>
                    <a:pt x="9168" y="7822"/>
                    <a:pt x="10514" y="7013"/>
                  </a:cubicBezTo>
                  <a:cubicBezTo>
                    <a:pt x="11871" y="6203"/>
                    <a:pt x="12514" y="5905"/>
                    <a:pt x="12812" y="5810"/>
                  </a:cubicBezTo>
                  <a:close/>
                  <a:moveTo>
                    <a:pt x="5406" y="9906"/>
                  </a:moveTo>
                  <a:cubicBezTo>
                    <a:pt x="4751" y="10322"/>
                    <a:pt x="4108" y="10739"/>
                    <a:pt x="3572" y="11084"/>
                  </a:cubicBezTo>
                  <a:cubicBezTo>
                    <a:pt x="4096" y="10739"/>
                    <a:pt x="4715" y="10334"/>
                    <a:pt x="5406" y="9906"/>
                  </a:cubicBezTo>
                  <a:close/>
                  <a:moveTo>
                    <a:pt x="10526" y="12239"/>
                  </a:moveTo>
                  <a:cubicBezTo>
                    <a:pt x="9990" y="12585"/>
                    <a:pt x="9156" y="13085"/>
                    <a:pt x="8394" y="13549"/>
                  </a:cubicBezTo>
                  <a:lnTo>
                    <a:pt x="8299" y="13609"/>
                  </a:lnTo>
                  <a:cubicBezTo>
                    <a:pt x="9121" y="13073"/>
                    <a:pt x="9966" y="12537"/>
                    <a:pt x="10526" y="12239"/>
                  </a:cubicBezTo>
                  <a:close/>
                  <a:moveTo>
                    <a:pt x="10585" y="11513"/>
                  </a:moveTo>
                  <a:cubicBezTo>
                    <a:pt x="9966" y="11918"/>
                    <a:pt x="9073" y="12454"/>
                    <a:pt x="8252" y="12966"/>
                  </a:cubicBezTo>
                  <a:cubicBezTo>
                    <a:pt x="7644" y="13335"/>
                    <a:pt x="7120" y="13656"/>
                    <a:pt x="6656" y="13954"/>
                  </a:cubicBezTo>
                  <a:cubicBezTo>
                    <a:pt x="7918" y="13132"/>
                    <a:pt x="9573" y="12073"/>
                    <a:pt x="10585" y="11513"/>
                  </a:cubicBezTo>
                  <a:close/>
                  <a:moveTo>
                    <a:pt x="6716" y="14275"/>
                  </a:moveTo>
                  <a:cubicBezTo>
                    <a:pt x="5894" y="14835"/>
                    <a:pt x="4989" y="15430"/>
                    <a:pt x="4358" y="15799"/>
                  </a:cubicBezTo>
                  <a:cubicBezTo>
                    <a:pt x="4930" y="15406"/>
                    <a:pt x="5823" y="14847"/>
                    <a:pt x="6716" y="14275"/>
                  </a:cubicBezTo>
                  <a:close/>
                  <a:moveTo>
                    <a:pt x="10561" y="15871"/>
                  </a:moveTo>
                  <a:lnTo>
                    <a:pt x="10561" y="15871"/>
                  </a:lnTo>
                  <a:cubicBezTo>
                    <a:pt x="10585" y="15895"/>
                    <a:pt x="10609" y="15918"/>
                    <a:pt x="10633" y="15930"/>
                  </a:cubicBezTo>
                  <a:cubicBezTo>
                    <a:pt x="10609" y="15918"/>
                    <a:pt x="10573" y="15895"/>
                    <a:pt x="10561" y="15871"/>
                  </a:cubicBezTo>
                  <a:close/>
                  <a:moveTo>
                    <a:pt x="6426" y="1"/>
                  </a:moveTo>
                  <a:cubicBezTo>
                    <a:pt x="6271" y="1"/>
                    <a:pt x="5821" y="166"/>
                    <a:pt x="3787" y="1405"/>
                  </a:cubicBezTo>
                  <a:cubicBezTo>
                    <a:pt x="3537" y="1559"/>
                    <a:pt x="3299" y="1714"/>
                    <a:pt x="3060" y="1857"/>
                  </a:cubicBezTo>
                  <a:cubicBezTo>
                    <a:pt x="3906" y="1202"/>
                    <a:pt x="3977" y="1107"/>
                    <a:pt x="3894" y="952"/>
                  </a:cubicBezTo>
                  <a:cubicBezTo>
                    <a:pt x="3870" y="905"/>
                    <a:pt x="3822" y="869"/>
                    <a:pt x="3775" y="857"/>
                  </a:cubicBezTo>
                  <a:cubicBezTo>
                    <a:pt x="3763" y="855"/>
                    <a:pt x="3750" y="853"/>
                    <a:pt x="3737" y="853"/>
                  </a:cubicBezTo>
                  <a:cubicBezTo>
                    <a:pt x="3622" y="853"/>
                    <a:pt x="3460" y="953"/>
                    <a:pt x="3001" y="1274"/>
                  </a:cubicBezTo>
                  <a:cubicBezTo>
                    <a:pt x="2846" y="1393"/>
                    <a:pt x="2691" y="1500"/>
                    <a:pt x="2525" y="1595"/>
                  </a:cubicBezTo>
                  <a:cubicBezTo>
                    <a:pt x="2514" y="1592"/>
                    <a:pt x="2504" y="1590"/>
                    <a:pt x="2494" y="1590"/>
                  </a:cubicBezTo>
                  <a:cubicBezTo>
                    <a:pt x="2469" y="1590"/>
                    <a:pt x="2446" y="1599"/>
                    <a:pt x="2429" y="1607"/>
                  </a:cubicBezTo>
                  <a:cubicBezTo>
                    <a:pt x="2358" y="1655"/>
                    <a:pt x="2322" y="1750"/>
                    <a:pt x="2370" y="1821"/>
                  </a:cubicBezTo>
                  <a:cubicBezTo>
                    <a:pt x="2394" y="1857"/>
                    <a:pt x="2429" y="1893"/>
                    <a:pt x="2477" y="1905"/>
                  </a:cubicBezTo>
                  <a:cubicBezTo>
                    <a:pt x="1215" y="2869"/>
                    <a:pt x="1048" y="3036"/>
                    <a:pt x="1167" y="3226"/>
                  </a:cubicBezTo>
                  <a:cubicBezTo>
                    <a:pt x="1179" y="3274"/>
                    <a:pt x="1215" y="3298"/>
                    <a:pt x="1263" y="3310"/>
                  </a:cubicBezTo>
                  <a:cubicBezTo>
                    <a:pt x="1274" y="3313"/>
                    <a:pt x="1286" y="3314"/>
                    <a:pt x="1298" y="3314"/>
                  </a:cubicBezTo>
                  <a:cubicBezTo>
                    <a:pt x="1334" y="3314"/>
                    <a:pt x="1370" y="3301"/>
                    <a:pt x="1405" y="3274"/>
                  </a:cubicBezTo>
                  <a:cubicBezTo>
                    <a:pt x="1632" y="3119"/>
                    <a:pt x="1858" y="2976"/>
                    <a:pt x="2084" y="2833"/>
                  </a:cubicBezTo>
                  <a:lnTo>
                    <a:pt x="2084" y="2833"/>
                  </a:lnTo>
                  <a:cubicBezTo>
                    <a:pt x="286" y="4072"/>
                    <a:pt x="358" y="4203"/>
                    <a:pt x="441" y="4346"/>
                  </a:cubicBezTo>
                  <a:cubicBezTo>
                    <a:pt x="465" y="4381"/>
                    <a:pt x="501" y="4405"/>
                    <a:pt x="536" y="4417"/>
                  </a:cubicBezTo>
                  <a:cubicBezTo>
                    <a:pt x="552" y="4422"/>
                    <a:pt x="566" y="4425"/>
                    <a:pt x="584" y="4425"/>
                  </a:cubicBezTo>
                  <a:cubicBezTo>
                    <a:pt x="703" y="4425"/>
                    <a:pt x="963" y="4267"/>
                    <a:pt x="2572" y="3250"/>
                  </a:cubicBezTo>
                  <a:cubicBezTo>
                    <a:pt x="3703" y="2524"/>
                    <a:pt x="5620" y="1286"/>
                    <a:pt x="6501" y="857"/>
                  </a:cubicBezTo>
                  <a:lnTo>
                    <a:pt x="6501" y="857"/>
                  </a:lnTo>
                  <a:cubicBezTo>
                    <a:pt x="5489" y="1643"/>
                    <a:pt x="2572" y="3536"/>
                    <a:pt x="655" y="4738"/>
                  </a:cubicBezTo>
                  <a:cubicBezTo>
                    <a:pt x="584" y="4786"/>
                    <a:pt x="560" y="4881"/>
                    <a:pt x="596" y="4953"/>
                  </a:cubicBezTo>
                  <a:cubicBezTo>
                    <a:pt x="632" y="5000"/>
                    <a:pt x="691" y="5048"/>
                    <a:pt x="751" y="5060"/>
                  </a:cubicBezTo>
                  <a:cubicBezTo>
                    <a:pt x="766" y="5064"/>
                    <a:pt x="785" y="5066"/>
                    <a:pt x="806" y="5066"/>
                  </a:cubicBezTo>
                  <a:cubicBezTo>
                    <a:pt x="911" y="5066"/>
                    <a:pt x="1080" y="5016"/>
                    <a:pt x="1298" y="4917"/>
                  </a:cubicBezTo>
                  <a:lnTo>
                    <a:pt x="1298" y="4917"/>
                  </a:lnTo>
                  <a:cubicBezTo>
                    <a:pt x="322" y="5619"/>
                    <a:pt x="370" y="5703"/>
                    <a:pt x="429" y="5822"/>
                  </a:cubicBezTo>
                  <a:cubicBezTo>
                    <a:pt x="453" y="5858"/>
                    <a:pt x="501" y="5893"/>
                    <a:pt x="548" y="5905"/>
                  </a:cubicBezTo>
                  <a:cubicBezTo>
                    <a:pt x="563" y="5909"/>
                    <a:pt x="579" y="5911"/>
                    <a:pt x="598" y="5911"/>
                  </a:cubicBezTo>
                  <a:cubicBezTo>
                    <a:pt x="916" y="5911"/>
                    <a:pt x="1868" y="5324"/>
                    <a:pt x="4644" y="3560"/>
                  </a:cubicBezTo>
                  <a:cubicBezTo>
                    <a:pt x="5692" y="2881"/>
                    <a:pt x="7001" y="2060"/>
                    <a:pt x="7871" y="1548"/>
                  </a:cubicBezTo>
                  <a:lnTo>
                    <a:pt x="7871" y="1548"/>
                  </a:lnTo>
                  <a:cubicBezTo>
                    <a:pt x="6227" y="2691"/>
                    <a:pt x="2572" y="5000"/>
                    <a:pt x="96" y="6524"/>
                  </a:cubicBezTo>
                  <a:cubicBezTo>
                    <a:pt x="60" y="6548"/>
                    <a:pt x="36" y="6584"/>
                    <a:pt x="24" y="6620"/>
                  </a:cubicBezTo>
                  <a:cubicBezTo>
                    <a:pt x="0" y="6703"/>
                    <a:pt x="48" y="6786"/>
                    <a:pt x="131" y="6810"/>
                  </a:cubicBezTo>
                  <a:cubicBezTo>
                    <a:pt x="145" y="6814"/>
                    <a:pt x="154" y="6817"/>
                    <a:pt x="165" y="6817"/>
                  </a:cubicBezTo>
                  <a:cubicBezTo>
                    <a:pt x="184" y="6817"/>
                    <a:pt x="205" y="6809"/>
                    <a:pt x="251" y="6786"/>
                  </a:cubicBezTo>
                  <a:lnTo>
                    <a:pt x="274" y="6774"/>
                  </a:lnTo>
                  <a:cubicBezTo>
                    <a:pt x="381" y="6727"/>
                    <a:pt x="572" y="6608"/>
                    <a:pt x="977" y="6381"/>
                  </a:cubicBezTo>
                  <a:lnTo>
                    <a:pt x="2763" y="5334"/>
                  </a:lnTo>
                  <a:cubicBezTo>
                    <a:pt x="4370" y="4393"/>
                    <a:pt x="6656" y="3048"/>
                    <a:pt x="8228" y="2143"/>
                  </a:cubicBezTo>
                  <a:lnTo>
                    <a:pt x="8228" y="2143"/>
                  </a:lnTo>
                  <a:cubicBezTo>
                    <a:pt x="6287" y="3464"/>
                    <a:pt x="2965" y="5548"/>
                    <a:pt x="620" y="7001"/>
                  </a:cubicBezTo>
                  <a:cubicBezTo>
                    <a:pt x="548" y="7048"/>
                    <a:pt x="524" y="7132"/>
                    <a:pt x="572" y="7203"/>
                  </a:cubicBezTo>
                  <a:cubicBezTo>
                    <a:pt x="596" y="7251"/>
                    <a:pt x="632" y="7286"/>
                    <a:pt x="679" y="7298"/>
                  </a:cubicBezTo>
                  <a:cubicBezTo>
                    <a:pt x="694" y="7302"/>
                    <a:pt x="711" y="7306"/>
                    <a:pt x="735" y="7306"/>
                  </a:cubicBezTo>
                  <a:cubicBezTo>
                    <a:pt x="863" y="7306"/>
                    <a:pt x="1208" y="7193"/>
                    <a:pt x="2727" y="6334"/>
                  </a:cubicBezTo>
                  <a:lnTo>
                    <a:pt x="2727" y="6334"/>
                  </a:lnTo>
                  <a:lnTo>
                    <a:pt x="512" y="7751"/>
                  </a:lnTo>
                  <a:cubicBezTo>
                    <a:pt x="441" y="7798"/>
                    <a:pt x="417" y="7894"/>
                    <a:pt x="465" y="7965"/>
                  </a:cubicBezTo>
                  <a:cubicBezTo>
                    <a:pt x="489" y="8013"/>
                    <a:pt x="548" y="8048"/>
                    <a:pt x="596" y="8060"/>
                  </a:cubicBezTo>
                  <a:cubicBezTo>
                    <a:pt x="614" y="8065"/>
                    <a:pt x="637" y="8068"/>
                    <a:pt x="664" y="8068"/>
                  </a:cubicBezTo>
                  <a:cubicBezTo>
                    <a:pt x="826" y="8068"/>
                    <a:pt x="1155" y="7963"/>
                    <a:pt x="1870" y="7596"/>
                  </a:cubicBezTo>
                  <a:lnTo>
                    <a:pt x="1870" y="7596"/>
                  </a:lnTo>
                  <a:lnTo>
                    <a:pt x="870" y="8239"/>
                  </a:lnTo>
                  <a:cubicBezTo>
                    <a:pt x="798" y="8286"/>
                    <a:pt x="774" y="8382"/>
                    <a:pt x="822" y="8453"/>
                  </a:cubicBezTo>
                  <a:cubicBezTo>
                    <a:pt x="853" y="8499"/>
                    <a:pt x="903" y="8526"/>
                    <a:pt x="955" y="8526"/>
                  </a:cubicBezTo>
                  <a:cubicBezTo>
                    <a:pt x="983" y="8526"/>
                    <a:pt x="1011" y="8518"/>
                    <a:pt x="1036" y="8501"/>
                  </a:cubicBezTo>
                  <a:cubicBezTo>
                    <a:pt x="4287" y="6477"/>
                    <a:pt x="9418" y="3381"/>
                    <a:pt x="10716" y="2798"/>
                  </a:cubicBezTo>
                  <a:lnTo>
                    <a:pt x="10716" y="2798"/>
                  </a:lnTo>
                  <a:cubicBezTo>
                    <a:pt x="10418" y="3060"/>
                    <a:pt x="10109" y="3310"/>
                    <a:pt x="9776" y="3536"/>
                  </a:cubicBezTo>
                  <a:cubicBezTo>
                    <a:pt x="9144" y="3905"/>
                    <a:pt x="8299" y="4441"/>
                    <a:pt x="7239" y="5155"/>
                  </a:cubicBezTo>
                  <a:cubicBezTo>
                    <a:pt x="5966" y="5929"/>
                    <a:pt x="4584" y="6727"/>
                    <a:pt x="3418" y="7405"/>
                  </a:cubicBezTo>
                  <a:cubicBezTo>
                    <a:pt x="1751" y="8370"/>
                    <a:pt x="953" y="8918"/>
                    <a:pt x="1024" y="9037"/>
                  </a:cubicBezTo>
                  <a:cubicBezTo>
                    <a:pt x="1060" y="9096"/>
                    <a:pt x="1108" y="9132"/>
                    <a:pt x="1179" y="9156"/>
                  </a:cubicBezTo>
                  <a:cubicBezTo>
                    <a:pt x="1198" y="9159"/>
                    <a:pt x="1219" y="9161"/>
                    <a:pt x="1242" y="9161"/>
                  </a:cubicBezTo>
                  <a:cubicBezTo>
                    <a:pt x="1432" y="9161"/>
                    <a:pt x="1750" y="9028"/>
                    <a:pt x="2239" y="8763"/>
                  </a:cubicBezTo>
                  <a:lnTo>
                    <a:pt x="2239" y="8763"/>
                  </a:lnTo>
                  <a:cubicBezTo>
                    <a:pt x="858" y="9632"/>
                    <a:pt x="882" y="9668"/>
                    <a:pt x="965" y="9810"/>
                  </a:cubicBezTo>
                  <a:cubicBezTo>
                    <a:pt x="977" y="9846"/>
                    <a:pt x="1013" y="9870"/>
                    <a:pt x="1060" y="9882"/>
                  </a:cubicBezTo>
                  <a:cubicBezTo>
                    <a:pt x="1075" y="9887"/>
                    <a:pt x="1090" y="9890"/>
                    <a:pt x="1105" y="9890"/>
                  </a:cubicBezTo>
                  <a:cubicBezTo>
                    <a:pt x="1127" y="9890"/>
                    <a:pt x="1151" y="9884"/>
                    <a:pt x="1179" y="9870"/>
                  </a:cubicBezTo>
                  <a:cubicBezTo>
                    <a:pt x="3096" y="8751"/>
                    <a:pt x="7085" y="6417"/>
                    <a:pt x="9621" y="4953"/>
                  </a:cubicBezTo>
                  <a:lnTo>
                    <a:pt x="9621" y="4953"/>
                  </a:lnTo>
                  <a:cubicBezTo>
                    <a:pt x="8442" y="5703"/>
                    <a:pt x="6942" y="6608"/>
                    <a:pt x="5692" y="7358"/>
                  </a:cubicBezTo>
                  <a:cubicBezTo>
                    <a:pt x="4572" y="8036"/>
                    <a:pt x="3513" y="8667"/>
                    <a:pt x="2751" y="9156"/>
                  </a:cubicBezTo>
                  <a:cubicBezTo>
                    <a:pt x="2334" y="9406"/>
                    <a:pt x="2036" y="9608"/>
                    <a:pt x="1834" y="9751"/>
                  </a:cubicBezTo>
                  <a:cubicBezTo>
                    <a:pt x="1560" y="9941"/>
                    <a:pt x="1382" y="10060"/>
                    <a:pt x="1477" y="10215"/>
                  </a:cubicBezTo>
                  <a:cubicBezTo>
                    <a:pt x="1501" y="10275"/>
                    <a:pt x="1548" y="10311"/>
                    <a:pt x="1608" y="10322"/>
                  </a:cubicBezTo>
                  <a:cubicBezTo>
                    <a:pt x="1627" y="10327"/>
                    <a:pt x="1649" y="10330"/>
                    <a:pt x="1674" y="10330"/>
                  </a:cubicBezTo>
                  <a:cubicBezTo>
                    <a:pt x="1773" y="10330"/>
                    <a:pt x="1917" y="10291"/>
                    <a:pt x="2108" y="10215"/>
                  </a:cubicBezTo>
                  <a:lnTo>
                    <a:pt x="2108" y="10215"/>
                  </a:lnTo>
                  <a:cubicBezTo>
                    <a:pt x="2001" y="10311"/>
                    <a:pt x="1905" y="10418"/>
                    <a:pt x="1858" y="10549"/>
                  </a:cubicBezTo>
                  <a:cubicBezTo>
                    <a:pt x="1834" y="10620"/>
                    <a:pt x="1834" y="10680"/>
                    <a:pt x="1870" y="10739"/>
                  </a:cubicBezTo>
                  <a:cubicBezTo>
                    <a:pt x="1901" y="10794"/>
                    <a:pt x="1953" y="10823"/>
                    <a:pt x="2005" y="10823"/>
                  </a:cubicBezTo>
                  <a:cubicBezTo>
                    <a:pt x="2032" y="10823"/>
                    <a:pt x="2060" y="10815"/>
                    <a:pt x="2084" y="10799"/>
                  </a:cubicBezTo>
                  <a:cubicBezTo>
                    <a:pt x="5370" y="8846"/>
                    <a:pt x="10085" y="6084"/>
                    <a:pt x="11788" y="5143"/>
                  </a:cubicBezTo>
                  <a:lnTo>
                    <a:pt x="11788" y="5143"/>
                  </a:lnTo>
                  <a:cubicBezTo>
                    <a:pt x="10240" y="6370"/>
                    <a:pt x="5120" y="9406"/>
                    <a:pt x="1739" y="11334"/>
                  </a:cubicBezTo>
                  <a:cubicBezTo>
                    <a:pt x="1703" y="11358"/>
                    <a:pt x="1679" y="11382"/>
                    <a:pt x="1667" y="11430"/>
                  </a:cubicBezTo>
                  <a:cubicBezTo>
                    <a:pt x="1655" y="11465"/>
                    <a:pt x="1667" y="11513"/>
                    <a:pt x="1679" y="11549"/>
                  </a:cubicBezTo>
                  <a:cubicBezTo>
                    <a:pt x="1715" y="11596"/>
                    <a:pt x="1763" y="11632"/>
                    <a:pt x="1822" y="11644"/>
                  </a:cubicBezTo>
                  <a:cubicBezTo>
                    <a:pt x="1839" y="11649"/>
                    <a:pt x="1858" y="11651"/>
                    <a:pt x="1880" y="11651"/>
                  </a:cubicBezTo>
                  <a:cubicBezTo>
                    <a:pt x="2016" y="11651"/>
                    <a:pt x="2259" y="11557"/>
                    <a:pt x="2608" y="11382"/>
                  </a:cubicBezTo>
                  <a:lnTo>
                    <a:pt x="2608" y="11382"/>
                  </a:lnTo>
                  <a:cubicBezTo>
                    <a:pt x="1846" y="11930"/>
                    <a:pt x="1905" y="12025"/>
                    <a:pt x="1965" y="12144"/>
                  </a:cubicBezTo>
                  <a:cubicBezTo>
                    <a:pt x="1989" y="12180"/>
                    <a:pt x="2036" y="12216"/>
                    <a:pt x="2084" y="12227"/>
                  </a:cubicBezTo>
                  <a:cubicBezTo>
                    <a:pt x="2093" y="12229"/>
                    <a:pt x="2103" y="12230"/>
                    <a:pt x="2114" y="12230"/>
                  </a:cubicBezTo>
                  <a:cubicBezTo>
                    <a:pt x="2250" y="12230"/>
                    <a:pt x="2555" y="12087"/>
                    <a:pt x="3239" y="11668"/>
                  </a:cubicBezTo>
                  <a:lnTo>
                    <a:pt x="3239" y="11668"/>
                  </a:lnTo>
                  <a:cubicBezTo>
                    <a:pt x="2096" y="12418"/>
                    <a:pt x="1953" y="12632"/>
                    <a:pt x="2048" y="12799"/>
                  </a:cubicBezTo>
                  <a:cubicBezTo>
                    <a:pt x="2084" y="12847"/>
                    <a:pt x="2144" y="12894"/>
                    <a:pt x="2203" y="12906"/>
                  </a:cubicBezTo>
                  <a:cubicBezTo>
                    <a:pt x="2220" y="12910"/>
                    <a:pt x="2239" y="12912"/>
                    <a:pt x="2261" y="12912"/>
                  </a:cubicBezTo>
                  <a:cubicBezTo>
                    <a:pt x="2582" y="12912"/>
                    <a:pt x="3461" y="12502"/>
                    <a:pt x="4977" y="11632"/>
                  </a:cubicBezTo>
                  <a:lnTo>
                    <a:pt x="4977" y="11632"/>
                  </a:lnTo>
                  <a:lnTo>
                    <a:pt x="4572" y="11894"/>
                  </a:lnTo>
                  <a:cubicBezTo>
                    <a:pt x="3799" y="12358"/>
                    <a:pt x="3048" y="12811"/>
                    <a:pt x="2370" y="13204"/>
                  </a:cubicBezTo>
                  <a:cubicBezTo>
                    <a:pt x="2298" y="13251"/>
                    <a:pt x="2275" y="13347"/>
                    <a:pt x="2322" y="13418"/>
                  </a:cubicBezTo>
                  <a:cubicBezTo>
                    <a:pt x="2346" y="13454"/>
                    <a:pt x="2382" y="13478"/>
                    <a:pt x="2417" y="13489"/>
                  </a:cubicBezTo>
                  <a:cubicBezTo>
                    <a:pt x="2432" y="13492"/>
                    <a:pt x="2445" y="13495"/>
                    <a:pt x="2461" y="13495"/>
                  </a:cubicBezTo>
                  <a:cubicBezTo>
                    <a:pt x="2575" y="13495"/>
                    <a:pt x="2832" y="13353"/>
                    <a:pt x="4799" y="12108"/>
                  </a:cubicBezTo>
                  <a:cubicBezTo>
                    <a:pt x="5727" y="11549"/>
                    <a:pt x="6847" y="10870"/>
                    <a:pt x="7942" y="10180"/>
                  </a:cubicBezTo>
                  <a:cubicBezTo>
                    <a:pt x="8775" y="9656"/>
                    <a:pt x="9478" y="9215"/>
                    <a:pt x="10073" y="8834"/>
                  </a:cubicBezTo>
                  <a:cubicBezTo>
                    <a:pt x="10811" y="8394"/>
                    <a:pt x="11478" y="8025"/>
                    <a:pt x="11966" y="7775"/>
                  </a:cubicBezTo>
                  <a:lnTo>
                    <a:pt x="11966" y="7775"/>
                  </a:lnTo>
                  <a:cubicBezTo>
                    <a:pt x="10192" y="8941"/>
                    <a:pt x="5858" y="11727"/>
                    <a:pt x="2775" y="13692"/>
                  </a:cubicBezTo>
                  <a:cubicBezTo>
                    <a:pt x="2703" y="13740"/>
                    <a:pt x="2679" y="13823"/>
                    <a:pt x="2727" y="13894"/>
                  </a:cubicBezTo>
                  <a:cubicBezTo>
                    <a:pt x="2751" y="13954"/>
                    <a:pt x="2798" y="13990"/>
                    <a:pt x="2858" y="14001"/>
                  </a:cubicBezTo>
                  <a:cubicBezTo>
                    <a:pt x="2878" y="14006"/>
                    <a:pt x="2900" y="14009"/>
                    <a:pt x="2926" y="14009"/>
                  </a:cubicBezTo>
                  <a:cubicBezTo>
                    <a:pt x="3085" y="14009"/>
                    <a:pt x="3361" y="13913"/>
                    <a:pt x="3751" y="13728"/>
                  </a:cubicBezTo>
                  <a:lnTo>
                    <a:pt x="3751" y="13728"/>
                  </a:lnTo>
                  <a:cubicBezTo>
                    <a:pt x="2763" y="14335"/>
                    <a:pt x="2751" y="14430"/>
                    <a:pt x="2846" y="14573"/>
                  </a:cubicBezTo>
                  <a:cubicBezTo>
                    <a:pt x="2870" y="14621"/>
                    <a:pt x="2906" y="14644"/>
                    <a:pt x="2941" y="14656"/>
                  </a:cubicBezTo>
                  <a:cubicBezTo>
                    <a:pt x="2953" y="14659"/>
                    <a:pt x="2964" y="14661"/>
                    <a:pt x="2977" y="14661"/>
                  </a:cubicBezTo>
                  <a:cubicBezTo>
                    <a:pt x="3081" y="14661"/>
                    <a:pt x="3335" y="14509"/>
                    <a:pt x="5549" y="13132"/>
                  </a:cubicBezTo>
                  <a:cubicBezTo>
                    <a:pt x="7478" y="11930"/>
                    <a:pt x="10871" y="9822"/>
                    <a:pt x="12002" y="9310"/>
                  </a:cubicBezTo>
                  <a:lnTo>
                    <a:pt x="12002" y="9310"/>
                  </a:lnTo>
                  <a:cubicBezTo>
                    <a:pt x="10871" y="10275"/>
                    <a:pt x="6144" y="13180"/>
                    <a:pt x="3096" y="14990"/>
                  </a:cubicBezTo>
                  <a:cubicBezTo>
                    <a:pt x="3025" y="15037"/>
                    <a:pt x="3001" y="15121"/>
                    <a:pt x="3037" y="15204"/>
                  </a:cubicBezTo>
                  <a:cubicBezTo>
                    <a:pt x="3060" y="15252"/>
                    <a:pt x="3108" y="15287"/>
                    <a:pt x="3168" y="15299"/>
                  </a:cubicBezTo>
                  <a:cubicBezTo>
                    <a:pt x="3184" y="15302"/>
                    <a:pt x="3202" y="15305"/>
                    <a:pt x="3229" y="15305"/>
                  </a:cubicBezTo>
                  <a:cubicBezTo>
                    <a:pt x="3338" y="15305"/>
                    <a:pt x="3584" y="15250"/>
                    <a:pt x="4370" y="14847"/>
                  </a:cubicBezTo>
                  <a:lnTo>
                    <a:pt x="4370" y="14847"/>
                  </a:lnTo>
                  <a:lnTo>
                    <a:pt x="3489" y="15418"/>
                  </a:lnTo>
                  <a:lnTo>
                    <a:pt x="2906" y="15787"/>
                  </a:lnTo>
                  <a:cubicBezTo>
                    <a:pt x="2644" y="15966"/>
                    <a:pt x="2572" y="16014"/>
                    <a:pt x="2656" y="16145"/>
                  </a:cubicBezTo>
                  <a:cubicBezTo>
                    <a:pt x="2679" y="16180"/>
                    <a:pt x="2715" y="16216"/>
                    <a:pt x="2763" y="16228"/>
                  </a:cubicBezTo>
                  <a:cubicBezTo>
                    <a:pt x="2775" y="16230"/>
                    <a:pt x="2788" y="16232"/>
                    <a:pt x="2803" y="16232"/>
                  </a:cubicBezTo>
                  <a:cubicBezTo>
                    <a:pt x="2993" y="16232"/>
                    <a:pt x="3428" y="16010"/>
                    <a:pt x="4489" y="15347"/>
                  </a:cubicBezTo>
                  <a:lnTo>
                    <a:pt x="4489" y="15347"/>
                  </a:lnTo>
                  <a:cubicBezTo>
                    <a:pt x="3382" y="16085"/>
                    <a:pt x="3358" y="16228"/>
                    <a:pt x="3441" y="16371"/>
                  </a:cubicBezTo>
                  <a:cubicBezTo>
                    <a:pt x="3465" y="16418"/>
                    <a:pt x="3513" y="16454"/>
                    <a:pt x="3572" y="16466"/>
                  </a:cubicBezTo>
                  <a:cubicBezTo>
                    <a:pt x="3589" y="16470"/>
                    <a:pt x="3607" y="16473"/>
                    <a:pt x="3627" y="16473"/>
                  </a:cubicBezTo>
                  <a:cubicBezTo>
                    <a:pt x="3771" y="16473"/>
                    <a:pt x="4022" y="16362"/>
                    <a:pt x="4418" y="16133"/>
                  </a:cubicBezTo>
                  <a:lnTo>
                    <a:pt x="4418" y="16133"/>
                  </a:lnTo>
                  <a:cubicBezTo>
                    <a:pt x="4132" y="16383"/>
                    <a:pt x="4084" y="16537"/>
                    <a:pt x="4156" y="16657"/>
                  </a:cubicBezTo>
                  <a:cubicBezTo>
                    <a:pt x="4179" y="16703"/>
                    <a:pt x="4227" y="16729"/>
                    <a:pt x="4277" y="16729"/>
                  </a:cubicBezTo>
                  <a:cubicBezTo>
                    <a:pt x="4305" y="16729"/>
                    <a:pt x="4333" y="16721"/>
                    <a:pt x="4358" y="16704"/>
                  </a:cubicBezTo>
                  <a:lnTo>
                    <a:pt x="8323" y="14418"/>
                  </a:lnTo>
                  <a:lnTo>
                    <a:pt x="8323" y="14418"/>
                  </a:lnTo>
                  <a:cubicBezTo>
                    <a:pt x="5311" y="16466"/>
                    <a:pt x="5334" y="16502"/>
                    <a:pt x="5430" y="16680"/>
                  </a:cubicBezTo>
                  <a:cubicBezTo>
                    <a:pt x="5465" y="16740"/>
                    <a:pt x="5513" y="16776"/>
                    <a:pt x="5573" y="16788"/>
                  </a:cubicBezTo>
                  <a:cubicBezTo>
                    <a:pt x="5588" y="16791"/>
                    <a:pt x="5604" y="16792"/>
                    <a:pt x="5622" y="16792"/>
                  </a:cubicBezTo>
                  <a:cubicBezTo>
                    <a:pt x="5931" y="16792"/>
                    <a:pt x="6675" y="16310"/>
                    <a:pt x="8216" y="15264"/>
                  </a:cubicBezTo>
                  <a:cubicBezTo>
                    <a:pt x="8442" y="15109"/>
                    <a:pt x="8680" y="14954"/>
                    <a:pt x="8918" y="14787"/>
                  </a:cubicBezTo>
                  <a:lnTo>
                    <a:pt x="8918" y="14787"/>
                  </a:lnTo>
                  <a:lnTo>
                    <a:pt x="8502" y="15085"/>
                  </a:lnTo>
                  <a:cubicBezTo>
                    <a:pt x="7120" y="16085"/>
                    <a:pt x="6466" y="16633"/>
                    <a:pt x="6525" y="16752"/>
                  </a:cubicBezTo>
                  <a:cubicBezTo>
                    <a:pt x="6561" y="16788"/>
                    <a:pt x="6597" y="16823"/>
                    <a:pt x="6656" y="16835"/>
                  </a:cubicBezTo>
                  <a:cubicBezTo>
                    <a:pt x="6671" y="16838"/>
                    <a:pt x="6687" y="16840"/>
                    <a:pt x="6704" y="16840"/>
                  </a:cubicBezTo>
                  <a:cubicBezTo>
                    <a:pt x="6941" y="16840"/>
                    <a:pt x="7452" y="16526"/>
                    <a:pt x="8883" y="15561"/>
                  </a:cubicBezTo>
                  <a:cubicBezTo>
                    <a:pt x="9144" y="15394"/>
                    <a:pt x="9442" y="15192"/>
                    <a:pt x="9716" y="15013"/>
                  </a:cubicBezTo>
                  <a:lnTo>
                    <a:pt x="9716" y="15013"/>
                  </a:lnTo>
                  <a:cubicBezTo>
                    <a:pt x="7966" y="16442"/>
                    <a:pt x="7978" y="16478"/>
                    <a:pt x="8073" y="16633"/>
                  </a:cubicBezTo>
                  <a:cubicBezTo>
                    <a:pt x="8097" y="16668"/>
                    <a:pt x="8132" y="16692"/>
                    <a:pt x="8180" y="16704"/>
                  </a:cubicBezTo>
                  <a:cubicBezTo>
                    <a:pt x="8189" y="16709"/>
                    <a:pt x="8201" y="16714"/>
                    <a:pt x="8221" y="16714"/>
                  </a:cubicBezTo>
                  <a:cubicBezTo>
                    <a:pt x="8303" y="16714"/>
                    <a:pt x="8521" y="16636"/>
                    <a:pt x="9275" y="16168"/>
                  </a:cubicBezTo>
                  <a:lnTo>
                    <a:pt x="9275" y="16168"/>
                  </a:lnTo>
                  <a:cubicBezTo>
                    <a:pt x="8847" y="16668"/>
                    <a:pt x="8871" y="16716"/>
                    <a:pt x="8930" y="16811"/>
                  </a:cubicBezTo>
                  <a:cubicBezTo>
                    <a:pt x="8942" y="16847"/>
                    <a:pt x="8978" y="16883"/>
                    <a:pt x="9025" y="16895"/>
                  </a:cubicBezTo>
                  <a:lnTo>
                    <a:pt x="9061" y="16895"/>
                  </a:lnTo>
                  <a:lnTo>
                    <a:pt x="9061" y="16907"/>
                  </a:lnTo>
                  <a:cubicBezTo>
                    <a:pt x="9085" y="16907"/>
                    <a:pt x="9109" y="16907"/>
                    <a:pt x="9133" y="16895"/>
                  </a:cubicBezTo>
                  <a:cubicBezTo>
                    <a:pt x="9811" y="16478"/>
                    <a:pt x="10585" y="16026"/>
                    <a:pt x="10716" y="15966"/>
                  </a:cubicBezTo>
                  <a:cubicBezTo>
                    <a:pt x="10740" y="15966"/>
                    <a:pt x="10752" y="15954"/>
                    <a:pt x="10764" y="15942"/>
                  </a:cubicBezTo>
                  <a:lnTo>
                    <a:pt x="10776" y="15942"/>
                  </a:lnTo>
                  <a:cubicBezTo>
                    <a:pt x="10847" y="15906"/>
                    <a:pt x="10871" y="15811"/>
                    <a:pt x="10823" y="15728"/>
                  </a:cubicBezTo>
                  <a:cubicBezTo>
                    <a:pt x="10799" y="15692"/>
                    <a:pt x="10764" y="15668"/>
                    <a:pt x="10728" y="15656"/>
                  </a:cubicBezTo>
                  <a:cubicBezTo>
                    <a:pt x="10718" y="15655"/>
                    <a:pt x="10708" y="15653"/>
                    <a:pt x="10697" y="15653"/>
                  </a:cubicBezTo>
                  <a:cubicBezTo>
                    <a:pt x="10630" y="15653"/>
                    <a:pt x="10495" y="15713"/>
                    <a:pt x="9680" y="16192"/>
                  </a:cubicBezTo>
                  <a:cubicBezTo>
                    <a:pt x="9811" y="16061"/>
                    <a:pt x="9954" y="15895"/>
                    <a:pt x="10133" y="15704"/>
                  </a:cubicBezTo>
                  <a:cubicBezTo>
                    <a:pt x="10347" y="15478"/>
                    <a:pt x="10371" y="15454"/>
                    <a:pt x="10311" y="15347"/>
                  </a:cubicBezTo>
                  <a:lnTo>
                    <a:pt x="10299" y="15347"/>
                  </a:lnTo>
                  <a:cubicBezTo>
                    <a:pt x="10269" y="15301"/>
                    <a:pt x="10218" y="15274"/>
                    <a:pt x="10167" y="15274"/>
                  </a:cubicBezTo>
                  <a:cubicBezTo>
                    <a:pt x="10139" y="15274"/>
                    <a:pt x="10110" y="15282"/>
                    <a:pt x="10085" y="15299"/>
                  </a:cubicBezTo>
                  <a:cubicBezTo>
                    <a:pt x="9787" y="15490"/>
                    <a:pt x="9478" y="15692"/>
                    <a:pt x="9192" y="15871"/>
                  </a:cubicBezTo>
                  <a:cubicBezTo>
                    <a:pt x="9537" y="15573"/>
                    <a:pt x="9930" y="15252"/>
                    <a:pt x="10216" y="15025"/>
                  </a:cubicBezTo>
                  <a:cubicBezTo>
                    <a:pt x="10835" y="14513"/>
                    <a:pt x="11121" y="14228"/>
                    <a:pt x="11073" y="14132"/>
                  </a:cubicBezTo>
                  <a:cubicBezTo>
                    <a:pt x="11049" y="14097"/>
                    <a:pt x="11002" y="14061"/>
                    <a:pt x="10942" y="14049"/>
                  </a:cubicBezTo>
                  <a:cubicBezTo>
                    <a:pt x="10928" y="14045"/>
                    <a:pt x="10912" y="14044"/>
                    <a:pt x="10894" y="14044"/>
                  </a:cubicBezTo>
                  <a:cubicBezTo>
                    <a:pt x="10679" y="14044"/>
                    <a:pt x="10208" y="14320"/>
                    <a:pt x="8966" y="15144"/>
                  </a:cubicBezTo>
                  <a:cubicBezTo>
                    <a:pt x="10811" y="13811"/>
                    <a:pt x="10811" y="13799"/>
                    <a:pt x="10716" y="13644"/>
                  </a:cubicBezTo>
                  <a:cubicBezTo>
                    <a:pt x="10692" y="13597"/>
                    <a:pt x="10645" y="13561"/>
                    <a:pt x="10585" y="13549"/>
                  </a:cubicBezTo>
                  <a:cubicBezTo>
                    <a:pt x="10570" y="13546"/>
                    <a:pt x="10553" y="13544"/>
                    <a:pt x="10534" y="13544"/>
                  </a:cubicBezTo>
                  <a:cubicBezTo>
                    <a:pt x="10240" y="13544"/>
                    <a:pt x="9550" y="13995"/>
                    <a:pt x="8037" y="15025"/>
                  </a:cubicBezTo>
                  <a:cubicBezTo>
                    <a:pt x="7728" y="15228"/>
                    <a:pt x="7370" y="15466"/>
                    <a:pt x="7037" y="15692"/>
                  </a:cubicBezTo>
                  <a:cubicBezTo>
                    <a:pt x="7763" y="15180"/>
                    <a:pt x="8656" y="14585"/>
                    <a:pt x="9359" y="14109"/>
                  </a:cubicBezTo>
                  <a:cubicBezTo>
                    <a:pt x="9966" y="13692"/>
                    <a:pt x="10538" y="13311"/>
                    <a:pt x="10942" y="13025"/>
                  </a:cubicBezTo>
                  <a:cubicBezTo>
                    <a:pt x="11169" y="12870"/>
                    <a:pt x="11323" y="12763"/>
                    <a:pt x="11442" y="12680"/>
                  </a:cubicBezTo>
                  <a:cubicBezTo>
                    <a:pt x="11621" y="12549"/>
                    <a:pt x="11728" y="12466"/>
                    <a:pt x="11645" y="12335"/>
                  </a:cubicBezTo>
                  <a:cubicBezTo>
                    <a:pt x="11633" y="12299"/>
                    <a:pt x="11597" y="12275"/>
                    <a:pt x="11550" y="12263"/>
                  </a:cubicBezTo>
                  <a:cubicBezTo>
                    <a:pt x="11535" y="12258"/>
                    <a:pt x="11518" y="12255"/>
                    <a:pt x="11501" y="12255"/>
                  </a:cubicBezTo>
                  <a:cubicBezTo>
                    <a:pt x="11476" y="12255"/>
                    <a:pt x="11451" y="12261"/>
                    <a:pt x="11430" y="12275"/>
                  </a:cubicBezTo>
                  <a:lnTo>
                    <a:pt x="5894" y="15466"/>
                  </a:lnTo>
                  <a:cubicBezTo>
                    <a:pt x="6716" y="14942"/>
                    <a:pt x="7740" y="14323"/>
                    <a:pt x="8549" y="13835"/>
                  </a:cubicBezTo>
                  <a:cubicBezTo>
                    <a:pt x="11371" y="12132"/>
                    <a:pt x="11454" y="12025"/>
                    <a:pt x="11335" y="11823"/>
                  </a:cubicBezTo>
                  <a:cubicBezTo>
                    <a:pt x="11300" y="11763"/>
                    <a:pt x="11252" y="11727"/>
                    <a:pt x="11180" y="11715"/>
                  </a:cubicBezTo>
                  <a:cubicBezTo>
                    <a:pt x="11158" y="11710"/>
                    <a:pt x="11132" y="11707"/>
                    <a:pt x="11103" y="11707"/>
                  </a:cubicBezTo>
                  <a:cubicBezTo>
                    <a:pt x="11008" y="11707"/>
                    <a:pt x="10877" y="11738"/>
                    <a:pt x="10704" y="11811"/>
                  </a:cubicBezTo>
                  <a:cubicBezTo>
                    <a:pt x="11764" y="11132"/>
                    <a:pt x="11776" y="11073"/>
                    <a:pt x="11692" y="10930"/>
                  </a:cubicBezTo>
                  <a:cubicBezTo>
                    <a:pt x="11657" y="10870"/>
                    <a:pt x="11609" y="10834"/>
                    <a:pt x="11550" y="10822"/>
                  </a:cubicBezTo>
                  <a:cubicBezTo>
                    <a:pt x="11532" y="10818"/>
                    <a:pt x="11511" y="10815"/>
                    <a:pt x="11488" y="10815"/>
                  </a:cubicBezTo>
                  <a:cubicBezTo>
                    <a:pt x="11340" y="10815"/>
                    <a:pt x="11086" y="10911"/>
                    <a:pt x="10716" y="11096"/>
                  </a:cubicBezTo>
                  <a:cubicBezTo>
                    <a:pt x="11026" y="10894"/>
                    <a:pt x="11288" y="10727"/>
                    <a:pt x="11490" y="10584"/>
                  </a:cubicBezTo>
                  <a:cubicBezTo>
                    <a:pt x="11692" y="10441"/>
                    <a:pt x="11847" y="10334"/>
                    <a:pt x="11954" y="10263"/>
                  </a:cubicBezTo>
                  <a:cubicBezTo>
                    <a:pt x="12133" y="10144"/>
                    <a:pt x="12240" y="10060"/>
                    <a:pt x="12169" y="9930"/>
                  </a:cubicBezTo>
                  <a:lnTo>
                    <a:pt x="12157" y="9930"/>
                  </a:lnTo>
                  <a:cubicBezTo>
                    <a:pt x="12127" y="9878"/>
                    <a:pt x="12080" y="9854"/>
                    <a:pt x="12032" y="9854"/>
                  </a:cubicBezTo>
                  <a:cubicBezTo>
                    <a:pt x="12001" y="9854"/>
                    <a:pt x="11970" y="9864"/>
                    <a:pt x="11942" y="9882"/>
                  </a:cubicBezTo>
                  <a:cubicBezTo>
                    <a:pt x="10835" y="10596"/>
                    <a:pt x="9454" y="11465"/>
                    <a:pt x="8121" y="12287"/>
                  </a:cubicBezTo>
                  <a:cubicBezTo>
                    <a:pt x="12740" y="9394"/>
                    <a:pt x="12621" y="9179"/>
                    <a:pt x="12514" y="8989"/>
                  </a:cubicBezTo>
                  <a:cubicBezTo>
                    <a:pt x="12478" y="8941"/>
                    <a:pt x="12443" y="8918"/>
                    <a:pt x="12383" y="8906"/>
                  </a:cubicBezTo>
                  <a:cubicBezTo>
                    <a:pt x="12377" y="8900"/>
                    <a:pt x="12368" y="8897"/>
                    <a:pt x="12358" y="8897"/>
                  </a:cubicBezTo>
                  <a:cubicBezTo>
                    <a:pt x="12347" y="8897"/>
                    <a:pt x="12335" y="8900"/>
                    <a:pt x="12323" y="8906"/>
                  </a:cubicBezTo>
                  <a:cubicBezTo>
                    <a:pt x="13014" y="8394"/>
                    <a:pt x="13193" y="8120"/>
                    <a:pt x="13074" y="7917"/>
                  </a:cubicBezTo>
                  <a:cubicBezTo>
                    <a:pt x="13050" y="7882"/>
                    <a:pt x="13026" y="7858"/>
                    <a:pt x="12978" y="7846"/>
                  </a:cubicBezTo>
                  <a:cubicBezTo>
                    <a:pt x="12977" y="7846"/>
                    <a:pt x="12976" y="7846"/>
                    <a:pt x="12975" y="7846"/>
                  </a:cubicBezTo>
                  <a:cubicBezTo>
                    <a:pt x="12910" y="7846"/>
                    <a:pt x="12388" y="8144"/>
                    <a:pt x="11442" y="8751"/>
                  </a:cubicBezTo>
                  <a:cubicBezTo>
                    <a:pt x="9799" y="9787"/>
                    <a:pt x="6120" y="12120"/>
                    <a:pt x="4156" y="13180"/>
                  </a:cubicBezTo>
                  <a:cubicBezTo>
                    <a:pt x="5120" y="12561"/>
                    <a:pt x="6537" y="11656"/>
                    <a:pt x="7942" y="10751"/>
                  </a:cubicBezTo>
                  <a:cubicBezTo>
                    <a:pt x="9406" y="9810"/>
                    <a:pt x="10561" y="9060"/>
                    <a:pt x="11395" y="8513"/>
                  </a:cubicBezTo>
                  <a:cubicBezTo>
                    <a:pt x="12514" y="7786"/>
                    <a:pt x="13050" y="7358"/>
                    <a:pt x="12978" y="7251"/>
                  </a:cubicBezTo>
                  <a:cubicBezTo>
                    <a:pt x="12954" y="7203"/>
                    <a:pt x="12907" y="7167"/>
                    <a:pt x="12847" y="7155"/>
                  </a:cubicBezTo>
                  <a:cubicBezTo>
                    <a:pt x="12825" y="7153"/>
                    <a:pt x="12802" y="7152"/>
                    <a:pt x="12779" y="7152"/>
                  </a:cubicBezTo>
                  <a:cubicBezTo>
                    <a:pt x="12668" y="7152"/>
                    <a:pt x="12553" y="7175"/>
                    <a:pt x="12454" y="7215"/>
                  </a:cubicBezTo>
                  <a:cubicBezTo>
                    <a:pt x="13312" y="6584"/>
                    <a:pt x="13252" y="6465"/>
                    <a:pt x="13181" y="6358"/>
                  </a:cubicBezTo>
                  <a:cubicBezTo>
                    <a:pt x="13169" y="6322"/>
                    <a:pt x="13133" y="6298"/>
                    <a:pt x="13085" y="6286"/>
                  </a:cubicBezTo>
                  <a:cubicBezTo>
                    <a:pt x="13084" y="6286"/>
                    <a:pt x="13082" y="6286"/>
                    <a:pt x="13079" y="6286"/>
                  </a:cubicBezTo>
                  <a:cubicBezTo>
                    <a:pt x="13017" y="6286"/>
                    <a:pt x="12734" y="6441"/>
                    <a:pt x="12240" y="6762"/>
                  </a:cubicBezTo>
                  <a:cubicBezTo>
                    <a:pt x="11109" y="7489"/>
                    <a:pt x="8752" y="9001"/>
                    <a:pt x="6608" y="10299"/>
                  </a:cubicBezTo>
                  <a:cubicBezTo>
                    <a:pt x="3989" y="11882"/>
                    <a:pt x="2929" y="12394"/>
                    <a:pt x="2513" y="12549"/>
                  </a:cubicBezTo>
                  <a:cubicBezTo>
                    <a:pt x="3275" y="11918"/>
                    <a:pt x="6096" y="10251"/>
                    <a:pt x="8228" y="8989"/>
                  </a:cubicBezTo>
                  <a:cubicBezTo>
                    <a:pt x="13312" y="5977"/>
                    <a:pt x="13455" y="5822"/>
                    <a:pt x="13312" y="5572"/>
                  </a:cubicBezTo>
                  <a:cubicBezTo>
                    <a:pt x="13276" y="5512"/>
                    <a:pt x="13216" y="5465"/>
                    <a:pt x="13145" y="5453"/>
                  </a:cubicBezTo>
                  <a:cubicBezTo>
                    <a:pt x="13122" y="5448"/>
                    <a:pt x="13097" y="5446"/>
                    <a:pt x="13070" y="5446"/>
                  </a:cubicBezTo>
                  <a:cubicBezTo>
                    <a:pt x="12880" y="5446"/>
                    <a:pt x="12571" y="5553"/>
                    <a:pt x="12145" y="5750"/>
                  </a:cubicBezTo>
                  <a:lnTo>
                    <a:pt x="12204" y="5715"/>
                  </a:lnTo>
                  <a:cubicBezTo>
                    <a:pt x="12526" y="5512"/>
                    <a:pt x="12752" y="5369"/>
                    <a:pt x="12907" y="5262"/>
                  </a:cubicBezTo>
                  <a:cubicBezTo>
                    <a:pt x="13169" y="5096"/>
                    <a:pt x="13276" y="5024"/>
                    <a:pt x="13193" y="4869"/>
                  </a:cubicBezTo>
                  <a:cubicBezTo>
                    <a:pt x="13169" y="4822"/>
                    <a:pt x="13121" y="4786"/>
                    <a:pt x="13074" y="4774"/>
                  </a:cubicBezTo>
                  <a:cubicBezTo>
                    <a:pt x="13059" y="4771"/>
                    <a:pt x="13043" y="4770"/>
                    <a:pt x="13025" y="4770"/>
                  </a:cubicBezTo>
                  <a:cubicBezTo>
                    <a:pt x="12899" y="4770"/>
                    <a:pt x="12696" y="4844"/>
                    <a:pt x="12383" y="5000"/>
                  </a:cubicBezTo>
                  <a:cubicBezTo>
                    <a:pt x="12454" y="4941"/>
                    <a:pt x="12514" y="4846"/>
                    <a:pt x="12550" y="4750"/>
                  </a:cubicBezTo>
                  <a:cubicBezTo>
                    <a:pt x="12562" y="4691"/>
                    <a:pt x="12562" y="4619"/>
                    <a:pt x="12526" y="4572"/>
                  </a:cubicBezTo>
                  <a:cubicBezTo>
                    <a:pt x="12502" y="4536"/>
                    <a:pt x="12466" y="4500"/>
                    <a:pt x="12431" y="4488"/>
                  </a:cubicBezTo>
                  <a:cubicBezTo>
                    <a:pt x="12422" y="4486"/>
                    <a:pt x="12414" y="4484"/>
                    <a:pt x="12402" y="4484"/>
                  </a:cubicBezTo>
                  <a:cubicBezTo>
                    <a:pt x="12281" y="4484"/>
                    <a:pt x="11794" y="4709"/>
                    <a:pt x="7049" y="7489"/>
                  </a:cubicBezTo>
                  <a:cubicBezTo>
                    <a:pt x="5394" y="8453"/>
                    <a:pt x="3751" y="9429"/>
                    <a:pt x="2775" y="10001"/>
                  </a:cubicBezTo>
                  <a:cubicBezTo>
                    <a:pt x="3013" y="9822"/>
                    <a:pt x="3310" y="9608"/>
                    <a:pt x="3656" y="9382"/>
                  </a:cubicBezTo>
                  <a:cubicBezTo>
                    <a:pt x="4739" y="8739"/>
                    <a:pt x="6287" y="7775"/>
                    <a:pt x="8418" y="6429"/>
                  </a:cubicBezTo>
                  <a:lnTo>
                    <a:pt x="9502" y="5750"/>
                  </a:lnTo>
                  <a:cubicBezTo>
                    <a:pt x="10538" y="5131"/>
                    <a:pt x="11621" y="4512"/>
                    <a:pt x="12681" y="3905"/>
                  </a:cubicBezTo>
                  <a:cubicBezTo>
                    <a:pt x="12716" y="3893"/>
                    <a:pt x="12740" y="3857"/>
                    <a:pt x="12752" y="3810"/>
                  </a:cubicBezTo>
                  <a:cubicBezTo>
                    <a:pt x="12764" y="3774"/>
                    <a:pt x="12764" y="3726"/>
                    <a:pt x="12740" y="3691"/>
                  </a:cubicBezTo>
                  <a:cubicBezTo>
                    <a:pt x="12716" y="3655"/>
                    <a:pt x="12681" y="3631"/>
                    <a:pt x="12633" y="3619"/>
                  </a:cubicBezTo>
                  <a:cubicBezTo>
                    <a:pt x="12620" y="3616"/>
                    <a:pt x="12606" y="3614"/>
                    <a:pt x="12589" y="3614"/>
                  </a:cubicBezTo>
                  <a:cubicBezTo>
                    <a:pt x="12388" y="3614"/>
                    <a:pt x="11874" y="3897"/>
                    <a:pt x="10192" y="4941"/>
                  </a:cubicBezTo>
                  <a:cubicBezTo>
                    <a:pt x="10740" y="4596"/>
                    <a:pt x="11145" y="4322"/>
                    <a:pt x="11430" y="4107"/>
                  </a:cubicBezTo>
                  <a:cubicBezTo>
                    <a:pt x="11883" y="3786"/>
                    <a:pt x="12073" y="3607"/>
                    <a:pt x="11966" y="3441"/>
                  </a:cubicBezTo>
                  <a:cubicBezTo>
                    <a:pt x="11942" y="3405"/>
                    <a:pt x="11907" y="3381"/>
                    <a:pt x="11871" y="3369"/>
                  </a:cubicBezTo>
                  <a:cubicBezTo>
                    <a:pt x="11862" y="3367"/>
                    <a:pt x="11854" y="3364"/>
                    <a:pt x="11843" y="3364"/>
                  </a:cubicBezTo>
                  <a:cubicBezTo>
                    <a:pt x="11746" y="3364"/>
                    <a:pt x="11418" y="3535"/>
                    <a:pt x="8490" y="5238"/>
                  </a:cubicBezTo>
                  <a:cubicBezTo>
                    <a:pt x="11573" y="3286"/>
                    <a:pt x="11526" y="3191"/>
                    <a:pt x="11419" y="3012"/>
                  </a:cubicBezTo>
                  <a:cubicBezTo>
                    <a:pt x="11383" y="2952"/>
                    <a:pt x="11323" y="2905"/>
                    <a:pt x="11252" y="2893"/>
                  </a:cubicBezTo>
                  <a:cubicBezTo>
                    <a:pt x="11230" y="2890"/>
                    <a:pt x="11207" y="2888"/>
                    <a:pt x="11185" y="2888"/>
                  </a:cubicBezTo>
                  <a:cubicBezTo>
                    <a:pt x="11124" y="2888"/>
                    <a:pt x="11063" y="2899"/>
                    <a:pt x="11002" y="2917"/>
                  </a:cubicBezTo>
                  <a:cubicBezTo>
                    <a:pt x="11216" y="2679"/>
                    <a:pt x="11192" y="2560"/>
                    <a:pt x="11145" y="2464"/>
                  </a:cubicBezTo>
                  <a:cubicBezTo>
                    <a:pt x="11121" y="2429"/>
                    <a:pt x="11073" y="2393"/>
                    <a:pt x="11026" y="2381"/>
                  </a:cubicBezTo>
                  <a:cubicBezTo>
                    <a:pt x="11011" y="2377"/>
                    <a:pt x="10995" y="2373"/>
                    <a:pt x="10972" y="2373"/>
                  </a:cubicBezTo>
                  <a:cubicBezTo>
                    <a:pt x="10862" y="2373"/>
                    <a:pt x="10585" y="2464"/>
                    <a:pt x="9478" y="3072"/>
                  </a:cubicBezTo>
                  <a:cubicBezTo>
                    <a:pt x="10430" y="2452"/>
                    <a:pt x="10847" y="2179"/>
                    <a:pt x="11014" y="2036"/>
                  </a:cubicBezTo>
                  <a:cubicBezTo>
                    <a:pt x="11133" y="1929"/>
                    <a:pt x="11109" y="1881"/>
                    <a:pt x="11073" y="1821"/>
                  </a:cubicBezTo>
                  <a:cubicBezTo>
                    <a:pt x="11049" y="1786"/>
                    <a:pt x="11014" y="1750"/>
                    <a:pt x="10978" y="1750"/>
                  </a:cubicBezTo>
                  <a:cubicBezTo>
                    <a:pt x="10976" y="1749"/>
                    <a:pt x="10974" y="1749"/>
                    <a:pt x="10971" y="1749"/>
                  </a:cubicBezTo>
                  <a:cubicBezTo>
                    <a:pt x="10909" y="1749"/>
                    <a:pt x="10662" y="1881"/>
                    <a:pt x="10228" y="2167"/>
                  </a:cubicBezTo>
                  <a:cubicBezTo>
                    <a:pt x="5549" y="5155"/>
                    <a:pt x="3120" y="6584"/>
                    <a:pt x="1870" y="7239"/>
                  </a:cubicBezTo>
                  <a:cubicBezTo>
                    <a:pt x="2810" y="6632"/>
                    <a:pt x="4191" y="5750"/>
                    <a:pt x="5561" y="4869"/>
                  </a:cubicBezTo>
                  <a:cubicBezTo>
                    <a:pt x="6989" y="3953"/>
                    <a:pt x="8121" y="3214"/>
                    <a:pt x="8930" y="2691"/>
                  </a:cubicBezTo>
                  <a:cubicBezTo>
                    <a:pt x="9406" y="2381"/>
                    <a:pt x="9776" y="2131"/>
                    <a:pt x="10037" y="1964"/>
                  </a:cubicBezTo>
                  <a:cubicBezTo>
                    <a:pt x="10168" y="1869"/>
                    <a:pt x="10276" y="1809"/>
                    <a:pt x="10347" y="1750"/>
                  </a:cubicBezTo>
                  <a:cubicBezTo>
                    <a:pt x="10454" y="1679"/>
                    <a:pt x="10573" y="1595"/>
                    <a:pt x="10490" y="1464"/>
                  </a:cubicBezTo>
                  <a:cubicBezTo>
                    <a:pt x="10478" y="1428"/>
                    <a:pt x="10442" y="1405"/>
                    <a:pt x="10395" y="1393"/>
                  </a:cubicBezTo>
                  <a:cubicBezTo>
                    <a:pt x="10385" y="1390"/>
                    <a:pt x="10375" y="1388"/>
                    <a:pt x="10364" y="1388"/>
                  </a:cubicBezTo>
                  <a:cubicBezTo>
                    <a:pt x="10334" y="1388"/>
                    <a:pt x="10302" y="1399"/>
                    <a:pt x="10276" y="1417"/>
                  </a:cubicBezTo>
                  <a:cubicBezTo>
                    <a:pt x="8561" y="2488"/>
                    <a:pt x="6311" y="3857"/>
                    <a:pt x="4418" y="4977"/>
                  </a:cubicBezTo>
                  <a:cubicBezTo>
                    <a:pt x="4763" y="4762"/>
                    <a:pt x="5108" y="4548"/>
                    <a:pt x="5454" y="4322"/>
                  </a:cubicBezTo>
                  <a:cubicBezTo>
                    <a:pt x="10240" y="1262"/>
                    <a:pt x="10168" y="1131"/>
                    <a:pt x="10061" y="952"/>
                  </a:cubicBezTo>
                  <a:cubicBezTo>
                    <a:pt x="10037" y="917"/>
                    <a:pt x="10002" y="881"/>
                    <a:pt x="9966" y="881"/>
                  </a:cubicBezTo>
                  <a:cubicBezTo>
                    <a:pt x="9956" y="878"/>
                    <a:pt x="9947" y="875"/>
                    <a:pt x="9933" y="875"/>
                  </a:cubicBezTo>
                  <a:cubicBezTo>
                    <a:pt x="9836" y="875"/>
                    <a:pt x="9532" y="1020"/>
                    <a:pt x="7299" y="2310"/>
                  </a:cubicBezTo>
                  <a:cubicBezTo>
                    <a:pt x="9109" y="1107"/>
                    <a:pt x="9049" y="1012"/>
                    <a:pt x="8978" y="881"/>
                  </a:cubicBezTo>
                  <a:cubicBezTo>
                    <a:pt x="8954" y="833"/>
                    <a:pt x="8906" y="797"/>
                    <a:pt x="8859" y="786"/>
                  </a:cubicBezTo>
                  <a:cubicBezTo>
                    <a:pt x="8846" y="783"/>
                    <a:pt x="8832" y="782"/>
                    <a:pt x="8816" y="782"/>
                  </a:cubicBezTo>
                  <a:cubicBezTo>
                    <a:pt x="8479" y="782"/>
                    <a:pt x="7424" y="1409"/>
                    <a:pt x="4465" y="3298"/>
                  </a:cubicBezTo>
                  <a:cubicBezTo>
                    <a:pt x="3489" y="3917"/>
                    <a:pt x="2370" y="4631"/>
                    <a:pt x="1572" y="5096"/>
                  </a:cubicBezTo>
                  <a:cubicBezTo>
                    <a:pt x="3048" y="4060"/>
                    <a:pt x="6025" y="2119"/>
                    <a:pt x="8061" y="821"/>
                  </a:cubicBezTo>
                  <a:cubicBezTo>
                    <a:pt x="8132" y="774"/>
                    <a:pt x="8156" y="678"/>
                    <a:pt x="8109" y="607"/>
                  </a:cubicBezTo>
                  <a:cubicBezTo>
                    <a:pt x="8097" y="571"/>
                    <a:pt x="8049" y="547"/>
                    <a:pt x="8013" y="536"/>
                  </a:cubicBezTo>
                  <a:cubicBezTo>
                    <a:pt x="8002" y="533"/>
                    <a:pt x="7990" y="532"/>
                    <a:pt x="7976" y="532"/>
                  </a:cubicBezTo>
                  <a:cubicBezTo>
                    <a:pt x="7792" y="532"/>
                    <a:pt x="7368" y="785"/>
                    <a:pt x="5406" y="2060"/>
                  </a:cubicBezTo>
                  <a:cubicBezTo>
                    <a:pt x="4858" y="2417"/>
                    <a:pt x="4191" y="2857"/>
                    <a:pt x="3525" y="3274"/>
                  </a:cubicBezTo>
                  <a:lnTo>
                    <a:pt x="4001" y="2952"/>
                  </a:lnTo>
                  <a:cubicBezTo>
                    <a:pt x="7287" y="797"/>
                    <a:pt x="7216" y="666"/>
                    <a:pt x="7120" y="500"/>
                  </a:cubicBezTo>
                  <a:cubicBezTo>
                    <a:pt x="7085" y="452"/>
                    <a:pt x="7037" y="416"/>
                    <a:pt x="6978" y="405"/>
                  </a:cubicBezTo>
                  <a:cubicBezTo>
                    <a:pt x="6960" y="400"/>
                    <a:pt x="6939" y="398"/>
                    <a:pt x="6917" y="398"/>
                  </a:cubicBezTo>
                  <a:cubicBezTo>
                    <a:pt x="6526" y="398"/>
                    <a:pt x="5382" y="1072"/>
                    <a:pt x="3144" y="2500"/>
                  </a:cubicBezTo>
                  <a:cubicBezTo>
                    <a:pt x="4168" y="1821"/>
                    <a:pt x="5382" y="1036"/>
                    <a:pt x="6561" y="309"/>
                  </a:cubicBezTo>
                  <a:cubicBezTo>
                    <a:pt x="6632" y="262"/>
                    <a:pt x="6656" y="166"/>
                    <a:pt x="6608" y="95"/>
                  </a:cubicBezTo>
                  <a:cubicBezTo>
                    <a:pt x="6585" y="47"/>
                    <a:pt x="6549" y="24"/>
                    <a:pt x="6489" y="12"/>
                  </a:cubicBezTo>
                  <a:cubicBezTo>
                    <a:pt x="6473" y="6"/>
                    <a:pt x="6454" y="1"/>
                    <a:pt x="6426"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14"/>
            <p:cNvSpPr/>
            <p:nvPr/>
          </p:nvSpPr>
          <p:spPr>
            <a:xfrm>
              <a:off x="7007941" y="2890983"/>
              <a:ext cx="949082" cy="1192578"/>
            </a:xfrm>
            <a:custGeom>
              <a:rect b="b" l="l" r="r" t="t"/>
              <a:pathLst>
                <a:path extrusionOk="0" h="16907" w="13455">
                  <a:moveTo>
                    <a:pt x="10895" y="3274"/>
                  </a:moveTo>
                  <a:cubicBezTo>
                    <a:pt x="10002" y="3953"/>
                    <a:pt x="6954" y="5834"/>
                    <a:pt x="4846" y="7132"/>
                  </a:cubicBezTo>
                  <a:lnTo>
                    <a:pt x="4275" y="7489"/>
                  </a:lnTo>
                  <a:cubicBezTo>
                    <a:pt x="4834" y="7120"/>
                    <a:pt x="5489" y="6691"/>
                    <a:pt x="6216" y="6191"/>
                  </a:cubicBezTo>
                  <a:cubicBezTo>
                    <a:pt x="6585" y="5953"/>
                    <a:pt x="6978" y="5679"/>
                    <a:pt x="7370" y="5417"/>
                  </a:cubicBezTo>
                  <a:cubicBezTo>
                    <a:pt x="7787" y="5167"/>
                    <a:pt x="8180" y="4929"/>
                    <a:pt x="8549" y="4691"/>
                  </a:cubicBezTo>
                  <a:cubicBezTo>
                    <a:pt x="9121" y="4322"/>
                    <a:pt x="9585" y="4024"/>
                    <a:pt x="9930" y="3786"/>
                  </a:cubicBezTo>
                  <a:cubicBezTo>
                    <a:pt x="10240" y="3595"/>
                    <a:pt x="10561" y="3417"/>
                    <a:pt x="10895" y="3274"/>
                  </a:cubicBezTo>
                  <a:close/>
                  <a:moveTo>
                    <a:pt x="4930" y="8167"/>
                  </a:moveTo>
                  <a:lnTo>
                    <a:pt x="4930" y="8167"/>
                  </a:lnTo>
                  <a:cubicBezTo>
                    <a:pt x="4430" y="8489"/>
                    <a:pt x="3965" y="8787"/>
                    <a:pt x="3549" y="9072"/>
                  </a:cubicBezTo>
                  <a:cubicBezTo>
                    <a:pt x="3120" y="9322"/>
                    <a:pt x="2751" y="9537"/>
                    <a:pt x="2429" y="9703"/>
                  </a:cubicBezTo>
                  <a:cubicBezTo>
                    <a:pt x="3048" y="9310"/>
                    <a:pt x="3977" y="8751"/>
                    <a:pt x="4930" y="8167"/>
                  </a:cubicBezTo>
                  <a:close/>
                  <a:moveTo>
                    <a:pt x="11835" y="8858"/>
                  </a:moveTo>
                  <a:cubicBezTo>
                    <a:pt x="11240" y="9275"/>
                    <a:pt x="10418" y="9787"/>
                    <a:pt x="9549" y="10311"/>
                  </a:cubicBezTo>
                  <a:cubicBezTo>
                    <a:pt x="10192" y="9894"/>
                    <a:pt x="10883" y="9465"/>
                    <a:pt x="11621" y="9001"/>
                  </a:cubicBezTo>
                  <a:lnTo>
                    <a:pt x="11835" y="8858"/>
                  </a:lnTo>
                  <a:close/>
                  <a:moveTo>
                    <a:pt x="12812" y="5810"/>
                  </a:moveTo>
                  <a:lnTo>
                    <a:pt x="12812" y="5810"/>
                  </a:lnTo>
                  <a:cubicBezTo>
                    <a:pt x="12133" y="6310"/>
                    <a:pt x="9990" y="7584"/>
                    <a:pt x="8073" y="8715"/>
                  </a:cubicBezTo>
                  <a:cubicBezTo>
                    <a:pt x="6501" y="9644"/>
                    <a:pt x="5323" y="10358"/>
                    <a:pt x="4442" y="10894"/>
                  </a:cubicBezTo>
                  <a:cubicBezTo>
                    <a:pt x="4894" y="10608"/>
                    <a:pt x="5430" y="10263"/>
                    <a:pt x="6073" y="9846"/>
                  </a:cubicBezTo>
                  <a:cubicBezTo>
                    <a:pt x="7525" y="8894"/>
                    <a:pt x="9168" y="7822"/>
                    <a:pt x="10514" y="7013"/>
                  </a:cubicBezTo>
                  <a:cubicBezTo>
                    <a:pt x="11871" y="6203"/>
                    <a:pt x="12514" y="5905"/>
                    <a:pt x="12812" y="5810"/>
                  </a:cubicBezTo>
                  <a:close/>
                  <a:moveTo>
                    <a:pt x="5406" y="9906"/>
                  </a:moveTo>
                  <a:cubicBezTo>
                    <a:pt x="4751" y="10322"/>
                    <a:pt x="4108" y="10739"/>
                    <a:pt x="3572" y="11084"/>
                  </a:cubicBezTo>
                  <a:cubicBezTo>
                    <a:pt x="4096" y="10739"/>
                    <a:pt x="4715" y="10334"/>
                    <a:pt x="5406" y="9906"/>
                  </a:cubicBezTo>
                  <a:close/>
                  <a:moveTo>
                    <a:pt x="10526" y="12239"/>
                  </a:moveTo>
                  <a:cubicBezTo>
                    <a:pt x="9990" y="12585"/>
                    <a:pt x="9156" y="13085"/>
                    <a:pt x="8394" y="13549"/>
                  </a:cubicBezTo>
                  <a:lnTo>
                    <a:pt x="8299" y="13609"/>
                  </a:lnTo>
                  <a:cubicBezTo>
                    <a:pt x="9121" y="13073"/>
                    <a:pt x="9966" y="12537"/>
                    <a:pt x="10526" y="12239"/>
                  </a:cubicBezTo>
                  <a:close/>
                  <a:moveTo>
                    <a:pt x="10585" y="11513"/>
                  </a:moveTo>
                  <a:cubicBezTo>
                    <a:pt x="9966" y="11918"/>
                    <a:pt x="9073" y="12454"/>
                    <a:pt x="8252" y="12966"/>
                  </a:cubicBezTo>
                  <a:cubicBezTo>
                    <a:pt x="7644" y="13335"/>
                    <a:pt x="7120" y="13656"/>
                    <a:pt x="6656" y="13954"/>
                  </a:cubicBezTo>
                  <a:cubicBezTo>
                    <a:pt x="7918" y="13132"/>
                    <a:pt x="9573" y="12073"/>
                    <a:pt x="10585" y="11513"/>
                  </a:cubicBezTo>
                  <a:close/>
                  <a:moveTo>
                    <a:pt x="6716" y="14275"/>
                  </a:moveTo>
                  <a:cubicBezTo>
                    <a:pt x="5894" y="14835"/>
                    <a:pt x="4989" y="15430"/>
                    <a:pt x="4358" y="15799"/>
                  </a:cubicBezTo>
                  <a:cubicBezTo>
                    <a:pt x="4930" y="15406"/>
                    <a:pt x="5823" y="14847"/>
                    <a:pt x="6716" y="14275"/>
                  </a:cubicBezTo>
                  <a:close/>
                  <a:moveTo>
                    <a:pt x="10561" y="15871"/>
                  </a:moveTo>
                  <a:lnTo>
                    <a:pt x="10561" y="15871"/>
                  </a:lnTo>
                  <a:cubicBezTo>
                    <a:pt x="10585" y="15895"/>
                    <a:pt x="10609" y="15918"/>
                    <a:pt x="10633" y="15930"/>
                  </a:cubicBezTo>
                  <a:cubicBezTo>
                    <a:pt x="10609" y="15918"/>
                    <a:pt x="10573" y="15895"/>
                    <a:pt x="10561" y="15871"/>
                  </a:cubicBezTo>
                  <a:close/>
                  <a:moveTo>
                    <a:pt x="6426" y="1"/>
                  </a:moveTo>
                  <a:cubicBezTo>
                    <a:pt x="6271" y="1"/>
                    <a:pt x="5821" y="166"/>
                    <a:pt x="3787" y="1405"/>
                  </a:cubicBezTo>
                  <a:cubicBezTo>
                    <a:pt x="3537" y="1559"/>
                    <a:pt x="3299" y="1714"/>
                    <a:pt x="3060" y="1857"/>
                  </a:cubicBezTo>
                  <a:cubicBezTo>
                    <a:pt x="3906" y="1202"/>
                    <a:pt x="3977" y="1107"/>
                    <a:pt x="3894" y="952"/>
                  </a:cubicBezTo>
                  <a:cubicBezTo>
                    <a:pt x="3870" y="905"/>
                    <a:pt x="3822" y="869"/>
                    <a:pt x="3775" y="857"/>
                  </a:cubicBezTo>
                  <a:cubicBezTo>
                    <a:pt x="3763" y="855"/>
                    <a:pt x="3750" y="853"/>
                    <a:pt x="3737" y="853"/>
                  </a:cubicBezTo>
                  <a:cubicBezTo>
                    <a:pt x="3622" y="853"/>
                    <a:pt x="3460" y="953"/>
                    <a:pt x="3001" y="1274"/>
                  </a:cubicBezTo>
                  <a:cubicBezTo>
                    <a:pt x="2846" y="1393"/>
                    <a:pt x="2691" y="1500"/>
                    <a:pt x="2525" y="1595"/>
                  </a:cubicBezTo>
                  <a:cubicBezTo>
                    <a:pt x="2514" y="1592"/>
                    <a:pt x="2504" y="1590"/>
                    <a:pt x="2494" y="1590"/>
                  </a:cubicBezTo>
                  <a:cubicBezTo>
                    <a:pt x="2469" y="1590"/>
                    <a:pt x="2446" y="1599"/>
                    <a:pt x="2429" y="1607"/>
                  </a:cubicBezTo>
                  <a:cubicBezTo>
                    <a:pt x="2358" y="1655"/>
                    <a:pt x="2322" y="1750"/>
                    <a:pt x="2370" y="1821"/>
                  </a:cubicBezTo>
                  <a:cubicBezTo>
                    <a:pt x="2394" y="1857"/>
                    <a:pt x="2429" y="1893"/>
                    <a:pt x="2477" y="1905"/>
                  </a:cubicBezTo>
                  <a:cubicBezTo>
                    <a:pt x="1215" y="2869"/>
                    <a:pt x="1048" y="3036"/>
                    <a:pt x="1167" y="3226"/>
                  </a:cubicBezTo>
                  <a:cubicBezTo>
                    <a:pt x="1179" y="3274"/>
                    <a:pt x="1215" y="3298"/>
                    <a:pt x="1263" y="3310"/>
                  </a:cubicBezTo>
                  <a:cubicBezTo>
                    <a:pt x="1274" y="3313"/>
                    <a:pt x="1286" y="3314"/>
                    <a:pt x="1298" y="3314"/>
                  </a:cubicBezTo>
                  <a:cubicBezTo>
                    <a:pt x="1334" y="3314"/>
                    <a:pt x="1370" y="3301"/>
                    <a:pt x="1405" y="3274"/>
                  </a:cubicBezTo>
                  <a:cubicBezTo>
                    <a:pt x="1632" y="3119"/>
                    <a:pt x="1858" y="2976"/>
                    <a:pt x="2084" y="2833"/>
                  </a:cubicBezTo>
                  <a:lnTo>
                    <a:pt x="2084" y="2833"/>
                  </a:lnTo>
                  <a:cubicBezTo>
                    <a:pt x="286" y="4072"/>
                    <a:pt x="358" y="4203"/>
                    <a:pt x="441" y="4346"/>
                  </a:cubicBezTo>
                  <a:cubicBezTo>
                    <a:pt x="465" y="4381"/>
                    <a:pt x="501" y="4405"/>
                    <a:pt x="536" y="4417"/>
                  </a:cubicBezTo>
                  <a:cubicBezTo>
                    <a:pt x="552" y="4422"/>
                    <a:pt x="566" y="4425"/>
                    <a:pt x="584" y="4425"/>
                  </a:cubicBezTo>
                  <a:cubicBezTo>
                    <a:pt x="703" y="4425"/>
                    <a:pt x="963" y="4267"/>
                    <a:pt x="2572" y="3250"/>
                  </a:cubicBezTo>
                  <a:cubicBezTo>
                    <a:pt x="3703" y="2524"/>
                    <a:pt x="5620" y="1286"/>
                    <a:pt x="6501" y="857"/>
                  </a:cubicBezTo>
                  <a:lnTo>
                    <a:pt x="6501" y="857"/>
                  </a:lnTo>
                  <a:cubicBezTo>
                    <a:pt x="5489" y="1643"/>
                    <a:pt x="2572" y="3536"/>
                    <a:pt x="655" y="4738"/>
                  </a:cubicBezTo>
                  <a:cubicBezTo>
                    <a:pt x="584" y="4786"/>
                    <a:pt x="560" y="4881"/>
                    <a:pt x="596" y="4953"/>
                  </a:cubicBezTo>
                  <a:cubicBezTo>
                    <a:pt x="632" y="5000"/>
                    <a:pt x="691" y="5048"/>
                    <a:pt x="751" y="5060"/>
                  </a:cubicBezTo>
                  <a:cubicBezTo>
                    <a:pt x="766" y="5064"/>
                    <a:pt x="785" y="5066"/>
                    <a:pt x="806" y="5066"/>
                  </a:cubicBezTo>
                  <a:cubicBezTo>
                    <a:pt x="911" y="5066"/>
                    <a:pt x="1080" y="5016"/>
                    <a:pt x="1298" y="4917"/>
                  </a:cubicBezTo>
                  <a:lnTo>
                    <a:pt x="1298" y="4917"/>
                  </a:lnTo>
                  <a:cubicBezTo>
                    <a:pt x="322" y="5619"/>
                    <a:pt x="370" y="5703"/>
                    <a:pt x="429" y="5822"/>
                  </a:cubicBezTo>
                  <a:cubicBezTo>
                    <a:pt x="453" y="5858"/>
                    <a:pt x="501" y="5893"/>
                    <a:pt x="548" y="5905"/>
                  </a:cubicBezTo>
                  <a:cubicBezTo>
                    <a:pt x="563" y="5909"/>
                    <a:pt x="579" y="5911"/>
                    <a:pt x="598" y="5911"/>
                  </a:cubicBezTo>
                  <a:cubicBezTo>
                    <a:pt x="916" y="5911"/>
                    <a:pt x="1868" y="5324"/>
                    <a:pt x="4644" y="3560"/>
                  </a:cubicBezTo>
                  <a:cubicBezTo>
                    <a:pt x="5692" y="2881"/>
                    <a:pt x="7001" y="2060"/>
                    <a:pt x="7871" y="1548"/>
                  </a:cubicBezTo>
                  <a:lnTo>
                    <a:pt x="7871" y="1548"/>
                  </a:lnTo>
                  <a:cubicBezTo>
                    <a:pt x="6227" y="2691"/>
                    <a:pt x="2572" y="5000"/>
                    <a:pt x="96" y="6524"/>
                  </a:cubicBezTo>
                  <a:cubicBezTo>
                    <a:pt x="60" y="6548"/>
                    <a:pt x="36" y="6584"/>
                    <a:pt x="24" y="6620"/>
                  </a:cubicBezTo>
                  <a:cubicBezTo>
                    <a:pt x="0" y="6703"/>
                    <a:pt x="48" y="6786"/>
                    <a:pt x="131" y="6810"/>
                  </a:cubicBezTo>
                  <a:cubicBezTo>
                    <a:pt x="145" y="6814"/>
                    <a:pt x="154" y="6817"/>
                    <a:pt x="165" y="6817"/>
                  </a:cubicBezTo>
                  <a:cubicBezTo>
                    <a:pt x="184" y="6817"/>
                    <a:pt x="205" y="6809"/>
                    <a:pt x="251" y="6786"/>
                  </a:cubicBezTo>
                  <a:lnTo>
                    <a:pt x="274" y="6774"/>
                  </a:lnTo>
                  <a:cubicBezTo>
                    <a:pt x="381" y="6727"/>
                    <a:pt x="572" y="6608"/>
                    <a:pt x="977" y="6381"/>
                  </a:cubicBezTo>
                  <a:lnTo>
                    <a:pt x="2763" y="5334"/>
                  </a:lnTo>
                  <a:cubicBezTo>
                    <a:pt x="4370" y="4393"/>
                    <a:pt x="6656" y="3048"/>
                    <a:pt x="8228" y="2143"/>
                  </a:cubicBezTo>
                  <a:lnTo>
                    <a:pt x="8228" y="2143"/>
                  </a:lnTo>
                  <a:cubicBezTo>
                    <a:pt x="6287" y="3464"/>
                    <a:pt x="2965" y="5548"/>
                    <a:pt x="620" y="7001"/>
                  </a:cubicBezTo>
                  <a:cubicBezTo>
                    <a:pt x="548" y="7048"/>
                    <a:pt x="524" y="7132"/>
                    <a:pt x="572" y="7203"/>
                  </a:cubicBezTo>
                  <a:cubicBezTo>
                    <a:pt x="596" y="7251"/>
                    <a:pt x="632" y="7286"/>
                    <a:pt x="679" y="7298"/>
                  </a:cubicBezTo>
                  <a:cubicBezTo>
                    <a:pt x="694" y="7302"/>
                    <a:pt x="711" y="7306"/>
                    <a:pt x="735" y="7306"/>
                  </a:cubicBezTo>
                  <a:cubicBezTo>
                    <a:pt x="863" y="7306"/>
                    <a:pt x="1208" y="7193"/>
                    <a:pt x="2727" y="6334"/>
                  </a:cubicBezTo>
                  <a:lnTo>
                    <a:pt x="2727" y="6334"/>
                  </a:lnTo>
                  <a:lnTo>
                    <a:pt x="512" y="7751"/>
                  </a:lnTo>
                  <a:cubicBezTo>
                    <a:pt x="441" y="7798"/>
                    <a:pt x="417" y="7894"/>
                    <a:pt x="465" y="7965"/>
                  </a:cubicBezTo>
                  <a:cubicBezTo>
                    <a:pt x="489" y="8013"/>
                    <a:pt x="548" y="8048"/>
                    <a:pt x="596" y="8060"/>
                  </a:cubicBezTo>
                  <a:cubicBezTo>
                    <a:pt x="614" y="8065"/>
                    <a:pt x="637" y="8068"/>
                    <a:pt x="664" y="8068"/>
                  </a:cubicBezTo>
                  <a:cubicBezTo>
                    <a:pt x="826" y="8068"/>
                    <a:pt x="1155" y="7963"/>
                    <a:pt x="1870" y="7596"/>
                  </a:cubicBezTo>
                  <a:lnTo>
                    <a:pt x="1870" y="7596"/>
                  </a:lnTo>
                  <a:lnTo>
                    <a:pt x="870" y="8239"/>
                  </a:lnTo>
                  <a:cubicBezTo>
                    <a:pt x="798" y="8286"/>
                    <a:pt x="774" y="8382"/>
                    <a:pt x="822" y="8453"/>
                  </a:cubicBezTo>
                  <a:cubicBezTo>
                    <a:pt x="853" y="8499"/>
                    <a:pt x="903" y="8526"/>
                    <a:pt x="955" y="8526"/>
                  </a:cubicBezTo>
                  <a:cubicBezTo>
                    <a:pt x="983" y="8526"/>
                    <a:pt x="1011" y="8518"/>
                    <a:pt x="1036" y="8501"/>
                  </a:cubicBezTo>
                  <a:cubicBezTo>
                    <a:pt x="4287" y="6477"/>
                    <a:pt x="9418" y="3381"/>
                    <a:pt x="10716" y="2798"/>
                  </a:cubicBezTo>
                  <a:lnTo>
                    <a:pt x="10716" y="2798"/>
                  </a:lnTo>
                  <a:cubicBezTo>
                    <a:pt x="10418" y="3060"/>
                    <a:pt x="10109" y="3310"/>
                    <a:pt x="9776" y="3536"/>
                  </a:cubicBezTo>
                  <a:cubicBezTo>
                    <a:pt x="9144" y="3905"/>
                    <a:pt x="8299" y="4441"/>
                    <a:pt x="7239" y="5155"/>
                  </a:cubicBezTo>
                  <a:cubicBezTo>
                    <a:pt x="5966" y="5929"/>
                    <a:pt x="4584" y="6727"/>
                    <a:pt x="3418" y="7405"/>
                  </a:cubicBezTo>
                  <a:cubicBezTo>
                    <a:pt x="1751" y="8370"/>
                    <a:pt x="953" y="8918"/>
                    <a:pt x="1024" y="9037"/>
                  </a:cubicBezTo>
                  <a:cubicBezTo>
                    <a:pt x="1060" y="9096"/>
                    <a:pt x="1108" y="9132"/>
                    <a:pt x="1179" y="9156"/>
                  </a:cubicBezTo>
                  <a:cubicBezTo>
                    <a:pt x="1198" y="9159"/>
                    <a:pt x="1219" y="9161"/>
                    <a:pt x="1242" y="9161"/>
                  </a:cubicBezTo>
                  <a:cubicBezTo>
                    <a:pt x="1432" y="9161"/>
                    <a:pt x="1750" y="9028"/>
                    <a:pt x="2239" y="8763"/>
                  </a:cubicBezTo>
                  <a:lnTo>
                    <a:pt x="2239" y="8763"/>
                  </a:lnTo>
                  <a:cubicBezTo>
                    <a:pt x="858" y="9632"/>
                    <a:pt x="882" y="9668"/>
                    <a:pt x="965" y="9810"/>
                  </a:cubicBezTo>
                  <a:cubicBezTo>
                    <a:pt x="977" y="9846"/>
                    <a:pt x="1013" y="9870"/>
                    <a:pt x="1060" y="9882"/>
                  </a:cubicBezTo>
                  <a:cubicBezTo>
                    <a:pt x="1075" y="9887"/>
                    <a:pt x="1090" y="9890"/>
                    <a:pt x="1105" y="9890"/>
                  </a:cubicBezTo>
                  <a:cubicBezTo>
                    <a:pt x="1127" y="9890"/>
                    <a:pt x="1151" y="9884"/>
                    <a:pt x="1179" y="9870"/>
                  </a:cubicBezTo>
                  <a:cubicBezTo>
                    <a:pt x="3096" y="8751"/>
                    <a:pt x="7085" y="6417"/>
                    <a:pt x="9621" y="4953"/>
                  </a:cubicBezTo>
                  <a:lnTo>
                    <a:pt x="9621" y="4953"/>
                  </a:lnTo>
                  <a:cubicBezTo>
                    <a:pt x="8442" y="5703"/>
                    <a:pt x="6942" y="6608"/>
                    <a:pt x="5692" y="7358"/>
                  </a:cubicBezTo>
                  <a:cubicBezTo>
                    <a:pt x="4572" y="8036"/>
                    <a:pt x="3513" y="8667"/>
                    <a:pt x="2751" y="9156"/>
                  </a:cubicBezTo>
                  <a:cubicBezTo>
                    <a:pt x="2334" y="9406"/>
                    <a:pt x="2036" y="9608"/>
                    <a:pt x="1834" y="9751"/>
                  </a:cubicBezTo>
                  <a:cubicBezTo>
                    <a:pt x="1560" y="9941"/>
                    <a:pt x="1382" y="10060"/>
                    <a:pt x="1477" y="10215"/>
                  </a:cubicBezTo>
                  <a:cubicBezTo>
                    <a:pt x="1501" y="10275"/>
                    <a:pt x="1548" y="10311"/>
                    <a:pt x="1608" y="10322"/>
                  </a:cubicBezTo>
                  <a:cubicBezTo>
                    <a:pt x="1627" y="10327"/>
                    <a:pt x="1649" y="10330"/>
                    <a:pt x="1674" y="10330"/>
                  </a:cubicBezTo>
                  <a:cubicBezTo>
                    <a:pt x="1773" y="10330"/>
                    <a:pt x="1917" y="10291"/>
                    <a:pt x="2108" y="10215"/>
                  </a:cubicBezTo>
                  <a:lnTo>
                    <a:pt x="2108" y="10215"/>
                  </a:lnTo>
                  <a:cubicBezTo>
                    <a:pt x="2001" y="10311"/>
                    <a:pt x="1905" y="10418"/>
                    <a:pt x="1858" y="10549"/>
                  </a:cubicBezTo>
                  <a:cubicBezTo>
                    <a:pt x="1834" y="10620"/>
                    <a:pt x="1834" y="10680"/>
                    <a:pt x="1870" y="10739"/>
                  </a:cubicBezTo>
                  <a:cubicBezTo>
                    <a:pt x="1901" y="10794"/>
                    <a:pt x="1953" y="10823"/>
                    <a:pt x="2005" y="10823"/>
                  </a:cubicBezTo>
                  <a:cubicBezTo>
                    <a:pt x="2032" y="10823"/>
                    <a:pt x="2060" y="10815"/>
                    <a:pt x="2084" y="10799"/>
                  </a:cubicBezTo>
                  <a:cubicBezTo>
                    <a:pt x="5370" y="8846"/>
                    <a:pt x="10085" y="6084"/>
                    <a:pt x="11788" y="5143"/>
                  </a:cubicBezTo>
                  <a:lnTo>
                    <a:pt x="11788" y="5143"/>
                  </a:lnTo>
                  <a:cubicBezTo>
                    <a:pt x="10240" y="6370"/>
                    <a:pt x="5120" y="9406"/>
                    <a:pt x="1739" y="11334"/>
                  </a:cubicBezTo>
                  <a:cubicBezTo>
                    <a:pt x="1703" y="11358"/>
                    <a:pt x="1679" y="11382"/>
                    <a:pt x="1667" y="11430"/>
                  </a:cubicBezTo>
                  <a:cubicBezTo>
                    <a:pt x="1655" y="11465"/>
                    <a:pt x="1667" y="11513"/>
                    <a:pt x="1679" y="11549"/>
                  </a:cubicBezTo>
                  <a:cubicBezTo>
                    <a:pt x="1715" y="11596"/>
                    <a:pt x="1763" y="11632"/>
                    <a:pt x="1822" y="11644"/>
                  </a:cubicBezTo>
                  <a:cubicBezTo>
                    <a:pt x="1839" y="11649"/>
                    <a:pt x="1858" y="11651"/>
                    <a:pt x="1880" y="11651"/>
                  </a:cubicBezTo>
                  <a:cubicBezTo>
                    <a:pt x="2016" y="11651"/>
                    <a:pt x="2259" y="11557"/>
                    <a:pt x="2608" y="11382"/>
                  </a:cubicBezTo>
                  <a:lnTo>
                    <a:pt x="2608" y="11382"/>
                  </a:lnTo>
                  <a:cubicBezTo>
                    <a:pt x="1846" y="11930"/>
                    <a:pt x="1905" y="12025"/>
                    <a:pt x="1965" y="12144"/>
                  </a:cubicBezTo>
                  <a:cubicBezTo>
                    <a:pt x="1989" y="12180"/>
                    <a:pt x="2036" y="12216"/>
                    <a:pt x="2084" y="12227"/>
                  </a:cubicBezTo>
                  <a:cubicBezTo>
                    <a:pt x="2093" y="12229"/>
                    <a:pt x="2103" y="12230"/>
                    <a:pt x="2114" y="12230"/>
                  </a:cubicBezTo>
                  <a:cubicBezTo>
                    <a:pt x="2250" y="12230"/>
                    <a:pt x="2555" y="12087"/>
                    <a:pt x="3239" y="11668"/>
                  </a:cubicBezTo>
                  <a:lnTo>
                    <a:pt x="3239" y="11668"/>
                  </a:lnTo>
                  <a:cubicBezTo>
                    <a:pt x="2096" y="12418"/>
                    <a:pt x="1953" y="12632"/>
                    <a:pt x="2048" y="12799"/>
                  </a:cubicBezTo>
                  <a:cubicBezTo>
                    <a:pt x="2084" y="12847"/>
                    <a:pt x="2144" y="12894"/>
                    <a:pt x="2203" y="12906"/>
                  </a:cubicBezTo>
                  <a:cubicBezTo>
                    <a:pt x="2220" y="12910"/>
                    <a:pt x="2239" y="12912"/>
                    <a:pt x="2261" y="12912"/>
                  </a:cubicBezTo>
                  <a:cubicBezTo>
                    <a:pt x="2582" y="12912"/>
                    <a:pt x="3461" y="12502"/>
                    <a:pt x="4977" y="11632"/>
                  </a:cubicBezTo>
                  <a:lnTo>
                    <a:pt x="4977" y="11632"/>
                  </a:lnTo>
                  <a:lnTo>
                    <a:pt x="4572" y="11894"/>
                  </a:lnTo>
                  <a:cubicBezTo>
                    <a:pt x="3799" y="12358"/>
                    <a:pt x="3048" y="12811"/>
                    <a:pt x="2370" y="13204"/>
                  </a:cubicBezTo>
                  <a:cubicBezTo>
                    <a:pt x="2298" y="13251"/>
                    <a:pt x="2275" y="13347"/>
                    <a:pt x="2322" y="13418"/>
                  </a:cubicBezTo>
                  <a:cubicBezTo>
                    <a:pt x="2346" y="13454"/>
                    <a:pt x="2382" y="13478"/>
                    <a:pt x="2417" y="13489"/>
                  </a:cubicBezTo>
                  <a:cubicBezTo>
                    <a:pt x="2432" y="13492"/>
                    <a:pt x="2445" y="13495"/>
                    <a:pt x="2461" y="13495"/>
                  </a:cubicBezTo>
                  <a:cubicBezTo>
                    <a:pt x="2575" y="13495"/>
                    <a:pt x="2832" y="13353"/>
                    <a:pt x="4799" y="12108"/>
                  </a:cubicBezTo>
                  <a:cubicBezTo>
                    <a:pt x="5727" y="11549"/>
                    <a:pt x="6847" y="10870"/>
                    <a:pt x="7942" y="10180"/>
                  </a:cubicBezTo>
                  <a:cubicBezTo>
                    <a:pt x="8775" y="9656"/>
                    <a:pt x="9478" y="9215"/>
                    <a:pt x="10073" y="8834"/>
                  </a:cubicBezTo>
                  <a:cubicBezTo>
                    <a:pt x="10811" y="8394"/>
                    <a:pt x="11478" y="8025"/>
                    <a:pt x="11966" y="7775"/>
                  </a:cubicBezTo>
                  <a:lnTo>
                    <a:pt x="11966" y="7775"/>
                  </a:lnTo>
                  <a:cubicBezTo>
                    <a:pt x="10192" y="8941"/>
                    <a:pt x="5858" y="11727"/>
                    <a:pt x="2775" y="13692"/>
                  </a:cubicBezTo>
                  <a:cubicBezTo>
                    <a:pt x="2703" y="13740"/>
                    <a:pt x="2679" y="13823"/>
                    <a:pt x="2727" y="13894"/>
                  </a:cubicBezTo>
                  <a:cubicBezTo>
                    <a:pt x="2751" y="13954"/>
                    <a:pt x="2798" y="13990"/>
                    <a:pt x="2858" y="14001"/>
                  </a:cubicBezTo>
                  <a:cubicBezTo>
                    <a:pt x="2878" y="14006"/>
                    <a:pt x="2900" y="14009"/>
                    <a:pt x="2926" y="14009"/>
                  </a:cubicBezTo>
                  <a:cubicBezTo>
                    <a:pt x="3085" y="14009"/>
                    <a:pt x="3361" y="13913"/>
                    <a:pt x="3751" y="13728"/>
                  </a:cubicBezTo>
                  <a:lnTo>
                    <a:pt x="3751" y="13728"/>
                  </a:lnTo>
                  <a:cubicBezTo>
                    <a:pt x="2763" y="14335"/>
                    <a:pt x="2751" y="14430"/>
                    <a:pt x="2846" y="14573"/>
                  </a:cubicBezTo>
                  <a:cubicBezTo>
                    <a:pt x="2870" y="14621"/>
                    <a:pt x="2906" y="14644"/>
                    <a:pt x="2941" y="14656"/>
                  </a:cubicBezTo>
                  <a:cubicBezTo>
                    <a:pt x="2953" y="14659"/>
                    <a:pt x="2964" y="14661"/>
                    <a:pt x="2977" y="14661"/>
                  </a:cubicBezTo>
                  <a:cubicBezTo>
                    <a:pt x="3081" y="14661"/>
                    <a:pt x="3335" y="14509"/>
                    <a:pt x="5549" y="13132"/>
                  </a:cubicBezTo>
                  <a:cubicBezTo>
                    <a:pt x="7478" y="11930"/>
                    <a:pt x="10871" y="9822"/>
                    <a:pt x="12002" y="9310"/>
                  </a:cubicBezTo>
                  <a:lnTo>
                    <a:pt x="12002" y="9310"/>
                  </a:lnTo>
                  <a:cubicBezTo>
                    <a:pt x="10871" y="10275"/>
                    <a:pt x="6144" y="13180"/>
                    <a:pt x="3096" y="14990"/>
                  </a:cubicBezTo>
                  <a:cubicBezTo>
                    <a:pt x="3025" y="15037"/>
                    <a:pt x="3001" y="15121"/>
                    <a:pt x="3037" y="15204"/>
                  </a:cubicBezTo>
                  <a:cubicBezTo>
                    <a:pt x="3060" y="15252"/>
                    <a:pt x="3108" y="15287"/>
                    <a:pt x="3168" y="15299"/>
                  </a:cubicBezTo>
                  <a:cubicBezTo>
                    <a:pt x="3184" y="15302"/>
                    <a:pt x="3202" y="15305"/>
                    <a:pt x="3229" y="15305"/>
                  </a:cubicBezTo>
                  <a:cubicBezTo>
                    <a:pt x="3338" y="15305"/>
                    <a:pt x="3584" y="15250"/>
                    <a:pt x="4370" y="14847"/>
                  </a:cubicBezTo>
                  <a:lnTo>
                    <a:pt x="4370" y="14847"/>
                  </a:lnTo>
                  <a:lnTo>
                    <a:pt x="3489" y="15418"/>
                  </a:lnTo>
                  <a:lnTo>
                    <a:pt x="2906" y="15787"/>
                  </a:lnTo>
                  <a:cubicBezTo>
                    <a:pt x="2644" y="15966"/>
                    <a:pt x="2572" y="16014"/>
                    <a:pt x="2656" y="16145"/>
                  </a:cubicBezTo>
                  <a:cubicBezTo>
                    <a:pt x="2679" y="16180"/>
                    <a:pt x="2715" y="16216"/>
                    <a:pt x="2763" y="16228"/>
                  </a:cubicBezTo>
                  <a:cubicBezTo>
                    <a:pt x="2775" y="16230"/>
                    <a:pt x="2788" y="16232"/>
                    <a:pt x="2803" y="16232"/>
                  </a:cubicBezTo>
                  <a:cubicBezTo>
                    <a:pt x="2993" y="16232"/>
                    <a:pt x="3428" y="16010"/>
                    <a:pt x="4489" y="15347"/>
                  </a:cubicBezTo>
                  <a:lnTo>
                    <a:pt x="4489" y="15347"/>
                  </a:lnTo>
                  <a:cubicBezTo>
                    <a:pt x="3382" y="16085"/>
                    <a:pt x="3358" y="16228"/>
                    <a:pt x="3441" y="16371"/>
                  </a:cubicBezTo>
                  <a:cubicBezTo>
                    <a:pt x="3465" y="16418"/>
                    <a:pt x="3513" y="16454"/>
                    <a:pt x="3572" y="16466"/>
                  </a:cubicBezTo>
                  <a:cubicBezTo>
                    <a:pt x="3589" y="16470"/>
                    <a:pt x="3607" y="16473"/>
                    <a:pt x="3627" y="16473"/>
                  </a:cubicBezTo>
                  <a:cubicBezTo>
                    <a:pt x="3771" y="16473"/>
                    <a:pt x="4022" y="16362"/>
                    <a:pt x="4418" y="16133"/>
                  </a:cubicBezTo>
                  <a:lnTo>
                    <a:pt x="4418" y="16133"/>
                  </a:lnTo>
                  <a:cubicBezTo>
                    <a:pt x="4132" y="16383"/>
                    <a:pt x="4084" y="16537"/>
                    <a:pt x="4156" y="16657"/>
                  </a:cubicBezTo>
                  <a:cubicBezTo>
                    <a:pt x="4179" y="16703"/>
                    <a:pt x="4227" y="16729"/>
                    <a:pt x="4277" y="16729"/>
                  </a:cubicBezTo>
                  <a:cubicBezTo>
                    <a:pt x="4305" y="16729"/>
                    <a:pt x="4333" y="16721"/>
                    <a:pt x="4358" y="16704"/>
                  </a:cubicBezTo>
                  <a:lnTo>
                    <a:pt x="8323" y="14418"/>
                  </a:lnTo>
                  <a:lnTo>
                    <a:pt x="8323" y="14418"/>
                  </a:lnTo>
                  <a:cubicBezTo>
                    <a:pt x="5311" y="16466"/>
                    <a:pt x="5334" y="16502"/>
                    <a:pt x="5430" y="16680"/>
                  </a:cubicBezTo>
                  <a:cubicBezTo>
                    <a:pt x="5465" y="16740"/>
                    <a:pt x="5513" y="16776"/>
                    <a:pt x="5573" y="16788"/>
                  </a:cubicBezTo>
                  <a:cubicBezTo>
                    <a:pt x="5588" y="16791"/>
                    <a:pt x="5604" y="16792"/>
                    <a:pt x="5622" y="16792"/>
                  </a:cubicBezTo>
                  <a:cubicBezTo>
                    <a:pt x="5931" y="16792"/>
                    <a:pt x="6675" y="16310"/>
                    <a:pt x="8216" y="15264"/>
                  </a:cubicBezTo>
                  <a:cubicBezTo>
                    <a:pt x="8442" y="15109"/>
                    <a:pt x="8680" y="14954"/>
                    <a:pt x="8918" y="14787"/>
                  </a:cubicBezTo>
                  <a:lnTo>
                    <a:pt x="8918" y="14787"/>
                  </a:lnTo>
                  <a:lnTo>
                    <a:pt x="8502" y="15085"/>
                  </a:lnTo>
                  <a:cubicBezTo>
                    <a:pt x="7120" y="16085"/>
                    <a:pt x="6466" y="16633"/>
                    <a:pt x="6525" y="16752"/>
                  </a:cubicBezTo>
                  <a:cubicBezTo>
                    <a:pt x="6561" y="16788"/>
                    <a:pt x="6597" y="16823"/>
                    <a:pt x="6656" y="16835"/>
                  </a:cubicBezTo>
                  <a:cubicBezTo>
                    <a:pt x="6671" y="16838"/>
                    <a:pt x="6687" y="16840"/>
                    <a:pt x="6704" y="16840"/>
                  </a:cubicBezTo>
                  <a:cubicBezTo>
                    <a:pt x="6941" y="16840"/>
                    <a:pt x="7452" y="16526"/>
                    <a:pt x="8883" y="15561"/>
                  </a:cubicBezTo>
                  <a:cubicBezTo>
                    <a:pt x="9144" y="15394"/>
                    <a:pt x="9442" y="15192"/>
                    <a:pt x="9716" y="15013"/>
                  </a:cubicBezTo>
                  <a:lnTo>
                    <a:pt x="9716" y="15013"/>
                  </a:lnTo>
                  <a:cubicBezTo>
                    <a:pt x="7966" y="16442"/>
                    <a:pt x="7978" y="16478"/>
                    <a:pt x="8073" y="16633"/>
                  </a:cubicBezTo>
                  <a:cubicBezTo>
                    <a:pt x="8097" y="16668"/>
                    <a:pt x="8132" y="16692"/>
                    <a:pt x="8180" y="16704"/>
                  </a:cubicBezTo>
                  <a:cubicBezTo>
                    <a:pt x="8189" y="16709"/>
                    <a:pt x="8201" y="16714"/>
                    <a:pt x="8221" y="16714"/>
                  </a:cubicBezTo>
                  <a:cubicBezTo>
                    <a:pt x="8303" y="16714"/>
                    <a:pt x="8521" y="16636"/>
                    <a:pt x="9275" y="16168"/>
                  </a:cubicBezTo>
                  <a:lnTo>
                    <a:pt x="9275" y="16168"/>
                  </a:lnTo>
                  <a:cubicBezTo>
                    <a:pt x="8847" y="16668"/>
                    <a:pt x="8871" y="16716"/>
                    <a:pt x="8930" y="16811"/>
                  </a:cubicBezTo>
                  <a:cubicBezTo>
                    <a:pt x="8942" y="16847"/>
                    <a:pt x="8978" y="16883"/>
                    <a:pt x="9025" y="16895"/>
                  </a:cubicBezTo>
                  <a:lnTo>
                    <a:pt x="9061" y="16895"/>
                  </a:lnTo>
                  <a:lnTo>
                    <a:pt x="9061" y="16907"/>
                  </a:lnTo>
                  <a:cubicBezTo>
                    <a:pt x="9085" y="16907"/>
                    <a:pt x="9109" y="16907"/>
                    <a:pt x="9133" y="16895"/>
                  </a:cubicBezTo>
                  <a:cubicBezTo>
                    <a:pt x="9811" y="16478"/>
                    <a:pt x="10585" y="16026"/>
                    <a:pt x="10716" y="15966"/>
                  </a:cubicBezTo>
                  <a:cubicBezTo>
                    <a:pt x="10740" y="15966"/>
                    <a:pt x="10752" y="15954"/>
                    <a:pt x="10764" y="15942"/>
                  </a:cubicBezTo>
                  <a:lnTo>
                    <a:pt x="10776" y="15942"/>
                  </a:lnTo>
                  <a:cubicBezTo>
                    <a:pt x="10847" y="15906"/>
                    <a:pt x="10871" y="15811"/>
                    <a:pt x="10823" y="15728"/>
                  </a:cubicBezTo>
                  <a:cubicBezTo>
                    <a:pt x="10799" y="15692"/>
                    <a:pt x="10764" y="15668"/>
                    <a:pt x="10728" y="15656"/>
                  </a:cubicBezTo>
                  <a:cubicBezTo>
                    <a:pt x="10718" y="15655"/>
                    <a:pt x="10708" y="15653"/>
                    <a:pt x="10697" y="15653"/>
                  </a:cubicBezTo>
                  <a:cubicBezTo>
                    <a:pt x="10630" y="15653"/>
                    <a:pt x="10495" y="15713"/>
                    <a:pt x="9680" y="16192"/>
                  </a:cubicBezTo>
                  <a:cubicBezTo>
                    <a:pt x="9811" y="16061"/>
                    <a:pt x="9954" y="15895"/>
                    <a:pt x="10133" y="15704"/>
                  </a:cubicBezTo>
                  <a:cubicBezTo>
                    <a:pt x="10347" y="15478"/>
                    <a:pt x="10371" y="15454"/>
                    <a:pt x="10311" y="15347"/>
                  </a:cubicBezTo>
                  <a:lnTo>
                    <a:pt x="10299" y="15347"/>
                  </a:lnTo>
                  <a:cubicBezTo>
                    <a:pt x="10269" y="15301"/>
                    <a:pt x="10218" y="15274"/>
                    <a:pt x="10167" y="15274"/>
                  </a:cubicBezTo>
                  <a:cubicBezTo>
                    <a:pt x="10139" y="15274"/>
                    <a:pt x="10110" y="15282"/>
                    <a:pt x="10085" y="15299"/>
                  </a:cubicBezTo>
                  <a:cubicBezTo>
                    <a:pt x="9787" y="15490"/>
                    <a:pt x="9478" y="15692"/>
                    <a:pt x="9192" y="15871"/>
                  </a:cubicBezTo>
                  <a:cubicBezTo>
                    <a:pt x="9537" y="15573"/>
                    <a:pt x="9930" y="15252"/>
                    <a:pt x="10216" y="15025"/>
                  </a:cubicBezTo>
                  <a:cubicBezTo>
                    <a:pt x="10835" y="14513"/>
                    <a:pt x="11121" y="14228"/>
                    <a:pt x="11073" y="14132"/>
                  </a:cubicBezTo>
                  <a:cubicBezTo>
                    <a:pt x="11049" y="14097"/>
                    <a:pt x="11002" y="14061"/>
                    <a:pt x="10942" y="14049"/>
                  </a:cubicBezTo>
                  <a:cubicBezTo>
                    <a:pt x="10928" y="14045"/>
                    <a:pt x="10912" y="14044"/>
                    <a:pt x="10894" y="14044"/>
                  </a:cubicBezTo>
                  <a:cubicBezTo>
                    <a:pt x="10679" y="14044"/>
                    <a:pt x="10208" y="14320"/>
                    <a:pt x="8966" y="15144"/>
                  </a:cubicBezTo>
                  <a:cubicBezTo>
                    <a:pt x="10811" y="13811"/>
                    <a:pt x="10811" y="13799"/>
                    <a:pt x="10716" y="13644"/>
                  </a:cubicBezTo>
                  <a:cubicBezTo>
                    <a:pt x="10692" y="13597"/>
                    <a:pt x="10645" y="13561"/>
                    <a:pt x="10585" y="13549"/>
                  </a:cubicBezTo>
                  <a:cubicBezTo>
                    <a:pt x="10570" y="13546"/>
                    <a:pt x="10553" y="13544"/>
                    <a:pt x="10534" y="13544"/>
                  </a:cubicBezTo>
                  <a:cubicBezTo>
                    <a:pt x="10240" y="13544"/>
                    <a:pt x="9550" y="13995"/>
                    <a:pt x="8037" y="15025"/>
                  </a:cubicBezTo>
                  <a:cubicBezTo>
                    <a:pt x="7728" y="15228"/>
                    <a:pt x="7370" y="15466"/>
                    <a:pt x="7037" y="15692"/>
                  </a:cubicBezTo>
                  <a:cubicBezTo>
                    <a:pt x="7763" y="15180"/>
                    <a:pt x="8656" y="14585"/>
                    <a:pt x="9359" y="14109"/>
                  </a:cubicBezTo>
                  <a:cubicBezTo>
                    <a:pt x="9966" y="13692"/>
                    <a:pt x="10538" y="13311"/>
                    <a:pt x="10942" y="13025"/>
                  </a:cubicBezTo>
                  <a:cubicBezTo>
                    <a:pt x="11169" y="12870"/>
                    <a:pt x="11323" y="12763"/>
                    <a:pt x="11442" y="12680"/>
                  </a:cubicBezTo>
                  <a:cubicBezTo>
                    <a:pt x="11621" y="12549"/>
                    <a:pt x="11728" y="12466"/>
                    <a:pt x="11645" y="12335"/>
                  </a:cubicBezTo>
                  <a:cubicBezTo>
                    <a:pt x="11633" y="12299"/>
                    <a:pt x="11597" y="12275"/>
                    <a:pt x="11550" y="12263"/>
                  </a:cubicBezTo>
                  <a:cubicBezTo>
                    <a:pt x="11535" y="12258"/>
                    <a:pt x="11518" y="12255"/>
                    <a:pt x="11501" y="12255"/>
                  </a:cubicBezTo>
                  <a:cubicBezTo>
                    <a:pt x="11476" y="12255"/>
                    <a:pt x="11451" y="12261"/>
                    <a:pt x="11430" y="12275"/>
                  </a:cubicBezTo>
                  <a:lnTo>
                    <a:pt x="5894" y="15466"/>
                  </a:lnTo>
                  <a:cubicBezTo>
                    <a:pt x="6716" y="14942"/>
                    <a:pt x="7740" y="14323"/>
                    <a:pt x="8549" y="13835"/>
                  </a:cubicBezTo>
                  <a:cubicBezTo>
                    <a:pt x="11371" y="12132"/>
                    <a:pt x="11454" y="12025"/>
                    <a:pt x="11335" y="11823"/>
                  </a:cubicBezTo>
                  <a:cubicBezTo>
                    <a:pt x="11300" y="11763"/>
                    <a:pt x="11252" y="11727"/>
                    <a:pt x="11180" y="11715"/>
                  </a:cubicBezTo>
                  <a:cubicBezTo>
                    <a:pt x="11158" y="11710"/>
                    <a:pt x="11132" y="11707"/>
                    <a:pt x="11103" y="11707"/>
                  </a:cubicBezTo>
                  <a:cubicBezTo>
                    <a:pt x="11008" y="11707"/>
                    <a:pt x="10877" y="11738"/>
                    <a:pt x="10704" y="11811"/>
                  </a:cubicBezTo>
                  <a:cubicBezTo>
                    <a:pt x="11764" y="11132"/>
                    <a:pt x="11776" y="11073"/>
                    <a:pt x="11692" y="10930"/>
                  </a:cubicBezTo>
                  <a:cubicBezTo>
                    <a:pt x="11657" y="10870"/>
                    <a:pt x="11609" y="10834"/>
                    <a:pt x="11550" y="10822"/>
                  </a:cubicBezTo>
                  <a:cubicBezTo>
                    <a:pt x="11532" y="10818"/>
                    <a:pt x="11511" y="10815"/>
                    <a:pt x="11488" y="10815"/>
                  </a:cubicBezTo>
                  <a:cubicBezTo>
                    <a:pt x="11340" y="10815"/>
                    <a:pt x="11086" y="10911"/>
                    <a:pt x="10716" y="11096"/>
                  </a:cubicBezTo>
                  <a:cubicBezTo>
                    <a:pt x="11026" y="10894"/>
                    <a:pt x="11288" y="10727"/>
                    <a:pt x="11490" y="10584"/>
                  </a:cubicBezTo>
                  <a:cubicBezTo>
                    <a:pt x="11692" y="10441"/>
                    <a:pt x="11847" y="10334"/>
                    <a:pt x="11954" y="10263"/>
                  </a:cubicBezTo>
                  <a:cubicBezTo>
                    <a:pt x="12133" y="10144"/>
                    <a:pt x="12240" y="10060"/>
                    <a:pt x="12169" y="9930"/>
                  </a:cubicBezTo>
                  <a:lnTo>
                    <a:pt x="12157" y="9930"/>
                  </a:lnTo>
                  <a:cubicBezTo>
                    <a:pt x="12127" y="9878"/>
                    <a:pt x="12080" y="9854"/>
                    <a:pt x="12032" y="9854"/>
                  </a:cubicBezTo>
                  <a:cubicBezTo>
                    <a:pt x="12001" y="9854"/>
                    <a:pt x="11970" y="9864"/>
                    <a:pt x="11942" y="9882"/>
                  </a:cubicBezTo>
                  <a:cubicBezTo>
                    <a:pt x="10835" y="10596"/>
                    <a:pt x="9454" y="11465"/>
                    <a:pt x="8121" y="12287"/>
                  </a:cubicBezTo>
                  <a:cubicBezTo>
                    <a:pt x="12740" y="9394"/>
                    <a:pt x="12621" y="9179"/>
                    <a:pt x="12514" y="8989"/>
                  </a:cubicBezTo>
                  <a:cubicBezTo>
                    <a:pt x="12478" y="8941"/>
                    <a:pt x="12443" y="8918"/>
                    <a:pt x="12383" y="8906"/>
                  </a:cubicBezTo>
                  <a:cubicBezTo>
                    <a:pt x="12377" y="8900"/>
                    <a:pt x="12368" y="8897"/>
                    <a:pt x="12358" y="8897"/>
                  </a:cubicBezTo>
                  <a:cubicBezTo>
                    <a:pt x="12347" y="8897"/>
                    <a:pt x="12335" y="8900"/>
                    <a:pt x="12323" y="8906"/>
                  </a:cubicBezTo>
                  <a:cubicBezTo>
                    <a:pt x="13014" y="8394"/>
                    <a:pt x="13193" y="8120"/>
                    <a:pt x="13074" y="7917"/>
                  </a:cubicBezTo>
                  <a:cubicBezTo>
                    <a:pt x="13050" y="7882"/>
                    <a:pt x="13026" y="7858"/>
                    <a:pt x="12978" y="7846"/>
                  </a:cubicBezTo>
                  <a:cubicBezTo>
                    <a:pt x="12977" y="7846"/>
                    <a:pt x="12976" y="7846"/>
                    <a:pt x="12975" y="7846"/>
                  </a:cubicBezTo>
                  <a:cubicBezTo>
                    <a:pt x="12910" y="7846"/>
                    <a:pt x="12388" y="8144"/>
                    <a:pt x="11442" y="8751"/>
                  </a:cubicBezTo>
                  <a:cubicBezTo>
                    <a:pt x="9799" y="9787"/>
                    <a:pt x="6120" y="12120"/>
                    <a:pt x="4156" y="13180"/>
                  </a:cubicBezTo>
                  <a:cubicBezTo>
                    <a:pt x="5120" y="12561"/>
                    <a:pt x="6537" y="11656"/>
                    <a:pt x="7942" y="10751"/>
                  </a:cubicBezTo>
                  <a:cubicBezTo>
                    <a:pt x="9406" y="9810"/>
                    <a:pt x="10561" y="9060"/>
                    <a:pt x="11395" y="8513"/>
                  </a:cubicBezTo>
                  <a:cubicBezTo>
                    <a:pt x="12514" y="7786"/>
                    <a:pt x="13050" y="7358"/>
                    <a:pt x="12978" y="7251"/>
                  </a:cubicBezTo>
                  <a:cubicBezTo>
                    <a:pt x="12954" y="7203"/>
                    <a:pt x="12907" y="7167"/>
                    <a:pt x="12847" y="7155"/>
                  </a:cubicBezTo>
                  <a:cubicBezTo>
                    <a:pt x="12825" y="7153"/>
                    <a:pt x="12802" y="7152"/>
                    <a:pt x="12779" y="7152"/>
                  </a:cubicBezTo>
                  <a:cubicBezTo>
                    <a:pt x="12668" y="7152"/>
                    <a:pt x="12553" y="7175"/>
                    <a:pt x="12454" y="7215"/>
                  </a:cubicBezTo>
                  <a:cubicBezTo>
                    <a:pt x="13312" y="6584"/>
                    <a:pt x="13252" y="6465"/>
                    <a:pt x="13181" y="6358"/>
                  </a:cubicBezTo>
                  <a:cubicBezTo>
                    <a:pt x="13169" y="6322"/>
                    <a:pt x="13133" y="6298"/>
                    <a:pt x="13085" y="6286"/>
                  </a:cubicBezTo>
                  <a:cubicBezTo>
                    <a:pt x="13084" y="6286"/>
                    <a:pt x="13082" y="6286"/>
                    <a:pt x="13079" y="6286"/>
                  </a:cubicBezTo>
                  <a:cubicBezTo>
                    <a:pt x="13017" y="6286"/>
                    <a:pt x="12734" y="6441"/>
                    <a:pt x="12240" y="6762"/>
                  </a:cubicBezTo>
                  <a:cubicBezTo>
                    <a:pt x="11109" y="7489"/>
                    <a:pt x="8752" y="9001"/>
                    <a:pt x="6608" y="10299"/>
                  </a:cubicBezTo>
                  <a:cubicBezTo>
                    <a:pt x="3989" y="11882"/>
                    <a:pt x="2929" y="12394"/>
                    <a:pt x="2513" y="12549"/>
                  </a:cubicBezTo>
                  <a:cubicBezTo>
                    <a:pt x="3275" y="11918"/>
                    <a:pt x="6096" y="10251"/>
                    <a:pt x="8228" y="8989"/>
                  </a:cubicBezTo>
                  <a:cubicBezTo>
                    <a:pt x="13312" y="5977"/>
                    <a:pt x="13455" y="5822"/>
                    <a:pt x="13312" y="5572"/>
                  </a:cubicBezTo>
                  <a:cubicBezTo>
                    <a:pt x="13276" y="5512"/>
                    <a:pt x="13216" y="5465"/>
                    <a:pt x="13145" y="5453"/>
                  </a:cubicBezTo>
                  <a:cubicBezTo>
                    <a:pt x="13122" y="5448"/>
                    <a:pt x="13097" y="5446"/>
                    <a:pt x="13070" y="5446"/>
                  </a:cubicBezTo>
                  <a:cubicBezTo>
                    <a:pt x="12880" y="5446"/>
                    <a:pt x="12571" y="5553"/>
                    <a:pt x="12145" y="5750"/>
                  </a:cubicBezTo>
                  <a:lnTo>
                    <a:pt x="12204" y="5715"/>
                  </a:lnTo>
                  <a:cubicBezTo>
                    <a:pt x="12526" y="5512"/>
                    <a:pt x="12752" y="5369"/>
                    <a:pt x="12907" y="5262"/>
                  </a:cubicBezTo>
                  <a:cubicBezTo>
                    <a:pt x="13169" y="5096"/>
                    <a:pt x="13276" y="5024"/>
                    <a:pt x="13193" y="4869"/>
                  </a:cubicBezTo>
                  <a:cubicBezTo>
                    <a:pt x="13169" y="4822"/>
                    <a:pt x="13121" y="4786"/>
                    <a:pt x="13074" y="4774"/>
                  </a:cubicBezTo>
                  <a:cubicBezTo>
                    <a:pt x="13059" y="4771"/>
                    <a:pt x="13043" y="4770"/>
                    <a:pt x="13025" y="4770"/>
                  </a:cubicBezTo>
                  <a:cubicBezTo>
                    <a:pt x="12899" y="4770"/>
                    <a:pt x="12696" y="4844"/>
                    <a:pt x="12383" y="5000"/>
                  </a:cubicBezTo>
                  <a:cubicBezTo>
                    <a:pt x="12454" y="4941"/>
                    <a:pt x="12514" y="4846"/>
                    <a:pt x="12550" y="4750"/>
                  </a:cubicBezTo>
                  <a:cubicBezTo>
                    <a:pt x="12562" y="4691"/>
                    <a:pt x="12562" y="4619"/>
                    <a:pt x="12526" y="4572"/>
                  </a:cubicBezTo>
                  <a:cubicBezTo>
                    <a:pt x="12502" y="4536"/>
                    <a:pt x="12466" y="4500"/>
                    <a:pt x="12431" y="4488"/>
                  </a:cubicBezTo>
                  <a:cubicBezTo>
                    <a:pt x="12422" y="4486"/>
                    <a:pt x="12414" y="4484"/>
                    <a:pt x="12402" y="4484"/>
                  </a:cubicBezTo>
                  <a:cubicBezTo>
                    <a:pt x="12281" y="4484"/>
                    <a:pt x="11794" y="4709"/>
                    <a:pt x="7049" y="7489"/>
                  </a:cubicBezTo>
                  <a:cubicBezTo>
                    <a:pt x="5394" y="8453"/>
                    <a:pt x="3751" y="9429"/>
                    <a:pt x="2775" y="10001"/>
                  </a:cubicBezTo>
                  <a:cubicBezTo>
                    <a:pt x="3013" y="9822"/>
                    <a:pt x="3310" y="9608"/>
                    <a:pt x="3656" y="9382"/>
                  </a:cubicBezTo>
                  <a:cubicBezTo>
                    <a:pt x="4739" y="8739"/>
                    <a:pt x="6287" y="7775"/>
                    <a:pt x="8418" y="6429"/>
                  </a:cubicBezTo>
                  <a:lnTo>
                    <a:pt x="9502" y="5750"/>
                  </a:lnTo>
                  <a:cubicBezTo>
                    <a:pt x="10538" y="5131"/>
                    <a:pt x="11621" y="4512"/>
                    <a:pt x="12681" y="3905"/>
                  </a:cubicBezTo>
                  <a:cubicBezTo>
                    <a:pt x="12716" y="3893"/>
                    <a:pt x="12740" y="3857"/>
                    <a:pt x="12752" y="3810"/>
                  </a:cubicBezTo>
                  <a:cubicBezTo>
                    <a:pt x="12764" y="3774"/>
                    <a:pt x="12764" y="3726"/>
                    <a:pt x="12740" y="3691"/>
                  </a:cubicBezTo>
                  <a:cubicBezTo>
                    <a:pt x="12716" y="3655"/>
                    <a:pt x="12681" y="3631"/>
                    <a:pt x="12633" y="3619"/>
                  </a:cubicBezTo>
                  <a:cubicBezTo>
                    <a:pt x="12620" y="3616"/>
                    <a:pt x="12606" y="3614"/>
                    <a:pt x="12589" y="3614"/>
                  </a:cubicBezTo>
                  <a:cubicBezTo>
                    <a:pt x="12388" y="3614"/>
                    <a:pt x="11874" y="3897"/>
                    <a:pt x="10192" y="4941"/>
                  </a:cubicBezTo>
                  <a:cubicBezTo>
                    <a:pt x="10740" y="4596"/>
                    <a:pt x="11145" y="4322"/>
                    <a:pt x="11430" y="4107"/>
                  </a:cubicBezTo>
                  <a:cubicBezTo>
                    <a:pt x="11883" y="3786"/>
                    <a:pt x="12073" y="3607"/>
                    <a:pt x="11966" y="3441"/>
                  </a:cubicBezTo>
                  <a:cubicBezTo>
                    <a:pt x="11942" y="3405"/>
                    <a:pt x="11907" y="3381"/>
                    <a:pt x="11871" y="3369"/>
                  </a:cubicBezTo>
                  <a:cubicBezTo>
                    <a:pt x="11862" y="3367"/>
                    <a:pt x="11854" y="3364"/>
                    <a:pt x="11843" y="3364"/>
                  </a:cubicBezTo>
                  <a:cubicBezTo>
                    <a:pt x="11746" y="3364"/>
                    <a:pt x="11418" y="3535"/>
                    <a:pt x="8490" y="5238"/>
                  </a:cubicBezTo>
                  <a:cubicBezTo>
                    <a:pt x="11573" y="3286"/>
                    <a:pt x="11526" y="3191"/>
                    <a:pt x="11419" y="3012"/>
                  </a:cubicBezTo>
                  <a:cubicBezTo>
                    <a:pt x="11383" y="2952"/>
                    <a:pt x="11323" y="2905"/>
                    <a:pt x="11252" y="2893"/>
                  </a:cubicBezTo>
                  <a:cubicBezTo>
                    <a:pt x="11230" y="2890"/>
                    <a:pt x="11207" y="2888"/>
                    <a:pt x="11185" y="2888"/>
                  </a:cubicBezTo>
                  <a:cubicBezTo>
                    <a:pt x="11124" y="2888"/>
                    <a:pt x="11063" y="2899"/>
                    <a:pt x="11002" y="2917"/>
                  </a:cubicBezTo>
                  <a:cubicBezTo>
                    <a:pt x="11216" y="2679"/>
                    <a:pt x="11192" y="2560"/>
                    <a:pt x="11145" y="2464"/>
                  </a:cubicBezTo>
                  <a:cubicBezTo>
                    <a:pt x="11121" y="2429"/>
                    <a:pt x="11073" y="2393"/>
                    <a:pt x="11026" y="2381"/>
                  </a:cubicBezTo>
                  <a:cubicBezTo>
                    <a:pt x="11011" y="2377"/>
                    <a:pt x="10995" y="2373"/>
                    <a:pt x="10972" y="2373"/>
                  </a:cubicBezTo>
                  <a:cubicBezTo>
                    <a:pt x="10862" y="2373"/>
                    <a:pt x="10585" y="2464"/>
                    <a:pt x="9478" y="3072"/>
                  </a:cubicBezTo>
                  <a:cubicBezTo>
                    <a:pt x="10430" y="2452"/>
                    <a:pt x="10847" y="2179"/>
                    <a:pt x="11014" y="2036"/>
                  </a:cubicBezTo>
                  <a:cubicBezTo>
                    <a:pt x="11133" y="1929"/>
                    <a:pt x="11109" y="1881"/>
                    <a:pt x="11073" y="1821"/>
                  </a:cubicBezTo>
                  <a:cubicBezTo>
                    <a:pt x="11049" y="1786"/>
                    <a:pt x="11014" y="1750"/>
                    <a:pt x="10978" y="1750"/>
                  </a:cubicBezTo>
                  <a:cubicBezTo>
                    <a:pt x="10976" y="1749"/>
                    <a:pt x="10974" y="1749"/>
                    <a:pt x="10971" y="1749"/>
                  </a:cubicBezTo>
                  <a:cubicBezTo>
                    <a:pt x="10909" y="1749"/>
                    <a:pt x="10662" y="1881"/>
                    <a:pt x="10228" y="2167"/>
                  </a:cubicBezTo>
                  <a:cubicBezTo>
                    <a:pt x="5549" y="5155"/>
                    <a:pt x="3120" y="6584"/>
                    <a:pt x="1870" y="7239"/>
                  </a:cubicBezTo>
                  <a:cubicBezTo>
                    <a:pt x="2810" y="6632"/>
                    <a:pt x="4191" y="5750"/>
                    <a:pt x="5561" y="4869"/>
                  </a:cubicBezTo>
                  <a:cubicBezTo>
                    <a:pt x="6989" y="3953"/>
                    <a:pt x="8121" y="3214"/>
                    <a:pt x="8930" y="2691"/>
                  </a:cubicBezTo>
                  <a:cubicBezTo>
                    <a:pt x="9406" y="2381"/>
                    <a:pt x="9776" y="2131"/>
                    <a:pt x="10037" y="1964"/>
                  </a:cubicBezTo>
                  <a:cubicBezTo>
                    <a:pt x="10168" y="1869"/>
                    <a:pt x="10276" y="1809"/>
                    <a:pt x="10347" y="1750"/>
                  </a:cubicBezTo>
                  <a:cubicBezTo>
                    <a:pt x="10454" y="1679"/>
                    <a:pt x="10573" y="1595"/>
                    <a:pt x="10490" y="1464"/>
                  </a:cubicBezTo>
                  <a:cubicBezTo>
                    <a:pt x="10478" y="1428"/>
                    <a:pt x="10442" y="1405"/>
                    <a:pt x="10395" y="1393"/>
                  </a:cubicBezTo>
                  <a:cubicBezTo>
                    <a:pt x="10385" y="1390"/>
                    <a:pt x="10375" y="1388"/>
                    <a:pt x="10364" y="1388"/>
                  </a:cubicBezTo>
                  <a:cubicBezTo>
                    <a:pt x="10334" y="1388"/>
                    <a:pt x="10302" y="1399"/>
                    <a:pt x="10276" y="1417"/>
                  </a:cubicBezTo>
                  <a:cubicBezTo>
                    <a:pt x="8561" y="2488"/>
                    <a:pt x="6311" y="3857"/>
                    <a:pt x="4418" y="4977"/>
                  </a:cubicBezTo>
                  <a:cubicBezTo>
                    <a:pt x="4763" y="4762"/>
                    <a:pt x="5108" y="4548"/>
                    <a:pt x="5454" y="4322"/>
                  </a:cubicBezTo>
                  <a:cubicBezTo>
                    <a:pt x="10240" y="1262"/>
                    <a:pt x="10168" y="1131"/>
                    <a:pt x="10061" y="952"/>
                  </a:cubicBezTo>
                  <a:cubicBezTo>
                    <a:pt x="10037" y="917"/>
                    <a:pt x="10002" y="881"/>
                    <a:pt x="9966" y="881"/>
                  </a:cubicBezTo>
                  <a:cubicBezTo>
                    <a:pt x="9956" y="878"/>
                    <a:pt x="9947" y="875"/>
                    <a:pt x="9933" y="875"/>
                  </a:cubicBezTo>
                  <a:cubicBezTo>
                    <a:pt x="9836" y="875"/>
                    <a:pt x="9532" y="1020"/>
                    <a:pt x="7299" y="2310"/>
                  </a:cubicBezTo>
                  <a:cubicBezTo>
                    <a:pt x="9109" y="1107"/>
                    <a:pt x="9049" y="1012"/>
                    <a:pt x="8978" y="881"/>
                  </a:cubicBezTo>
                  <a:cubicBezTo>
                    <a:pt x="8954" y="833"/>
                    <a:pt x="8906" y="797"/>
                    <a:pt x="8859" y="786"/>
                  </a:cubicBezTo>
                  <a:cubicBezTo>
                    <a:pt x="8846" y="783"/>
                    <a:pt x="8832" y="782"/>
                    <a:pt x="8816" y="782"/>
                  </a:cubicBezTo>
                  <a:cubicBezTo>
                    <a:pt x="8479" y="782"/>
                    <a:pt x="7424" y="1409"/>
                    <a:pt x="4465" y="3298"/>
                  </a:cubicBezTo>
                  <a:cubicBezTo>
                    <a:pt x="3489" y="3917"/>
                    <a:pt x="2370" y="4631"/>
                    <a:pt x="1572" y="5096"/>
                  </a:cubicBezTo>
                  <a:cubicBezTo>
                    <a:pt x="3048" y="4060"/>
                    <a:pt x="6025" y="2119"/>
                    <a:pt x="8061" y="821"/>
                  </a:cubicBezTo>
                  <a:cubicBezTo>
                    <a:pt x="8132" y="774"/>
                    <a:pt x="8156" y="678"/>
                    <a:pt x="8109" y="607"/>
                  </a:cubicBezTo>
                  <a:cubicBezTo>
                    <a:pt x="8097" y="571"/>
                    <a:pt x="8049" y="547"/>
                    <a:pt x="8013" y="536"/>
                  </a:cubicBezTo>
                  <a:cubicBezTo>
                    <a:pt x="8002" y="533"/>
                    <a:pt x="7990" y="532"/>
                    <a:pt x="7976" y="532"/>
                  </a:cubicBezTo>
                  <a:cubicBezTo>
                    <a:pt x="7792" y="532"/>
                    <a:pt x="7368" y="785"/>
                    <a:pt x="5406" y="2060"/>
                  </a:cubicBezTo>
                  <a:cubicBezTo>
                    <a:pt x="4858" y="2417"/>
                    <a:pt x="4191" y="2857"/>
                    <a:pt x="3525" y="3274"/>
                  </a:cubicBezTo>
                  <a:lnTo>
                    <a:pt x="4001" y="2952"/>
                  </a:lnTo>
                  <a:cubicBezTo>
                    <a:pt x="7287" y="797"/>
                    <a:pt x="7216" y="666"/>
                    <a:pt x="7120" y="500"/>
                  </a:cubicBezTo>
                  <a:cubicBezTo>
                    <a:pt x="7085" y="452"/>
                    <a:pt x="7037" y="416"/>
                    <a:pt x="6978" y="405"/>
                  </a:cubicBezTo>
                  <a:cubicBezTo>
                    <a:pt x="6960" y="400"/>
                    <a:pt x="6939" y="398"/>
                    <a:pt x="6917" y="398"/>
                  </a:cubicBezTo>
                  <a:cubicBezTo>
                    <a:pt x="6526" y="398"/>
                    <a:pt x="5382" y="1072"/>
                    <a:pt x="3144" y="2500"/>
                  </a:cubicBezTo>
                  <a:cubicBezTo>
                    <a:pt x="4168" y="1821"/>
                    <a:pt x="5382" y="1036"/>
                    <a:pt x="6561" y="309"/>
                  </a:cubicBezTo>
                  <a:cubicBezTo>
                    <a:pt x="6632" y="262"/>
                    <a:pt x="6656" y="166"/>
                    <a:pt x="6608" y="95"/>
                  </a:cubicBezTo>
                  <a:cubicBezTo>
                    <a:pt x="6585" y="47"/>
                    <a:pt x="6549" y="24"/>
                    <a:pt x="6489" y="12"/>
                  </a:cubicBezTo>
                  <a:cubicBezTo>
                    <a:pt x="6473" y="6"/>
                    <a:pt x="6454" y="1"/>
                    <a:pt x="64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14"/>
            <p:cNvSpPr/>
            <p:nvPr/>
          </p:nvSpPr>
          <p:spPr>
            <a:xfrm>
              <a:off x="7018875" y="2905232"/>
              <a:ext cx="987666" cy="1165703"/>
            </a:xfrm>
            <a:custGeom>
              <a:rect b="b" l="l" r="r" t="t"/>
              <a:pathLst>
                <a:path extrusionOk="0" fill="none" h="16526" w="14002">
                  <a:moveTo>
                    <a:pt x="6692" y="0"/>
                  </a:moveTo>
                  <a:lnTo>
                    <a:pt x="6620" y="0"/>
                  </a:lnTo>
                  <a:cubicBezTo>
                    <a:pt x="2846" y="72"/>
                    <a:pt x="0" y="2965"/>
                    <a:pt x="0" y="6513"/>
                  </a:cubicBezTo>
                  <a:cubicBezTo>
                    <a:pt x="0" y="7573"/>
                    <a:pt x="262" y="8620"/>
                    <a:pt x="750" y="9561"/>
                  </a:cubicBezTo>
                  <a:cubicBezTo>
                    <a:pt x="965" y="10049"/>
                    <a:pt x="1465" y="11263"/>
                    <a:pt x="1965" y="12835"/>
                  </a:cubicBezTo>
                  <a:cubicBezTo>
                    <a:pt x="2429" y="14276"/>
                    <a:pt x="2667" y="15728"/>
                    <a:pt x="2667" y="15954"/>
                  </a:cubicBezTo>
                  <a:lnTo>
                    <a:pt x="2667" y="16026"/>
                  </a:lnTo>
                  <a:cubicBezTo>
                    <a:pt x="2667" y="16288"/>
                    <a:pt x="2870" y="16514"/>
                    <a:pt x="3144" y="16526"/>
                  </a:cubicBezTo>
                  <a:lnTo>
                    <a:pt x="3155" y="16526"/>
                  </a:lnTo>
                  <a:lnTo>
                    <a:pt x="9918" y="16526"/>
                  </a:lnTo>
                  <a:cubicBezTo>
                    <a:pt x="10192" y="16526"/>
                    <a:pt x="10406" y="16312"/>
                    <a:pt x="10406" y="16038"/>
                  </a:cubicBezTo>
                  <a:lnTo>
                    <a:pt x="10406" y="16026"/>
                  </a:lnTo>
                  <a:lnTo>
                    <a:pt x="10406" y="15954"/>
                  </a:lnTo>
                  <a:cubicBezTo>
                    <a:pt x="10406" y="15728"/>
                    <a:pt x="10644" y="14276"/>
                    <a:pt x="11109" y="12835"/>
                  </a:cubicBezTo>
                  <a:cubicBezTo>
                    <a:pt x="11609" y="11263"/>
                    <a:pt x="12109" y="10049"/>
                    <a:pt x="12323" y="9561"/>
                  </a:cubicBezTo>
                  <a:cubicBezTo>
                    <a:pt x="14002" y="6382"/>
                    <a:pt x="12788" y="2441"/>
                    <a:pt x="9609" y="762"/>
                  </a:cubicBezTo>
                  <a:cubicBezTo>
                    <a:pt x="8704" y="286"/>
                    <a:pt x="7716" y="24"/>
                    <a:pt x="6703" y="0"/>
                  </a:cubicBezTo>
                  <a:lnTo>
                    <a:pt x="6692" y="0"/>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14"/>
            <p:cNvSpPr/>
            <p:nvPr/>
          </p:nvSpPr>
          <p:spPr>
            <a:xfrm>
              <a:off x="7610977" y="2963990"/>
              <a:ext cx="41194" cy="15166"/>
            </a:xfrm>
            <a:custGeom>
              <a:rect b="b" l="l" r="r" t="t"/>
              <a:pathLst>
                <a:path extrusionOk="0" fill="none" h="215" w="584">
                  <a:moveTo>
                    <a:pt x="584" y="215"/>
                  </a:moveTo>
                  <a:cubicBezTo>
                    <a:pt x="393" y="132"/>
                    <a:pt x="203" y="60"/>
                    <a:pt x="0" y="1"/>
                  </a:cubicBez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14"/>
            <p:cNvSpPr/>
            <p:nvPr/>
          </p:nvSpPr>
          <p:spPr>
            <a:xfrm>
              <a:off x="7684831" y="2995944"/>
              <a:ext cx="120196" cy="99952"/>
            </a:xfrm>
            <a:custGeom>
              <a:rect b="b" l="l" r="r" t="t"/>
              <a:pathLst>
                <a:path extrusionOk="0" fill="none" h="1417" w="1704">
                  <a:moveTo>
                    <a:pt x="1704" y="1417"/>
                  </a:moveTo>
                  <a:cubicBezTo>
                    <a:pt x="1704" y="1417"/>
                    <a:pt x="1168" y="572"/>
                    <a:pt x="1" y="0"/>
                  </a:cubicBez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14"/>
            <p:cNvSpPr/>
            <p:nvPr/>
          </p:nvSpPr>
          <p:spPr>
            <a:xfrm>
              <a:off x="7348079" y="3511581"/>
              <a:ext cx="276366" cy="556047"/>
            </a:xfrm>
            <a:custGeom>
              <a:rect b="b" l="l" r="r" t="t"/>
              <a:pathLst>
                <a:path extrusionOk="0" fill="none" h="7883" w="3918">
                  <a:moveTo>
                    <a:pt x="1441" y="4977"/>
                  </a:moveTo>
                  <a:lnTo>
                    <a:pt x="1441" y="1632"/>
                  </a:lnTo>
                  <a:cubicBezTo>
                    <a:pt x="1441" y="1632"/>
                    <a:pt x="1703" y="0"/>
                    <a:pt x="846" y="0"/>
                  </a:cubicBezTo>
                  <a:cubicBezTo>
                    <a:pt x="1" y="0"/>
                    <a:pt x="72" y="846"/>
                    <a:pt x="1048" y="1763"/>
                  </a:cubicBezTo>
                  <a:cubicBezTo>
                    <a:pt x="2025" y="2679"/>
                    <a:pt x="3525" y="1834"/>
                    <a:pt x="3715" y="1108"/>
                  </a:cubicBezTo>
                  <a:cubicBezTo>
                    <a:pt x="3918" y="393"/>
                    <a:pt x="3394" y="72"/>
                    <a:pt x="3060" y="655"/>
                  </a:cubicBezTo>
                  <a:cubicBezTo>
                    <a:pt x="2739" y="1239"/>
                    <a:pt x="3060" y="7882"/>
                    <a:pt x="3060" y="7882"/>
                  </a:cubicBez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14"/>
            <p:cNvSpPr/>
            <p:nvPr/>
          </p:nvSpPr>
          <p:spPr>
            <a:xfrm>
              <a:off x="7322050" y="2785951"/>
              <a:ext cx="25252" cy="80695"/>
            </a:xfrm>
            <a:custGeom>
              <a:rect b="b" l="l" r="r" t="t"/>
              <a:pathLst>
                <a:path extrusionOk="0" fill="none" h="1144" w="358">
                  <a:moveTo>
                    <a:pt x="0" y="0"/>
                  </a:moveTo>
                  <a:lnTo>
                    <a:pt x="358" y="1143"/>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14"/>
            <p:cNvSpPr/>
            <p:nvPr/>
          </p:nvSpPr>
          <p:spPr>
            <a:xfrm>
              <a:off x="7861248" y="2960604"/>
              <a:ext cx="83164" cy="65600"/>
            </a:xfrm>
            <a:custGeom>
              <a:rect b="b" l="l" r="r" t="t"/>
              <a:pathLst>
                <a:path extrusionOk="0" fill="none" h="930" w="1179">
                  <a:moveTo>
                    <a:pt x="1179" y="1"/>
                  </a:moveTo>
                  <a:lnTo>
                    <a:pt x="0" y="930"/>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14"/>
            <p:cNvSpPr/>
            <p:nvPr/>
          </p:nvSpPr>
          <p:spPr>
            <a:xfrm>
              <a:off x="7602583" y="2727968"/>
              <a:ext cx="31953" cy="138677"/>
            </a:xfrm>
            <a:custGeom>
              <a:rect b="b" l="l" r="r" t="t"/>
              <a:pathLst>
                <a:path extrusionOk="0" fill="none" h="1966" w="453">
                  <a:moveTo>
                    <a:pt x="453" y="1"/>
                  </a:moveTo>
                  <a:lnTo>
                    <a:pt x="0" y="1965"/>
                  </a:lnTo>
                </a:path>
              </a:pathLst>
            </a:custGeom>
            <a:noFill/>
            <a:ln cap="rnd" cmpd="sng" w="113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14"/>
            <p:cNvSpPr/>
            <p:nvPr/>
          </p:nvSpPr>
          <p:spPr>
            <a:xfrm>
              <a:off x="7216242" y="4105375"/>
              <a:ext cx="527479" cy="29414"/>
            </a:xfrm>
            <a:custGeom>
              <a:rect b="b" l="l" r="r" t="t"/>
              <a:pathLst>
                <a:path extrusionOk="0" h="417" w="7478">
                  <a:moveTo>
                    <a:pt x="167" y="0"/>
                  </a:moveTo>
                  <a:cubicBezTo>
                    <a:pt x="72" y="0"/>
                    <a:pt x="0" y="72"/>
                    <a:pt x="0" y="167"/>
                  </a:cubicBezTo>
                  <a:lnTo>
                    <a:pt x="0" y="250"/>
                  </a:lnTo>
                  <a:cubicBezTo>
                    <a:pt x="0" y="334"/>
                    <a:pt x="72" y="417"/>
                    <a:pt x="167" y="417"/>
                  </a:cubicBezTo>
                  <a:lnTo>
                    <a:pt x="7311" y="417"/>
                  </a:lnTo>
                  <a:cubicBezTo>
                    <a:pt x="7406" y="417"/>
                    <a:pt x="7477" y="334"/>
                    <a:pt x="7477" y="250"/>
                  </a:cubicBezTo>
                  <a:lnTo>
                    <a:pt x="7477" y="167"/>
                  </a:lnTo>
                  <a:cubicBezTo>
                    <a:pt x="7477" y="72"/>
                    <a:pt x="7406" y="0"/>
                    <a:pt x="7311"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14"/>
            <p:cNvSpPr/>
            <p:nvPr/>
          </p:nvSpPr>
          <p:spPr>
            <a:xfrm>
              <a:off x="7216242" y="4170835"/>
              <a:ext cx="527479" cy="29485"/>
            </a:xfrm>
            <a:custGeom>
              <a:rect b="b" l="l" r="r" t="t"/>
              <a:pathLst>
                <a:path extrusionOk="0" h="418" w="7478">
                  <a:moveTo>
                    <a:pt x="167" y="1"/>
                  </a:moveTo>
                  <a:cubicBezTo>
                    <a:pt x="72" y="1"/>
                    <a:pt x="0" y="72"/>
                    <a:pt x="0" y="168"/>
                  </a:cubicBezTo>
                  <a:lnTo>
                    <a:pt x="0" y="251"/>
                  </a:lnTo>
                  <a:cubicBezTo>
                    <a:pt x="0" y="346"/>
                    <a:pt x="72" y="418"/>
                    <a:pt x="167" y="418"/>
                  </a:cubicBezTo>
                  <a:lnTo>
                    <a:pt x="7311" y="418"/>
                  </a:lnTo>
                  <a:cubicBezTo>
                    <a:pt x="7406" y="418"/>
                    <a:pt x="7477" y="346"/>
                    <a:pt x="7477" y="251"/>
                  </a:cubicBezTo>
                  <a:lnTo>
                    <a:pt x="7477" y="168"/>
                  </a:lnTo>
                  <a:cubicBezTo>
                    <a:pt x="7477" y="72"/>
                    <a:pt x="7406" y="1"/>
                    <a:pt x="7311"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14"/>
            <p:cNvSpPr/>
            <p:nvPr/>
          </p:nvSpPr>
          <p:spPr>
            <a:xfrm>
              <a:off x="7216242" y="4236365"/>
              <a:ext cx="527479" cy="29485"/>
            </a:xfrm>
            <a:custGeom>
              <a:rect b="b" l="l" r="r" t="t"/>
              <a:pathLst>
                <a:path extrusionOk="0" h="418" w="7478">
                  <a:moveTo>
                    <a:pt x="167" y="1"/>
                  </a:moveTo>
                  <a:cubicBezTo>
                    <a:pt x="72" y="1"/>
                    <a:pt x="0" y="72"/>
                    <a:pt x="0" y="167"/>
                  </a:cubicBezTo>
                  <a:lnTo>
                    <a:pt x="0" y="251"/>
                  </a:lnTo>
                  <a:cubicBezTo>
                    <a:pt x="0" y="346"/>
                    <a:pt x="72" y="417"/>
                    <a:pt x="167" y="417"/>
                  </a:cubicBezTo>
                  <a:lnTo>
                    <a:pt x="7311" y="417"/>
                  </a:lnTo>
                  <a:cubicBezTo>
                    <a:pt x="7406" y="417"/>
                    <a:pt x="7477" y="346"/>
                    <a:pt x="7477" y="251"/>
                  </a:cubicBezTo>
                  <a:lnTo>
                    <a:pt x="7477" y="167"/>
                  </a:lnTo>
                  <a:cubicBezTo>
                    <a:pt x="7477" y="72"/>
                    <a:pt x="7406" y="1"/>
                    <a:pt x="7311"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14"/>
            <p:cNvSpPr/>
            <p:nvPr/>
          </p:nvSpPr>
          <p:spPr>
            <a:xfrm>
              <a:off x="7237192" y="4301049"/>
              <a:ext cx="487203" cy="131059"/>
            </a:xfrm>
            <a:custGeom>
              <a:rect b="b" l="l" r="r" t="t"/>
              <a:pathLst>
                <a:path extrusionOk="0" h="1858" w="6907">
                  <a:moveTo>
                    <a:pt x="1" y="0"/>
                  </a:moveTo>
                  <a:lnTo>
                    <a:pt x="1049" y="1453"/>
                  </a:lnTo>
                  <a:cubicBezTo>
                    <a:pt x="1239" y="1703"/>
                    <a:pt x="1525" y="1858"/>
                    <a:pt x="1846" y="1858"/>
                  </a:cubicBezTo>
                  <a:lnTo>
                    <a:pt x="5073" y="1858"/>
                  </a:lnTo>
                  <a:cubicBezTo>
                    <a:pt x="5383" y="1858"/>
                    <a:pt x="5680" y="1703"/>
                    <a:pt x="5859" y="1453"/>
                  </a:cubicBezTo>
                  <a:lnTo>
                    <a:pt x="6907"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14"/>
            <p:cNvSpPr/>
            <p:nvPr/>
          </p:nvSpPr>
          <p:spPr>
            <a:xfrm>
              <a:off x="7899833" y="3151129"/>
              <a:ext cx="472107" cy="404885"/>
            </a:xfrm>
            <a:custGeom>
              <a:rect b="b" l="l" r="r" t="t"/>
              <a:pathLst>
                <a:path extrusionOk="0" h="5740" w="6693">
                  <a:moveTo>
                    <a:pt x="4841" y="1"/>
                  </a:moveTo>
                  <a:cubicBezTo>
                    <a:pt x="3809" y="1"/>
                    <a:pt x="2144" y="729"/>
                    <a:pt x="2144" y="729"/>
                  </a:cubicBezTo>
                  <a:cubicBezTo>
                    <a:pt x="2144" y="729"/>
                    <a:pt x="1477" y="1455"/>
                    <a:pt x="930" y="1824"/>
                  </a:cubicBezTo>
                  <a:cubicBezTo>
                    <a:pt x="382" y="2182"/>
                    <a:pt x="1" y="2670"/>
                    <a:pt x="501" y="2908"/>
                  </a:cubicBezTo>
                  <a:cubicBezTo>
                    <a:pt x="583" y="2949"/>
                    <a:pt x="674" y="2964"/>
                    <a:pt x="762" y="2964"/>
                  </a:cubicBezTo>
                  <a:cubicBezTo>
                    <a:pt x="882" y="2964"/>
                    <a:pt x="999" y="2936"/>
                    <a:pt x="1087" y="2908"/>
                  </a:cubicBezTo>
                  <a:lnTo>
                    <a:pt x="1087" y="2908"/>
                  </a:lnTo>
                  <a:cubicBezTo>
                    <a:pt x="882" y="3004"/>
                    <a:pt x="532" y="3224"/>
                    <a:pt x="441" y="3646"/>
                  </a:cubicBezTo>
                  <a:cubicBezTo>
                    <a:pt x="376" y="3979"/>
                    <a:pt x="748" y="4054"/>
                    <a:pt x="1097" y="4054"/>
                  </a:cubicBezTo>
                  <a:cubicBezTo>
                    <a:pt x="1384" y="4054"/>
                    <a:pt x="1656" y="4003"/>
                    <a:pt x="1656" y="4003"/>
                  </a:cubicBezTo>
                  <a:lnTo>
                    <a:pt x="1656" y="4003"/>
                  </a:lnTo>
                  <a:cubicBezTo>
                    <a:pt x="1656" y="4003"/>
                    <a:pt x="680" y="4670"/>
                    <a:pt x="989" y="4908"/>
                  </a:cubicBezTo>
                  <a:cubicBezTo>
                    <a:pt x="1107" y="5007"/>
                    <a:pt x="1274" y="5037"/>
                    <a:pt x="1450" y="5037"/>
                  </a:cubicBezTo>
                  <a:cubicBezTo>
                    <a:pt x="1719" y="5037"/>
                    <a:pt x="2012" y="4968"/>
                    <a:pt x="2192" y="4968"/>
                  </a:cubicBezTo>
                  <a:cubicBezTo>
                    <a:pt x="2501" y="4968"/>
                    <a:pt x="4013" y="4003"/>
                    <a:pt x="4382" y="4003"/>
                  </a:cubicBezTo>
                  <a:cubicBezTo>
                    <a:pt x="4752" y="4003"/>
                    <a:pt x="5478" y="4789"/>
                    <a:pt x="5478" y="5396"/>
                  </a:cubicBezTo>
                  <a:cubicBezTo>
                    <a:pt x="5478" y="5608"/>
                    <a:pt x="5596" y="5739"/>
                    <a:pt x="5754" y="5739"/>
                  </a:cubicBezTo>
                  <a:cubicBezTo>
                    <a:pt x="6049" y="5739"/>
                    <a:pt x="6484" y="5286"/>
                    <a:pt x="6561" y="4063"/>
                  </a:cubicBezTo>
                  <a:cubicBezTo>
                    <a:pt x="6692" y="2182"/>
                    <a:pt x="6204" y="610"/>
                    <a:pt x="5406" y="122"/>
                  </a:cubicBezTo>
                  <a:cubicBezTo>
                    <a:pt x="5265" y="36"/>
                    <a:pt x="5068" y="1"/>
                    <a:pt x="4841" y="1"/>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14"/>
            <p:cNvSpPr/>
            <p:nvPr/>
          </p:nvSpPr>
          <p:spPr>
            <a:xfrm>
              <a:off x="8024969" y="3268011"/>
              <a:ext cx="299925" cy="88242"/>
            </a:xfrm>
            <a:custGeom>
              <a:rect b="b" l="l" r="r" t="t"/>
              <a:pathLst>
                <a:path extrusionOk="0" fill="none" h="1251" w="4252">
                  <a:moveTo>
                    <a:pt x="1" y="1132"/>
                  </a:moveTo>
                  <a:lnTo>
                    <a:pt x="2418" y="227"/>
                  </a:lnTo>
                  <a:cubicBezTo>
                    <a:pt x="2418" y="227"/>
                    <a:pt x="3489" y="1"/>
                    <a:pt x="4251" y="1251"/>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14"/>
            <p:cNvSpPr/>
            <p:nvPr/>
          </p:nvSpPr>
          <p:spPr>
            <a:xfrm>
              <a:off x="8055230" y="3369658"/>
              <a:ext cx="265433" cy="80695"/>
            </a:xfrm>
            <a:custGeom>
              <a:rect b="b" l="l" r="r" t="t"/>
              <a:pathLst>
                <a:path extrusionOk="0" fill="none" h="1144" w="3763">
                  <a:moveTo>
                    <a:pt x="1" y="417"/>
                  </a:moveTo>
                  <a:lnTo>
                    <a:pt x="2179" y="60"/>
                  </a:lnTo>
                  <a:cubicBezTo>
                    <a:pt x="2179" y="60"/>
                    <a:pt x="3156" y="0"/>
                    <a:pt x="3763" y="1143"/>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14"/>
            <p:cNvSpPr/>
            <p:nvPr/>
          </p:nvSpPr>
          <p:spPr>
            <a:xfrm>
              <a:off x="7977990" y="3095545"/>
              <a:ext cx="692890" cy="1098904"/>
            </a:xfrm>
            <a:custGeom>
              <a:rect b="b" l="l" r="r" t="t"/>
              <a:pathLst>
                <a:path extrusionOk="0" h="15579" w="9823">
                  <a:moveTo>
                    <a:pt x="4317" y="0"/>
                  </a:moveTo>
                  <a:cubicBezTo>
                    <a:pt x="4282" y="0"/>
                    <a:pt x="4248" y="2"/>
                    <a:pt x="4215" y="5"/>
                  </a:cubicBezTo>
                  <a:cubicBezTo>
                    <a:pt x="3596" y="64"/>
                    <a:pt x="1941" y="243"/>
                    <a:pt x="1274" y="731"/>
                  </a:cubicBezTo>
                  <a:cubicBezTo>
                    <a:pt x="607" y="1219"/>
                    <a:pt x="0" y="1815"/>
                    <a:pt x="607" y="2005"/>
                  </a:cubicBezTo>
                  <a:cubicBezTo>
                    <a:pt x="712" y="2036"/>
                    <a:pt x="823" y="2049"/>
                    <a:pt x="940" y="2049"/>
                  </a:cubicBezTo>
                  <a:cubicBezTo>
                    <a:pt x="1652" y="2049"/>
                    <a:pt x="2556" y="1554"/>
                    <a:pt x="3277" y="1554"/>
                  </a:cubicBezTo>
                  <a:cubicBezTo>
                    <a:pt x="3579" y="1554"/>
                    <a:pt x="3849" y="1641"/>
                    <a:pt x="4060" y="1886"/>
                  </a:cubicBezTo>
                  <a:cubicBezTo>
                    <a:pt x="4417" y="2315"/>
                    <a:pt x="4846" y="4184"/>
                    <a:pt x="4906" y="4422"/>
                  </a:cubicBezTo>
                  <a:cubicBezTo>
                    <a:pt x="4906" y="4422"/>
                    <a:pt x="4608" y="5577"/>
                    <a:pt x="3763" y="5756"/>
                  </a:cubicBezTo>
                  <a:lnTo>
                    <a:pt x="2120" y="6125"/>
                  </a:lnTo>
                  <a:lnTo>
                    <a:pt x="3096" y="10006"/>
                  </a:lnTo>
                  <a:cubicBezTo>
                    <a:pt x="3096" y="10006"/>
                    <a:pt x="3941" y="11697"/>
                    <a:pt x="4179" y="12423"/>
                  </a:cubicBezTo>
                  <a:cubicBezTo>
                    <a:pt x="4429" y="13149"/>
                    <a:pt x="6906" y="15578"/>
                    <a:pt x="6906" y="15578"/>
                  </a:cubicBezTo>
                  <a:lnTo>
                    <a:pt x="9823" y="12792"/>
                  </a:lnTo>
                  <a:cubicBezTo>
                    <a:pt x="9823" y="12792"/>
                    <a:pt x="8489" y="11209"/>
                    <a:pt x="8430" y="10851"/>
                  </a:cubicBezTo>
                  <a:cubicBezTo>
                    <a:pt x="8370" y="10482"/>
                    <a:pt x="8120" y="6244"/>
                    <a:pt x="8120" y="5637"/>
                  </a:cubicBezTo>
                  <a:cubicBezTo>
                    <a:pt x="8120" y="5029"/>
                    <a:pt x="6906" y="3577"/>
                    <a:pt x="6906" y="3577"/>
                  </a:cubicBezTo>
                  <a:cubicBezTo>
                    <a:pt x="6906" y="3577"/>
                    <a:pt x="6418" y="2862"/>
                    <a:pt x="6168" y="1648"/>
                  </a:cubicBezTo>
                  <a:cubicBezTo>
                    <a:pt x="5942" y="499"/>
                    <a:pt x="493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14"/>
            <p:cNvSpPr/>
            <p:nvPr/>
          </p:nvSpPr>
          <p:spPr>
            <a:xfrm>
              <a:off x="7977990" y="3091665"/>
              <a:ext cx="692890" cy="1102783"/>
            </a:xfrm>
            <a:custGeom>
              <a:rect b="b" l="l" r="r" t="t"/>
              <a:pathLst>
                <a:path extrusionOk="0" fill="none" h="15634" w="9823">
                  <a:moveTo>
                    <a:pt x="3763" y="5811"/>
                  </a:moveTo>
                  <a:lnTo>
                    <a:pt x="2120" y="6180"/>
                  </a:lnTo>
                  <a:lnTo>
                    <a:pt x="3096" y="10061"/>
                  </a:lnTo>
                  <a:cubicBezTo>
                    <a:pt x="3096" y="10061"/>
                    <a:pt x="3941" y="11752"/>
                    <a:pt x="4179" y="12478"/>
                  </a:cubicBezTo>
                  <a:cubicBezTo>
                    <a:pt x="4429" y="13204"/>
                    <a:pt x="6906" y="15633"/>
                    <a:pt x="6906" y="15633"/>
                  </a:cubicBezTo>
                  <a:lnTo>
                    <a:pt x="9823" y="12847"/>
                  </a:lnTo>
                  <a:cubicBezTo>
                    <a:pt x="9823" y="12847"/>
                    <a:pt x="8489" y="11264"/>
                    <a:pt x="8430" y="10906"/>
                  </a:cubicBezTo>
                  <a:cubicBezTo>
                    <a:pt x="8370" y="10537"/>
                    <a:pt x="8120" y="6299"/>
                    <a:pt x="8120" y="5692"/>
                  </a:cubicBezTo>
                  <a:cubicBezTo>
                    <a:pt x="8120" y="5084"/>
                    <a:pt x="6906" y="3632"/>
                    <a:pt x="6906" y="3632"/>
                  </a:cubicBezTo>
                  <a:cubicBezTo>
                    <a:pt x="6906" y="3632"/>
                    <a:pt x="6418" y="2917"/>
                    <a:pt x="6168" y="1703"/>
                  </a:cubicBezTo>
                  <a:cubicBezTo>
                    <a:pt x="5930" y="488"/>
                    <a:pt x="4822" y="0"/>
                    <a:pt x="4215" y="60"/>
                  </a:cubicBezTo>
                  <a:cubicBezTo>
                    <a:pt x="3596" y="119"/>
                    <a:pt x="1941" y="298"/>
                    <a:pt x="1274" y="786"/>
                  </a:cubicBezTo>
                  <a:cubicBezTo>
                    <a:pt x="607" y="1274"/>
                    <a:pt x="0" y="1870"/>
                    <a:pt x="607" y="2060"/>
                  </a:cubicBezTo>
                  <a:cubicBezTo>
                    <a:pt x="1619" y="2358"/>
                    <a:pt x="3263" y="1012"/>
                    <a:pt x="4060" y="1941"/>
                  </a:cubicBezTo>
                  <a:cubicBezTo>
                    <a:pt x="4417" y="2370"/>
                    <a:pt x="4846" y="4239"/>
                    <a:pt x="4906" y="4477"/>
                  </a:cubicBezTo>
                  <a:cubicBezTo>
                    <a:pt x="4906" y="4477"/>
                    <a:pt x="4608" y="5632"/>
                    <a:pt x="3763" y="5811"/>
                  </a:cubicBezTo>
                  <a:lnTo>
                    <a:pt x="3763" y="5811"/>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14"/>
            <p:cNvSpPr/>
            <p:nvPr/>
          </p:nvSpPr>
          <p:spPr>
            <a:xfrm>
              <a:off x="7809191" y="3101893"/>
              <a:ext cx="35339" cy="28215"/>
            </a:xfrm>
            <a:custGeom>
              <a:rect b="b" l="l" r="r" t="t"/>
              <a:pathLst>
                <a:path extrusionOk="0" h="400" w="501">
                  <a:moveTo>
                    <a:pt x="127" y="0"/>
                  </a:moveTo>
                  <a:cubicBezTo>
                    <a:pt x="97" y="0"/>
                    <a:pt x="68" y="13"/>
                    <a:pt x="48" y="34"/>
                  </a:cubicBezTo>
                  <a:cubicBezTo>
                    <a:pt x="48" y="46"/>
                    <a:pt x="48" y="46"/>
                    <a:pt x="36" y="46"/>
                  </a:cubicBezTo>
                  <a:cubicBezTo>
                    <a:pt x="0" y="105"/>
                    <a:pt x="12" y="165"/>
                    <a:pt x="71" y="201"/>
                  </a:cubicBezTo>
                  <a:lnTo>
                    <a:pt x="310" y="379"/>
                  </a:lnTo>
                  <a:cubicBezTo>
                    <a:pt x="332" y="393"/>
                    <a:pt x="356" y="399"/>
                    <a:pt x="379" y="399"/>
                  </a:cubicBezTo>
                  <a:cubicBezTo>
                    <a:pt x="418" y="399"/>
                    <a:pt x="454" y="381"/>
                    <a:pt x="476" y="343"/>
                  </a:cubicBezTo>
                  <a:cubicBezTo>
                    <a:pt x="500" y="296"/>
                    <a:pt x="488" y="224"/>
                    <a:pt x="441" y="189"/>
                  </a:cubicBezTo>
                  <a:lnTo>
                    <a:pt x="191" y="22"/>
                  </a:lnTo>
                  <a:cubicBezTo>
                    <a:pt x="171" y="7"/>
                    <a:pt x="149" y="0"/>
                    <a:pt x="127" y="0"/>
                  </a:cubicBez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14"/>
            <p:cNvSpPr/>
            <p:nvPr/>
          </p:nvSpPr>
          <p:spPr>
            <a:xfrm>
              <a:off x="7825132" y="3112756"/>
              <a:ext cx="647534" cy="462726"/>
            </a:xfrm>
            <a:custGeom>
              <a:rect b="b" l="l" r="r" t="t"/>
              <a:pathLst>
                <a:path extrusionOk="0" h="6560" w="9180">
                  <a:moveTo>
                    <a:pt x="291" y="1"/>
                  </a:moveTo>
                  <a:cubicBezTo>
                    <a:pt x="222" y="1"/>
                    <a:pt x="155" y="28"/>
                    <a:pt x="107" y="82"/>
                  </a:cubicBezTo>
                  <a:cubicBezTo>
                    <a:pt x="96" y="94"/>
                    <a:pt x="96" y="106"/>
                    <a:pt x="84" y="118"/>
                  </a:cubicBezTo>
                  <a:cubicBezTo>
                    <a:pt x="0" y="237"/>
                    <a:pt x="36" y="392"/>
                    <a:pt x="155" y="475"/>
                  </a:cubicBezTo>
                  <a:lnTo>
                    <a:pt x="750" y="999"/>
                  </a:lnTo>
                  <a:lnTo>
                    <a:pt x="8156" y="6452"/>
                  </a:lnTo>
                  <a:cubicBezTo>
                    <a:pt x="8260" y="6525"/>
                    <a:pt x="8378" y="6559"/>
                    <a:pt x="8494" y="6559"/>
                  </a:cubicBezTo>
                  <a:cubicBezTo>
                    <a:pt x="8685" y="6559"/>
                    <a:pt x="8871" y="6467"/>
                    <a:pt x="8989" y="6297"/>
                  </a:cubicBezTo>
                  <a:cubicBezTo>
                    <a:pt x="9180" y="6024"/>
                    <a:pt x="9120" y="5654"/>
                    <a:pt x="8847" y="5464"/>
                  </a:cubicBezTo>
                  <a:lnTo>
                    <a:pt x="1215" y="451"/>
                  </a:lnTo>
                  <a:lnTo>
                    <a:pt x="441" y="47"/>
                  </a:lnTo>
                  <a:cubicBezTo>
                    <a:pt x="395" y="16"/>
                    <a:pt x="342" y="1"/>
                    <a:pt x="291" y="1"/>
                  </a:cubicBezTo>
                  <a:close/>
                </a:path>
              </a:pathLst>
            </a:custGeom>
            <a:solidFill>
              <a:srgbClr val="6453C2"/>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14"/>
            <p:cNvSpPr/>
            <p:nvPr/>
          </p:nvSpPr>
          <p:spPr>
            <a:xfrm>
              <a:off x="8250904" y="3395686"/>
              <a:ext cx="221770" cy="179800"/>
            </a:xfrm>
            <a:custGeom>
              <a:rect b="b" l="l" r="r" t="t"/>
              <a:pathLst>
                <a:path extrusionOk="0" h="2549" w="3144">
                  <a:moveTo>
                    <a:pt x="608" y="0"/>
                  </a:moveTo>
                  <a:cubicBezTo>
                    <a:pt x="263" y="108"/>
                    <a:pt x="13" y="417"/>
                    <a:pt x="1" y="786"/>
                  </a:cubicBezTo>
                  <a:cubicBezTo>
                    <a:pt x="1" y="822"/>
                    <a:pt x="13" y="858"/>
                    <a:pt x="13" y="893"/>
                  </a:cubicBezTo>
                  <a:lnTo>
                    <a:pt x="2120" y="2441"/>
                  </a:lnTo>
                  <a:cubicBezTo>
                    <a:pt x="2224" y="2514"/>
                    <a:pt x="2342" y="2548"/>
                    <a:pt x="2458" y="2548"/>
                  </a:cubicBezTo>
                  <a:cubicBezTo>
                    <a:pt x="2649" y="2548"/>
                    <a:pt x="2835" y="2456"/>
                    <a:pt x="2953" y="2286"/>
                  </a:cubicBezTo>
                  <a:cubicBezTo>
                    <a:pt x="3144" y="2013"/>
                    <a:pt x="3084" y="1643"/>
                    <a:pt x="2811" y="1453"/>
                  </a:cubicBezTo>
                  <a:lnTo>
                    <a:pt x="608" y="0"/>
                  </a:ln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14"/>
            <p:cNvSpPr/>
            <p:nvPr/>
          </p:nvSpPr>
          <p:spPr>
            <a:xfrm>
              <a:off x="7978836" y="3251929"/>
              <a:ext cx="294847" cy="719976"/>
            </a:xfrm>
            <a:custGeom>
              <a:rect b="b" l="l" r="r" t="t"/>
              <a:pathLst>
                <a:path extrusionOk="0" h="10207" w="4180">
                  <a:moveTo>
                    <a:pt x="518" y="1"/>
                  </a:moveTo>
                  <a:cubicBezTo>
                    <a:pt x="220" y="1"/>
                    <a:pt x="0" y="270"/>
                    <a:pt x="0" y="753"/>
                  </a:cubicBezTo>
                  <a:cubicBezTo>
                    <a:pt x="0" y="1669"/>
                    <a:pt x="238" y="2538"/>
                    <a:pt x="595" y="3622"/>
                  </a:cubicBezTo>
                  <a:cubicBezTo>
                    <a:pt x="965" y="4705"/>
                    <a:pt x="1941" y="5789"/>
                    <a:pt x="2298" y="6265"/>
                  </a:cubicBezTo>
                  <a:cubicBezTo>
                    <a:pt x="2655" y="6753"/>
                    <a:pt x="3512" y="9242"/>
                    <a:pt x="4179" y="10206"/>
                  </a:cubicBezTo>
                  <a:lnTo>
                    <a:pt x="4179" y="3539"/>
                  </a:lnTo>
                  <a:cubicBezTo>
                    <a:pt x="4047" y="3564"/>
                    <a:pt x="3923" y="3576"/>
                    <a:pt x="3809" y="3576"/>
                  </a:cubicBezTo>
                  <a:cubicBezTo>
                    <a:pt x="3079" y="3576"/>
                    <a:pt x="2715" y="3122"/>
                    <a:pt x="2715" y="3122"/>
                  </a:cubicBezTo>
                  <a:cubicBezTo>
                    <a:pt x="2715" y="3122"/>
                    <a:pt x="1988" y="1634"/>
                    <a:pt x="1381" y="657"/>
                  </a:cubicBezTo>
                  <a:cubicBezTo>
                    <a:pt x="1098" y="207"/>
                    <a:pt x="778"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14"/>
            <p:cNvSpPr/>
            <p:nvPr/>
          </p:nvSpPr>
          <p:spPr>
            <a:xfrm>
              <a:off x="7978836" y="3230203"/>
              <a:ext cx="294847" cy="741702"/>
            </a:xfrm>
            <a:custGeom>
              <a:rect b="b" l="l" r="r" t="t"/>
              <a:pathLst>
                <a:path extrusionOk="0" fill="none" h="10515" w="4180">
                  <a:moveTo>
                    <a:pt x="4179" y="10514"/>
                  </a:moveTo>
                  <a:cubicBezTo>
                    <a:pt x="3512" y="9550"/>
                    <a:pt x="2655" y="7061"/>
                    <a:pt x="2298" y="6573"/>
                  </a:cubicBezTo>
                  <a:cubicBezTo>
                    <a:pt x="1941" y="6097"/>
                    <a:pt x="965" y="5013"/>
                    <a:pt x="595" y="3930"/>
                  </a:cubicBezTo>
                  <a:cubicBezTo>
                    <a:pt x="238" y="2846"/>
                    <a:pt x="0" y="1977"/>
                    <a:pt x="0" y="1061"/>
                  </a:cubicBezTo>
                  <a:cubicBezTo>
                    <a:pt x="0" y="156"/>
                    <a:pt x="774" y="1"/>
                    <a:pt x="1381" y="965"/>
                  </a:cubicBezTo>
                  <a:cubicBezTo>
                    <a:pt x="1988" y="1942"/>
                    <a:pt x="2715" y="3430"/>
                    <a:pt x="2715" y="3430"/>
                  </a:cubicBezTo>
                  <a:cubicBezTo>
                    <a:pt x="2715" y="3430"/>
                    <a:pt x="3203" y="4037"/>
                    <a:pt x="4179" y="3847"/>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14"/>
            <p:cNvSpPr/>
            <p:nvPr/>
          </p:nvSpPr>
          <p:spPr>
            <a:xfrm>
              <a:off x="7965363" y="3261875"/>
              <a:ext cx="80695" cy="90217"/>
            </a:xfrm>
            <a:custGeom>
              <a:rect b="b" l="l" r="r" t="t"/>
              <a:pathLst>
                <a:path extrusionOk="0" h="1279" w="1144">
                  <a:moveTo>
                    <a:pt x="579" y="1"/>
                  </a:moveTo>
                  <a:cubicBezTo>
                    <a:pt x="561" y="1"/>
                    <a:pt x="543" y="2"/>
                    <a:pt x="524" y="4"/>
                  </a:cubicBezTo>
                  <a:cubicBezTo>
                    <a:pt x="429" y="16"/>
                    <a:pt x="334" y="64"/>
                    <a:pt x="274" y="135"/>
                  </a:cubicBezTo>
                  <a:cubicBezTo>
                    <a:pt x="1" y="409"/>
                    <a:pt x="310" y="1278"/>
                    <a:pt x="310" y="1278"/>
                  </a:cubicBezTo>
                  <a:cubicBezTo>
                    <a:pt x="429" y="1088"/>
                    <a:pt x="584" y="933"/>
                    <a:pt x="775" y="826"/>
                  </a:cubicBezTo>
                  <a:cubicBezTo>
                    <a:pt x="1108" y="635"/>
                    <a:pt x="1144" y="635"/>
                    <a:pt x="1144" y="635"/>
                  </a:cubicBezTo>
                  <a:lnTo>
                    <a:pt x="941" y="231"/>
                  </a:lnTo>
                  <a:cubicBezTo>
                    <a:pt x="877" y="92"/>
                    <a:pt x="736" y="1"/>
                    <a:pt x="579" y="1"/>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14"/>
            <p:cNvSpPr/>
            <p:nvPr/>
          </p:nvSpPr>
          <p:spPr>
            <a:xfrm>
              <a:off x="8345003" y="3910477"/>
              <a:ext cx="377164" cy="339356"/>
            </a:xfrm>
            <a:custGeom>
              <a:rect b="b" l="l" r="r" t="t"/>
              <a:pathLst>
                <a:path extrusionOk="0" h="4811" w="5347">
                  <a:moveTo>
                    <a:pt x="3977" y="1"/>
                  </a:moveTo>
                  <a:cubicBezTo>
                    <a:pt x="3977" y="1"/>
                    <a:pt x="2381" y="477"/>
                    <a:pt x="1548" y="1311"/>
                  </a:cubicBezTo>
                  <a:cubicBezTo>
                    <a:pt x="988" y="1870"/>
                    <a:pt x="476" y="2465"/>
                    <a:pt x="0" y="3085"/>
                  </a:cubicBezTo>
                  <a:lnTo>
                    <a:pt x="1489" y="4811"/>
                  </a:lnTo>
                  <a:cubicBezTo>
                    <a:pt x="1489" y="4811"/>
                    <a:pt x="2739" y="3382"/>
                    <a:pt x="3572" y="2727"/>
                  </a:cubicBezTo>
                  <a:cubicBezTo>
                    <a:pt x="4132" y="2299"/>
                    <a:pt x="4727" y="1894"/>
                    <a:pt x="5346" y="1537"/>
                  </a:cubicBezTo>
                  <a:lnTo>
                    <a:pt x="3977" y="1"/>
                  </a:ln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14"/>
            <p:cNvSpPr/>
            <p:nvPr/>
          </p:nvSpPr>
          <p:spPr>
            <a:xfrm>
              <a:off x="8399600" y="3994488"/>
              <a:ext cx="733237" cy="800460"/>
            </a:xfrm>
            <a:custGeom>
              <a:rect b="b" l="l" r="r" t="t"/>
              <a:pathLst>
                <a:path extrusionOk="0" h="11348" w="10395">
                  <a:moveTo>
                    <a:pt x="4525" y="1"/>
                  </a:moveTo>
                  <a:cubicBezTo>
                    <a:pt x="4525" y="1"/>
                    <a:pt x="3215" y="239"/>
                    <a:pt x="2203" y="1120"/>
                  </a:cubicBezTo>
                  <a:cubicBezTo>
                    <a:pt x="1191" y="2013"/>
                    <a:pt x="0" y="3799"/>
                    <a:pt x="0" y="3799"/>
                  </a:cubicBezTo>
                  <a:lnTo>
                    <a:pt x="4703" y="11347"/>
                  </a:lnTo>
                  <a:lnTo>
                    <a:pt x="10394" y="5632"/>
                  </a:lnTo>
                  <a:lnTo>
                    <a:pt x="4525"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14"/>
            <p:cNvSpPr/>
            <p:nvPr/>
          </p:nvSpPr>
          <p:spPr>
            <a:xfrm>
              <a:off x="8399600" y="3994488"/>
              <a:ext cx="733237" cy="800460"/>
            </a:xfrm>
            <a:custGeom>
              <a:rect b="b" l="l" r="r" t="t"/>
              <a:pathLst>
                <a:path extrusionOk="0" fill="none" h="11348" w="10395">
                  <a:moveTo>
                    <a:pt x="4703" y="11347"/>
                  </a:moveTo>
                  <a:lnTo>
                    <a:pt x="0" y="3799"/>
                  </a:lnTo>
                  <a:cubicBezTo>
                    <a:pt x="0" y="3799"/>
                    <a:pt x="1191" y="2013"/>
                    <a:pt x="2203" y="1120"/>
                  </a:cubicBezTo>
                  <a:cubicBezTo>
                    <a:pt x="3215" y="239"/>
                    <a:pt x="4525" y="1"/>
                    <a:pt x="4525" y="1"/>
                  </a:cubicBezTo>
                  <a:lnTo>
                    <a:pt x="10394" y="5632"/>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14"/>
            <p:cNvSpPr/>
            <p:nvPr/>
          </p:nvSpPr>
          <p:spPr>
            <a:xfrm>
              <a:off x="8093039" y="3433495"/>
              <a:ext cx="6772" cy="917"/>
            </a:xfrm>
            <a:custGeom>
              <a:rect b="b" l="l" r="r" t="t"/>
              <a:pathLst>
                <a:path extrusionOk="0" fill="none" h="13" w="96">
                  <a:moveTo>
                    <a:pt x="0" y="12"/>
                  </a:moveTo>
                  <a:lnTo>
                    <a:pt x="96" y="0"/>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14"/>
            <p:cNvSpPr/>
            <p:nvPr/>
          </p:nvSpPr>
          <p:spPr>
            <a:xfrm>
              <a:off x="8028355" y="3435964"/>
              <a:ext cx="51281" cy="33717"/>
            </a:xfrm>
            <a:custGeom>
              <a:rect b="b" l="l" r="r" t="t"/>
              <a:pathLst>
                <a:path extrusionOk="0" fill="none" h="478" w="727">
                  <a:moveTo>
                    <a:pt x="1" y="477"/>
                  </a:moveTo>
                  <a:cubicBezTo>
                    <a:pt x="1" y="477"/>
                    <a:pt x="60" y="144"/>
                    <a:pt x="727" y="1"/>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14"/>
            <p:cNvSpPr/>
            <p:nvPr/>
          </p:nvSpPr>
          <p:spPr>
            <a:xfrm>
              <a:off x="8043450" y="3452823"/>
              <a:ext cx="36186" cy="23560"/>
            </a:xfrm>
            <a:custGeom>
              <a:rect b="b" l="l" r="r" t="t"/>
              <a:pathLst>
                <a:path extrusionOk="0" fill="none" h="334" w="513">
                  <a:moveTo>
                    <a:pt x="513" y="0"/>
                  </a:moveTo>
                  <a:cubicBezTo>
                    <a:pt x="513" y="0"/>
                    <a:pt x="465" y="143"/>
                    <a:pt x="1" y="333"/>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14"/>
            <p:cNvSpPr/>
            <p:nvPr/>
          </p:nvSpPr>
          <p:spPr>
            <a:xfrm>
              <a:off x="8032587" y="3421715"/>
              <a:ext cx="46202" cy="18551"/>
            </a:xfrm>
            <a:custGeom>
              <a:rect b="b" l="l" r="r" t="t"/>
              <a:pathLst>
                <a:path extrusionOk="0" fill="none" h="263" w="655">
                  <a:moveTo>
                    <a:pt x="655" y="0"/>
                  </a:moveTo>
                  <a:cubicBezTo>
                    <a:pt x="417" y="36"/>
                    <a:pt x="191" y="120"/>
                    <a:pt x="0" y="262"/>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14"/>
            <p:cNvSpPr/>
            <p:nvPr/>
          </p:nvSpPr>
          <p:spPr>
            <a:xfrm>
              <a:off x="6863478" y="2261567"/>
              <a:ext cx="464489" cy="459058"/>
            </a:xfrm>
            <a:custGeom>
              <a:rect b="b" l="l" r="r" t="t"/>
              <a:pathLst>
                <a:path extrusionOk="0" h="6508" w="6585">
                  <a:moveTo>
                    <a:pt x="3877" y="1"/>
                  </a:moveTo>
                  <a:cubicBezTo>
                    <a:pt x="3561" y="1"/>
                    <a:pt x="3099" y="144"/>
                    <a:pt x="2501" y="553"/>
                  </a:cubicBezTo>
                  <a:cubicBezTo>
                    <a:pt x="941" y="1600"/>
                    <a:pt x="1" y="2958"/>
                    <a:pt x="96" y="3886"/>
                  </a:cubicBezTo>
                  <a:cubicBezTo>
                    <a:pt x="191" y="4803"/>
                    <a:pt x="2572" y="6089"/>
                    <a:pt x="2572" y="6089"/>
                  </a:cubicBezTo>
                  <a:cubicBezTo>
                    <a:pt x="2572" y="6089"/>
                    <a:pt x="3561" y="6172"/>
                    <a:pt x="4180" y="6375"/>
                  </a:cubicBezTo>
                  <a:cubicBezTo>
                    <a:pt x="4418" y="6457"/>
                    <a:pt x="4656" y="6508"/>
                    <a:pt x="4852" y="6508"/>
                  </a:cubicBezTo>
                  <a:cubicBezTo>
                    <a:pt x="5166" y="6508"/>
                    <a:pt x="5372" y="6378"/>
                    <a:pt x="5299" y="6041"/>
                  </a:cubicBezTo>
                  <a:cubicBezTo>
                    <a:pt x="5262" y="5843"/>
                    <a:pt x="5084" y="5685"/>
                    <a:pt x="4954" y="5593"/>
                  </a:cubicBezTo>
                  <a:lnTo>
                    <a:pt x="4954" y="5593"/>
                  </a:lnTo>
                  <a:cubicBezTo>
                    <a:pt x="5081" y="5660"/>
                    <a:pt x="5283" y="5742"/>
                    <a:pt x="5513" y="5742"/>
                  </a:cubicBezTo>
                  <a:cubicBezTo>
                    <a:pt x="5642" y="5742"/>
                    <a:pt x="5780" y="5716"/>
                    <a:pt x="5918" y="5649"/>
                  </a:cubicBezTo>
                  <a:cubicBezTo>
                    <a:pt x="6466" y="5363"/>
                    <a:pt x="5454" y="4458"/>
                    <a:pt x="5454" y="4458"/>
                  </a:cubicBezTo>
                  <a:lnTo>
                    <a:pt x="5454" y="4458"/>
                  </a:lnTo>
                  <a:cubicBezTo>
                    <a:pt x="5454" y="4458"/>
                    <a:pt x="5930" y="4610"/>
                    <a:pt x="6264" y="4610"/>
                  </a:cubicBezTo>
                  <a:cubicBezTo>
                    <a:pt x="6443" y="4610"/>
                    <a:pt x="6581" y="4567"/>
                    <a:pt x="6585" y="4434"/>
                  </a:cubicBezTo>
                  <a:cubicBezTo>
                    <a:pt x="6585" y="4041"/>
                    <a:pt x="6073" y="3672"/>
                    <a:pt x="5882" y="3434"/>
                  </a:cubicBezTo>
                  <a:cubicBezTo>
                    <a:pt x="5704" y="3196"/>
                    <a:pt x="4001" y="2601"/>
                    <a:pt x="3787" y="2315"/>
                  </a:cubicBezTo>
                  <a:cubicBezTo>
                    <a:pt x="3561" y="2029"/>
                    <a:pt x="3739" y="969"/>
                    <a:pt x="4215" y="588"/>
                  </a:cubicBezTo>
                  <a:cubicBezTo>
                    <a:pt x="4508" y="362"/>
                    <a:pt x="4378" y="1"/>
                    <a:pt x="3877" y="1"/>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14"/>
            <p:cNvSpPr/>
            <p:nvPr/>
          </p:nvSpPr>
          <p:spPr>
            <a:xfrm>
              <a:off x="6961738" y="2381130"/>
              <a:ext cx="214222" cy="241097"/>
            </a:xfrm>
            <a:custGeom>
              <a:rect b="b" l="l" r="r" t="t"/>
              <a:pathLst>
                <a:path extrusionOk="0" fill="none" h="3418" w="3037">
                  <a:moveTo>
                    <a:pt x="3037" y="3418"/>
                  </a:moveTo>
                  <a:lnTo>
                    <a:pt x="834" y="2072"/>
                  </a:lnTo>
                  <a:cubicBezTo>
                    <a:pt x="834" y="2072"/>
                    <a:pt x="1" y="1370"/>
                    <a:pt x="525" y="1"/>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14"/>
            <p:cNvSpPr/>
            <p:nvPr/>
          </p:nvSpPr>
          <p:spPr>
            <a:xfrm>
              <a:off x="7037356" y="2326533"/>
              <a:ext cx="160473" cy="240251"/>
            </a:xfrm>
            <a:custGeom>
              <a:rect b="b" l="l" r="r" t="t"/>
              <a:pathLst>
                <a:path extrusionOk="0" fill="none" h="3406" w="2275">
                  <a:moveTo>
                    <a:pt x="2274" y="3406"/>
                  </a:moveTo>
                  <a:lnTo>
                    <a:pt x="643" y="1906"/>
                  </a:lnTo>
                  <a:cubicBezTo>
                    <a:pt x="643" y="1906"/>
                    <a:pt x="0" y="1179"/>
                    <a:pt x="548" y="1"/>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14"/>
            <p:cNvSpPr/>
            <p:nvPr/>
          </p:nvSpPr>
          <p:spPr>
            <a:xfrm>
              <a:off x="6782006" y="1784867"/>
              <a:ext cx="843276" cy="943157"/>
            </a:xfrm>
            <a:custGeom>
              <a:rect b="b" l="l" r="r" t="t"/>
              <a:pathLst>
                <a:path extrusionOk="0" h="13371" w="11955">
                  <a:moveTo>
                    <a:pt x="7966" y="0"/>
                  </a:moveTo>
                  <a:cubicBezTo>
                    <a:pt x="7966" y="0"/>
                    <a:pt x="7549" y="2036"/>
                    <a:pt x="7311" y="2310"/>
                  </a:cubicBezTo>
                  <a:cubicBezTo>
                    <a:pt x="7061" y="2584"/>
                    <a:pt x="3108" y="4346"/>
                    <a:pt x="2632" y="4727"/>
                  </a:cubicBezTo>
                  <a:cubicBezTo>
                    <a:pt x="2156" y="5096"/>
                    <a:pt x="1751" y="6942"/>
                    <a:pt x="1751" y="6942"/>
                  </a:cubicBezTo>
                  <a:cubicBezTo>
                    <a:pt x="1537" y="7692"/>
                    <a:pt x="1263" y="8430"/>
                    <a:pt x="917" y="9132"/>
                  </a:cubicBezTo>
                  <a:cubicBezTo>
                    <a:pt x="1" y="10978"/>
                    <a:pt x="167" y="10835"/>
                    <a:pt x="584" y="11275"/>
                  </a:cubicBezTo>
                  <a:cubicBezTo>
                    <a:pt x="1001" y="11716"/>
                    <a:pt x="2025" y="12609"/>
                    <a:pt x="2822" y="12835"/>
                  </a:cubicBezTo>
                  <a:cubicBezTo>
                    <a:pt x="3323" y="12987"/>
                    <a:pt x="3906" y="13370"/>
                    <a:pt x="4204" y="13370"/>
                  </a:cubicBezTo>
                  <a:cubicBezTo>
                    <a:pt x="4374" y="13370"/>
                    <a:pt x="4452" y="13246"/>
                    <a:pt x="4370" y="12883"/>
                  </a:cubicBezTo>
                  <a:cubicBezTo>
                    <a:pt x="4144" y="11859"/>
                    <a:pt x="1930" y="11430"/>
                    <a:pt x="2168" y="10240"/>
                  </a:cubicBezTo>
                  <a:cubicBezTo>
                    <a:pt x="2287" y="9692"/>
                    <a:pt x="3489" y="8204"/>
                    <a:pt x="3644" y="8001"/>
                  </a:cubicBezTo>
                  <a:cubicBezTo>
                    <a:pt x="3644" y="8001"/>
                    <a:pt x="4071" y="7820"/>
                    <a:pt x="4553" y="7820"/>
                  </a:cubicBezTo>
                  <a:cubicBezTo>
                    <a:pt x="4844" y="7820"/>
                    <a:pt x="5155" y="7886"/>
                    <a:pt x="5406" y="8096"/>
                  </a:cubicBezTo>
                  <a:lnTo>
                    <a:pt x="6692" y="9156"/>
                  </a:lnTo>
                  <a:lnTo>
                    <a:pt x="9169" y="6013"/>
                  </a:lnTo>
                  <a:cubicBezTo>
                    <a:pt x="9169" y="6013"/>
                    <a:pt x="10764" y="5299"/>
                    <a:pt x="11181" y="4656"/>
                  </a:cubicBezTo>
                  <a:cubicBezTo>
                    <a:pt x="11597" y="4025"/>
                    <a:pt x="11955" y="560"/>
                    <a:pt x="11955" y="560"/>
                  </a:cubicBezTo>
                  <a:lnTo>
                    <a:pt x="796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14"/>
            <p:cNvSpPr/>
            <p:nvPr/>
          </p:nvSpPr>
          <p:spPr>
            <a:xfrm>
              <a:off x="6782006" y="1784867"/>
              <a:ext cx="843276" cy="979272"/>
            </a:xfrm>
            <a:custGeom>
              <a:rect b="b" l="l" r="r" t="t"/>
              <a:pathLst>
                <a:path extrusionOk="0" fill="none" h="13883" w="11955">
                  <a:moveTo>
                    <a:pt x="5406" y="8096"/>
                  </a:moveTo>
                  <a:lnTo>
                    <a:pt x="6692" y="9156"/>
                  </a:lnTo>
                  <a:lnTo>
                    <a:pt x="9169" y="6013"/>
                  </a:lnTo>
                  <a:cubicBezTo>
                    <a:pt x="9169" y="6013"/>
                    <a:pt x="10764" y="5299"/>
                    <a:pt x="11181" y="4656"/>
                  </a:cubicBezTo>
                  <a:cubicBezTo>
                    <a:pt x="11597" y="4025"/>
                    <a:pt x="11955" y="560"/>
                    <a:pt x="11955" y="560"/>
                  </a:cubicBezTo>
                  <a:lnTo>
                    <a:pt x="7966" y="0"/>
                  </a:lnTo>
                  <a:cubicBezTo>
                    <a:pt x="7966" y="0"/>
                    <a:pt x="7549" y="2036"/>
                    <a:pt x="7311" y="2310"/>
                  </a:cubicBezTo>
                  <a:cubicBezTo>
                    <a:pt x="7061" y="2584"/>
                    <a:pt x="3108" y="4346"/>
                    <a:pt x="2632" y="4727"/>
                  </a:cubicBezTo>
                  <a:cubicBezTo>
                    <a:pt x="2156" y="5096"/>
                    <a:pt x="1751" y="6942"/>
                    <a:pt x="1751" y="6942"/>
                  </a:cubicBezTo>
                  <a:cubicBezTo>
                    <a:pt x="1537" y="7692"/>
                    <a:pt x="1263" y="8430"/>
                    <a:pt x="917" y="9132"/>
                  </a:cubicBezTo>
                  <a:cubicBezTo>
                    <a:pt x="1" y="10978"/>
                    <a:pt x="167" y="10835"/>
                    <a:pt x="584" y="11275"/>
                  </a:cubicBezTo>
                  <a:cubicBezTo>
                    <a:pt x="1001" y="11716"/>
                    <a:pt x="2025" y="12609"/>
                    <a:pt x="2822" y="12835"/>
                  </a:cubicBezTo>
                  <a:cubicBezTo>
                    <a:pt x="3608" y="13073"/>
                    <a:pt x="4597" y="13883"/>
                    <a:pt x="4370" y="12883"/>
                  </a:cubicBezTo>
                  <a:cubicBezTo>
                    <a:pt x="4144" y="11859"/>
                    <a:pt x="1930" y="11430"/>
                    <a:pt x="2168" y="10240"/>
                  </a:cubicBezTo>
                  <a:cubicBezTo>
                    <a:pt x="2287" y="9692"/>
                    <a:pt x="3489" y="8204"/>
                    <a:pt x="3644" y="8001"/>
                  </a:cubicBezTo>
                  <a:cubicBezTo>
                    <a:pt x="3644" y="8001"/>
                    <a:pt x="4739" y="7537"/>
                    <a:pt x="5406" y="8096"/>
                  </a:cubicBezTo>
                  <a:lnTo>
                    <a:pt x="5406" y="8096"/>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14"/>
            <p:cNvSpPr/>
            <p:nvPr/>
          </p:nvSpPr>
          <p:spPr>
            <a:xfrm>
              <a:off x="7104509" y="2901705"/>
              <a:ext cx="17705" cy="38020"/>
            </a:xfrm>
            <a:custGeom>
              <a:rect b="b" l="l" r="r" t="t"/>
              <a:pathLst>
                <a:path extrusionOk="0" h="539" w="251">
                  <a:moveTo>
                    <a:pt x="126" y="1"/>
                  </a:moveTo>
                  <a:cubicBezTo>
                    <a:pt x="120" y="1"/>
                    <a:pt x="114" y="1"/>
                    <a:pt x="108" y="3"/>
                  </a:cubicBezTo>
                  <a:cubicBezTo>
                    <a:pt x="48" y="14"/>
                    <a:pt x="1" y="62"/>
                    <a:pt x="13" y="133"/>
                  </a:cubicBezTo>
                  <a:lnTo>
                    <a:pt x="25" y="431"/>
                  </a:lnTo>
                  <a:cubicBezTo>
                    <a:pt x="36" y="491"/>
                    <a:pt x="84" y="526"/>
                    <a:pt x="132" y="538"/>
                  </a:cubicBezTo>
                  <a:lnTo>
                    <a:pt x="144" y="538"/>
                  </a:lnTo>
                  <a:cubicBezTo>
                    <a:pt x="215" y="526"/>
                    <a:pt x="251" y="479"/>
                    <a:pt x="251" y="419"/>
                  </a:cubicBezTo>
                  <a:lnTo>
                    <a:pt x="239" y="110"/>
                  </a:lnTo>
                  <a:lnTo>
                    <a:pt x="239" y="98"/>
                  </a:lnTo>
                  <a:cubicBezTo>
                    <a:pt x="228" y="44"/>
                    <a:pt x="179" y="1"/>
                    <a:pt x="126" y="1"/>
                  </a:cubicBez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14"/>
            <p:cNvSpPr/>
            <p:nvPr/>
          </p:nvSpPr>
          <p:spPr>
            <a:xfrm>
              <a:off x="7033124" y="2150892"/>
              <a:ext cx="102562" cy="764485"/>
            </a:xfrm>
            <a:custGeom>
              <a:rect b="b" l="l" r="r" t="t"/>
              <a:pathLst>
                <a:path extrusionOk="0" h="10838" w="1454">
                  <a:moveTo>
                    <a:pt x="626" y="1"/>
                  </a:moveTo>
                  <a:cubicBezTo>
                    <a:pt x="612" y="1"/>
                    <a:pt x="598" y="1"/>
                    <a:pt x="584" y="2"/>
                  </a:cubicBezTo>
                  <a:cubicBezTo>
                    <a:pt x="251" y="14"/>
                    <a:pt x="1" y="300"/>
                    <a:pt x="13" y="633"/>
                  </a:cubicBezTo>
                  <a:lnTo>
                    <a:pt x="739" y="9730"/>
                  </a:lnTo>
                  <a:lnTo>
                    <a:pt x="906" y="10587"/>
                  </a:lnTo>
                  <a:cubicBezTo>
                    <a:pt x="906" y="10718"/>
                    <a:pt x="1001" y="10813"/>
                    <a:pt x="1132" y="10825"/>
                  </a:cubicBezTo>
                  <a:lnTo>
                    <a:pt x="1132" y="10837"/>
                  </a:lnTo>
                  <a:lnTo>
                    <a:pt x="1167" y="10837"/>
                  </a:lnTo>
                  <a:cubicBezTo>
                    <a:pt x="1310" y="10825"/>
                    <a:pt x="1418" y="10706"/>
                    <a:pt x="1418" y="10563"/>
                  </a:cubicBezTo>
                  <a:lnTo>
                    <a:pt x="1453" y="9765"/>
                  </a:lnTo>
                  <a:lnTo>
                    <a:pt x="1227" y="574"/>
                  </a:lnTo>
                  <a:cubicBezTo>
                    <a:pt x="1204" y="255"/>
                    <a:pt x="941" y="1"/>
                    <a:pt x="626" y="1"/>
                  </a:cubicBezTo>
                  <a:close/>
                </a:path>
              </a:pathLst>
            </a:custGeom>
            <a:solidFill>
              <a:srgbClr val="6453C2"/>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14"/>
            <p:cNvSpPr/>
            <p:nvPr/>
          </p:nvSpPr>
          <p:spPr>
            <a:xfrm>
              <a:off x="7033124" y="2150892"/>
              <a:ext cx="90782" cy="240815"/>
            </a:xfrm>
            <a:custGeom>
              <a:rect b="b" l="l" r="r" t="t"/>
              <a:pathLst>
                <a:path extrusionOk="0" h="3414" w="1287">
                  <a:moveTo>
                    <a:pt x="626" y="1"/>
                  </a:moveTo>
                  <a:cubicBezTo>
                    <a:pt x="612" y="1"/>
                    <a:pt x="598" y="1"/>
                    <a:pt x="584" y="2"/>
                  </a:cubicBezTo>
                  <a:cubicBezTo>
                    <a:pt x="251" y="14"/>
                    <a:pt x="1" y="300"/>
                    <a:pt x="13" y="633"/>
                  </a:cubicBezTo>
                  <a:lnTo>
                    <a:pt x="227" y="3253"/>
                  </a:lnTo>
                  <a:cubicBezTo>
                    <a:pt x="370" y="3360"/>
                    <a:pt x="542" y="3413"/>
                    <a:pt x="715" y="3413"/>
                  </a:cubicBezTo>
                  <a:cubicBezTo>
                    <a:pt x="888" y="3413"/>
                    <a:pt x="1060" y="3360"/>
                    <a:pt x="1203" y="3253"/>
                  </a:cubicBezTo>
                  <a:cubicBezTo>
                    <a:pt x="1239" y="3229"/>
                    <a:pt x="1263" y="3217"/>
                    <a:pt x="1287" y="3181"/>
                  </a:cubicBezTo>
                  <a:lnTo>
                    <a:pt x="1215" y="574"/>
                  </a:lnTo>
                  <a:cubicBezTo>
                    <a:pt x="1204" y="255"/>
                    <a:pt x="941" y="1"/>
                    <a:pt x="626" y="1"/>
                  </a:cubicBez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14"/>
            <p:cNvSpPr/>
            <p:nvPr/>
          </p:nvSpPr>
          <p:spPr>
            <a:xfrm>
              <a:off x="7085393" y="2113224"/>
              <a:ext cx="485298" cy="588142"/>
            </a:xfrm>
            <a:custGeom>
              <a:rect b="b" l="l" r="r" t="t"/>
              <a:pathLst>
                <a:path extrusionOk="0" h="8338" w="6880">
                  <a:moveTo>
                    <a:pt x="6880" y="1"/>
                  </a:moveTo>
                  <a:lnTo>
                    <a:pt x="843" y="3108"/>
                  </a:lnTo>
                  <a:cubicBezTo>
                    <a:pt x="1581" y="3763"/>
                    <a:pt x="1403" y="4513"/>
                    <a:pt x="1403" y="4513"/>
                  </a:cubicBezTo>
                  <a:cubicBezTo>
                    <a:pt x="1403" y="4513"/>
                    <a:pt x="677" y="6001"/>
                    <a:pt x="284" y="7073"/>
                  </a:cubicBezTo>
                  <a:cubicBezTo>
                    <a:pt x="0" y="7854"/>
                    <a:pt x="237" y="8338"/>
                    <a:pt x="658" y="8338"/>
                  </a:cubicBezTo>
                  <a:cubicBezTo>
                    <a:pt x="822" y="8338"/>
                    <a:pt x="1013" y="8265"/>
                    <a:pt x="1212" y="8109"/>
                  </a:cubicBezTo>
                  <a:cubicBezTo>
                    <a:pt x="1641" y="7787"/>
                    <a:pt x="1772" y="7573"/>
                    <a:pt x="2022" y="7359"/>
                  </a:cubicBezTo>
                  <a:cubicBezTo>
                    <a:pt x="2189" y="7216"/>
                    <a:pt x="2474" y="7168"/>
                    <a:pt x="2724" y="6775"/>
                  </a:cubicBezTo>
                  <a:cubicBezTo>
                    <a:pt x="3498" y="5644"/>
                    <a:pt x="4177" y="4454"/>
                    <a:pt x="4760" y="3215"/>
                  </a:cubicBezTo>
                  <a:cubicBezTo>
                    <a:pt x="5022" y="2668"/>
                    <a:pt x="6534" y="1120"/>
                    <a:pt x="688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14"/>
            <p:cNvSpPr/>
            <p:nvPr/>
          </p:nvSpPr>
          <p:spPr>
            <a:xfrm>
              <a:off x="7077634" y="2113224"/>
              <a:ext cx="493057" cy="611490"/>
            </a:xfrm>
            <a:custGeom>
              <a:rect b="b" l="l" r="r" t="t"/>
              <a:pathLst>
                <a:path extrusionOk="0" fill="none" h="8669" w="6990">
                  <a:moveTo>
                    <a:pt x="6990" y="1"/>
                  </a:moveTo>
                  <a:cubicBezTo>
                    <a:pt x="6644" y="1120"/>
                    <a:pt x="5132" y="2668"/>
                    <a:pt x="4870" y="3215"/>
                  </a:cubicBezTo>
                  <a:cubicBezTo>
                    <a:pt x="4287" y="4454"/>
                    <a:pt x="3608" y="5644"/>
                    <a:pt x="2834" y="6775"/>
                  </a:cubicBezTo>
                  <a:cubicBezTo>
                    <a:pt x="2584" y="7168"/>
                    <a:pt x="2299" y="7216"/>
                    <a:pt x="2132" y="7359"/>
                  </a:cubicBezTo>
                  <a:cubicBezTo>
                    <a:pt x="1882" y="7573"/>
                    <a:pt x="1751" y="7787"/>
                    <a:pt x="1322" y="8109"/>
                  </a:cubicBezTo>
                  <a:cubicBezTo>
                    <a:pt x="608" y="8668"/>
                    <a:pt x="1" y="8156"/>
                    <a:pt x="394" y="7073"/>
                  </a:cubicBezTo>
                  <a:cubicBezTo>
                    <a:pt x="787" y="6001"/>
                    <a:pt x="1513" y="4513"/>
                    <a:pt x="1513" y="4513"/>
                  </a:cubicBezTo>
                  <a:cubicBezTo>
                    <a:pt x="1513" y="4513"/>
                    <a:pt x="1691" y="3763"/>
                    <a:pt x="953" y="3108"/>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14"/>
            <p:cNvSpPr/>
            <p:nvPr/>
          </p:nvSpPr>
          <p:spPr>
            <a:xfrm>
              <a:off x="7111210" y="2630554"/>
              <a:ext cx="91628" cy="71596"/>
            </a:xfrm>
            <a:custGeom>
              <a:rect b="b" l="l" r="r" t="t"/>
              <a:pathLst>
                <a:path extrusionOk="0" h="1015" w="1299">
                  <a:moveTo>
                    <a:pt x="275" y="1"/>
                  </a:moveTo>
                  <a:lnTo>
                    <a:pt x="84" y="418"/>
                  </a:lnTo>
                  <a:cubicBezTo>
                    <a:pt x="1" y="572"/>
                    <a:pt x="25" y="763"/>
                    <a:pt x="156" y="894"/>
                  </a:cubicBezTo>
                  <a:cubicBezTo>
                    <a:pt x="227" y="953"/>
                    <a:pt x="311" y="1001"/>
                    <a:pt x="418" y="1013"/>
                  </a:cubicBezTo>
                  <a:cubicBezTo>
                    <a:pt x="429" y="1014"/>
                    <a:pt x="440" y="1015"/>
                    <a:pt x="452" y="1015"/>
                  </a:cubicBezTo>
                  <a:cubicBezTo>
                    <a:pt x="828" y="1015"/>
                    <a:pt x="1299" y="275"/>
                    <a:pt x="1299" y="275"/>
                  </a:cubicBezTo>
                  <a:lnTo>
                    <a:pt x="1299" y="275"/>
                  </a:lnTo>
                  <a:cubicBezTo>
                    <a:pt x="1253" y="280"/>
                    <a:pt x="1207" y="282"/>
                    <a:pt x="1162" y="282"/>
                  </a:cubicBezTo>
                  <a:cubicBezTo>
                    <a:pt x="985" y="282"/>
                    <a:pt x="814" y="246"/>
                    <a:pt x="644" y="179"/>
                  </a:cubicBezTo>
                  <a:cubicBezTo>
                    <a:pt x="299" y="37"/>
                    <a:pt x="275" y="1"/>
                    <a:pt x="275" y="1"/>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14"/>
            <p:cNvSpPr/>
            <p:nvPr/>
          </p:nvSpPr>
          <p:spPr>
            <a:xfrm>
              <a:off x="7261599" y="1554700"/>
              <a:ext cx="577843" cy="499829"/>
            </a:xfrm>
            <a:custGeom>
              <a:rect b="b" l="l" r="r" t="t"/>
              <a:pathLst>
                <a:path extrusionOk="0" h="7086" w="8192">
                  <a:moveTo>
                    <a:pt x="8192" y="1"/>
                  </a:moveTo>
                  <a:lnTo>
                    <a:pt x="822" y="13"/>
                  </a:lnTo>
                  <a:lnTo>
                    <a:pt x="0" y="5383"/>
                  </a:lnTo>
                  <a:cubicBezTo>
                    <a:pt x="0" y="5383"/>
                    <a:pt x="1000" y="6264"/>
                    <a:pt x="2322" y="6502"/>
                  </a:cubicBezTo>
                  <a:cubicBezTo>
                    <a:pt x="3643" y="6728"/>
                    <a:pt x="6072" y="7085"/>
                    <a:pt x="6072" y="7085"/>
                  </a:cubicBezTo>
                  <a:lnTo>
                    <a:pt x="8192"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14"/>
            <p:cNvSpPr/>
            <p:nvPr/>
          </p:nvSpPr>
          <p:spPr>
            <a:xfrm>
              <a:off x="7261599" y="1554700"/>
              <a:ext cx="577843" cy="499829"/>
            </a:xfrm>
            <a:custGeom>
              <a:rect b="b" l="l" r="r" t="t"/>
              <a:pathLst>
                <a:path extrusionOk="0" fill="none" h="7086" w="8192">
                  <a:moveTo>
                    <a:pt x="822" y="13"/>
                  </a:moveTo>
                  <a:lnTo>
                    <a:pt x="0" y="5383"/>
                  </a:lnTo>
                  <a:cubicBezTo>
                    <a:pt x="0" y="5383"/>
                    <a:pt x="1000" y="6264"/>
                    <a:pt x="2322" y="6502"/>
                  </a:cubicBezTo>
                  <a:cubicBezTo>
                    <a:pt x="3643" y="6728"/>
                    <a:pt x="6072" y="7085"/>
                    <a:pt x="6072" y="7085"/>
                  </a:cubicBezTo>
                  <a:lnTo>
                    <a:pt x="8192" y="1"/>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14"/>
            <p:cNvSpPr/>
            <p:nvPr/>
          </p:nvSpPr>
          <p:spPr>
            <a:xfrm>
              <a:off x="7601736" y="1941040"/>
              <a:ext cx="57982" cy="58052"/>
            </a:xfrm>
            <a:custGeom>
              <a:rect b="b" l="l" r="r" t="t"/>
              <a:pathLst>
                <a:path extrusionOk="0" h="823" w="822">
                  <a:moveTo>
                    <a:pt x="417" y="1"/>
                  </a:moveTo>
                  <a:cubicBezTo>
                    <a:pt x="191" y="1"/>
                    <a:pt x="0" y="191"/>
                    <a:pt x="0" y="418"/>
                  </a:cubicBezTo>
                  <a:cubicBezTo>
                    <a:pt x="0" y="644"/>
                    <a:pt x="191" y="822"/>
                    <a:pt x="417" y="822"/>
                  </a:cubicBezTo>
                  <a:cubicBezTo>
                    <a:pt x="643" y="822"/>
                    <a:pt x="822" y="644"/>
                    <a:pt x="822" y="418"/>
                  </a:cubicBezTo>
                  <a:cubicBezTo>
                    <a:pt x="822" y="191"/>
                    <a:pt x="643" y="1"/>
                    <a:pt x="41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14"/>
            <p:cNvSpPr/>
            <p:nvPr/>
          </p:nvSpPr>
          <p:spPr>
            <a:xfrm>
              <a:off x="7175894" y="2560862"/>
              <a:ext cx="5149" cy="5149"/>
            </a:xfrm>
            <a:custGeom>
              <a:rect b="b" l="l" r="r" t="t"/>
              <a:pathLst>
                <a:path extrusionOk="0" fill="none" h="73" w="73">
                  <a:moveTo>
                    <a:pt x="72" y="72"/>
                  </a:moveTo>
                  <a:lnTo>
                    <a:pt x="1" y="1"/>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14"/>
            <p:cNvSpPr/>
            <p:nvPr/>
          </p:nvSpPr>
          <p:spPr>
            <a:xfrm>
              <a:off x="7190213" y="2575111"/>
              <a:ext cx="57982" cy="31178"/>
            </a:xfrm>
            <a:custGeom>
              <a:rect b="b" l="l" r="r" t="t"/>
              <a:pathLst>
                <a:path extrusionOk="0" fill="none" h="442" w="822">
                  <a:moveTo>
                    <a:pt x="822" y="275"/>
                  </a:moveTo>
                  <a:cubicBezTo>
                    <a:pt x="822" y="275"/>
                    <a:pt x="524" y="442"/>
                    <a:pt x="0" y="1"/>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14"/>
            <p:cNvSpPr/>
            <p:nvPr/>
          </p:nvSpPr>
          <p:spPr>
            <a:xfrm>
              <a:off x="7203616" y="2560862"/>
              <a:ext cx="40418" cy="18551"/>
            </a:xfrm>
            <a:custGeom>
              <a:rect b="b" l="l" r="r" t="t"/>
              <a:pathLst>
                <a:path extrusionOk="0" fill="none" h="263" w="573">
                  <a:moveTo>
                    <a:pt x="1" y="48"/>
                  </a:moveTo>
                  <a:cubicBezTo>
                    <a:pt x="1" y="48"/>
                    <a:pt x="144" y="1"/>
                    <a:pt x="572" y="263"/>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14"/>
            <p:cNvSpPr/>
            <p:nvPr/>
          </p:nvSpPr>
          <p:spPr>
            <a:xfrm>
              <a:off x="7179280" y="2585198"/>
              <a:ext cx="42887" cy="24477"/>
            </a:xfrm>
            <a:custGeom>
              <a:rect b="b" l="l" r="r" t="t"/>
              <a:pathLst>
                <a:path extrusionOk="0" fill="none" h="347" w="608">
                  <a:moveTo>
                    <a:pt x="0" y="1"/>
                  </a:moveTo>
                  <a:cubicBezTo>
                    <a:pt x="179" y="156"/>
                    <a:pt x="381" y="275"/>
                    <a:pt x="608" y="346"/>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14"/>
            <p:cNvSpPr/>
            <p:nvPr/>
          </p:nvSpPr>
          <p:spPr>
            <a:xfrm>
              <a:off x="6752662" y="3647297"/>
              <a:ext cx="486074" cy="458141"/>
            </a:xfrm>
            <a:custGeom>
              <a:rect b="b" l="l" r="r" t="t"/>
              <a:pathLst>
                <a:path extrusionOk="0" h="6495" w="6891">
                  <a:moveTo>
                    <a:pt x="3994" y="0"/>
                  </a:moveTo>
                  <a:cubicBezTo>
                    <a:pt x="3072" y="0"/>
                    <a:pt x="1804" y="949"/>
                    <a:pt x="810" y="2458"/>
                  </a:cubicBezTo>
                  <a:cubicBezTo>
                    <a:pt x="0" y="3686"/>
                    <a:pt x="274" y="4340"/>
                    <a:pt x="608" y="4340"/>
                  </a:cubicBezTo>
                  <a:cubicBezTo>
                    <a:pt x="702" y="4340"/>
                    <a:pt x="800" y="4288"/>
                    <a:pt x="881" y="4184"/>
                  </a:cubicBezTo>
                  <a:cubicBezTo>
                    <a:pt x="1149" y="3830"/>
                    <a:pt x="1773" y="3633"/>
                    <a:pt x="2210" y="3633"/>
                  </a:cubicBezTo>
                  <a:cubicBezTo>
                    <a:pt x="2375" y="3633"/>
                    <a:pt x="2514" y="3661"/>
                    <a:pt x="2596" y="3720"/>
                  </a:cubicBezTo>
                  <a:cubicBezTo>
                    <a:pt x="2881" y="3934"/>
                    <a:pt x="3512" y="5637"/>
                    <a:pt x="3750" y="5815"/>
                  </a:cubicBezTo>
                  <a:cubicBezTo>
                    <a:pt x="3986" y="5992"/>
                    <a:pt x="4361" y="6494"/>
                    <a:pt x="4737" y="6494"/>
                  </a:cubicBezTo>
                  <a:cubicBezTo>
                    <a:pt x="4742" y="6494"/>
                    <a:pt x="4746" y="6494"/>
                    <a:pt x="4751" y="6494"/>
                  </a:cubicBezTo>
                  <a:cubicBezTo>
                    <a:pt x="5143" y="6482"/>
                    <a:pt x="4774" y="5363"/>
                    <a:pt x="4774" y="5363"/>
                  </a:cubicBezTo>
                  <a:lnTo>
                    <a:pt x="4774" y="5363"/>
                  </a:lnTo>
                  <a:cubicBezTo>
                    <a:pt x="4774" y="5363"/>
                    <a:pt x="5334" y="5974"/>
                    <a:pt x="5704" y="5974"/>
                  </a:cubicBezTo>
                  <a:cubicBezTo>
                    <a:pt x="5807" y="5974"/>
                    <a:pt x="5896" y="5926"/>
                    <a:pt x="5953" y="5804"/>
                  </a:cubicBezTo>
                  <a:cubicBezTo>
                    <a:pt x="6138" y="5425"/>
                    <a:pt x="6002" y="5053"/>
                    <a:pt x="5895" y="4851"/>
                  </a:cubicBezTo>
                  <a:lnTo>
                    <a:pt x="5895" y="4851"/>
                  </a:lnTo>
                  <a:cubicBezTo>
                    <a:pt x="5989" y="4980"/>
                    <a:pt x="6146" y="5149"/>
                    <a:pt x="6346" y="5184"/>
                  </a:cubicBezTo>
                  <a:cubicBezTo>
                    <a:pt x="6389" y="5193"/>
                    <a:pt x="6428" y="5197"/>
                    <a:pt x="6464" y="5197"/>
                  </a:cubicBezTo>
                  <a:cubicBezTo>
                    <a:pt x="6891" y="5197"/>
                    <a:pt x="6865" y="4636"/>
                    <a:pt x="6667" y="4065"/>
                  </a:cubicBezTo>
                  <a:cubicBezTo>
                    <a:pt x="6453" y="3446"/>
                    <a:pt x="6358" y="2458"/>
                    <a:pt x="6358" y="2458"/>
                  </a:cubicBezTo>
                  <a:lnTo>
                    <a:pt x="6346" y="2458"/>
                  </a:lnTo>
                  <a:cubicBezTo>
                    <a:pt x="6346" y="2458"/>
                    <a:pt x="5024" y="100"/>
                    <a:pt x="4108" y="5"/>
                  </a:cubicBezTo>
                  <a:cubicBezTo>
                    <a:pt x="4070" y="2"/>
                    <a:pt x="4032" y="0"/>
                    <a:pt x="3994" y="0"/>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14"/>
            <p:cNvSpPr/>
            <p:nvPr/>
          </p:nvSpPr>
          <p:spPr>
            <a:xfrm>
              <a:off x="6889507" y="3740832"/>
              <a:ext cx="244483" cy="211754"/>
            </a:xfrm>
            <a:custGeom>
              <a:rect b="b" l="l" r="r" t="t"/>
              <a:pathLst>
                <a:path extrusionOk="0" fill="none" h="3002" w="3466">
                  <a:moveTo>
                    <a:pt x="3465" y="3001"/>
                  </a:moveTo>
                  <a:lnTo>
                    <a:pt x="2072" y="822"/>
                  </a:lnTo>
                  <a:cubicBezTo>
                    <a:pt x="2072" y="822"/>
                    <a:pt x="1370" y="1"/>
                    <a:pt x="1" y="537"/>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14"/>
            <p:cNvSpPr/>
            <p:nvPr/>
          </p:nvSpPr>
          <p:spPr>
            <a:xfrm>
              <a:off x="6836603" y="3817295"/>
              <a:ext cx="241944" cy="157933"/>
            </a:xfrm>
            <a:custGeom>
              <a:rect b="b" l="l" r="r" t="t"/>
              <a:pathLst>
                <a:path extrusionOk="0" fill="none" h="2239" w="3430">
                  <a:moveTo>
                    <a:pt x="3430" y="2239"/>
                  </a:moveTo>
                  <a:lnTo>
                    <a:pt x="1906" y="631"/>
                  </a:lnTo>
                  <a:cubicBezTo>
                    <a:pt x="1906" y="631"/>
                    <a:pt x="1167" y="0"/>
                    <a:pt x="1" y="560"/>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14"/>
            <p:cNvSpPr/>
            <p:nvPr/>
          </p:nvSpPr>
          <p:spPr>
            <a:xfrm>
              <a:off x="6226866" y="3572385"/>
              <a:ext cx="1016869" cy="790866"/>
            </a:xfrm>
            <a:custGeom>
              <a:rect b="b" l="l" r="r" t="t"/>
              <a:pathLst>
                <a:path extrusionOk="0" h="11212" w="14416">
                  <a:moveTo>
                    <a:pt x="10995" y="0"/>
                  </a:moveTo>
                  <a:cubicBezTo>
                    <a:pt x="10547" y="0"/>
                    <a:pt x="10053" y="144"/>
                    <a:pt x="9621" y="531"/>
                  </a:cubicBezTo>
                  <a:cubicBezTo>
                    <a:pt x="8692" y="1353"/>
                    <a:pt x="7871" y="1627"/>
                    <a:pt x="7871" y="1627"/>
                  </a:cubicBezTo>
                  <a:cubicBezTo>
                    <a:pt x="7871" y="1627"/>
                    <a:pt x="6025" y="2055"/>
                    <a:pt x="5656" y="2544"/>
                  </a:cubicBezTo>
                  <a:cubicBezTo>
                    <a:pt x="5299" y="3032"/>
                    <a:pt x="2549" y="6270"/>
                    <a:pt x="2287" y="6520"/>
                  </a:cubicBezTo>
                  <a:cubicBezTo>
                    <a:pt x="2013" y="6782"/>
                    <a:pt x="1" y="7235"/>
                    <a:pt x="1" y="7235"/>
                  </a:cubicBezTo>
                  <a:lnTo>
                    <a:pt x="644" y="11211"/>
                  </a:lnTo>
                  <a:cubicBezTo>
                    <a:pt x="644" y="11211"/>
                    <a:pt x="4085" y="10771"/>
                    <a:pt x="4716" y="10330"/>
                  </a:cubicBezTo>
                  <a:cubicBezTo>
                    <a:pt x="5347" y="9902"/>
                    <a:pt x="7049" y="9056"/>
                    <a:pt x="7049" y="9056"/>
                  </a:cubicBezTo>
                  <a:lnTo>
                    <a:pt x="10157" y="6544"/>
                  </a:lnTo>
                  <a:lnTo>
                    <a:pt x="9073" y="5270"/>
                  </a:lnTo>
                  <a:cubicBezTo>
                    <a:pt x="8502" y="4615"/>
                    <a:pt x="8954" y="3508"/>
                    <a:pt x="8954" y="3508"/>
                  </a:cubicBezTo>
                  <a:cubicBezTo>
                    <a:pt x="9145" y="3353"/>
                    <a:pt x="10621" y="2115"/>
                    <a:pt x="11169" y="1996"/>
                  </a:cubicBezTo>
                  <a:cubicBezTo>
                    <a:pt x="11240" y="1980"/>
                    <a:pt x="11308" y="1973"/>
                    <a:pt x="11374" y="1973"/>
                  </a:cubicBezTo>
                  <a:cubicBezTo>
                    <a:pt x="12422" y="1973"/>
                    <a:pt x="12929" y="3816"/>
                    <a:pt x="13848" y="4163"/>
                  </a:cubicBezTo>
                  <a:cubicBezTo>
                    <a:pt x="13914" y="4188"/>
                    <a:pt x="13971" y="4200"/>
                    <a:pt x="14020" y="4200"/>
                  </a:cubicBezTo>
                  <a:cubicBezTo>
                    <a:pt x="14415" y="4200"/>
                    <a:pt x="14297" y="3445"/>
                    <a:pt x="14086" y="2746"/>
                  </a:cubicBezTo>
                  <a:cubicBezTo>
                    <a:pt x="13848" y="1960"/>
                    <a:pt x="12621" y="817"/>
                    <a:pt x="12181" y="400"/>
                  </a:cubicBezTo>
                  <a:cubicBezTo>
                    <a:pt x="11942" y="180"/>
                    <a:pt x="11497" y="0"/>
                    <a:pt x="109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14"/>
            <p:cNvSpPr/>
            <p:nvPr/>
          </p:nvSpPr>
          <p:spPr>
            <a:xfrm>
              <a:off x="6226866" y="3551859"/>
              <a:ext cx="1018773" cy="811393"/>
            </a:xfrm>
            <a:custGeom>
              <a:rect b="b" l="l" r="r" t="t"/>
              <a:pathLst>
                <a:path extrusionOk="0" fill="none" h="11503" w="14443">
                  <a:moveTo>
                    <a:pt x="9073" y="5561"/>
                  </a:moveTo>
                  <a:lnTo>
                    <a:pt x="10157" y="6835"/>
                  </a:lnTo>
                  <a:lnTo>
                    <a:pt x="7049" y="9347"/>
                  </a:lnTo>
                  <a:cubicBezTo>
                    <a:pt x="7049" y="9347"/>
                    <a:pt x="5347" y="10193"/>
                    <a:pt x="4716" y="10621"/>
                  </a:cubicBezTo>
                  <a:cubicBezTo>
                    <a:pt x="4085" y="11062"/>
                    <a:pt x="644" y="11502"/>
                    <a:pt x="644" y="11502"/>
                  </a:cubicBezTo>
                  <a:lnTo>
                    <a:pt x="1" y="7526"/>
                  </a:lnTo>
                  <a:cubicBezTo>
                    <a:pt x="1" y="7526"/>
                    <a:pt x="2013" y="7073"/>
                    <a:pt x="2287" y="6811"/>
                  </a:cubicBezTo>
                  <a:cubicBezTo>
                    <a:pt x="2549" y="6561"/>
                    <a:pt x="5299" y="3323"/>
                    <a:pt x="5656" y="2835"/>
                  </a:cubicBezTo>
                  <a:cubicBezTo>
                    <a:pt x="6025" y="2346"/>
                    <a:pt x="7871" y="1918"/>
                    <a:pt x="7871" y="1918"/>
                  </a:cubicBezTo>
                  <a:cubicBezTo>
                    <a:pt x="7871" y="1918"/>
                    <a:pt x="8692" y="1644"/>
                    <a:pt x="9621" y="822"/>
                  </a:cubicBezTo>
                  <a:cubicBezTo>
                    <a:pt x="10538" y="1"/>
                    <a:pt x="11728" y="275"/>
                    <a:pt x="12181" y="691"/>
                  </a:cubicBezTo>
                  <a:cubicBezTo>
                    <a:pt x="12621" y="1108"/>
                    <a:pt x="13848" y="2251"/>
                    <a:pt x="14086" y="3037"/>
                  </a:cubicBezTo>
                  <a:cubicBezTo>
                    <a:pt x="14324" y="3823"/>
                    <a:pt x="14443" y="4680"/>
                    <a:pt x="13848" y="4454"/>
                  </a:cubicBezTo>
                  <a:cubicBezTo>
                    <a:pt x="12871" y="4085"/>
                    <a:pt x="12359" y="2025"/>
                    <a:pt x="11169" y="2287"/>
                  </a:cubicBezTo>
                  <a:cubicBezTo>
                    <a:pt x="10621" y="2406"/>
                    <a:pt x="9145" y="3644"/>
                    <a:pt x="8954" y="3799"/>
                  </a:cubicBezTo>
                  <a:cubicBezTo>
                    <a:pt x="8954" y="3799"/>
                    <a:pt x="8502" y="4906"/>
                    <a:pt x="9073" y="5561"/>
                  </a:cubicBezTo>
                  <a:lnTo>
                    <a:pt x="9073" y="5561"/>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14"/>
            <p:cNvSpPr/>
            <p:nvPr/>
          </p:nvSpPr>
          <p:spPr>
            <a:xfrm>
              <a:off x="7412763" y="3876900"/>
              <a:ext cx="37879" cy="16858"/>
            </a:xfrm>
            <a:custGeom>
              <a:rect b="b" l="l" r="r" t="t"/>
              <a:pathLst>
                <a:path extrusionOk="0" h="239" w="537">
                  <a:moveTo>
                    <a:pt x="119" y="1"/>
                  </a:moveTo>
                  <a:cubicBezTo>
                    <a:pt x="60" y="1"/>
                    <a:pt x="0" y="48"/>
                    <a:pt x="0" y="120"/>
                  </a:cubicBezTo>
                  <a:cubicBezTo>
                    <a:pt x="0" y="179"/>
                    <a:pt x="48" y="227"/>
                    <a:pt x="107" y="227"/>
                  </a:cubicBezTo>
                  <a:lnTo>
                    <a:pt x="417" y="239"/>
                  </a:lnTo>
                  <a:cubicBezTo>
                    <a:pt x="477" y="239"/>
                    <a:pt x="524" y="203"/>
                    <a:pt x="536" y="144"/>
                  </a:cubicBezTo>
                  <a:cubicBezTo>
                    <a:pt x="536" y="132"/>
                    <a:pt x="524" y="132"/>
                    <a:pt x="524" y="120"/>
                  </a:cubicBezTo>
                  <a:cubicBezTo>
                    <a:pt x="524" y="72"/>
                    <a:pt x="477" y="24"/>
                    <a:pt x="417" y="13"/>
                  </a:cubicBezTo>
                  <a:lnTo>
                    <a:pt x="119" y="1"/>
                  </a:ln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14"/>
            <p:cNvSpPr/>
            <p:nvPr/>
          </p:nvSpPr>
          <p:spPr>
            <a:xfrm>
              <a:off x="6659409" y="3817225"/>
              <a:ext cx="765967" cy="91699"/>
            </a:xfrm>
            <a:custGeom>
              <a:rect b="b" l="l" r="r" t="t"/>
              <a:pathLst>
                <a:path extrusionOk="0" h="1300" w="10859">
                  <a:moveTo>
                    <a:pt x="621" y="1"/>
                  </a:moveTo>
                  <a:cubicBezTo>
                    <a:pt x="298" y="1"/>
                    <a:pt x="36" y="247"/>
                    <a:pt x="12" y="573"/>
                  </a:cubicBezTo>
                  <a:cubicBezTo>
                    <a:pt x="0" y="906"/>
                    <a:pt x="262" y="1192"/>
                    <a:pt x="596" y="1204"/>
                  </a:cubicBezTo>
                  <a:lnTo>
                    <a:pt x="9787" y="1299"/>
                  </a:lnTo>
                  <a:lnTo>
                    <a:pt x="10597" y="1240"/>
                  </a:lnTo>
                  <a:cubicBezTo>
                    <a:pt x="10604" y="1240"/>
                    <a:pt x="10610" y="1240"/>
                    <a:pt x="10617" y="1240"/>
                  </a:cubicBezTo>
                  <a:cubicBezTo>
                    <a:pt x="10740" y="1240"/>
                    <a:pt x="10848" y="1137"/>
                    <a:pt x="10859" y="1001"/>
                  </a:cubicBezTo>
                  <a:lnTo>
                    <a:pt x="10859" y="966"/>
                  </a:lnTo>
                  <a:cubicBezTo>
                    <a:pt x="10847" y="835"/>
                    <a:pt x="10740" y="739"/>
                    <a:pt x="10609" y="728"/>
                  </a:cubicBezTo>
                  <a:lnTo>
                    <a:pt x="9752" y="585"/>
                  </a:lnTo>
                  <a:lnTo>
                    <a:pt x="643" y="1"/>
                  </a:lnTo>
                  <a:cubicBezTo>
                    <a:pt x="636" y="1"/>
                    <a:pt x="628" y="1"/>
                    <a:pt x="621" y="1"/>
                  </a:cubicBezTo>
                  <a:close/>
                </a:path>
              </a:pathLst>
            </a:custGeom>
            <a:solidFill>
              <a:srgbClr val="6453C2"/>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14"/>
            <p:cNvSpPr/>
            <p:nvPr/>
          </p:nvSpPr>
          <p:spPr>
            <a:xfrm>
              <a:off x="6660256" y="3817225"/>
              <a:ext cx="245259" cy="86620"/>
            </a:xfrm>
            <a:custGeom>
              <a:rect b="b" l="l" r="r" t="t"/>
              <a:pathLst>
                <a:path extrusionOk="0" h="1228" w="3477">
                  <a:moveTo>
                    <a:pt x="620" y="1"/>
                  </a:moveTo>
                  <a:cubicBezTo>
                    <a:pt x="297" y="1"/>
                    <a:pt x="24" y="247"/>
                    <a:pt x="12" y="573"/>
                  </a:cubicBezTo>
                  <a:cubicBezTo>
                    <a:pt x="0" y="906"/>
                    <a:pt x="262" y="1192"/>
                    <a:pt x="596" y="1204"/>
                  </a:cubicBezTo>
                  <a:lnTo>
                    <a:pt x="3203" y="1228"/>
                  </a:lnTo>
                  <a:cubicBezTo>
                    <a:pt x="3227" y="1204"/>
                    <a:pt x="3251" y="1180"/>
                    <a:pt x="3275" y="1156"/>
                  </a:cubicBezTo>
                  <a:cubicBezTo>
                    <a:pt x="3477" y="859"/>
                    <a:pt x="3477" y="454"/>
                    <a:pt x="3263" y="168"/>
                  </a:cubicBezTo>
                  <a:lnTo>
                    <a:pt x="631" y="1"/>
                  </a:lnTo>
                  <a:lnTo>
                    <a:pt x="643" y="1"/>
                  </a:lnTo>
                  <a:cubicBezTo>
                    <a:pt x="636" y="1"/>
                    <a:pt x="628" y="1"/>
                    <a:pt x="620" y="1"/>
                  </a:cubicBez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14"/>
            <p:cNvSpPr/>
            <p:nvPr/>
          </p:nvSpPr>
          <p:spPr>
            <a:xfrm>
              <a:off x="6560302" y="3872598"/>
              <a:ext cx="666579" cy="428515"/>
            </a:xfrm>
            <a:custGeom>
              <a:rect b="b" l="l" r="r" t="t"/>
              <a:pathLst>
                <a:path extrusionOk="0" h="6075" w="9450">
                  <a:moveTo>
                    <a:pt x="8615" y="0"/>
                  </a:moveTo>
                  <a:cubicBezTo>
                    <a:pt x="8435" y="0"/>
                    <a:pt x="8220" y="41"/>
                    <a:pt x="7978" y="133"/>
                  </a:cubicBezTo>
                  <a:cubicBezTo>
                    <a:pt x="6906" y="538"/>
                    <a:pt x="5430" y="1288"/>
                    <a:pt x="5430" y="1288"/>
                  </a:cubicBezTo>
                  <a:cubicBezTo>
                    <a:pt x="5430" y="1288"/>
                    <a:pt x="5341" y="1311"/>
                    <a:pt x="5197" y="1311"/>
                  </a:cubicBezTo>
                  <a:cubicBezTo>
                    <a:pt x="4923" y="1311"/>
                    <a:pt x="4450" y="1229"/>
                    <a:pt x="4013" y="752"/>
                  </a:cubicBezTo>
                  <a:lnTo>
                    <a:pt x="0" y="6074"/>
                  </a:lnTo>
                  <a:cubicBezTo>
                    <a:pt x="1108" y="5705"/>
                    <a:pt x="3287" y="4229"/>
                    <a:pt x="3870" y="4062"/>
                  </a:cubicBezTo>
                  <a:cubicBezTo>
                    <a:pt x="4453" y="3895"/>
                    <a:pt x="5870" y="3622"/>
                    <a:pt x="6823" y="2979"/>
                  </a:cubicBezTo>
                  <a:cubicBezTo>
                    <a:pt x="7775" y="2324"/>
                    <a:pt x="8478" y="1776"/>
                    <a:pt x="9025" y="1050"/>
                  </a:cubicBezTo>
                  <a:cubicBezTo>
                    <a:pt x="9449" y="479"/>
                    <a:pt x="9232" y="0"/>
                    <a:pt x="861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14"/>
            <p:cNvSpPr/>
            <p:nvPr/>
          </p:nvSpPr>
          <p:spPr>
            <a:xfrm>
              <a:off x="6560302" y="3853411"/>
              <a:ext cx="675326" cy="447702"/>
            </a:xfrm>
            <a:custGeom>
              <a:rect b="b" l="l" r="r" t="t"/>
              <a:pathLst>
                <a:path extrusionOk="0" fill="none" h="6347" w="9574">
                  <a:moveTo>
                    <a:pt x="0" y="6346"/>
                  </a:moveTo>
                  <a:cubicBezTo>
                    <a:pt x="1108" y="5977"/>
                    <a:pt x="3287" y="4501"/>
                    <a:pt x="3870" y="4334"/>
                  </a:cubicBezTo>
                  <a:cubicBezTo>
                    <a:pt x="4453" y="4167"/>
                    <a:pt x="5870" y="3894"/>
                    <a:pt x="6823" y="3251"/>
                  </a:cubicBezTo>
                  <a:cubicBezTo>
                    <a:pt x="7775" y="2596"/>
                    <a:pt x="8478" y="2048"/>
                    <a:pt x="9025" y="1322"/>
                  </a:cubicBezTo>
                  <a:cubicBezTo>
                    <a:pt x="9573" y="584"/>
                    <a:pt x="9049" y="0"/>
                    <a:pt x="7978" y="405"/>
                  </a:cubicBezTo>
                  <a:cubicBezTo>
                    <a:pt x="6906" y="810"/>
                    <a:pt x="5430" y="1560"/>
                    <a:pt x="5430" y="1560"/>
                  </a:cubicBezTo>
                  <a:cubicBezTo>
                    <a:pt x="5430" y="1560"/>
                    <a:pt x="4680" y="1750"/>
                    <a:pt x="4013" y="1024"/>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14"/>
            <p:cNvSpPr/>
            <p:nvPr/>
          </p:nvSpPr>
          <p:spPr>
            <a:xfrm>
              <a:off x="7141471" y="3889456"/>
              <a:ext cx="75687" cy="90006"/>
            </a:xfrm>
            <a:custGeom>
              <a:rect b="b" l="l" r="r" t="t"/>
              <a:pathLst>
                <a:path extrusionOk="0" h="1276" w="1073">
                  <a:moveTo>
                    <a:pt x="606" y="0"/>
                  </a:moveTo>
                  <a:cubicBezTo>
                    <a:pt x="539" y="0"/>
                    <a:pt x="470" y="16"/>
                    <a:pt x="405" y="49"/>
                  </a:cubicBezTo>
                  <a:lnTo>
                    <a:pt x="1" y="251"/>
                  </a:lnTo>
                  <a:cubicBezTo>
                    <a:pt x="1" y="251"/>
                    <a:pt x="36" y="275"/>
                    <a:pt x="191" y="620"/>
                  </a:cubicBezTo>
                  <a:cubicBezTo>
                    <a:pt x="274" y="823"/>
                    <a:pt x="310" y="1049"/>
                    <a:pt x="286" y="1275"/>
                  </a:cubicBezTo>
                  <a:cubicBezTo>
                    <a:pt x="286" y="1275"/>
                    <a:pt x="1072" y="763"/>
                    <a:pt x="1013" y="370"/>
                  </a:cubicBezTo>
                  <a:cubicBezTo>
                    <a:pt x="1001" y="275"/>
                    <a:pt x="953" y="192"/>
                    <a:pt x="894" y="120"/>
                  </a:cubicBezTo>
                  <a:cubicBezTo>
                    <a:pt x="813" y="40"/>
                    <a:pt x="711" y="0"/>
                    <a:pt x="606" y="0"/>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14"/>
            <p:cNvSpPr/>
            <p:nvPr/>
          </p:nvSpPr>
          <p:spPr>
            <a:xfrm>
              <a:off x="6172269" y="4022210"/>
              <a:ext cx="293224" cy="394798"/>
            </a:xfrm>
            <a:custGeom>
              <a:rect b="b" l="l" r="r" t="t"/>
              <a:pathLst>
                <a:path extrusionOk="0" h="5597" w="4157">
                  <a:moveTo>
                    <a:pt x="2846" y="0"/>
                  </a:moveTo>
                  <a:lnTo>
                    <a:pt x="1" y="655"/>
                  </a:lnTo>
                  <a:cubicBezTo>
                    <a:pt x="287" y="1310"/>
                    <a:pt x="525" y="1989"/>
                    <a:pt x="715" y="2679"/>
                  </a:cubicBezTo>
                  <a:cubicBezTo>
                    <a:pt x="989" y="3703"/>
                    <a:pt x="1120" y="5596"/>
                    <a:pt x="1120" y="5596"/>
                  </a:cubicBezTo>
                  <a:lnTo>
                    <a:pt x="4156" y="4858"/>
                  </a:lnTo>
                  <a:cubicBezTo>
                    <a:pt x="4156" y="4072"/>
                    <a:pt x="4108" y="3287"/>
                    <a:pt x="4001" y="2513"/>
                  </a:cubicBezTo>
                  <a:cubicBezTo>
                    <a:pt x="3835" y="1346"/>
                    <a:pt x="2846" y="0"/>
                    <a:pt x="2846" y="0"/>
                  </a:cubicBezTo>
                  <a:close/>
                </a:path>
              </a:pathLst>
            </a:custGeom>
            <a:solidFill>
              <a:srgbClr val="FFFFFF"/>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14"/>
            <p:cNvSpPr/>
            <p:nvPr/>
          </p:nvSpPr>
          <p:spPr>
            <a:xfrm>
              <a:off x="5792700" y="4025596"/>
              <a:ext cx="608950" cy="653459"/>
            </a:xfrm>
            <a:custGeom>
              <a:rect b="b" l="l" r="r" t="t"/>
              <a:pathLst>
                <a:path extrusionOk="0" h="9264" w="8633">
                  <a:moveTo>
                    <a:pt x="7192" y="0"/>
                  </a:moveTo>
                  <a:lnTo>
                    <a:pt x="0" y="1143"/>
                  </a:lnTo>
                  <a:lnTo>
                    <a:pt x="0" y="9263"/>
                  </a:lnTo>
                  <a:lnTo>
                    <a:pt x="8501" y="5751"/>
                  </a:lnTo>
                  <a:cubicBezTo>
                    <a:pt x="8501" y="5751"/>
                    <a:pt x="8632" y="3620"/>
                    <a:pt x="8358" y="2298"/>
                  </a:cubicBezTo>
                  <a:cubicBezTo>
                    <a:pt x="8084" y="976"/>
                    <a:pt x="7192" y="0"/>
                    <a:pt x="7192" y="0"/>
                  </a:cubicBezTo>
                  <a:close/>
                </a:path>
              </a:pathLst>
            </a:custGeom>
            <a:solidFill>
              <a:srgbClr val="263238"/>
            </a:solid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14"/>
            <p:cNvSpPr/>
            <p:nvPr/>
          </p:nvSpPr>
          <p:spPr>
            <a:xfrm>
              <a:off x="6264675" y="4386683"/>
              <a:ext cx="44580" cy="45426"/>
            </a:xfrm>
            <a:custGeom>
              <a:rect b="b" l="l" r="r" t="t"/>
              <a:pathLst>
                <a:path extrusionOk="0" h="644" w="632">
                  <a:moveTo>
                    <a:pt x="322" y="1"/>
                  </a:moveTo>
                  <a:cubicBezTo>
                    <a:pt x="143" y="1"/>
                    <a:pt x="0" y="144"/>
                    <a:pt x="0" y="322"/>
                  </a:cubicBezTo>
                  <a:cubicBezTo>
                    <a:pt x="0" y="501"/>
                    <a:pt x="143" y="644"/>
                    <a:pt x="310" y="644"/>
                  </a:cubicBezTo>
                  <a:cubicBezTo>
                    <a:pt x="489" y="644"/>
                    <a:pt x="631" y="501"/>
                    <a:pt x="631" y="322"/>
                  </a:cubicBezTo>
                  <a:cubicBezTo>
                    <a:pt x="631" y="144"/>
                    <a:pt x="489"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14"/>
            <p:cNvSpPr/>
            <p:nvPr/>
          </p:nvSpPr>
          <p:spPr>
            <a:xfrm>
              <a:off x="7023037" y="3975161"/>
              <a:ext cx="5149" cy="5149"/>
            </a:xfrm>
            <a:custGeom>
              <a:rect b="b" l="l" r="r" t="t"/>
              <a:pathLst>
                <a:path extrusionOk="0" fill="none" h="73" w="73">
                  <a:moveTo>
                    <a:pt x="72" y="72"/>
                  </a:moveTo>
                  <a:lnTo>
                    <a:pt x="1" y="1"/>
                  </a:ln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14"/>
            <p:cNvSpPr/>
            <p:nvPr/>
          </p:nvSpPr>
          <p:spPr>
            <a:xfrm>
              <a:off x="7036509" y="3989480"/>
              <a:ext cx="31953" cy="57982"/>
            </a:xfrm>
            <a:custGeom>
              <a:rect b="b" l="l" r="r" t="t"/>
              <a:pathLst>
                <a:path extrusionOk="0" fill="none" h="822" w="453">
                  <a:moveTo>
                    <a:pt x="298" y="822"/>
                  </a:moveTo>
                  <a:cubicBezTo>
                    <a:pt x="298" y="822"/>
                    <a:pt x="453" y="524"/>
                    <a:pt x="0" y="0"/>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14"/>
            <p:cNvSpPr/>
            <p:nvPr/>
          </p:nvSpPr>
          <p:spPr>
            <a:xfrm>
              <a:off x="7023037" y="4002882"/>
              <a:ext cx="18551" cy="40418"/>
            </a:xfrm>
            <a:custGeom>
              <a:rect b="b" l="l" r="r" t="t"/>
              <a:pathLst>
                <a:path extrusionOk="0" fill="none" h="573" w="263">
                  <a:moveTo>
                    <a:pt x="48" y="1"/>
                  </a:moveTo>
                  <a:cubicBezTo>
                    <a:pt x="48" y="1"/>
                    <a:pt x="1" y="143"/>
                    <a:pt x="263" y="572"/>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14"/>
            <p:cNvSpPr/>
            <p:nvPr/>
          </p:nvSpPr>
          <p:spPr>
            <a:xfrm>
              <a:off x="7046596" y="3979393"/>
              <a:ext cx="26099" cy="42040"/>
            </a:xfrm>
            <a:custGeom>
              <a:rect b="b" l="l" r="r" t="t"/>
              <a:pathLst>
                <a:path extrusionOk="0" fill="none" h="596" w="370">
                  <a:moveTo>
                    <a:pt x="0" y="0"/>
                  </a:moveTo>
                  <a:cubicBezTo>
                    <a:pt x="167" y="167"/>
                    <a:pt x="286" y="369"/>
                    <a:pt x="369" y="596"/>
                  </a:cubicBezTo>
                </a:path>
              </a:pathLst>
            </a:custGeom>
            <a:noFill/>
            <a:ln cap="rnd"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526" name="Google Shape;526;p14"/>
          <p:cNvPicPr preferRelativeResize="0"/>
          <p:nvPr/>
        </p:nvPicPr>
        <p:blipFill>
          <a:blip r:embed="rId3">
            <a:alphaModFix/>
          </a:blip>
          <a:stretch>
            <a:fillRect/>
          </a:stretch>
        </p:blipFill>
        <p:spPr>
          <a:xfrm>
            <a:off x="1977195" y="3337776"/>
            <a:ext cx="1519675" cy="14990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 name="Shape 530"/>
        <p:cNvGrpSpPr/>
        <p:nvPr/>
      </p:nvGrpSpPr>
      <p:grpSpPr>
        <a:xfrm>
          <a:off x="0" y="0"/>
          <a:ext cx="0" cy="0"/>
          <a:chOff x="0" y="0"/>
          <a:chExt cx="0" cy="0"/>
        </a:xfrm>
      </p:grpSpPr>
      <p:sp>
        <p:nvSpPr>
          <p:cNvPr id="531" name="Google Shape;531;p4"/>
          <p:cNvSpPr/>
          <p:nvPr/>
        </p:nvSpPr>
        <p:spPr>
          <a:xfrm>
            <a:off x="4572000" y="2504725"/>
            <a:ext cx="4148700" cy="804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4"/>
          <p:cNvSpPr/>
          <p:nvPr/>
        </p:nvSpPr>
        <p:spPr>
          <a:xfrm>
            <a:off x="4627350" y="2572975"/>
            <a:ext cx="4038000" cy="66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4"/>
          <p:cNvSpPr txBox="1"/>
          <p:nvPr>
            <p:ph type="title"/>
          </p:nvPr>
        </p:nvSpPr>
        <p:spPr>
          <a:xfrm>
            <a:off x="4698653" y="540078"/>
            <a:ext cx="3904500" cy="1902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de"/>
              <a:t>Wow!</a:t>
            </a:r>
            <a:endParaRPr/>
          </a:p>
        </p:txBody>
      </p:sp>
      <p:sp>
        <p:nvSpPr>
          <p:cNvPr id="534" name="Google Shape;534;p4"/>
          <p:cNvSpPr txBox="1"/>
          <p:nvPr>
            <p:ph idx="1" type="subTitle"/>
          </p:nvPr>
        </p:nvSpPr>
        <p:spPr>
          <a:xfrm>
            <a:off x="4694075" y="2584100"/>
            <a:ext cx="3904500" cy="562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200"/>
              </a:spcAft>
              <a:buClr>
                <a:schemeClr val="dk1"/>
              </a:buClr>
              <a:buSzPts val="1100"/>
              <a:buFont typeface="Arial"/>
              <a:buNone/>
            </a:pPr>
            <a:r>
              <a:rPr lang="de">
                <a:solidFill>
                  <a:schemeClr val="lt1"/>
                </a:solidFill>
              </a:rPr>
              <a:t>In diesem Teil der Präsentation kannst du dich vorstellen, deine E-Mail-Adresse schreiben...</a:t>
            </a:r>
            <a:endParaRPr>
              <a:solidFill>
                <a:schemeClr val="lt1"/>
              </a:solidFill>
            </a:endParaRPr>
          </a:p>
        </p:txBody>
      </p:sp>
      <p:grpSp>
        <p:nvGrpSpPr>
          <p:cNvPr id="535" name="Google Shape;535;p4"/>
          <p:cNvGrpSpPr/>
          <p:nvPr/>
        </p:nvGrpSpPr>
        <p:grpSpPr>
          <a:xfrm>
            <a:off x="331628" y="753611"/>
            <a:ext cx="3996407" cy="3636300"/>
            <a:chOff x="331625" y="813925"/>
            <a:chExt cx="4148663" cy="3774837"/>
          </a:xfrm>
        </p:grpSpPr>
        <p:sp>
          <p:nvSpPr>
            <p:cNvPr id="536" name="Google Shape;536;p4"/>
            <p:cNvSpPr/>
            <p:nvPr/>
          </p:nvSpPr>
          <p:spPr>
            <a:xfrm>
              <a:off x="526460" y="813925"/>
              <a:ext cx="3953828" cy="3487606"/>
            </a:xfrm>
            <a:custGeom>
              <a:rect b="b" l="l" r="r" t="t"/>
              <a:pathLst>
                <a:path extrusionOk="0" h="41779" w="47364">
                  <a:moveTo>
                    <a:pt x="20569" y="1"/>
                  </a:moveTo>
                  <a:cubicBezTo>
                    <a:pt x="17904" y="1"/>
                    <a:pt x="15311" y="462"/>
                    <a:pt x="13002" y="1595"/>
                  </a:cubicBezTo>
                  <a:cubicBezTo>
                    <a:pt x="4024" y="6012"/>
                    <a:pt x="369" y="16811"/>
                    <a:pt x="191" y="23752"/>
                  </a:cubicBezTo>
                  <a:cubicBezTo>
                    <a:pt x="0" y="30968"/>
                    <a:pt x="1286" y="37087"/>
                    <a:pt x="4846" y="39897"/>
                  </a:cubicBezTo>
                  <a:cubicBezTo>
                    <a:pt x="6287" y="41039"/>
                    <a:pt x="8557" y="41779"/>
                    <a:pt x="11128" y="41779"/>
                  </a:cubicBezTo>
                  <a:cubicBezTo>
                    <a:pt x="15202" y="41779"/>
                    <a:pt x="20032" y="39920"/>
                    <a:pt x="23515" y="34861"/>
                  </a:cubicBezTo>
                  <a:cubicBezTo>
                    <a:pt x="26670" y="30289"/>
                    <a:pt x="23955" y="25014"/>
                    <a:pt x="26063" y="23217"/>
                  </a:cubicBezTo>
                  <a:cubicBezTo>
                    <a:pt x="29182" y="20550"/>
                    <a:pt x="37421" y="23455"/>
                    <a:pt x="43005" y="17204"/>
                  </a:cubicBezTo>
                  <a:cubicBezTo>
                    <a:pt x="47363" y="12322"/>
                    <a:pt x="42565" y="7858"/>
                    <a:pt x="39255" y="5786"/>
                  </a:cubicBezTo>
                  <a:cubicBezTo>
                    <a:pt x="35216" y="3252"/>
                    <a:pt x="27645" y="1"/>
                    <a:pt x="205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4"/>
            <p:cNvSpPr/>
            <p:nvPr/>
          </p:nvSpPr>
          <p:spPr>
            <a:xfrm>
              <a:off x="2622567" y="3524170"/>
              <a:ext cx="69620" cy="350939"/>
            </a:xfrm>
            <a:custGeom>
              <a:rect b="b" l="l" r="r" t="t"/>
              <a:pathLst>
                <a:path extrusionOk="0" h="4204" w="834">
                  <a:moveTo>
                    <a:pt x="0" y="1"/>
                  </a:moveTo>
                  <a:lnTo>
                    <a:pt x="0" y="4085"/>
                  </a:lnTo>
                  <a:lnTo>
                    <a:pt x="834" y="4204"/>
                  </a:lnTo>
                  <a:lnTo>
                    <a:pt x="834" y="84"/>
                  </a:lnTo>
                  <a:lnTo>
                    <a:pt x="0" y="1"/>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4"/>
            <p:cNvSpPr/>
            <p:nvPr/>
          </p:nvSpPr>
          <p:spPr>
            <a:xfrm>
              <a:off x="1059127" y="1007674"/>
              <a:ext cx="3196520" cy="2689562"/>
            </a:xfrm>
            <a:custGeom>
              <a:rect b="b" l="l" r="r" t="t"/>
              <a:pathLst>
                <a:path extrusionOk="0" h="32219" w="38292">
                  <a:moveTo>
                    <a:pt x="38291" y="0"/>
                  </a:moveTo>
                  <a:lnTo>
                    <a:pt x="1" y="4941"/>
                  </a:lnTo>
                  <a:lnTo>
                    <a:pt x="1" y="28158"/>
                  </a:lnTo>
                  <a:lnTo>
                    <a:pt x="38291" y="32218"/>
                  </a:lnTo>
                  <a:lnTo>
                    <a:pt x="3829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4"/>
            <p:cNvSpPr/>
            <p:nvPr/>
          </p:nvSpPr>
          <p:spPr>
            <a:xfrm>
              <a:off x="991594" y="871190"/>
              <a:ext cx="3331587" cy="553456"/>
            </a:xfrm>
            <a:custGeom>
              <a:rect b="b" l="l" r="r" t="t"/>
              <a:pathLst>
                <a:path extrusionOk="0" h="6630" w="39910">
                  <a:moveTo>
                    <a:pt x="39481" y="0"/>
                  </a:moveTo>
                  <a:cubicBezTo>
                    <a:pt x="39462" y="0"/>
                    <a:pt x="39442" y="1"/>
                    <a:pt x="39422" y="4"/>
                  </a:cubicBezTo>
                  <a:lnTo>
                    <a:pt x="488" y="5493"/>
                  </a:lnTo>
                  <a:cubicBezTo>
                    <a:pt x="214" y="5529"/>
                    <a:pt x="0" y="5743"/>
                    <a:pt x="0" y="5945"/>
                  </a:cubicBezTo>
                  <a:lnTo>
                    <a:pt x="0" y="6302"/>
                  </a:lnTo>
                  <a:cubicBezTo>
                    <a:pt x="0" y="6495"/>
                    <a:pt x="172" y="6629"/>
                    <a:pt x="406" y="6629"/>
                  </a:cubicBezTo>
                  <a:cubicBezTo>
                    <a:pt x="432" y="6629"/>
                    <a:pt x="460" y="6628"/>
                    <a:pt x="488" y="6624"/>
                  </a:cubicBezTo>
                  <a:lnTo>
                    <a:pt x="39422" y="1588"/>
                  </a:lnTo>
                  <a:cubicBezTo>
                    <a:pt x="39707" y="1528"/>
                    <a:pt x="39910" y="1278"/>
                    <a:pt x="39910" y="980"/>
                  </a:cubicBezTo>
                  <a:lnTo>
                    <a:pt x="39910" y="480"/>
                  </a:lnTo>
                  <a:cubicBezTo>
                    <a:pt x="39910" y="204"/>
                    <a:pt x="39726" y="0"/>
                    <a:pt x="39481"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4"/>
            <p:cNvSpPr/>
            <p:nvPr/>
          </p:nvSpPr>
          <p:spPr>
            <a:xfrm>
              <a:off x="4195858" y="911259"/>
              <a:ext cx="56765" cy="8014"/>
            </a:xfrm>
            <a:custGeom>
              <a:rect b="b" l="l" r="r" t="t"/>
              <a:pathLst>
                <a:path extrusionOk="0" fill="none" h="96" w="680">
                  <a:moveTo>
                    <a:pt x="1" y="96"/>
                  </a:moveTo>
                  <a:lnTo>
                    <a:pt x="680" y="0"/>
                  </a:ln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4"/>
            <p:cNvSpPr/>
            <p:nvPr/>
          </p:nvSpPr>
          <p:spPr>
            <a:xfrm>
              <a:off x="4042845" y="929123"/>
              <a:ext cx="87568" cy="12021"/>
            </a:xfrm>
            <a:custGeom>
              <a:rect b="b" l="l" r="r" t="t"/>
              <a:pathLst>
                <a:path extrusionOk="0" fill="none" h="144" w="1049">
                  <a:moveTo>
                    <a:pt x="0" y="144"/>
                  </a:moveTo>
                  <a:lnTo>
                    <a:pt x="1048" y="1"/>
                  </a:ln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4"/>
            <p:cNvSpPr/>
            <p:nvPr/>
          </p:nvSpPr>
          <p:spPr>
            <a:xfrm>
              <a:off x="1328507" y="947988"/>
              <a:ext cx="2663767" cy="380741"/>
            </a:xfrm>
            <a:custGeom>
              <a:rect b="b" l="l" r="r" t="t"/>
              <a:pathLst>
                <a:path extrusionOk="0" fill="none" h="4561" w="31910">
                  <a:moveTo>
                    <a:pt x="0" y="4561"/>
                  </a:moveTo>
                  <a:lnTo>
                    <a:pt x="31909" y="1"/>
                  </a:ln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4"/>
            <p:cNvSpPr/>
            <p:nvPr/>
          </p:nvSpPr>
          <p:spPr>
            <a:xfrm>
              <a:off x="1062132" y="1338577"/>
              <a:ext cx="197842" cy="27965"/>
            </a:xfrm>
            <a:custGeom>
              <a:rect b="b" l="l" r="r" t="t"/>
              <a:pathLst>
                <a:path extrusionOk="0" fill="none" h="335" w="2370">
                  <a:moveTo>
                    <a:pt x="0" y="334"/>
                  </a:moveTo>
                  <a:lnTo>
                    <a:pt x="2370" y="1"/>
                  </a:ln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4"/>
            <p:cNvSpPr/>
            <p:nvPr/>
          </p:nvSpPr>
          <p:spPr>
            <a:xfrm>
              <a:off x="2427732" y="2591900"/>
              <a:ext cx="543772" cy="818079"/>
            </a:xfrm>
            <a:custGeom>
              <a:rect b="b" l="l" r="r" t="t"/>
              <a:pathLst>
                <a:path extrusionOk="0" h="9800" w="6514">
                  <a:moveTo>
                    <a:pt x="6513" y="1"/>
                  </a:moveTo>
                  <a:lnTo>
                    <a:pt x="1" y="25"/>
                  </a:lnTo>
                  <a:lnTo>
                    <a:pt x="1" y="9216"/>
                  </a:lnTo>
                  <a:lnTo>
                    <a:pt x="6513" y="9800"/>
                  </a:lnTo>
                  <a:lnTo>
                    <a:pt x="6513"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4"/>
            <p:cNvSpPr/>
            <p:nvPr/>
          </p:nvSpPr>
          <p:spPr>
            <a:xfrm>
              <a:off x="2427732" y="2591900"/>
              <a:ext cx="543772" cy="818079"/>
            </a:xfrm>
            <a:custGeom>
              <a:rect b="b" l="l" r="r" t="t"/>
              <a:pathLst>
                <a:path extrusionOk="0" h="9800" w="6514">
                  <a:moveTo>
                    <a:pt x="6513" y="1"/>
                  </a:moveTo>
                  <a:lnTo>
                    <a:pt x="1" y="25"/>
                  </a:lnTo>
                  <a:lnTo>
                    <a:pt x="1" y="9216"/>
                  </a:lnTo>
                  <a:lnTo>
                    <a:pt x="6513" y="9800"/>
                  </a:lnTo>
                  <a:lnTo>
                    <a:pt x="6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4"/>
            <p:cNvSpPr/>
            <p:nvPr/>
          </p:nvSpPr>
          <p:spPr>
            <a:xfrm>
              <a:off x="2971418" y="2591900"/>
              <a:ext cx="543772" cy="866747"/>
            </a:xfrm>
            <a:custGeom>
              <a:rect b="b" l="l" r="r" t="t"/>
              <a:pathLst>
                <a:path extrusionOk="0" h="10383" w="6514">
                  <a:moveTo>
                    <a:pt x="6513" y="1"/>
                  </a:moveTo>
                  <a:lnTo>
                    <a:pt x="0" y="13"/>
                  </a:lnTo>
                  <a:lnTo>
                    <a:pt x="0" y="9800"/>
                  </a:lnTo>
                  <a:lnTo>
                    <a:pt x="6513" y="10383"/>
                  </a:lnTo>
                  <a:lnTo>
                    <a:pt x="6513"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4"/>
            <p:cNvSpPr/>
            <p:nvPr/>
          </p:nvSpPr>
          <p:spPr>
            <a:xfrm>
              <a:off x="2971418" y="2591900"/>
              <a:ext cx="543772" cy="866747"/>
            </a:xfrm>
            <a:custGeom>
              <a:rect b="b" l="l" r="r" t="t"/>
              <a:pathLst>
                <a:path extrusionOk="0" h="10383" w="6514">
                  <a:moveTo>
                    <a:pt x="6513" y="1"/>
                  </a:moveTo>
                  <a:lnTo>
                    <a:pt x="0" y="13"/>
                  </a:lnTo>
                  <a:lnTo>
                    <a:pt x="0" y="9800"/>
                  </a:lnTo>
                  <a:lnTo>
                    <a:pt x="6513" y="10383"/>
                  </a:lnTo>
                  <a:lnTo>
                    <a:pt x="6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4"/>
            <p:cNvSpPr/>
            <p:nvPr/>
          </p:nvSpPr>
          <p:spPr>
            <a:xfrm>
              <a:off x="3515103" y="2589896"/>
              <a:ext cx="543689" cy="918503"/>
            </a:xfrm>
            <a:custGeom>
              <a:rect b="b" l="l" r="r" t="t"/>
              <a:pathLst>
                <a:path extrusionOk="0" h="11003" w="6513">
                  <a:moveTo>
                    <a:pt x="6513" y="1"/>
                  </a:moveTo>
                  <a:lnTo>
                    <a:pt x="0" y="13"/>
                  </a:lnTo>
                  <a:lnTo>
                    <a:pt x="0" y="10407"/>
                  </a:lnTo>
                  <a:lnTo>
                    <a:pt x="6513" y="11002"/>
                  </a:lnTo>
                  <a:lnTo>
                    <a:pt x="6513"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4"/>
            <p:cNvSpPr/>
            <p:nvPr/>
          </p:nvSpPr>
          <p:spPr>
            <a:xfrm>
              <a:off x="3515103" y="2589896"/>
              <a:ext cx="543689" cy="918503"/>
            </a:xfrm>
            <a:custGeom>
              <a:rect b="b" l="l" r="r" t="t"/>
              <a:pathLst>
                <a:path extrusionOk="0" h="11003" w="6513">
                  <a:moveTo>
                    <a:pt x="6513" y="1"/>
                  </a:moveTo>
                  <a:lnTo>
                    <a:pt x="0" y="13"/>
                  </a:lnTo>
                  <a:lnTo>
                    <a:pt x="0" y="10407"/>
                  </a:lnTo>
                  <a:lnTo>
                    <a:pt x="6513" y="11002"/>
                  </a:lnTo>
                  <a:lnTo>
                    <a:pt x="6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4"/>
            <p:cNvSpPr/>
            <p:nvPr/>
          </p:nvSpPr>
          <p:spPr>
            <a:xfrm>
              <a:off x="2427732" y="2589896"/>
              <a:ext cx="1631067" cy="4090"/>
            </a:xfrm>
            <a:custGeom>
              <a:rect b="b" l="l" r="r" t="t"/>
              <a:pathLst>
                <a:path extrusionOk="0" fill="none" h="49" w="19539">
                  <a:moveTo>
                    <a:pt x="19539" y="1"/>
                  </a:moveTo>
                  <a:lnTo>
                    <a:pt x="1" y="49"/>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4"/>
            <p:cNvSpPr/>
            <p:nvPr/>
          </p:nvSpPr>
          <p:spPr>
            <a:xfrm>
              <a:off x="2427732" y="2703258"/>
              <a:ext cx="1631067" cy="17948"/>
            </a:xfrm>
            <a:custGeom>
              <a:rect b="b" l="l" r="r" t="t"/>
              <a:pathLst>
                <a:path extrusionOk="0" fill="none" h="215" w="19539">
                  <a:moveTo>
                    <a:pt x="1" y="0"/>
                  </a:moveTo>
                  <a:lnTo>
                    <a:pt x="19539" y="215"/>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4"/>
            <p:cNvSpPr/>
            <p:nvPr/>
          </p:nvSpPr>
          <p:spPr>
            <a:xfrm>
              <a:off x="2427732" y="2812529"/>
              <a:ext cx="1631067" cy="39902"/>
            </a:xfrm>
            <a:custGeom>
              <a:rect b="b" l="l" r="r" t="t"/>
              <a:pathLst>
                <a:path extrusionOk="0" fill="none" h="478" w="19539">
                  <a:moveTo>
                    <a:pt x="19539" y="477"/>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4"/>
            <p:cNvSpPr/>
            <p:nvPr/>
          </p:nvSpPr>
          <p:spPr>
            <a:xfrm>
              <a:off x="2427732" y="2922886"/>
              <a:ext cx="1631067" cy="60688"/>
            </a:xfrm>
            <a:custGeom>
              <a:rect b="b" l="l" r="r" t="t"/>
              <a:pathLst>
                <a:path extrusionOk="0" fill="none" h="727" w="19539">
                  <a:moveTo>
                    <a:pt x="1" y="1"/>
                  </a:moveTo>
                  <a:lnTo>
                    <a:pt x="19539" y="727"/>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4"/>
            <p:cNvSpPr/>
            <p:nvPr/>
          </p:nvSpPr>
          <p:spPr>
            <a:xfrm>
              <a:off x="2427732" y="3032240"/>
              <a:ext cx="1631067" cy="82559"/>
            </a:xfrm>
            <a:custGeom>
              <a:rect b="b" l="l" r="r" t="t"/>
              <a:pathLst>
                <a:path extrusionOk="0" fill="none" h="989" w="19539">
                  <a:moveTo>
                    <a:pt x="19539" y="988"/>
                  </a:moveTo>
                  <a:lnTo>
                    <a:pt x="1" y="0"/>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4"/>
            <p:cNvSpPr/>
            <p:nvPr/>
          </p:nvSpPr>
          <p:spPr>
            <a:xfrm>
              <a:off x="2427732" y="3141512"/>
              <a:ext cx="1631067" cy="104514"/>
            </a:xfrm>
            <a:custGeom>
              <a:rect b="b" l="l" r="r" t="t"/>
              <a:pathLst>
                <a:path extrusionOk="0" fill="none" h="1252" w="19539">
                  <a:moveTo>
                    <a:pt x="1" y="1"/>
                  </a:moveTo>
                  <a:lnTo>
                    <a:pt x="19539" y="125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4"/>
            <p:cNvSpPr/>
            <p:nvPr/>
          </p:nvSpPr>
          <p:spPr>
            <a:xfrm>
              <a:off x="2427732" y="3251868"/>
              <a:ext cx="1631067" cy="125300"/>
            </a:xfrm>
            <a:custGeom>
              <a:rect b="b" l="l" r="r" t="t"/>
              <a:pathLst>
                <a:path extrusionOk="0" fill="none" h="1501" w="19539">
                  <a:moveTo>
                    <a:pt x="19539" y="1501"/>
                  </a:moveTo>
                  <a:lnTo>
                    <a:pt x="1" y="0"/>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4"/>
            <p:cNvSpPr/>
            <p:nvPr/>
          </p:nvSpPr>
          <p:spPr>
            <a:xfrm>
              <a:off x="2427732" y="3361223"/>
              <a:ext cx="1631067" cy="147171"/>
            </a:xfrm>
            <a:custGeom>
              <a:rect b="b" l="l" r="r" t="t"/>
              <a:pathLst>
                <a:path extrusionOk="0" fill="none" h="1763" w="19539">
                  <a:moveTo>
                    <a:pt x="1" y="0"/>
                  </a:moveTo>
                  <a:lnTo>
                    <a:pt x="19539" y="176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4"/>
            <p:cNvSpPr/>
            <p:nvPr/>
          </p:nvSpPr>
          <p:spPr>
            <a:xfrm>
              <a:off x="2562881" y="2592901"/>
              <a:ext cx="83" cy="780348"/>
            </a:xfrm>
            <a:custGeom>
              <a:rect b="b" l="l" r="r" t="t"/>
              <a:pathLst>
                <a:path extrusionOk="0" fill="none" h="9348" w="1">
                  <a:moveTo>
                    <a:pt x="1" y="9347"/>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4"/>
            <p:cNvSpPr/>
            <p:nvPr/>
          </p:nvSpPr>
          <p:spPr>
            <a:xfrm>
              <a:off x="2427732" y="2593903"/>
              <a:ext cx="83" cy="767409"/>
            </a:xfrm>
            <a:custGeom>
              <a:rect b="b" l="l" r="r" t="t"/>
              <a:pathLst>
                <a:path extrusionOk="0" fill="none" h="9193" w="1">
                  <a:moveTo>
                    <a:pt x="1" y="1"/>
                  </a:moveTo>
                  <a:lnTo>
                    <a:pt x="1" y="919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4"/>
            <p:cNvSpPr/>
            <p:nvPr/>
          </p:nvSpPr>
          <p:spPr>
            <a:xfrm>
              <a:off x="2835267" y="2592901"/>
              <a:ext cx="83" cy="805140"/>
            </a:xfrm>
            <a:custGeom>
              <a:rect b="b" l="l" r="r" t="t"/>
              <a:pathLst>
                <a:path extrusionOk="0" fill="none" h="9645" w="1">
                  <a:moveTo>
                    <a:pt x="0" y="9645"/>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4"/>
            <p:cNvSpPr/>
            <p:nvPr/>
          </p:nvSpPr>
          <p:spPr>
            <a:xfrm>
              <a:off x="2699116" y="2592901"/>
              <a:ext cx="83" cy="792201"/>
            </a:xfrm>
            <a:custGeom>
              <a:rect b="b" l="l" r="r" t="t"/>
              <a:pathLst>
                <a:path extrusionOk="0" fill="none" h="9490" w="1">
                  <a:moveTo>
                    <a:pt x="0" y="1"/>
                  </a:moveTo>
                  <a:lnTo>
                    <a:pt x="0" y="9490"/>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4"/>
            <p:cNvSpPr/>
            <p:nvPr/>
          </p:nvSpPr>
          <p:spPr>
            <a:xfrm>
              <a:off x="3106567" y="2591900"/>
              <a:ext cx="83" cy="831019"/>
            </a:xfrm>
            <a:custGeom>
              <a:rect b="b" l="l" r="r" t="t"/>
              <a:pathLst>
                <a:path extrusionOk="0" fill="none" h="9955" w="1">
                  <a:moveTo>
                    <a:pt x="1" y="9954"/>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4"/>
            <p:cNvSpPr/>
            <p:nvPr/>
          </p:nvSpPr>
          <p:spPr>
            <a:xfrm>
              <a:off x="2971418" y="2592901"/>
              <a:ext cx="83" cy="818080"/>
            </a:xfrm>
            <a:custGeom>
              <a:rect b="b" l="l" r="r" t="t"/>
              <a:pathLst>
                <a:path extrusionOk="0" fill="none" h="9800" w="1">
                  <a:moveTo>
                    <a:pt x="0" y="1"/>
                  </a:moveTo>
                  <a:lnTo>
                    <a:pt x="0" y="9799"/>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4"/>
            <p:cNvSpPr/>
            <p:nvPr/>
          </p:nvSpPr>
          <p:spPr>
            <a:xfrm>
              <a:off x="3378869" y="2591900"/>
              <a:ext cx="83" cy="854893"/>
            </a:xfrm>
            <a:custGeom>
              <a:rect b="b" l="l" r="r" t="t"/>
              <a:pathLst>
                <a:path extrusionOk="0" fill="none" h="10241" w="1">
                  <a:moveTo>
                    <a:pt x="1" y="10240"/>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4"/>
            <p:cNvSpPr/>
            <p:nvPr/>
          </p:nvSpPr>
          <p:spPr>
            <a:xfrm>
              <a:off x="3242718" y="2591900"/>
              <a:ext cx="83" cy="842956"/>
            </a:xfrm>
            <a:custGeom>
              <a:rect b="b" l="l" r="r" t="t"/>
              <a:pathLst>
                <a:path extrusionOk="0" fill="none" h="10098" w="1">
                  <a:moveTo>
                    <a:pt x="1" y="1"/>
                  </a:moveTo>
                  <a:lnTo>
                    <a:pt x="1" y="10097"/>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4"/>
            <p:cNvSpPr/>
            <p:nvPr/>
          </p:nvSpPr>
          <p:spPr>
            <a:xfrm>
              <a:off x="3651254" y="2590898"/>
              <a:ext cx="83" cy="880688"/>
            </a:xfrm>
            <a:custGeom>
              <a:rect b="b" l="l" r="r" t="t"/>
              <a:pathLst>
                <a:path extrusionOk="0" fill="none" h="10550" w="1">
                  <a:moveTo>
                    <a:pt x="0" y="10550"/>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4"/>
            <p:cNvSpPr/>
            <p:nvPr/>
          </p:nvSpPr>
          <p:spPr>
            <a:xfrm>
              <a:off x="3515103" y="2590898"/>
              <a:ext cx="83" cy="868750"/>
            </a:xfrm>
            <a:custGeom>
              <a:rect b="b" l="l" r="r" t="t"/>
              <a:pathLst>
                <a:path extrusionOk="0" fill="none" h="10407" w="1">
                  <a:moveTo>
                    <a:pt x="0" y="1"/>
                  </a:moveTo>
                  <a:lnTo>
                    <a:pt x="0" y="10407"/>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4"/>
            <p:cNvSpPr/>
            <p:nvPr/>
          </p:nvSpPr>
          <p:spPr>
            <a:xfrm>
              <a:off x="3922555" y="2589896"/>
              <a:ext cx="83" cy="905564"/>
            </a:xfrm>
            <a:custGeom>
              <a:rect b="b" l="l" r="r" t="t"/>
              <a:pathLst>
                <a:path extrusionOk="0" fill="none" h="10848" w="1">
                  <a:moveTo>
                    <a:pt x="1" y="10848"/>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4"/>
            <p:cNvSpPr/>
            <p:nvPr/>
          </p:nvSpPr>
          <p:spPr>
            <a:xfrm>
              <a:off x="3786404" y="2590898"/>
              <a:ext cx="83" cy="892625"/>
            </a:xfrm>
            <a:custGeom>
              <a:rect b="b" l="l" r="r" t="t"/>
              <a:pathLst>
                <a:path extrusionOk="0" fill="none" h="10693" w="1">
                  <a:moveTo>
                    <a:pt x="1" y="1"/>
                  </a:moveTo>
                  <a:lnTo>
                    <a:pt x="1" y="10693"/>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4"/>
            <p:cNvSpPr/>
            <p:nvPr/>
          </p:nvSpPr>
          <p:spPr>
            <a:xfrm>
              <a:off x="4058706" y="2589896"/>
              <a:ext cx="83" cy="918503"/>
            </a:xfrm>
            <a:custGeom>
              <a:rect b="b" l="l" r="r" t="t"/>
              <a:pathLst>
                <a:path extrusionOk="0" fill="none" h="11003" w="1">
                  <a:moveTo>
                    <a:pt x="1" y="1"/>
                  </a:moveTo>
                  <a:lnTo>
                    <a:pt x="1" y="1100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4"/>
            <p:cNvSpPr/>
            <p:nvPr/>
          </p:nvSpPr>
          <p:spPr>
            <a:xfrm>
              <a:off x="2427732" y="2589896"/>
              <a:ext cx="1631067" cy="918503"/>
            </a:xfrm>
            <a:custGeom>
              <a:rect b="b" l="l" r="r" t="t"/>
              <a:pathLst>
                <a:path extrusionOk="0" fill="none" h="11003" w="19539">
                  <a:moveTo>
                    <a:pt x="1" y="49"/>
                  </a:moveTo>
                  <a:lnTo>
                    <a:pt x="1" y="9240"/>
                  </a:lnTo>
                  <a:lnTo>
                    <a:pt x="19539" y="11002"/>
                  </a:lnTo>
                  <a:lnTo>
                    <a:pt x="19539" y="1"/>
                  </a:lnTo>
                  <a:lnTo>
                    <a:pt x="1" y="49"/>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4"/>
            <p:cNvSpPr/>
            <p:nvPr/>
          </p:nvSpPr>
          <p:spPr>
            <a:xfrm>
              <a:off x="2454612" y="3140510"/>
              <a:ext cx="40820" cy="223720"/>
            </a:xfrm>
            <a:custGeom>
              <a:rect b="b" l="l" r="r" t="t"/>
              <a:pathLst>
                <a:path extrusionOk="0" h="2680" w="489">
                  <a:moveTo>
                    <a:pt x="0" y="1"/>
                  </a:moveTo>
                  <a:lnTo>
                    <a:pt x="0" y="2632"/>
                  </a:lnTo>
                  <a:lnTo>
                    <a:pt x="488" y="2680"/>
                  </a:lnTo>
                  <a:lnTo>
                    <a:pt x="488" y="25"/>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4"/>
            <p:cNvSpPr/>
            <p:nvPr/>
          </p:nvSpPr>
          <p:spPr>
            <a:xfrm>
              <a:off x="2495348" y="3032240"/>
              <a:ext cx="40820" cy="334995"/>
            </a:xfrm>
            <a:custGeom>
              <a:rect b="b" l="l" r="r" t="t"/>
              <a:pathLst>
                <a:path extrusionOk="0" h="4013" w="489">
                  <a:moveTo>
                    <a:pt x="0" y="0"/>
                  </a:moveTo>
                  <a:lnTo>
                    <a:pt x="0" y="3977"/>
                  </a:lnTo>
                  <a:lnTo>
                    <a:pt x="488" y="4013"/>
                  </a:lnTo>
                  <a:lnTo>
                    <a:pt x="488" y="24"/>
                  </a:lnTo>
                  <a:lnTo>
                    <a:pt x="0"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4"/>
            <p:cNvSpPr/>
            <p:nvPr/>
          </p:nvSpPr>
          <p:spPr>
            <a:xfrm>
              <a:off x="2590763" y="2981486"/>
              <a:ext cx="40820" cy="394682"/>
            </a:xfrm>
            <a:custGeom>
              <a:rect b="b" l="l" r="r" t="t"/>
              <a:pathLst>
                <a:path extrusionOk="0" h="4728" w="489">
                  <a:moveTo>
                    <a:pt x="0" y="1"/>
                  </a:moveTo>
                  <a:lnTo>
                    <a:pt x="0" y="4680"/>
                  </a:lnTo>
                  <a:lnTo>
                    <a:pt x="488" y="4728"/>
                  </a:lnTo>
                  <a:lnTo>
                    <a:pt x="488" y="25"/>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4"/>
            <p:cNvSpPr/>
            <p:nvPr/>
          </p:nvSpPr>
          <p:spPr>
            <a:xfrm>
              <a:off x="2630498" y="2926892"/>
              <a:ext cx="41822" cy="453283"/>
            </a:xfrm>
            <a:custGeom>
              <a:rect b="b" l="l" r="r" t="t"/>
              <a:pathLst>
                <a:path extrusionOk="0" h="5430" w="501">
                  <a:moveTo>
                    <a:pt x="1" y="0"/>
                  </a:moveTo>
                  <a:lnTo>
                    <a:pt x="1" y="5382"/>
                  </a:lnTo>
                  <a:lnTo>
                    <a:pt x="501" y="5429"/>
                  </a:lnTo>
                  <a:lnTo>
                    <a:pt x="501" y="12"/>
                  </a:lnTo>
                  <a:lnTo>
                    <a:pt x="1"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4"/>
            <p:cNvSpPr/>
            <p:nvPr/>
          </p:nvSpPr>
          <p:spPr>
            <a:xfrm>
              <a:off x="2725912" y="3044178"/>
              <a:ext cx="40820" cy="343927"/>
            </a:xfrm>
            <a:custGeom>
              <a:rect b="b" l="l" r="r" t="t"/>
              <a:pathLst>
                <a:path extrusionOk="0" h="4120" w="489">
                  <a:moveTo>
                    <a:pt x="1" y="0"/>
                  </a:moveTo>
                  <a:lnTo>
                    <a:pt x="1" y="4084"/>
                  </a:lnTo>
                  <a:lnTo>
                    <a:pt x="489" y="4120"/>
                  </a:lnTo>
                  <a:lnTo>
                    <a:pt x="489" y="24"/>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4"/>
            <p:cNvSpPr/>
            <p:nvPr/>
          </p:nvSpPr>
          <p:spPr>
            <a:xfrm>
              <a:off x="2766649" y="2988498"/>
              <a:ext cx="40820" cy="403614"/>
            </a:xfrm>
            <a:custGeom>
              <a:rect b="b" l="l" r="r" t="t"/>
              <a:pathLst>
                <a:path extrusionOk="0" h="4835" w="489">
                  <a:moveTo>
                    <a:pt x="1" y="0"/>
                  </a:moveTo>
                  <a:lnTo>
                    <a:pt x="1" y="4799"/>
                  </a:lnTo>
                  <a:lnTo>
                    <a:pt x="489" y="4834"/>
                  </a:lnTo>
                  <a:lnTo>
                    <a:pt x="489" y="24"/>
                  </a:lnTo>
                  <a:lnTo>
                    <a:pt x="1"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4"/>
            <p:cNvSpPr/>
            <p:nvPr/>
          </p:nvSpPr>
          <p:spPr>
            <a:xfrm>
              <a:off x="2862063" y="3166388"/>
              <a:ext cx="40820" cy="234655"/>
            </a:xfrm>
            <a:custGeom>
              <a:rect b="b" l="l" r="r" t="t"/>
              <a:pathLst>
                <a:path extrusionOk="0" h="2811" w="489">
                  <a:moveTo>
                    <a:pt x="1" y="1"/>
                  </a:moveTo>
                  <a:lnTo>
                    <a:pt x="1" y="2763"/>
                  </a:lnTo>
                  <a:lnTo>
                    <a:pt x="489" y="2810"/>
                  </a:lnTo>
                  <a:lnTo>
                    <a:pt x="489" y="24"/>
                  </a:lnTo>
                  <a:lnTo>
                    <a:pt x="1"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4"/>
            <p:cNvSpPr/>
            <p:nvPr/>
          </p:nvSpPr>
          <p:spPr>
            <a:xfrm>
              <a:off x="2902800" y="3122646"/>
              <a:ext cx="40820" cy="281403"/>
            </a:xfrm>
            <a:custGeom>
              <a:rect b="b" l="l" r="r" t="t"/>
              <a:pathLst>
                <a:path extrusionOk="0" h="3371" w="489">
                  <a:moveTo>
                    <a:pt x="1" y="1"/>
                  </a:moveTo>
                  <a:lnTo>
                    <a:pt x="1" y="3334"/>
                  </a:lnTo>
                  <a:lnTo>
                    <a:pt x="489" y="3370"/>
                  </a:lnTo>
                  <a:lnTo>
                    <a:pt x="489" y="24"/>
                  </a:lnTo>
                  <a:lnTo>
                    <a:pt x="1" y="1"/>
                  </a:lnTo>
                  <a:close/>
                </a:path>
              </a:pathLst>
            </a:custGeom>
            <a:solidFill>
              <a:srgbClr val="6453C2"/>
            </a:solid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4"/>
            <p:cNvSpPr/>
            <p:nvPr/>
          </p:nvSpPr>
          <p:spPr>
            <a:xfrm>
              <a:off x="2998214" y="3013291"/>
              <a:ext cx="40820" cy="399690"/>
            </a:xfrm>
            <a:custGeom>
              <a:rect b="b" l="l" r="r" t="t"/>
              <a:pathLst>
                <a:path extrusionOk="0" h="4788" w="489">
                  <a:moveTo>
                    <a:pt x="1" y="1"/>
                  </a:moveTo>
                  <a:lnTo>
                    <a:pt x="1" y="4740"/>
                  </a:lnTo>
                  <a:lnTo>
                    <a:pt x="489" y="4787"/>
                  </a:lnTo>
                  <a:lnTo>
                    <a:pt x="489" y="25"/>
                  </a:lnTo>
                  <a:lnTo>
                    <a:pt x="1"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4"/>
            <p:cNvSpPr/>
            <p:nvPr/>
          </p:nvSpPr>
          <p:spPr>
            <a:xfrm>
              <a:off x="3039034" y="3089839"/>
              <a:ext cx="40820" cy="327065"/>
            </a:xfrm>
            <a:custGeom>
              <a:rect b="b" l="l" r="r" t="t"/>
              <a:pathLst>
                <a:path extrusionOk="0" h="3918" w="489">
                  <a:moveTo>
                    <a:pt x="0" y="1"/>
                  </a:moveTo>
                  <a:lnTo>
                    <a:pt x="0" y="3870"/>
                  </a:lnTo>
                  <a:lnTo>
                    <a:pt x="488" y="3918"/>
                  </a:lnTo>
                  <a:lnTo>
                    <a:pt x="488" y="25"/>
                  </a:lnTo>
                  <a:lnTo>
                    <a:pt x="0"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4"/>
            <p:cNvSpPr/>
            <p:nvPr/>
          </p:nvSpPr>
          <p:spPr>
            <a:xfrm>
              <a:off x="3134448" y="3077902"/>
              <a:ext cx="40820" cy="347016"/>
            </a:xfrm>
            <a:custGeom>
              <a:rect b="b" l="l" r="r" t="t"/>
              <a:pathLst>
                <a:path extrusionOk="0" h="4157" w="489">
                  <a:moveTo>
                    <a:pt x="0" y="1"/>
                  </a:moveTo>
                  <a:lnTo>
                    <a:pt x="0" y="4109"/>
                  </a:lnTo>
                  <a:lnTo>
                    <a:pt x="488" y="4156"/>
                  </a:lnTo>
                  <a:lnTo>
                    <a:pt x="488" y="25"/>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4"/>
            <p:cNvSpPr/>
            <p:nvPr/>
          </p:nvSpPr>
          <p:spPr>
            <a:xfrm>
              <a:off x="3175185" y="3021305"/>
              <a:ext cx="40820" cy="407537"/>
            </a:xfrm>
            <a:custGeom>
              <a:rect b="b" l="l" r="r" t="t"/>
              <a:pathLst>
                <a:path extrusionOk="0" h="4882" w="489">
                  <a:moveTo>
                    <a:pt x="0" y="0"/>
                  </a:moveTo>
                  <a:lnTo>
                    <a:pt x="0" y="4834"/>
                  </a:lnTo>
                  <a:lnTo>
                    <a:pt x="488" y="4882"/>
                  </a:lnTo>
                  <a:lnTo>
                    <a:pt x="488" y="24"/>
                  </a:lnTo>
                  <a:lnTo>
                    <a:pt x="0"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4"/>
            <p:cNvSpPr/>
            <p:nvPr/>
          </p:nvSpPr>
          <p:spPr>
            <a:xfrm>
              <a:off x="3270599" y="3004359"/>
              <a:ext cx="40820" cy="432497"/>
            </a:xfrm>
            <a:custGeom>
              <a:rect b="b" l="l" r="r" t="t"/>
              <a:pathLst>
                <a:path extrusionOk="0" h="5181" w="489">
                  <a:moveTo>
                    <a:pt x="0" y="1"/>
                  </a:moveTo>
                  <a:lnTo>
                    <a:pt x="0" y="5144"/>
                  </a:lnTo>
                  <a:lnTo>
                    <a:pt x="488" y="5180"/>
                  </a:lnTo>
                  <a:lnTo>
                    <a:pt x="488" y="25"/>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4"/>
            <p:cNvSpPr/>
            <p:nvPr/>
          </p:nvSpPr>
          <p:spPr>
            <a:xfrm>
              <a:off x="3311336" y="3038167"/>
              <a:ext cx="40820" cy="402612"/>
            </a:xfrm>
            <a:custGeom>
              <a:rect b="b" l="l" r="r" t="t"/>
              <a:pathLst>
                <a:path extrusionOk="0" h="4823" w="489">
                  <a:moveTo>
                    <a:pt x="0" y="1"/>
                  </a:moveTo>
                  <a:lnTo>
                    <a:pt x="0" y="4775"/>
                  </a:lnTo>
                  <a:lnTo>
                    <a:pt x="488" y="4823"/>
                  </a:lnTo>
                  <a:lnTo>
                    <a:pt x="488" y="24"/>
                  </a:lnTo>
                  <a:lnTo>
                    <a:pt x="0"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4"/>
            <p:cNvSpPr/>
            <p:nvPr/>
          </p:nvSpPr>
          <p:spPr>
            <a:xfrm>
              <a:off x="3405748" y="2916959"/>
              <a:ext cx="40820" cy="532753"/>
            </a:xfrm>
            <a:custGeom>
              <a:rect b="b" l="l" r="r" t="t"/>
              <a:pathLst>
                <a:path extrusionOk="0" h="6382" w="489">
                  <a:moveTo>
                    <a:pt x="0" y="0"/>
                  </a:moveTo>
                  <a:lnTo>
                    <a:pt x="0" y="6334"/>
                  </a:lnTo>
                  <a:lnTo>
                    <a:pt x="489" y="6382"/>
                  </a:lnTo>
                  <a:lnTo>
                    <a:pt x="489" y="24"/>
                  </a:ln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4"/>
            <p:cNvSpPr/>
            <p:nvPr/>
          </p:nvSpPr>
          <p:spPr>
            <a:xfrm>
              <a:off x="3446485" y="2855269"/>
              <a:ext cx="41822" cy="597448"/>
            </a:xfrm>
            <a:custGeom>
              <a:rect b="b" l="l" r="r" t="t"/>
              <a:pathLst>
                <a:path extrusionOk="0" h="7157" w="501">
                  <a:moveTo>
                    <a:pt x="1" y="1"/>
                  </a:moveTo>
                  <a:lnTo>
                    <a:pt x="1" y="7121"/>
                  </a:lnTo>
                  <a:lnTo>
                    <a:pt x="501" y="7157"/>
                  </a:lnTo>
                  <a:lnTo>
                    <a:pt x="501" y="13"/>
                  </a:lnTo>
                  <a:lnTo>
                    <a:pt x="1"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4"/>
            <p:cNvSpPr/>
            <p:nvPr/>
          </p:nvSpPr>
          <p:spPr>
            <a:xfrm>
              <a:off x="3542901" y="2960617"/>
              <a:ext cx="40820" cy="501032"/>
            </a:xfrm>
            <a:custGeom>
              <a:rect b="b" l="l" r="r" t="t"/>
              <a:pathLst>
                <a:path extrusionOk="0" h="6002" w="489">
                  <a:moveTo>
                    <a:pt x="0" y="1"/>
                  </a:moveTo>
                  <a:lnTo>
                    <a:pt x="0" y="5954"/>
                  </a:lnTo>
                  <a:lnTo>
                    <a:pt x="489" y="6002"/>
                  </a:lnTo>
                  <a:lnTo>
                    <a:pt x="489" y="13"/>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4"/>
            <p:cNvSpPr/>
            <p:nvPr/>
          </p:nvSpPr>
          <p:spPr>
            <a:xfrm>
              <a:off x="3583638" y="2931818"/>
              <a:ext cx="39819" cy="533839"/>
            </a:xfrm>
            <a:custGeom>
              <a:rect b="b" l="l" r="r" t="t"/>
              <a:pathLst>
                <a:path extrusionOk="0" h="6395" w="477">
                  <a:moveTo>
                    <a:pt x="1" y="1"/>
                  </a:moveTo>
                  <a:lnTo>
                    <a:pt x="1" y="6347"/>
                  </a:lnTo>
                  <a:lnTo>
                    <a:pt x="477" y="6394"/>
                  </a:lnTo>
                  <a:lnTo>
                    <a:pt x="477" y="13"/>
                  </a:lnTo>
                  <a:lnTo>
                    <a:pt x="1"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4"/>
            <p:cNvSpPr/>
            <p:nvPr/>
          </p:nvSpPr>
          <p:spPr>
            <a:xfrm>
              <a:off x="3678050" y="2898009"/>
              <a:ext cx="40820" cy="575577"/>
            </a:xfrm>
            <a:custGeom>
              <a:rect b="b" l="l" r="r" t="t"/>
              <a:pathLst>
                <a:path extrusionOk="0" h="6895" w="489">
                  <a:moveTo>
                    <a:pt x="1" y="1"/>
                  </a:moveTo>
                  <a:lnTo>
                    <a:pt x="1" y="6859"/>
                  </a:lnTo>
                  <a:lnTo>
                    <a:pt x="489" y="6895"/>
                  </a:lnTo>
                  <a:lnTo>
                    <a:pt x="489" y="13"/>
                  </a:lnTo>
                  <a:lnTo>
                    <a:pt x="1"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4"/>
            <p:cNvSpPr/>
            <p:nvPr/>
          </p:nvSpPr>
          <p:spPr>
            <a:xfrm>
              <a:off x="3718787" y="2910948"/>
              <a:ext cx="40904" cy="566645"/>
            </a:xfrm>
            <a:custGeom>
              <a:rect b="b" l="l" r="r" t="t"/>
              <a:pathLst>
                <a:path extrusionOk="0" h="6788" w="490">
                  <a:moveTo>
                    <a:pt x="1" y="1"/>
                  </a:moveTo>
                  <a:lnTo>
                    <a:pt x="1" y="6740"/>
                  </a:lnTo>
                  <a:lnTo>
                    <a:pt x="489" y="6787"/>
                  </a:lnTo>
                  <a:lnTo>
                    <a:pt x="489" y="13"/>
                  </a:lnTo>
                  <a:lnTo>
                    <a:pt x="1"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4"/>
            <p:cNvSpPr/>
            <p:nvPr/>
          </p:nvSpPr>
          <p:spPr>
            <a:xfrm>
              <a:off x="3814201" y="2818539"/>
              <a:ext cx="40904" cy="666985"/>
            </a:xfrm>
            <a:custGeom>
              <a:rect b="b" l="l" r="r" t="t"/>
              <a:pathLst>
                <a:path extrusionOk="0" h="7990" w="490">
                  <a:moveTo>
                    <a:pt x="1" y="0"/>
                  </a:moveTo>
                  <a:lnTo>
                    <a:pt x="1" y="7954"/>
                  </a:lnTo>
                  <a:lnTo>
                    <a:pt x="489" y="7989"/>
                  </a:lnTo>
                  <a:lnTo>
                    <a:pt x="489" y="12"/>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4"/>
            <p:cNvSpPr/>
            <p:nvPr/>
          </p:nvSpPr>
          <p:spPr>
            <a:xfrm>
              <a:off x="3855022" y="2782728"/>
              <a:ext cx="40820" cy="706804"/>
            </a:xfrm>
            <a:custGeom>
              <a:rect b="b" l="l" r="r" t="t"/>
              <a:pathLst>
                <a:path extrusionOk="0" h="8467" w="489">
                  <a:moveTo>
                    <a:pt x="0" y="1"/>
                  </a:moveTo>
                  <a:lnTo>
                    <a:pt x="0" y="8418"/>
                  </a:lnTo>
                  <a:lnTo>
                    <a:pt x="488" y="8466"/>
                  </a:lnTo>
                  <a:lnTo>
                    <a:pt x="488" y="13"/>
                  </a:lnTo>
                  <a:lnTo>
                    <a:pt x="0"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4"/>
            <p:cNvSpPr/>
            <p:nvPr/>
          </p:nvSpPr>
          <p:spPr>
            <a:xfrm>
              <a:off x="3949434" y="2716197"/>
              <a:ext cx="41822" cy="782268"/>
            </a:xfrm>
            <a:custGeom>
              <a:rect b="b" l="l" r="r" t="t"/>
              <a:pathLst>
                <a:path extrusionOk="0" h="9371" w="501">
                  <a:moveTo>
                    <a:pt x="0" y="0"/>
                  </a:moveTo>
                  <a:lnTo>
                    <a:pt x="0" y="9323"/>
                  </a:lnTo>
                  <a:lnTo>
                    <a:pt x="500" y="9370"/>
                  </a:lnTo>
                  <a:lnTo>
                    <a:pt x="50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4"/>
            <p:cNvSpPr/>
            <p:nvPr/>
          </p:nvSpPr>
          <p:spPr>
            <a:xfrm>
              <a:off x="3991173" y="2683390"/>
              <a:ext cx="40820" cy="817996"/>
            </a:xfrm>
            <a:custGeom>
              <a:rect b="b" l="l" r="r" t="t"/>
              <a:pathLst>
                <a:path extrusionOk="0" h="9799" w="489">
                  <a:moveTo>
                    <a:pt x="0" y="0"/>
                  </a:moveTo>
                  <a:lnTo>
                    <a:pt x="0" y="9763"/>
                  </a:lnTo>
                  <a:lnTo>
                    <a:pt x="488" y="9799"/>
                  </a:lnTo>
                  <a:lnTo>
                    <a:pt x="488"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4"/>
            <p:cNvSpPr/>
            <p:nvPr/>
          </p:nvSpPr>
          <p:spPr>
            <a:xfrm>
              <a:off x="2838188" y="2878893"/>
              <a:ext cx="170044" cy="125634"/>
            </a:xfrm>
            <a:custGeom>
              <a:rect b="b" l="l" r="r" t="t"/>
              <a:pathLst>
                <a:path extrusionOk="0" h="1505" w="2037">
                  <a:moveTo>
                    <a:pt x="271" y="1"/>
                  </a:moveTo>
                  <a:cubicBezTo>
                    <a:pt x="132" y="1"/>
                    <a:pt x="12" y="112"/>
                    <a:pt x="1" y="254"/>
                  </a:cubicBezTo>
                  <a:lnTo>
                    <a:pt x="1" y="1159"/>
                  </a:lnTo>
                  <a:cubicBezTo>
                    <a:pt x="13" y="1313"/>
                    <a:pt x="156" y="1444"/>
                    <a:pt x="311" y="1444"/>
                  </a:cubicBezTo>
                  <a:lnTo>
                    <a:pt x="1727" y="1504"/>
                  </a:lnTo>
                  <a:lnTo>
                    <a:pt x="1739" y="1504"/>
                  </a:lnTo>
                  <a:cubicBezTo>
                    <a:pt x="1746" y="1504"/>
                    <a:pt x="1754" y="1505"/>
                    <a:pt x="1761" y="1505"/>
                  </a:cubicBezTo>
                  <a:cubicBezTo>
                    <a:pt x="1906" y="1505"/>
                    <a:pt x="2026" y="1390"/>
                    <a:pt x="2037" y="1242"/>
                  </a:cubicBezTo>
                  <a:lnTo>
                    <a:pt x="2037" y="325"/>
                  </a:lnTo>
                  <a:cubicBezTo>
                    <a:pt x="2025" y="158"/>
                    <a:pt x="1894" y="39"/>
                    <a:pt x="1727" y="39"/>
                  </a:cubicBezTo>
                  <a:lnTo>
                    <a:pt x="311" y="4"/>
                  </a:lnTo>
                  <a:cubicBezTo>
                    <a:pt x="297" y="2"/>
                    <a:pt x="284" y="1"/>
                    <a:pt x="27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4"/>
            <p:cNvSpPr/>
            <p:nvPr/>
          </p:nvSpPr>
          <p:spPr>
            <a:xfrm>
              <a:off x="2858139" y="2898009"/>
              <a:ext cx="38817" cy="79638"/>
            </a:xfrm>
            <a:custGeom>
              <a:rect b="b" l="l" r="r" t="t"/>
              <a:pathLst>
                <a:path extrusionOk="0" h="954" w="465">
                  <a:moveTo>
                    <a:pt x="167" y="1"/>
                  </a:moveTo>
                  <a:lnTo>
                    <a:pt x="167" y="72"/>
                  </a:lnTo>
                  <a:cubicBezTo>
                    <a:pt x="72" y="72"/>
                    <a:pt x="0" y="156"/>
                    <a:pt x="12" y="251"/>
                  </a:cubicBezTo>
                  <a:cubicBezTo>
                    <a:pt x="12" y="346"/>
                    <a:pt x="48" y="418"/>
                    <a:pt x="179" y="501"/>
                  </a:cubicBezTo>
                  <a:cubicBezTo>
                    <a:pt x="274" y="572"/>
                    <a:pt x="310" y="632"/>
                    <a:pt x="310" y="680"/>
                  </a:cubicBezTo>
                  <a:cubicBezTo>
                    <a:pt x="310" y="727"/>
                    <a:pt x="274" y="751"/>
                    <a:pt x="226" y="751"/>
                  </a:cubicBezTo>
                  <a:cubicBezTo>
                    <a:pt x="179" y="751"/>
                    <a:pt x="155" y="727"/>
                    <a:pt x="155" y="668"/>
                  </a:cubicBezTo>
                  <a:lnTo>
                    <a:pt x="155" y="608"/>
                  </a:lnTo>
                  <a:lnTo>
                    <a:pt x="0" y="608"/>
                  </a:lnTo>
                  <a:lnTo>
                    <a:pt x="0" y="668"/>
                  </a:lnTo>
                  <a:cubicBezTo>
                    <a:pt x="0" y="763"/>
                    <a:pt x="72" y="846"/>
                    <a:pt x="167" y="870"/>
                  </a:cubicBezTo>
                  <a:lnTo>
                    <a:pt x="167" y="953"/>
                  </a:lnTo>
                  <a:lnTo>
                    <a:pt x="298" y="953"/>
                  </a:lnTo>
                  <a:lnTo>
                    <a:pt x="298" y="870"/>
                  </a:lnTo>
                  <a:cubicBezTo>
                    <a:pt x="393" y="870"/>
                    <a:pt x="464" y="775"/>
                    <a:pt x="464" y="680"/>
                  </a:cubicBezTo>
                  <a:cubicBezTo>
                    <a:pt x="464" y="584"/>
                    <a:pt x="417" y="525"/>
                    <a:pt x="298" y="429"/>
                  </a:cubicBezTo>
                  <a:cubicBezTo>
                    <a:pt x="191" y="358"/>
                    <a:pt x="167" y="310"/>
                    <a:pt x="167" y="263"/>
                  </a:cubicBezTo>
                  <a:cubicBezTo>
                    <a:pt x="167" y="215"/>
                    <a:pt x="191" y="191"/>
                    <a:pt x="238" y="191"/>
                  </a:cubicBezTo>
                  <a:lnTo>
                    <a:pt x="250" y="191"/>
                  </a:lnTo>
                  <a:cubicBezTo>
                    <a:pt x="298" y="191"/>
                    <a:pt x="322" y="227"/>
                    <a:pt x="310" y="263"/>
                  </a:cubicBezTo>
                  <a:lnTo>
                    <a:pt x="310" y="299"/>
                  </a:lnTo>
                  <a:lnTo>
                    <a:pt x="464" y="299"/>
                  </a:lnTo>
                  <a:lnTo>
                    <a:pt x="464" y="275"/>
                  </a:lnTo>
                  <a:cubicBezTo>
                    <a:pt x="464" y="168"/>
                    <a:pt x="393" y="84"/>
                    <a:pt x="298" y="72"/>
                  </a:cubicBezTo>
                  <a:lnTo>
                    <a:pt x="298"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4"/>
            <p:cNvSpPr/>
            <p:nvPr/>
          </p:nvSpPr>
          <p:spPr>
            <a:xfrm>
              <a:off x="2919745" y="2900013"/>
              <a:ext cx="69620" cy="83561"/>
            </a:xfrm>
            <a:custGeom>
              <a:rect b="b" l="l" r="r" t="t"/>
              <a:pathLst>
                <a:path extrusionOk="0" h="1001" w="834">
                  <a:moveTo>
                    <a:pt x="238" y="1"/>
                  </a:moveTo>
                  <a:lnTo>
                    <a:pt x="238" y="548"/>
                  </a:lnTo>
                  <a:lnTo>
                    <a:pt x="0" y="536"/>
                  </a:lnTo>
                  <a:lnTo>
                    <a:pt x="0" y="536"/>
                  </a:lnTo>
                  <a:cubicBezTo>
                    <a:pt x="167" y="727"/>
                    <a:pt x="250" y="822"/>
                    <a:pt x="417" y="1001"/>
                  </a:cubicBezTo>
                  <a:lnTo>
                    <a:pt x="834" y="560"/>
                  </a:lnTo>
                  <a:lnTo>
                    <a:pt x="584" y="560"/>
                  </a:lnTo>
                  <a:lnTo>
                    <a:pt x="584" y="13"/>
                  </a:lnTo>
                  <a:lnTo>
                    <a:pt x="238" y="1"/>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4"/>
            <p:cNvSpPr/>
            <p:nvPr/>
          </p:nvSpPr>
          <p:spPr>
            <a:xfrm>
              <a:off x="3592570" y="2694242"/>
              <a:ext cx="171045" cy="133314"/>
            </a:xfrm>
            <a:custGeom>
              <a:rect b="b" l="l" r="r" t="t"/>
              <a:pathLst>
                <a:path extrusionOk="0" h="1597" w="2049">
                  <a:moveTo>
                    <a:pt x="291" y="0"/>
                  </a:moveTo>
                  <a:cubicBezTo>
                    <a:pt x="144" y="0"/>
                    <a:pt x="12" y="127"/>
                    <a:pt x="1" y="287"/>
                  </a:cubicBezTo>
                  <a:lnTo>
                    <a:pt x="1" y="1263"/>
                  </a:lnTo>
                  <a:cubicBezTo>
                    <a:pt x="13" y="1430"/>
                    <a:pt x="144" y="1561"/>
                    <a:pt x="310" y="1561"/>
                  </a:cubicBezTo>
                  <a:lnTo>
                    <a:pt x="1739" y="1597"/>
                  </a:lnTo>
                  <a:cubicBezTo>
                    <a:pt x="1906" y="1597"/>
                    <a:pt x="2037" y="1466"/>
                    <a:pt x="2049" y="1299"/>
                  </a:cubicBezTo>
                  <a:lnTo>
                    <a:pt x="2049" y="299"/>
                  </a:lnTo>
                  <a:cubicBezTo>
                    <a:pt x="2037" y="144"/>
                    <a:pt x="1906" y="13"/>
                    <a:pt x="1739" y="13"/>
                  </a:cubicBezTo>
                  <a:lnTo>
                    <a:pt x="310" y="1"/>
                  </a:lnTo>
                  <a:cubicBezTo>
                    <a:pt x="304" y="1"/>
                    <a:pt x="297" y="0"/>
                    <a:pt x="29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4"/>
            <p:cNvSpPr/>
            <p:nvPr/>
          </p:nvSpPr>
          <p:spPr>
            <a:xfrm>
              <a:off x="3612437" y="2714193"/>
              <a:ext cx="39902" cy="85564"/>
            </a:xfrm>
            <a:custGeom>
              <a:rect b="b" l="l" r="r" t="t"/>
              <a:pathLst>
                <a:path extrusionOk="0" h="1025" w="478">
                  <a:moveTo>
                    <a:pt x="168" y="0"/>
                  </a:moveTo>
                  <a:lnTo>
                    <a:pt x="168" y="84"/>
                  </a:lnTo>
                  <a:cubicBezTo>
                    <a:pt x="72" y="95"/>
                    <a:pt x="1" y="191"/>
                    <a:pt x="13" y="286"/>
                  </a:cubicBezTo>
                  <a:cubicBezTo>
                    <a:pt x="13" y="381"/>
                    <a:pt x="60" y="453"/>
                    <a:pt x="180" y="548"/>
                  </a:cubicBezTo>
                  <a:cubicBezTo>
                    <a:pt x="287" y="631"/>
                    <a:pt x="310" y="679"/>
                    <a:pt x="310" y="738"/>
                  </a:cubicBezTo>
                  <a:lnTo>
                    <a:pt x="310" y="762"/>
                  </a:lnTo>
                  <a:cubicBezTo>
                    <a:pt x="310" y="798"/>
                    <a:pt x="275" y="822"/>
                    <a:pt x="227" y="822"/>
                  </a:cubicBezTo>
                  <a:lnTo>
                    <a:pt x="215" y="822"/>
                  </a:lnTo>
                  <a:cubicBezTo>
                    <a:pt x="180" y="810"/>
                    <a:pt x="144" y="774"/>
                    <a:pt x="156" y="738"/>
                  </a:cubicBezTo>
                  <a:lnTo>
                    <a:pt x="156" y="667"/>
                  </a:lnTo>
                  <a:lnTo>
                    <a:pt x="13" y="667"/>
                  </a:lnTo>
                  <a:lnTo>
                    <a:pt x="13" y="726"/>
                  </a:lnTo>
                  <a:cubicBezTo>
                    <a:pt x="1" y="834"/>
                    <a:pt x="72" y="929"/>
                    <a:pt x="168" y="941"/>
                  </a:cubicBezTo>
                  <a:lnTo>
                    <a:pt x="168" y="1024"/>
                  </a:lnTo>
                  <a:lnTo>
                    <a:pt x="299" y="1024"/>
                  </a:lnTo>
                  <a:lnTo>
                    <a:pt x="299" y="941"/>
                  </a:lnTo>
                  <a:cubicBezTo>
                    <a:pt x="406" y="929"/>
                    <a:pt x="477" y="834"/>
                    <a:pt x="465" y="726"/>
                  </a:cubicBezTo>
                  <a:cubicBezTo>
                    <a:pt x="465" y="631"/>
                    <a:pt x="418" y="560"/>
                    <a:pt x="299" y="465"/>
                  </a:cubicBezTo>
                  <a:cubicBezTo>
                    <a:pt x="191" y="381"/>
                    <a:pt x="168" y="345"/>
                    <a:pt x="168" y="286"/>
                  </a:cubicBezTo>
                  <a:lnTo>
                    <a:pt x="168" y="262"/>
                  </a:lnTo>
                  <a:cubicBezTo>
                    <a:pt x="168" y="226"/>
                    <a:pt x="203" y="203"/>
                    <a:pt x="239" y="203"/>
                  </a:cubicBezTo>
                  <a:lnTo>
                    <a:pt x="263" y="203"/>
                  </a:lnTo>
                  <a:cubicBezTo>
                    <a:pt x="299" y="215"/>
                    <a:pt x="322" y="250"/>
                    <a:pt x="322" y="286"/>
                  </a:cubicBezTo>
                  <a:lnTo>
                    <a:pt x="322" y="322"/>
                  </a:lnTo>
                  <a:lnTo>
                    <a:pt x="465" y="322"/>
                  </a:lnTo>
                  <a:lnTo>
                    <a:pt x="465" y="298"/>
                  </a:lnTo>
                  <a:cubicBezTo>
                    <a:pt x="477" y="191"/>
                    <a:pt x="406" y="95"/>
                    <a:pt x="299" y="84"/>
                  </a:cubicBezTo>
                  <a:lnTo>
                    <a:pt x="299"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4"/>
            <p:cNvSpPr/>
            <p:nvPr/>
          </p:nvSpPr>
          <p:spPr>
            <a:xfrm>
              <a:off x="3674127" y="2715195"/>
              <a:ext cx="68619" cy="91491"/>
            </a:xfrm>
            <a:custGeom>
              <a:rect b="b" l="l" r="r" t="t"/>
              <a:pathLst>
                <a:path extrusionOk="0" h="1096" w="822">
                  <a:moveTo>
                    <a:pt x="405" y="0"/>
                  </a:moveTo>
                  <a:lnTo>
                    <a:pt x="0" y="488"/>
                  </a:lnTo>
                  <a:lnTo>
                    <a:pt x="250" y="488"/>
                  </a:lnTo>
                  <a:lnTo>
                    <a:pt x="250" y="1084"/>
                  </a:lnTo>
                  <a:lnTo>
                    <a:pt x="584" y="1095"/>
                  </a:lnTo>
                  <a:lnTo>
                    <a:pt x="584" y="500"/>
                  </a:lnTo>
                  <a:lnTo>
                    <a:pt x="822" y="500"/>
                  </a:lnTo>
                  <a:lnTo>
                    <a:pt x="405" y="0"/>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4"/>
            <p:cNvSpPr/>
            <p:nvPr/>
          </p:nvSpPr>
          <p:spPr>
            <a:xfrm>
              <a:off x="3224854" y="1470220"/>
              <a:ext cx="510966" cy="688606"/>
            </a:xfrm>
            <a:custGeom>
              <a:rect b="b" l="l" r="r" t="t"/>
              <a:pathLst>
                <a:path extrusionOk="0" h="8249" w="6121">
                  <a:moveTo>
                    <a:pt x="1925" y="1"/>
                  </a:moveTo>
                  <a:cubicBezTo>
                    <a:pt x="1725" y="1"/>
                    <a:pt x="1524" y="15"/>
                    <a:pt x="1322" y="43"/>
                  </a:cubicBezTo>
                  <a:lnTo>
                    <a:pt x="1322" y="4151"/>
                  </a:lnTo>
                  <a:cubicBezTo>
                    <a:pt x="893" y="5484"/>
                    <a:pt x="441" y="6806"/>
                    <a:pt x="0" y="8128"/>
                  </a:cubicBezTo>
                  <a:cubicBezTo>
                    <a:pt x="387" y="8211"/>
                    <a:pt x="773" y="8249"/>
                    <a:pt x="1159" y="8249"/>
                  </a:cubicBezTo>
                  <a:cubicBezTo>
                    <a:pt x="1214" y="8249"/>
                    <a:pt x="1268" y="8248"/>
                    <a:pt x="1322" y="8247"/>
                  </a:cubicBezTo>
                  <a:cubicBezTo>
                    <a:pt x="3834" y="8187"/>
                    <a:pt x="6108" y="6306"/>
                    <a:pt x="6120" y="3841"/>
                  </a:cubicBezTo>
                  <a:cubicBezTo>
                    <a:pt x="6120" y="1691"/>
                    <a:pt x="4128" y="1"/>
                    <a:pt x="1925"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4"/>
            <p:cNvSpPr/>
            <p:nvPr/>
          </p:nvSpPr>
          <p:spPr>
            <a:xfrm>
              <a:off x="2932684" y="1473810"/>
              <a:ext cx="402612" cy="674916"/>
            </a:xfrm>
            <a:custGeom>
              <a:rect b="b" l="l" r="r" t="t"/>
              <a:pathLst>
                <a:path extrusionOk="0" h="8085" w="4823">
                  <a:moveTo>
                    <a:pt x="4822" y="0"/>
                  </a:moveTo>
                  <a:cubicBezTo>
                    <a:pt x="2488" y="238"/>
                    <a:pt x="0" y="2072"/>
                    <a:pt x="36" y="4406"/>
                  </a:cubicBezTo>
                  <a:cubicBezTo>
                    <a:pt x="71" y="6168"/>
                    <a:pt x="1631" y="7763"/>
                    <a:pt x="3500" y="8085"/>
                  </a:cubicBezTo>
                  <a:cubicBezTo>
                    <a:pt x="3941" y="6763"/>
                    <a:pt x="4393" y="5429"/>
                    <a:pt x="4822" y="4108"/>
                  </a:cubicBezTo>
                  <a:lnTo>
                    <a:pt x="4822" y="0"/>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4"/>
            <p:cNvSpPr/>
            <p:nvPr/>
          </p:nvSpPr>
          <p:spPr>
            <a:xfrm>
              <a:off x="3138372" y="1655706"/>
              <a:ext cx="52758" cy="60688"/>
            </a:xfrm>
            <a:custGeom>
              <a:rect b="b" l="l" r="r" t="t"/>
              <a:pathLst>
                <a:path extrusionOk="0" fill="none" h="727" w="632">
                  <a:moveTo>
                    <a:pt x="632" y="250"/>
                  </a:moveTo>
                  <a:cubicBezTo>
                    <a:pt x="620" y="107"/>
                    <a:pt x="489" y="0"/>
                    <a:pt x="346" y="12"/>
                  </a:cubicBezTo>
                  <a:cubicBezTo>
                    <a:pt x="334" y="12"/>
                    <a:pt x="322" y="12"/>
                    <a:pt x="310" y="12"/>
                  </a:cubicBezTo>
                  <a:cubicBezTo>
                    <a:pt x="155" y="12"/>
                    <a:pt x="13" y="143"/>
                    <a:pt x="1" y="298"/>
                  </a:cubicBezTo>
                  <a:lnTo>
                    <a:pt x="1" y="464"/>
                  </a:lnTo>
                  <a:cubicBezTo>
                    <a:pt x="13" y="607"/>
                    <a:pt x="144" y="726"/>
                    <a:pt x="286" y="703"/>
                  </a:cubicBezTo>
                  <a:cubicBezTo>
                    <a:pt x="298" y="703"/>
                    <a:pt x="310" y="703"/>
                    <a:pt x="310" y="703"/>
                  </a:cubicBezTo>
                  <a:cubicBezTo>
                    <a:pt x="477" y="703"/>
                    <a:pt x="608" y="583"/>
                    <a:pt x="632" y="41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4"/>
            <p:cNvSpPr/>
            <p:nvPr/>
          </p:nvSpPr>
          <p:spPr>
            <a:xfrm>
              <a:off x="3118504" y="1859390"/>
              <a:ext cx="92493" cy="140242"/>
            </a:xfrm>
            <a:custGeom>
              <a:rect b="b" l="l" r="r" t="t"/>
              <a:pathLst>
                <a:path extrusionOk="0" fill="none" h="1680" w="1108">
                  <a:moveTo>
                    <a:pt x="1" y="977"/>
                  </a:moveTo>
                  <a:lnTo>
                    <a:pt x="1" y="1513"/>
                  </a:lnTo>
                  <a:cubicBezTo>
                    <a:pt x="1" y="1608"/>
                    <a:pt x="96" y="1680"/>
                    <a:pt x="191" y="1668"/>
                  </a:cubicBezTo>
                  <a:lnTo>
                    <a:pt x="203" y="1668"/>
                  </a:lnTo>
                  <a:lnTo>
                    <a:pt x="203" y="1668"/>
                  </a:lnTo>
                  <a:cubicBezTo>
                    <a:pt x="310" y="1668"/>
                    <a:pt x="393" y="1596"/>
                    <a:pt x="405" y="1489"/>
                  </a:cubicBezTo>
                  <a:lnTo>
                    <a:pt x="405" y="144"/>
                  </a:lnTo>
                  <a:cubicBezTo>
                    <a:pt x="417" y="72"/>
                    <a:pt x="477" y="25"/>
                    <a:pt x="548" y="13"/>
                  </a:cubicBezTo>
                  <a:cubicBezTo>
                    <a:pt x="608" y="1"/>
                    <a:pt x="679" y="48"/>
                    <a:pt x="691" y="108"/>
                  </a:cubicBezTo>
                  <a:cubicBezTo>
                    <a:pt x="691" y="120"/>
                    <a:pt x="691" y="120"/>
                    <a:pt x="691" y="120"/>
                  </a:cubicBezTo>
                  <a:lnTo>
                    <a:pt x="691" y="1477"/>
                  </a:lnTo>
                  <a:cubicBezTo>
                    <a:pt x="703" y="1584"/>
                    <a:pt x="786" y="1656"/>
                    <a:pt x="893" y="1644"/>
                  </a:cubicBezTo>
                  <a:lnTo>
                    <a:pt x="905" y="1644"/>
                  </a:lnTo>
                  <a:lnTo>
                    <a:pt x="905" y="1644"/>
                  </a:lnTo>
                  <a:cubicBezTo>
                    <a:pt x="1013" y="1644"/>
                    <a:pt x="1096" y="1561"/>
                    <a:pt x="1108" y="1453"/>
                  </a:cubicBezTo>
                  <a:lnTo>
                    <a:pt x="1108" y="15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4"/>
            <p:cNvSpPr/>
            <p:nvPr/>
          </p:nvSpPr>
          <p:spPr>
            <a:xfrm>
              <a:off x="3118504" y="1912063"/>
              <a:ext cx="83" cy="13022"/>
            </a:xfrm>
            <a:custGeom>
              <a:rect b="b" l="l" r="r" t="t"/>
              <a:pathLst>
                <a:path extrusionOk="0" fill="none" h="156" w="1">
                  <a:moveTo>
                    <a:pt x="1" y="1"/>
                  </a:moveTo>
                  <a:lnTo>
                    <a:pt x="1" y="15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4"/>
            <p:cNvSpPr/>
            <p:nvPr/>
          </p:nvSpPr>
          <p:spPr>
            <a:xfrm>
              <a:off x="3079771" y="1727246"/>
              <a:ext cx="170044" cy="171045"/>
            </a:xfrm>
            <a:custGeom>
              <a:rect b="b" l="l" r="r" t="t"/>
              <a:pathLst>
                <a:path extrusionOk="0" fill="none" h="2049" w="2037">
                  <a:moveTo>
                    <a:pt x="1572" y="1548"/>
                  </a:moveTo>
                  <a:lnTo>
                    <a:pt x="1572" y="500"/>
                  </a:lnTo>
                  <a:cubicBezTo>
                    <a:pt x="1572" y="465"/>
                    <a:pt x="1608" y="441"/>
                    <a:pt x="1643" y="441"/>
                  </a:cubicBezTo>
                  <a:lnTo>
                    <a:pt x="1643" y="441"/>
                  </a:lnTo>
                  <a:cubicBezTo>
                    <a:pt x="1667" y="429"/>
                    <a:pt x="1703" y="453"/>
                    <a:pt x="1703" y="488"/>
                  </a:cubicBezTo>
                  <a:lnTo>
                    <a:pt x="1703" y="1108"/>
                  </a:lnTo>
                  <a:cubicBezTo>
                    <a:pt x="1703" y="1191"/>
                    <a:pt x="1774" y="1250"/>
                    <a:pt x="1858" y="1250"/>
                  </a:cubicBezTo>
                  <a:cubicBezTo>
                    <a:pt x="1953" y="1262"/>
                    <a:pt x="2024" y="1191"/>
                    <a:pt x="2036" y="1096"/>
                  </a:cubicBezTo>
                  <a:lnTo>
                    <a:pt x="2036" y="346"/>
                  </a:lnTo>
                  <a:cubicBezTo>
                    <a:pt x="2036" y="143"/>
                    <a:pt x="1846" y="0"/>
                    <a:pt x="1619" y="12"/>
                  </a:cubicBezTo>
                  <a:lnTo>
                    <a:pt x="417" y="107"/>
                  </a:lnTo>
                  <a:cubicBezTo>
                    <a:pt x="179" y="119"/>
                    <a:pt x="0" y="298"/>
                    <a:pt x="0" y="488"/>
                  </a:cubicBezTo>
                  <a:lnTo>
                    <a:pt x="0" y="1215"/>
                  </a:lnTo>
                  <a:cubicBezTo>
                    <a:pt x="0" y="1298"/>
                    <a:pt x="72" y="1358"/>
                    <a:pt x="143" y="1358"/>
                  </a:cubicBezTo>
                  <a:cubicBezTo>
                    <a:pt x="238" y="1358"/>
                    <a:pt x="322" y="1298"/>
                    <a:pt x="322" y="1203"/>
                  </a:cubicBezTo>
                  <a:lnTo>
                    <a:pt x="322" y="572"/>
                  </a:lnTo>
                  <a:cubicBezTo>
                    <a:pt x="334" y="548"/>
                    <a:pt x="357" y="512"/>
                    <a:pt x="393" y="512"/>
                  </a:cubicBezTo>
                  <a:lnTo>
                    <a:pt x="393" y="512"/>
                  </a:lnTo>
                  <a:cubicBezTo>
                    <a:pt x="429" y="512"/>
                    <a:pt x="453" y="536"/>
                    <a:pt x="465" y="572"/>
                  </a:cubicBezTo>
                  <a:lnTo>
                    <a:pt x="465" y="20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4"/>
            <p:cNvSpPr/>
            <p:nvPr/>
          </p:nvSpPr>
          <p:spPr>
            <a:xfrm>
              <a:off x="3473365" y="1628826"/>
              <a:ext cx="61690" cy="62692"/>
            </a:xfrm>
            <a:custGeom>
              <a:rect b="b" l="l" r="r" t="t"/>
              <a:pathLst>
                <a:path extrusionOk="0" fill="none" h="751" w="739">
                  <a:moveTo>
                    <a:pt x="691" y="370"/>
                  </a:moveTo>
                  <a:cubicBezTo>
                    <a:pt x="703" y="501"/>
                    <a:pt x="738" y="691"/>
                    <a:pt x="738" y="691"/>
                  </a:cubicBezTo>
                  <a:lnTo>
                    <a:pt x="0" y="751"/>
                  </a:lnTo>
                  <a:cubicBezTo>
                    <a:pt x="0" y="751"/>
                    <a:pt x="60" y="334"/>
                    <a:pt x="71" y="298"/>
                  </a:cubicBezTo>
                  <a:cubicBezTo>
                    <a:pt x="95" y="155"/>
                    <a:pt x="214" y="36"/>
                    <a:pt x="369" y="1"/>
                  </a:cubicBezTo>
                  <a:cubicBezTo>
                    <a:pt x="512" y="1"/>
                    <a:pt x="643" y="108"/>
                    <a:pt x="667" y="25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4"/>
            <p:cNvSpPr/>
            <p:nvPr/>
          </p:nvSpPr>
          <p:spPr>
            <a:xfrm>
              <a:off x="3548828" y="1703371"/>
              <a:ext cx="35895" cy="94497"/>
            </a:xfrm>
            <a:custGeom>
              <a:rect b="b" l="l" r="r" t="t"/>
              <a:pathLst>
                <a:path extrusionOk="0" fill="none" h="1132" w="430">
                  <a:moveTo>
                    <a:pt x="430" y="1132"/>
                  </a:moveTo>
                  <a:lnTo>
                    <a:pt x="430" y="358"/>
                  </a:lnTo>
                  <a:cubicBezTo>
                    <a:pt x="430" y="143"/>
                    <a:pt x="239" y="1"/>
                    <a:pt x="1" y="1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4"/>
            <p:cNvSpPr/>
            <p:nvPr/>
          </p:nvSpPr>
          <p:spPr>
            <a:xfrm>
              <a:off x="3544905" y="1740185"/>
              <a:ext cx="23958" cy="162030"/>
            </a:xfrm>
            <a:custGeom>
              <a:rect b="b" l="l" r="r" t="t"/>
              <a:pathLst>
                <a:path extrusionOk="0" fill="none" h="1941" w="287">
                  <a:moveTo>
                    <a:pt x="0" y="1941"/>
                  </a:moveTo>
                  <a:lnTo>
                    <a:pt x="0" y="1679"/>
                  </a:lnTo>
                  <a:lnTo>
                    <a:pt x="238" y="1667"/>
                  </a:lnTo>
                  <a:cubicBezTo>
                    <a:pt x="143" y="1024"/>
                    <a:pt x="96" y="703"/>
                    <a:pt x="0" y="72"/>
                  </a:cubicBezTo>
                  <a:cubicBezTo>
                    <a:pt x="12" y="36"/>
                    <a:pt x="36" y="12"/>
                    <a:pt x="72" y="12"/>
                  </a:cubicBezTo>
                  <a:cubicBezTo>
                    <a:pt x="107" y="0"/>
                    <a:pt x="131" y="24"/>
                    <a:pt x="143" y="60"/>
                  </a:cubicBezTo>
                  <a:lnTo>
                    <a:pt x="143" y="714"/>
                  </a:lnTo>
                  <a:cubicBezTo>
                    <a:pt x="143" y="786"/>
                    <a:pt x="203" y="857"/>
                    <a:pt x="286" y="85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4"/>
            <p:cNvSpPr/>
            <p:nvPr/>
          </p:nvSpPr>
          <p:spPr>
            <a:xfrm>
              <a:off x="3544905" y="1915069"/>
              <a:ext cx="83" cy="15026"/>
            </a:xfrm>
            <a:custGeom>
              <a:rect b="b" l="l" r="r" t="t"/>
              <a:pathLst>
                <a:path extrusionOk="0" fill="none" h="180" w="1">
                  <a:moveTo>
                    <a:pt x="0" y="179"/>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4"/>
            <p:cNvSpPr/>
            <p:nvPr/>
          </p:nvSpPr>
          <p:spPr>
            <a:xfrm>
              <a:off x="3443480" y="1869323"/>
              <a:ext cx="101509" cy="115449"/>
            </a:xfrm>
            <a:custGeom>
              <a:rect b="b" l="l" r="r" t="t"/>
              <a:pathLst>
                <a:path extrusionOk="0" fill="none" h="1383" w="1216">
                  <a:moveTo>
                    <a:pt x="25" y="1"/>
                  </a:moveTo>
                  <a:cubicBezTo>
                    <a:pt x="13" y="72"/>
                    <a:pt x="13" y="120"/>
                    <a:pt x="1" y="191"/>
                  </a:cubicBezTo>
                  <a:lnTo>
                    <a:pt x="227" y="180"/>
                  </a:lnTo>
                  <a:lnTo>
                    <a:pt x="227" y="1192"/>
                  </a:lnTo>
                  <a:cubicBezTo>
                    <a:pt x="239" y="1299"/>
                    <a:pt x="322" y="1382"/>
                    <a:pt x="429" y="1370"/>
                  </a:cubicBezTo>
                  <a:lnTo>
                    <a:pt x="441" y="1370"/>
                  </a:lnTo>
                  <a:cubicBezTo>
                    <a:pt x="549" y="1370"/>
                    <a:pt x="644" y="1287"/>
                    <a:pt x="644" y="1180"/>
                  </a:cubicBezTo>
                  <a:lnTo>
                    <a:pt x="644" y="156"/>
                  </a:lnTo>
                  <a:lnTo>
                    <a:pt x="799" y="144"/>
                  </a:lnTo>
                  <a:lnTo>
                    <a:pt x="799" y="1168"/>
                  </a:lnTo>
                  <a:cubicBezTo>
                    <a:pt x="810" y="1275"/>
                    <a:pt x="894" y="1346"/>
                    <a:pt x="1001" y="1346"/>
                  </a:cubicBezTo>
                  <a:lnTo>
                    <a:pt x="1013" y="1346"/>
                  </a:lnTo>
                  <a:cubicBezTo>
                    <a:pt x="1120" y="1346"/>
                    <a:pt x="1215" y="1263"/>
                    <a:pt x="1215" y="1144"/>
                  </a:cubicBezTo>
                  <a:lnTo>
                    <a:pt x="1215" y="90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4"/>
            <p:cNvSpPr/>
            <p:nvPr/>
          </p:nvSpPr>
          <p:spPr>
            <a:xfrm>
              <a:off x="3424614" y="1706376"/>
              <a:ext cx="94497" cy="136235"/>
            </a:xfrm>
            <a:custGeom>
              <a:rect b="b" l="l" r="r" t="t"/>
              <a:pathLst>
                <a:path extrusionOk="0" fill="none" h="1632" w="1132">
                  <a:moveTo>
                    <a:pt x="1132" y="0"/>
                  </a:moveTo>
                  <a:lnTo>
                    <a:pt x="417" y="60"/>
                  </a:lnTo>
                  <a:cubicBezTo>
                    <a:pt x="191" y="60"/>
                    <a:pt x="13" y="238"/>
                    <a:pt x="1" y="453"/>
                  </a:cubicBezTo>
                  <a:lnTo>
                    <a:pt x="1" y="1215"/>
                  </a:lnTo>
                  <a:cubicBezTo>
                    <a:pt x="1" y="1286"/>
                    <a:pt x="60" y="1358"/>
                    <a:pt x="144" y="1358"/>
                  </a:cubicBezTo>
                  <a:cubicBezTo>
                    <a:pt x="239" y="1358"/>
                    <a:pt x="322" y="1286"/>
                    <a:pt x="322" y="1203"/>
                  </a:cubicBezTo>
                  <a:lnTo>
                    <a:pt x="322" y="548"/>
                  </a:lnTo>
                  <a:cubicBezTo>
                    <a:pt x="334" y="512"/>
                    <a:pt x="358" y="488"/>
                    <a:pt x="394" y="488"/>
                  </a:cubicBezTo>
                  <a:lnTo>
                    <a:pt x="394" y="488"/>
                  </a:lnTo>
                  <a:cubicBezTo>
                    <a:pt x="429" y="477"/>
                    <a:pt x="453" y="500"/>
                    <a:pt x="453" y="536"/>
                  </a:cubicBezTo>
                  <a:lnTo>
                    <a:pt x="453" y="536"/>
                  </a:lnTo>
                  <a:lnTo>
                    <a:pt x="298" y="163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4"/>
            <p:cNvSpPr/>
            <p:nvPr/>
          </p:nvSpPr>
          <p:spPr>
            <a:xfrm>
              <a:off x="3805269" y="1663386"/>
              <a:ext cx="107436" cy="99923"/>
            </a:xfrm>
            <a:custGeom>
              <a:rect b="b" l="l" r="r" t="t"/>
              <a:pathLst>
                <a:path extrusionOk="0" h="1197" w="1287">
                  <a:moveTo>
                    <a:pt x="951" y="0"/>
                  </a:moveTo>
                  <a:cubicBezTo>
                    <a:pt x="936" y="0"/>
                    <a:pt x="921" y="1"/>
                    <a:pt x="906" y="3"/>
                  </a:cubicBezTo>
                  <a:lnTo>
                    <a:pt x="382" y="39"/>
                  </a:lnTo>
                  <a:cubicBezTo>
                    <a:pt x="179" y="51"/>
                    <a:pt x="13" y="206"/>
                    <a:pt x="1" y="408"/>
                  </a:cubicBezTo>
                  <a:lnTo>
                    <a:pt x="1" y="884"/>
                  </a:lnTo>
                  <a:cubicBezTo>
                    <a:pt x="1" y="884"/>
                    <a:pt x="13" y="896"/>
                    <a:pt x="13" y="908"/>
                  </a:cubicBezTo>
                  <a:cubicBezTo>
                    <a:pt x="35" y="1073"/>
                    <a:pt x="178" y="1197"/>
                    <a:pt x="340" y="1197"/>
                  </a:cubicBezTo>
                  <a:cubicBezTo>
                    <a:pt x="354" y="1197"/>
                    <a:pt x="368" y="1196"/>
                    <a:pt x="382" y="1194"/>
                  </a:cubicBezTo>
                  <a:lnTo>
                    <a:pt x="906" y="1158"/>
                  </a:lnTo>
                  <a:cubicBezTo>
                    <a:pt x="1108" y="1146"/>
                    <a:pt x="1275" y="992"/>
                    <a:pt x="1287" y="789"/>
                  </a:cubicBezTo>
                  <a:lnTo>
                    <a:pt x="1287" y="313"/>
                  </a:lnTo>
                  <a:cubicBezTo>
                    <a:pt x="1287" y="301"/>
                    <a:pt x="1287" y="289"/>
                    <a:pt x="1287" y="277"/>
                  </a:cubicBezTo>
                  <a:cubicBezTo>
                    <a:pt x="1254" y="114"/>
                    <a:pt x="1112" y="0"/>
                    <a:pt x="951"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4"/>
            <p:cNvSpPr/>
            <p:nvPr/>
          </p:nvSpPr>
          <p:spPr>
            <a:xfrm>
              <a:off x="3960370" y="1662634"/>
              <a:ext cx="48751" cy="82559"/>
            </a:xfrm>
            <a:custGeom>
              <a:rect b="b" l="l" r="r" t="t"/>
              <a:pathLst>
                <a:path extrusionOk="0" h="989" w="584">
                  <a:moveTo>
                    <a:pt x="333" y="286"/>
                  </a:moveTo>
                  <a:lnTo>
                    <a:pt x="333" y="667"/>
                  </a:lnTo>
                  <a:lnTo>
                    <a:pt x="167" y="679"/>
                  </a:lnTo>
                  <a:cubicBezTo>
                    <a:pt x="226" y="524"/>
                    <a:pt x="262" y="453"/>
                    <a:pt x="333" y="286"/>
                  </a:cubicBezTo>
                  <a:close/>
                  <a:moveTo>
                    <a:pt x="500" y="0"/>
                  </a:moveTo>
                  <a:lnTo>
                    <a:pt x="322" y="12"/>
                  </a:lnTo>
                  <a:cubicBezTo>
                    <a:pt x="191" y="286"/>
                    <a:pt x="131" y="417"/>
                    <a:pt x="0" y="691"/>
                  </a:cubicBezTo>
                  <a:lnTo>
                    <a:pt x="0" y="834"/>
                  </a:lnTo>
                  <a:lnTo>
                    <a:pt x="333" y="810"/>
                  </a:lnTo>
                  <a:lnTo>
                    <a:pt x="333" y="989"/>
                  </a:lnTo>
                  <a:lnTo>
                    <a:pt x="500" y="977"/>
                  </a:lnTo>
                  <a:lnTo>
                    <a:pt x="500" y="798"/>
                  </a:lnTo>
                  <a:lnTo>
                    <a:pt x="584" y="798"/>
                  </a:lnTo>
                  <a:lnTo>
                    <a:pt x="584" y="667"/>
                  </a:lnTo>
                  <a:lnTo>
                    <a:pt x="500" y="667"/>
                  </a:lnTo>
                  <a:lnTo>
                    <a:pt x="50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4"/>
            <p:cNvSpPr/>
            <p:nvPr/>
          </p:nvSpPr>
          <p:spPr>
            <a:xfrm>
              <a:off x="4014964" y="1657626"/>
              <a:ext cx="42824" cy="84980"/>
            </a:xfrm>
            <a:custGeom>
              <a:rect b="b" l="l" r="r" t="t"/>
              <a:pathLst>
                <a:path extrusionOk="0" h="1018" w="513">
                  <a:moveTo>
                    <a:pt x="477" y="1"/>
                  </a:moveTo>
                  <a:lnTo>
                    <a:pt x="37" y="37"/>
                  </a:lnTo>
                  <a:cubicBezTo>
                    <a:pt x="25" y="251"/>
                    <a:pt x="13" y="370"/>
                    <a:pt x="1" y="584"/>
                  </a:cubicBezTo>
                  <a:lnTo>
                    <a:pt x="156" y="572"/>
                  </a:lnTo>
                  <a:lnTo>
                    <a:pt x="156" y="560"/>
                  </a:lnTo>
                  <a:cubicBezTo>
                    <a:pt x="156" y="489"/>
                    <a:pt x="191" y="465"/>
                    <a:pt x="251" y="465"/>
                  </a:cubicBezTo>
                  <a:cubicBezTo>
                    <a:pt x="259" y="463"/>
                    <a:pt x="266" y="462"/>
                    <a:pt x="273" y="462"/>
                  </a:cubicBezTo>
                  <a:cubicBezTo>
                    <a:pt x="309" y="462"/>
                    <a:pt x="334" y="489"/>
                    <a:pt x="334" y="549"/>
                  </a:cubicBezTo>
                  <a:lnTo>
                    <a:pt x="334" y="775"/>
                  </a:lnTo>
                  <a:cubicBezTo>
                    <a:pt x="334" y="846"/>
                    <a:pt x="299" y="870"/>
                    <a:pt x="251" y="882"/>
                  </a:cubicBezTo>
                  <a:cubicBezTo>
                    <a:pt x="191" y="882"/>
                    <a:pt x="156" y="858"/>
                    <a:pt x="156" y="787"/>
                  </a:cubicBezTo>
                  <a:lnTo>
                    <a:pt x="156" y="703"/>
                  </a:lnTo>
                  <a:lnTo>
                    <a:pt x="1" y="715"/>
                  </a:lnTo>
                  <a:lnTo>
                    <a:pt x="1" y="787"/>
                  </a:lnTo>
                  <a:cubicBezTo>
                    <a:pt x="1" y="811"/>
                    <a:pt x="1" y="834"/>
                    <a:pt x="1" y="858"/>
                  </a:cubicBezTo>
                  <a:cubicBezTo>
                    <a:pt x="22" y="951"/>
                    <a:pt x="105" y="1018"/>
                    <a:pt x="205" y="1018"/>
                  </a:cubicBezTo>
                  <a:cubicBezTo>
                    <a:pt x="220" y="1018"/>
                    <a:pt x="235" y="1016"/>
                    <a:pt x="251" y="1013"/>
                  </a:cubicBezTo>
                  <a:lnTo>
                    <a:pt x="287" y="1013"/>
                  </a:lnTo>
                  <a:cubicBezTo>
                    <a:pt x="418" y="1001"/>
                    <a:pt x="513" y="882"/>
                    <a:pt x="501" y="751"/>
                  </a:cubicBezTo>
                  <a:lnTo>
                    <a:pt x="501" y="525"/>
                  </a:lnTo>
                  <a:cubicBezTo>
                    <a:pt x="501" y="392"/>
                    <a:pt x="450" y="321"/>
                    <a:pt x="338" y="321"/>
                  </a:cubicBezTo>
                  <a:cubicBezTo>
                    <a:pt x="329" y="321"/>
                    <a:pt x="320" y="322"/>
                    <a:pt x="311" y="322"/>
                  </a:cubicBezTo>
                  <a:cubicBezTo>
                    <a:pt x="251" y="322"/>
                    <a:pt x="203" y="346"/>
                    <a:pt x="168" y="394"/>
                  </a:cubicBezTo>
                  <a:cubicBezTo>
                    <a:pt x="168" y="310"/>
                    <a:pt x="180" y="263"/>
                    <a:pt x="180" y="168"/>
                  </a:cubicBezTo>
                  <a:lnTo>
                    <a:pt x="477" y="144"/>
                  </a:lnTo>
                  <a:lnTo>
                    <a:pt x="477"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4"/>
            <p:cNvSpPr/>
            <p:nvPr/>
          </p:nvSpPr>
          <p:spPr>
            <a:xfrm>
              <a:off x="4065718" y="1653702"/>
              <a:ext cx="67617" cy="85564"/>
            </a:xfrm>
            <a:custGeom>
              <a:rect b="b" l="l" r="r" t="t"/>
              <a:pathLst>
                <a:path extrusionOk="0" h="1025" w="810">
                  <a:moveTo>
                    <a:pt x="167" y="107"/>
                  </a:moveTo>
                  <a:cubicBezTo>
                    <a:pt x="203" y="107"/>
                    <a:pt x="226" y="119"/>
                    <a:pt x="226" y="167"/>
                  </a:cubicBezTo>
                  <a:lnTo>
                    <a:pt x="226" y="429"/>
                  </a:lnTo>
                  <a:cubicBezTo>
                    <a:pt x="226" y="477"/>
                    <a:pt x="203" y="488"/>
                    <a:pt x="167" y="500"/>
                  </a:cubicBezTo>
                  <a:cubicBezTo>
                    <a:pt x="131" y="500"/>
                    <a:pt x="107" y="477"/>
                    <a:pt x="107" y="441"/>
                  </a:cubicBezTo>
                  <a:lnTo>
                    <a:pt x="107" y="179"/>
                  </a:lnTo>
                  <a:cubicBezTo>
                    <a:pt x="107" y="131"/>
                    <a:pt x="131" y="107"/>
                    <a:pt x="167" y="107"/>
                  </a:cubicBezTo>
                  <a:close/>
                  <a:moveTo>
                    <a:pt x="205" y="18"/>
                  </a:moveTo>
                  <a:cubicBezTo>
                    <a:pt x="192" y="18"/>
                    <a:pt x="180" y="20"/>
                    <a:pt x="167" y="24"/>
                  </a:cubicBezTo>
                  <a:lnTo>
                    <a:pt x="155" y="24"/>
                  </a:lnTo>
                  <a:cubicBezTo>
                    <a:pt x="60" y="24"/>
                    <a:pt x="0" y="107"/>
                    <a:pt x="0" y="191"/>
                  </a:cubicBezTo>
                  <a:lnTo>
                    <a:pt x="0" y="441"/>
                  </a:lnTo>
                  <a:cubicBezTo>
                    <a:pt x="0" y="453"/>
                    <a:pt x="0" y="465"/>
                    <a:pt x="12" y="488"/>
                  </a:cubicBezTo>
                  <a:cubicBezTo>
                    <a:pt x="22" y="547"/>
                    <a:pt x="72" y="590"/>
                    <a:pt x="129" y="590"/>
                  </a:cubicBezTo>
                  <a:cubicBezTo>
                    <a:pt x="142" y="590"/>
                    <a:pt x="154" y="588"/>
                    <a:pt x="167" y="584"/>
                  </a:cubicBezTo>
                  <a:lnTo>
                    <a:pt x="191" y="584"/>
                  </a:lnTo>
                  <a:cubicBezTo>
                    <a:pt x="274" y="584"/>
                    <a:pt x="334" y="500"/>
                    <a:pt x="334" y="417"/>
                  </a:cubicBezTo>
                  <a:lnTo>
                    <a:pt x="334" y="167"/>
                  </a:lnTo>
                  <a:cubicBezTo>
                    <a:pt x="334" y="155"/>
                    <a:pt x="334" y="143"/>
                    <a:pt x="334" y="119"/>
                  </a:cubicBezTo>
                  <a:cubicBezTo>
                    <a:pt x="314" y="61"/>
                    <a:pt x="262" y="18"/>
                    <a:pt x="205" y="18"/>
                  </a:cubicBezTo>
                  <a:close/>
                  <a:moveTo>
                    <a:pt x="643" y="524"/>
                  </a:moveTo>
                  <a:cubicBezTo>
                    <a:pt x="667" y="524"/>
                    <a:pt x="691" y="548"/>
                    <a:pt x="691" y="584"/>
                  </a:cubicBezTo>
                  <a:lnTo>
                    <a:pt x="691" y="846"/>
                  </a:lnTo>
                  <a:cubicBezTo>
                    <a:pt x="691" y="893"/>
                    <a:pt x="667" y="917"/>
                    <a:pt x="643" y="917"/>
                  </a:cubicBezTo>
                  <a:cubicBezTo>
                    <a:pt x="607" y="917"/>
                    <a:pt x="584" y="905"/>
                    <a:pt x="584" y="858"/>
                  </a:cubicBezTo>
                  <a:lnTo>
                    <a:pt x="584" y="596"/>
                  </a:lnTo>
                  <a:cubicBezTo>
                    <a:pt x="584" y="548"/>
                    <a:pt x="607" y="536"/>
                    <a:pt x="643" y="524"/>
                  </a:cubicBezTo>
                  <a:close/>
                  <a:moveTo>
                    <a:pt x="670" y="439"/>
                  </a:moveTo>
                  <a:cubicBezTo>
                    <a:pt x="661" y="439"/>
                    <a:pt x="652" y="439"/>
                    <a:pt x="643" y="441"/>
                  </a:cubicBezTo>
                  <a:lnTo>
                    <a:pt x="619" y="441"/>
                  </a:lnTo>
                  <a:cubicBezTo>
                    <a:pt x="536" y="453"/>
                    <a:pt x="465" y="524"/>
                    <a:pt x="476" y="607"/>
                  </a:cubicBezTo>
                  <a:lnTo>
                    <a:pt x="476" y="858"/>
                  </a:lnTo>
                  <a:cubicBezTo>
                    <a:pt x="476" y="869"/>
                    <a:pt x="476" y="893"/>
                    <a:pt x="476" y="905"/>
                  </a:cubicBezTo>
                  <a:cubicBezTo>
                    <a:pt x="487" y="969"/>
                    <a:pt x="546" y="1014"/>
                    <a:pt x="609" y="1014"/>
                  </a:cubicBezTo>
                  <a:cubicBezTo>
                    <a:pt x="616" y="1014"/>
                    <a:pt x="624" y="1014"/>
                    <a:pt x="631" y="1012"/>
                  </a:cubicBezTo>
                  <a:lnTo>
                    <a:pt x="655" y="1012"/>
                  </a:lnTo>
                  <a:cubicBezTo>
                    <a:pt x="738" y="1000"/>
                    <a:pt x="810" y="929"/>
                    <a:pt x="798" y="834"/>
                  </a:cubicBezTo>
                  <a:lnTo>
                    <a:pt x="798" y="584"/>
                  </a:lnTo>
                  <a:cubicBezTo>
                    <a:pt x="798" y="572"/>
                    <a:pt x="798" y="560"/>
                    <a:pt x="798" y="536"/>
                  </a:cubicBezTo>
                  <a:cubicBezTo>
                    <a:pt x="787" y="474"/>
                    <a:pt x="732" y="439"/>
                    <a:pt x="670" y="439"/>
                  </a:cubicBezTo>
                  <a:close/>
                  <a:moveTo>
                    <a:pt x="560" y="0"/>
                  </a:moveTo>
                  <a:cubicBezTo>
                    <a:pt x="393" y="417"/>
                    <a:pt x="310" y="619"/>
                    <a:pt x="143" y="1024"/>
                  </a:cubicBezTo>
                  <a:lnTo>
                    <a:pt x="250" y="1024"/>
                  </a:lnTo>
                  <a:cubicBezTo>
                    <a:pt x="417" y="607"/>
                    <a:pt x="500" y="405"/>
                    <a:pt x="667"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4"/>
            <p:cNvSpPr/>
            <p:nvPr/>
          </p:nvSpPr>
          <p:spPr>
            <a:xfrm>
              <a:off x="3805269" y="1804545"/>
              <a:ext cx="107436" cy="98921"/>
            </a:xfrm>
            <a:custGeom>
              <a:rect b="b" l="l" r="r" t="t"/>
              <a:pathLst>
                <a:path extrusionOk="0" h="1185" w="1287">
                  <a:moveTo>
                    <a:pt x="950" y="0"/>
                  </a:moveTo>
                  <a:cubicBezTo>
                    <a:pt x="936" y="0"/>
                    <a:pt x="921" y="1"/>
                    <a:pt x="906" y="3"/>
                  </a:cubicBezTo>
                  <a:lnTo>
                    <a:pt x="382" y="27"/>
                  </a:lnTo>
                  <a:cubicBezTo>
                    <a:pt x="179" y="39"/>
                    <a:pt x="13" y="194"/>
                    <a:pt x="1" y="396"/>
                  </a:cubicBezTo>
                  <a:lnTo>
                    <a:pt x="1" y="872"/>
                  </a:lnTo>
                  <a:cubicBezTo>
                    <a:pt x="1" y="872"/>
                    <a:pt x="1" y="884"/>
                    <a:pt x="1" y="884"/>
                  </a:cubicBezTo>
                  <a:cubicBezTo>
                    <a:pt x="23" y="1060"/>
                    <a:pt x="166" y="1185"/>
                    <a:pt x="337" y="1185"/>
                  </a:cubicBezTo>
                  <a:cubicBezTo>
                    <a:pt x="352" y="1185"/>
                    <a:pt x="367" y="1184"/>
                    <a:pt x="382" y="1182"/>
                  </a:cubicBezTo>
                  <a:lnTo>
                    <a:pt x="906" y="1158"/>
                  </a:lnTo>
                  <a:cubicBezTo>
                    <a:pt x="1108" y="1158"/>
                    <a:pt x="1275" y="1003"/>
                    <a:pt x="1287" y="801"/>
                  </a:cubicBezTo>
                  <a:lnTo>
                    <a:pt x="1287" y="313"/>
                  </a:lnTo>
                  <a:cubicBezTo>
                    <a:pt x="1287" y="313"/>
                    <a:pt x="1287" y="301"/>
                    <a:pt x="1287" y="289"/>
                  </a:cubicBezTo>
                  <a:cubicBezTo>
                    <a:pt x="1265" y="124"/>
                    <a:pt x="1122" y="0"/>
                    <a:pt x="95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4"/>
            <p:cNvSpPr/>
            <p:nvPr/>
          </p:nvSpPr>
          <p:spPr>
            <a:xfrm>
              <a:off x="3963291" y="1804796"/>
              <a:ext cx="42824" cy="83895"/>
            </a:xfrm>
            <a:custGeom>
              <a:rect b="b" l="l" r="r" t="t"/>
              <a:pathLst>
                <a:path extrusionOk="0" h="1005" w="513">
                  <a:moveTo>
                    <a:pt x="477" y="0"/>
                  </a:moveTo>
                  <a:lnTo>
                    <a:pt x="37" y="24"/>
                  </a:lnTo>
                  <a:lnTo>
                    <a:pt x="1" y="572"/>
                  </a:lnTo>
                  <a:lnTo>
                    <a:pt x="168" y="560"/>
                  </a:lnTo>
                  <a:lnTo>
                    <a:pt x="168" y="548"/>
                  </a:lnTo>
                  <a:cubicBezTo>
                    <a:pt x="168" y="476"/>
                    <a:pt x="203" y="452"/>
                    <a:pt x="251" y="452"/>
                  </a:cubicBezTo>
                  <a:cubicBezTo>
                    <a:pt x="259" y="451"/>
                    <a:pt x="266" y="450"/>
                    <a:pt x="273" y="450"/>
                  </a:cubicBezTo>
                  <a:cubicBezTo>
                    <a:pt x="319" y="450"/>
                    <a:pt x="346" y="484"/>
                    <a:pt x="346" y="536"/>
                  </a:cubicBezTo>
                  <a:lnTo>
                    <a:pt x="346" y="762"/>
                  </a:lnTo>
                  <a:cubicBezTo>
                    <a:pt x="346" y="833"/>
                    <a:pt x="310" y="869"/>
                    <a:pt x="251" y="869"/>
                  </a:cubicBezTo>
                  <a:cubicBezTo>
                    <a:pt x="203" y="869"/>
                    <a:pt x="168" y="845"/>
                    <a:pt x="168" y="774"/>
                  </a:cubicBezTo>
                  <a:lnTo>
                    <a:pt x="168" y="691"/>
                  </a:lnTo>
                  <a:lnTo>
                    <a:pt x="1" y="691"/>
                  </a:lnTo>
                  <a:lnTo>
                    <a:pt x="1" y="774"/>
                  </a:lnTo>
                  <a:cubicBezTo>
                    <a:pt x="1" y="798"/>
                    <a:pt x="1" y="822"/>
                    <a:pt x="13" y="845"/>
                  </a:cubicBezTo>
                  <a:cubicBezTo>
                    <a:pt x="23" y="939"/>
                    <a:pt x="114" y="1005"/>
                    <a:pt x="209" y="1005"/>
                  </a:cubicBezTo>
                  <a:cubicBezTo>
                    <a:pt x="223" y="1005"/>
                    <a:pt x="237" y="1003"/>
                    <a:pt x="251" y="1000"/>
                  </a:cubicBezTo>
                  <a:lnTo>
                    <a:pt x="287" y="1000"/>
                  </a:lnTo>
                  <a:cubicBezTo>
                    <a:pt x="418" y="988"/>
                    <a:pt x="513" y="881"/>
                    <a:pt x="501" y="750"/>
                  </a:cubicBezTo>
                  <a:lnTo>
                    <a:pt x="501" y="524"/>
                  </a:lnTo>
                  <a:cubicBezTo>
                    <a:pt x="501" y="390"/>
                    <a:pt x="449" y="308"/>
                    <a:pt x="344" y="308"/>
                  </a:cubicBezTo>
                  <a:cubicBezTo>
                    <a:pt x="337" y="308"/>
                    <a:pt x="330" y="309"/>
                    <a:pt x="322" y="310"/>
                  </a:cubicBezTo>
                  <a:cubicBezTo>
                    <a:pt x="263" y="310"/>
                    <a:pt x="203" y="333"/>
                    <a:pt x="168" y="393"/>
                  </a:cubicBezTo>
                  <a:cubicBezTo>
                    <a:pt x="179" y="298"/>
                    <a:pt x="179" y="250"/>
                    <a:pt x="191" y="155"/>
                  </a:cubicBezTo>
                  <a:lnTo>
                    <a:pt x="477" y="131"/>
                  </a:lnTo>
                  <a:lnTo>
                    <a:pt x="477"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4"/>
            <p:cNvSpPr/>
            <p:nvPr/>
          </p:nvSpPr>
          <p:spPr>
            <a:xfrm>
              <a:off x="4014964" y="1800789"/>
              <a:ext cx="42824" cy="85898"/>
            </a:xfrm>
            <a:custGeom>
              <a:rect b="b" l="l" r="r" t="t"/>
              <a:pathLst>
                <a:path extrusionOk="0" h="1029" w="513">
                  <a:moveTo>
                    <a:pt x="477" y="0"/>
                  </a:moveTo>
                  <a:lnTo>
                    <a:pt x="37" y="36"/>
                  </a:lnTo>
                  <a:cubicBezTo>
                    <a:pt x="25" y="250"/>
                    <a:pt x="13" y="358"/>
                    <a:pt x="1" y="584"/>
                  </a:cubicBezTo>
                  <a:lnTo>
                    <a:pt x="156" y="572"/>
                  </a:lnTo>
                  <a:lnTo>
                    <a:pt x="156" y="560"/>
                  </a:lnTo>
                  <a:cubicBezTo>
                    <a:pt x="156" y="489"/>
                    <a:pt x="191" y="465"/>
                    <a:pt x="251" y="465"/>
                  </a:cubicBezTo>
                  <a:cubicBezTo>
                    <a:pt x="299" y="465"/>
                    <a:pt x="334" y="489"/>
                    <a:pt x="334" y="560"/>
                  </a:cubicBezTo>
                  <a:lnTo>
                    <a:pt x="334" y="774"/>
                  </a:lnTo>
                  <a:cubicBezTo>
                    <a:pt x="334" y="846"/>
                    <a:pt x="299" y="881"/>
                    <a:pt x="251" y="881"/>
                  </a:cubicBezTo>
                  <a:cubicBezTo>
                    <a:pt x="191" y="881"/>
                    <a:pt x="156" y="858"/>
                    <a:pt x="156" y="786"/>
                  </a:cubicBezTo>
                  <a:lnTo>
                    <a:pt x="156" y="703"/>
                  </a:lnTo>
                  <a:lnTo>
                    <a:pt x="1" y="715"/>
                  </a:lnTo>
                  <a:lnTo>
                    <a:pt x="1" y="786"/>
                  </a:lnTo>
                  <a:cubicBezTo>
                    <a:pt x="1" y="810"/>
                    <a:pt x="1" y="834"/>
                    <a:pt x="1" y="858"/>
                  </a:cubicBezTo>
                  <a:cubicBezTo>
                    <a:pt x="22" y="952"/>
                    <a:pt x="108" y="1028"/>
                    <a:pt x="210" y="1028"/>
                  </a:cubicBezTo>
                  <a:cubicBezTo>
                    <a:pt x="223" y="1028"/>
                    <a:pt x="237" y="1027"/>
                    <a:pt x="251" y="1024"/>
                  </a:cubicBezTo>
                  <a:lnTo>
                    <a:pt x="287" y="1024"/>
                  </a:lnTo>
                  <a:cubicBezTo>
                    <a:pt x="418" y="1001"/>
                    <a:pt x="513" y="893"/>
                    <a:pt x="501" y="762"/>
                  </a:cubicBezTo>
                  <a:lnTo>
                    <a:pt x="501" y="536"/>
                  </a:lnTo>
                  <a:cubicBezTo>
                    <a:pt x="501" y="402"/>
                    <a:pt x="449" y="321"/>
                    <a:pt x="335" y="321"/>
                  </a:cubicBezTo>
                  <a:cubicBezTo>
                    <a:pt x="327" y="321"/>
                    <a:pt x="319" y="321"/>
                    <a:pt x="311" y="322"/>
                  </a:cubicBezTo>
                  <a:cubicBezTo>
                    <a:pt x="251" y="322"/>
                    <a:pt x="203" y="346"/>
                    <a:pt x="168" y="393"/>
                  </a:cubicBezTo>
                  <a:cubicBezTo>
                    <a:pt x="168" y="310"/>
                    <a:pt x="180" y="262"/>
                    <a:pt x="180" y="167"/>
                  </a:cubicBezTo>
                  <a:lnTo>
                    <a:pt x="477" y="143"/>
                  </a:lnTo>
                  <a:lnTo>
                    <a:pt x="477"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4"/>
            <p:cNvSpPr/>
            <p:nvPr/>
          </p:nvSpPr>
          <p:spPr>
            <a:xfrm>
              <a:off x="4065718" y="1797784"/>
              <a:ext cx="67617" cy="85564"/>
            </a:xfrm>
            <a:custGeom>
              <a:rect b="b" l="l" r="r" t="t"/>
              <a:pathLst>
                <a:path extrusionOk="0" h="1025" w="810">
                  <a:moveTo>
                    <a:pt x="167" y="108"/>
                  </a:moveTo>
                  <a:cubicBezTo>
                    <a:pt x="203" y="108"/>
                    <a:pt x="226" y="120"/>
                    <a:pt x="226" y="167"/>
                  </a:cubicBezTo>
                  <a:lnTo>
                    <a:pt x="226" y="429"/>
                  </a:lnTo>
                  <a:cubicBezTo>
                    <a:pt x="226" y="477"/>
                    <a:pt x="203" y="489"/>
                    <a:pt x="167" y="489"/>
                  </a:cubicBezTo>
                  <a:cubicBezTo>
                    <a:pt x="131" y="489"/>
                    <a:pt x="107" y="477"/>
                    <a:pt x="107" y="429"/>
                  </a:cubicBezTo>
                  <a:lnTo>
                    <a:pt x="107" y="167"/>
                  </a:lnTo>
                  <a:cubicBezTo>
                    <a:pt x="107" y="132"/>
                    <a:pt x="131" y="108"/>
                    <a:pt x="167" y="108"/>
                  </a:cubicBezTo>
                  <a:close/>
                  <a:moveTo>
                    <a:pt x="189" y="11"/>
                  </a:moveTo>
                  <a:cubicBezTo>
                    <a:pt x="182" y="11"/>
                    <a:pt x="174" y="11"/>
                    <a:pt x="167" y="13"/>
                  </a:cubicBezTo>
                  <a:lnTo>
                    <a:pt x="143" y="13"/>
                  </a:lnTo>
                  <a:cubicBezTo>
                    <a:pt x="60" y="24"/>
                    <a:pt x="0" y="96"/>
                    <a:pt x="0" y="191"/>
                  </a:cubicBezTo>
                  <a:lnTo>
                    <a:pt x="0" y="429"/>
                  </a:lnTo>
                  <a:cubicBezTo>
                    <a:pt x="0" y="453"/>
                    <a:pt x="0" y="465"/>
                    <a:pt x="12" y="477"/>
                  </a:cubicBezTo>
                  <a:cubicBezTo>
                    <a:pt x="23" y="541"/>
                    <a:pt x="81" y="586"/>
                    <a:pt x="145" y="586"/>
                  </a:cubicBezTo>
                  <a:cubicBezTo>
                    <a:pt x="152" y="586"/>
                    <a:pt x="159" y="585"/>
                    <a:pt x="167" y="584"/>
                  </a:cubicBezTo>
                  <a:lnTo>
                    <a:pt x="191" y="584"/>
                  </a:lnTo>
                  <a:cubicBezTo>
                    <a:pt x="274" y="572"/>
                    <a:pt x="334" y="501"/>
                    <a:pt x="334" y="417"/>
                  </a:cubicBezTo>
                  <a:lnTo>
                    <a:pt x="334" y="167"/>
                  </a:lnTo>
                  <a:cubicBezTo>
                    <a:pt x="334" y="155"/>
                    <a:pt x="334" y="132"/>
                    <a:pt x="322" y="120"/>
                  </a:cubicBezTo>
                  <a:cubicBezTo>
                    <a:pt x="311" y="56"/>
                    <a:pt x="252" y="11"/>
                    <a:pt x="189" y="11"/>
                  </a:cubicBezTo>
                  <a:close/>
                  <a:moveTo>
                    <a:pt x="643" y="536"/>
                  </a:moveTo>
                  <a:cubicBezTo>
                    <a:pt x="667" y="536"/>
                    <a:pt x="691" y="560"/>
                    <a:pt x="691" y="596"/>
                  </a:cubicBezTo>
                  <a:lnTo>
                    <a:pt x="691" y="858"/>
                  </a:lnTo>
                  <a:cubicBezTo>
                    <a:pt x="691" y="906"/>
                    <a:pt x="667" y="929"/>
                    <a:pt x="643" y="929"/>
                  </a:cubicBezTo>
                  <a:cubicBezTo>
                    <a:pt x="607" y="929"/>
                    <a:pt x="584" y="917"/>
                    <a:pt x="584" y="870"/>
                  </a:cubicBezTo>
                  <a:lnTo>
                    <a:pt x="584" y="608"/>
                  </a:lnTo>
                  <a:cubicBezTo>
                    <a:pt x="584" y="560"/>
                    <a:pt x="607" y="548"/>
                    <a:pt x="643" y="536"/>
                  </a:cubicBezTo>
                  <a:close/>
                  <a:moveTo>
                    <a:pt x="670" y="451"/>
                  </a:moveTo>
                  <a:cubicBezTo>
                    <a:pt x="661" y="451"/>
                    <a:pt x="652" y="452"/>
                    <a:pt x="643" y="453"/>
                  </a:cubicBezTo>
                  <a:lnTo>
                    <a:pt x="619" y="453"/>
                  </a:lnTo>
                  <a:cubicBezTo>
                    <a:pt x="536" y="453"/>
                    <a:pt x="465" y="536"/>
                    <a:pt x="476" y="620"/>
                  </a:cubicBezTo>
                  <a:lnTo>
                    <a:pt x="476" y="870"/>
                  </a:lnTo>
                  <a:cubicBezTo>
                    <a:pt x="476" y="886"/>
                    <a:pt x="476" y="898"/>
                    <a:pt x="476" y="917"/>
                  </a:cubicBezTo>
                  <a:cubicBezTo>
                    <a:pt x="486" y="976"/>
                    <a:pt x="536" y="1019"/>
                    <a:pt x="594" y="1019"/>
                  </a:cubicBezTo>
                  <a:cubicBezTo>
                    <a:pt x="606" y="1019"/>
                    <a:pt x="619" y="1017"/>
                    <a:pt x="631" y="1013"/>
                  </a:cubicBezTo>
                  <a:lnTo>
                    <a:pt x="655" y="1013"/>
                  </a:lnTo>
                  <a:cubicBezTo>
                    <a:pt x="750" y="1013"/>
                    <a:pt x="810" y="941"/>
                    <a:pt x="798" y="846"/>
                  </a:cubicBezTo>
                  <a:lnTo>
                    <a:pt x="798" y="596"/>
                  </a:lnTo>
                  <a:cubicBezTo>
                    <a:pt x="798" y="584"/>
                    <a:pt x="798" y="572"/>
                    <a:pt x="798" y="560"/>
                  </a:cubicBezTo>
                  <a:cubicBezTo>
                    <a:pt x="787" y="487"/>
                    <a:pt x="731" y="451"/>
                    <a:pt x="670" y="451"/>
                  </a:cubicBezTo>
                  <a:close/>
                  <a:moveTo>
                    <a:pt x="560" y="1"/>
                  </a:moveTo>
                  <a:cubicBezTo>
                    <a:pt x="393" y="417"/>
                    <a:pt x="310" y="620"/>
                    <a:pt x="143" y="1025"/>
                  </a:cubicBezTo>
                  <a:lnTo>
                    <a:pt x="250" y="1025"/>
                  </a:lnTo>
                  <a:cubicBezTo>
                    <a:pt x="417" y="620"/>
                    <a:pt x="500" y="417"/>
                    <a:pt x="667" y="1"/>
                  </a:cubicBezTo>
                  <a:lnTo>
                    <a:pt x="667" y="1"/>
                  </a:lnTo>
                  <a:lnTo>
                    <a:pt x="560" y="13"/>
                  </a:lnTo>
                  <a:lnTo>
                    <a:pt x="56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4"/>
            <p:cNvSpPr/>
            <p:nvPr/>
          </p:nvSpPr>
          <p:spPr>
            <a:xfrm>
              <a:off x="1205211" y="1408197"/>
              <a:ext cx="544774" cy="956235"/>
            </a:xfrm>
            <a:custGeom>
              <a:rect b="b" l="l" r="r" t="t"/>
              <a:pathLst>
                <a:path extrusionOk="0" h="11455" w="6526">
                  <a:moveTo>
                    <a:pt x="6526" y="0"/>
                  </a:moveTo>
                  <a:lnTo>
                    <a:pt x="1" y="751"/>
                  </a:lnTo>
                  <a:lnTo>
                    <a:pt x="1" y="11454"/>
                  </a:lnTo>
                  <a:lnTo>
                    <a:pt x="6526" y="11299"/>
                  </a:lnTo>
                  <a:lnTo>
                    <a:pt x="6526"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4"/>
            <p:cNvSpPr/>
            <p:nvPr/>
          </p:nvSpPr>
          <p:spPr>
            <a:xfrm>
              <a:off x="1205211" y="1408197"/>
              <a:ext cx="544774" cy="956235"/>
            </a:xfrm>
            <a:custGeom>
              <a:rect b="b" l="l" r="r" t="t"/>
              <a:pathLst>
                <a:path extrusionOk="0" h="11455" w="6526">
                  <a:moveTo>
                    <a:pt x="6526" y="0"/>
                  </a:moveTo>
                  <a:lnTo>
                    <a:pt x="1" y="751"/>
                  </a:lnTo>
                  <a:lnTo>
                    <a:pt x="1" y="11454"/>
                  </a:lnTo>
                  <a:lnTo>
                    <a:pt x="6526" y="11299"/>
                  </a:lnTo>
                  <a:lnTo>
                    <a:pt x="652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4"/>
            <p:cNvSpPr/>
            <p:nvPr/>
          </p:nvSpPr>
          <p:spPr>
            <a:xfrm>
              <a:off x="1749899" y="1345589"/>
              <a:ext cx="543772" cy="1005904"/>
            </a:xfrm>
            <a:custGeom>
              <a:rect b="b" l="l" r="r" t="t"/>
              <a:pathLst>
                <a:path extrusionOk="0" h="12050" w="6514">
                  <a:moveTo>
                    <a:pt x="6513" y="0"/>
                  </a:moveTo>
                  <a:lnTo>
                    <a:pt x="1" y="750"/>
                  </a:lnTo>
                  <a:lnTo>
                    <a:pt x="1" y="12049"/>
                  </a:lnTo>
                  <a:lnTo>
                    <a:pt x="6513" y="11895"/>
                  </a:lnTo>
                  <a:lnTo>
                    <a:pt x="6513"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4"/>
            <p:cNvSpPr/>
            <p:nvPr/>
          </p:nvSpPr>
          <p:spPr>
            <a:xfrm>
              <a:off x="1749899" y="1345589"/>
              <a:ext cx="543772" cy="1005904"/>
            </a:xfrm>
            <a:custGeom>
              <a:rect b="b" l="l" r="r" t="t"/>
              <a:pathLst>
                <a:path extrusionOk="0" h="12050" w="6514">
                  <a:moveTo>
                    <a:pt x="6513" y="0"/>
                  </a:moveTo>
                  <a:lnTo>
                    <a:pt x="1" y="750"/>
                  </a:lnTo>
                  <a:lnTo>
                    <a:pt x="1" y="12049"/>
                  </a:lnTo>
                  <a:lnTo>
                    <a:pt x="6513" y="11895"/>
                  </a:lnTo>
                  <a:lnTo>
                    <a:pt x="651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4"/>
            <p:cNvSpPr/>
            <p:nvPr/>
          </p:nvSpPr>
          <p:spPr>
            <a:xfrm>
              <a:off x="2293584" y="1282981"/>
              <a:ext cx="544691" cy="1055573"/>
            </a:xfrm>
            <a:custGeom>
              <a:rect b="b" l="l" r="r" t="t"/>
              <a:pathLst>
                <a:path extrusionOk="0" h="12645" w="6525">
                  <a:moveTo>
                    <a:pt x="6525" y="0"/>
                  </a:moveTo>
                  <a:lnTo>
                    <a:pt x="0" y="750"/>
                  </a:lnTo>
                  <a:lnTo>
                    <a:pt x="0" y="12645"/>
                  </a:lnTo>
                  <a:lnTo>
                    <a:pt x="6525" y="12502"/>
                  </a:lnTo>
                  <a:lnTo>
                    <a:pt x="6525"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4"/>
            <p:cNvSpPr/>
            <p:nvPr/>
          </p:nvSpPr>
          <p:spPr>
            <a:xfrm>
              <a:off x="2293584" y="1282981"/>
              <a:ext cx="544691" cy="1055573"/>
            </a:xfrm>
            <a:custGeom>
              <a:rect b="b" l="l" r="r" t="t"/>
              <a:pathLst>
                <a:path extrusionOk="0" h="12645" w="6525">
                  <a:moveTo>
                    <a:pt x="6525" y="0"/>
                  </a:moveTo>
                  <a:lnTo>
                    <a:pt x="0" y="750"/>
                  </a:lnTo>
                  <a:lnTo>
                    <a:pt x="0" y="12645"/>
                  </a:lnTo>
                  <a:lnTo>
                    <a:pt x="6525" y="12502"/>
                  </a:lnTo>
                  <a:lnTo>
                    <a:pt x="65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4"/>
            <p:cNvSpPr/>
            <p:nvPr/>
          </p:nvSpPr>
          <p:spPr>
            <a:xfrm>
              <a:off x="1206213" y="1282981"/>
              <a:ext cx="1632069" cy="187908"/>
            </a:xfrm>
            <a:custGeom>
              <a:rect b="b" l="l" r="r" t="t"/>
              <a:pathLst>
                <a:path extrusionOk="0" fill="none" h="2251" w="19551">
                  <a:moveTo>
                    <a:pt x="19551" y="0"/>
                  </a:moveTo>
                  <a:lnTo>
                    <a:pt x="1" y="225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4"/>
            <p:cNvSpPr/>
            <p:nvPr/>
          </p:nvSpPr>
          <p:spPr>
            <a:xfrm>
              <a:off x="1206213" y="1432071"/>
              <a:ext cx="1632069" cy="167038"/>
            </a:xfrm>
            <a:custGeom>
              <a:rect b="b" l="l" r="r" t="t"/>
              <a:pathLst>
                <a:path extrusionOk="0" fill="none" h="2001" w="19551">
                  <a:moveTo>
                    <a:pt x="1" y="2000"/>
                  </a:moveTo>
                  <a:lnTo>
                    <a:pt x="19551" y="0"/>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4"/>
            <p:cNvSpPr/>
            <p:nvPr/>
          </p:nvSpPr>
          <p:spPr>
            <a:xfrm>
              <a:off x="1206213" y="1581161"/>
              <a:ext cx="1632069" cy="145167"/>
            </a:xfrm>
            <a:custGeom>
              <a:rect b="b" l="l" r="r" t="t"/>
              <a:pathLst>
                <a:path extrusionOk="0" fill="none" h="1739" w="19551">
                  <a:moveTo>
                    <a:pt x="19551" y="0"/>
                  </a:moveTo>
                  <a:lnTo>
                    <a:pt x="1" y="1738"/>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4"/>
            <p:cNvSpPr/>
            <p:nvPr/>
          </p:nvSpPr>
          <p:spPr>
            <a:xfrm>
              <a:off x="1206213" y="1730251"/>
              <a:ext cx="1632069" cy="124298"/>
            </a:xfrm>
            <a:custGeom>
              <a:rect b="b" l="l" r="r" t="t"/>
              <a:pathLst>
                <a:path extrusionOk="0" fill="none" h="1489" w="19551">
                  <a:moveTo>
                    <a:pt x="1" y="1488"/>
                  </a:moveTo>
                  <a:lnTo>
                    <a:pt x="19551" y="0"/>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4"/>
            <p:cNvSpPr/>
            <p:nvPr/>
          </p:nvSpPr>
          <p:spPr>
            <a:xfrm>
              <a:off x="1206213" y="1879257"/>
              <a:ext cx="1632069" cy="102510"/>
            </a:xfrm>
            <a:custGeom>
              <a:rect b="b" l="l" r="r" t="t"/>
              <a:pathLst>
                <a:path extrusionOk="0" fill="none" h="1228" w="19551">
                  <a:moveTo>
                    <a:pt x="19551" y="1"/>
                  </a:moveTo>
                  <a:lnTo>
                    <a:pt x="1" y="1227"/>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4"/>
            <p:cNvSpPr/>
            <p:nvPr/>
          </p:nvSpPr>
          <p:spPr>
            <a:xfrm>
              <a:off x="1206213" y="2028347"/>
              <a:ext cx="1632069" cy="80639"/>
            </a:xfrm>
            <a:custGeom>
              <a:rect b="b" l="l" r="r" t="t"/>
              <a:pathLst>
                <a:path extrusionOk="0" fill="none" h="966" w="19551">
                  <a:moveTo>
                    <a:pt x="1" y="965"/>
                  </a:moveTo>
                  <a:lnTo>
                    <a:pt x="1955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4"/>
            <p:cNvSpPr/>
            <p:nvPr/>
          </p:nvSpPr>
          <p:spPr>
            <a:xfrm>
              <a:off x="1206213" y="2177437"/>
              <a:ext cx="1632069" cy="58768"/>
            </a:xfrm>
            <a:custGeom>
              <a:rect b="b" l="l" r="r" t="t"/>
              <a:pathLst>
                <a:path extrusionOk="0" fill="none" h="704" w="19551">
                  <a:moveTo>
                    <a:pt x="19551" y="1"/>
                  </a:moveTo>
                  <a:lnTo>
                    <a:pt x="1" y="703"/>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4"/>
            <p:cNvSpPr/>
            <p:nvPr/>
          </p:nvSpPr>
          <p:spPr>
            <a:xfrm>
              <a:off x="1206213" y="2326526"/>
              <a:ext cx="1632069" cy="37899"/>
            </a:xfrm>
            <a:custGeom>
              <a:rect b="b" l="l" r="r" t="t"/>
              <a:pathLst>
                <a:path extrusionOk="0" fill="none" h="454" w="19551">
                  <a:moveTo>
                    <a:pt x="1" y="453"/>
                  </a:moveTo>
                  <a:lnTo>
                    <a:pt x="1955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4"/>
            <p:cNvSpPr/>
            <p:nvPr/>
          </p:nvSpPr>
          <p:spPr>
            <a:xfrm>
              <a:off x="1342447" y="1455862"/>
              <a:ext cx="83" cy="905564"/>
            </a:xfrm>
            <a:custGeom>
              <a:rect b="b" l="l" r="r" t="t"/>
              <a:pathLst>
                <a:path extrusionOk="0" fill="none" h="10848" w="1">
                  <a:moveTo>
                    <a:pt x="0" y="10848"/>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4"/>
            <p:cNvSpPr/>
            <p:nvPr/>
          </p:nvSpPr>
          <p:spPr>
            <a:xfrm>
              <a:off x="1206213" y="1470804"/>
              <a:ext cx="83" cy="893627"/>
            </a:xfrm>
            <a:custGeom>
              <a:rect b="b" l="l" r="r" t="t"/>
              <a:pathLst>
                <a:path extrusionOk="0" fill="none" h="10705" w="1">
                  <a:moveTo>
                    <a:pt x="1" y="1"/>
                  </a:moveTo>
                  <a:lnTo>
                    <a:pt x="1" y="10704"/>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4"/>
            <p:cNvSpPr/>
            <p:nvPr/>
          </p:nvSpPr>
          <p:spPr>
            <a:xfrm>
              <a:off x="1613748" y="1424057"/>
              <a:ext cx="83" cy="930440"/>
            </a:xfrm>
            <a:custGeom>
              <a:rect b="b" l="l" r="r" t="t"/>
              <a:pathLst>
                <a:path extrusionOk="0" fill="none" h="11146" w="1">
                  <a:moveTo>
                    <a:pt x="0" y="11145"/>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4"/>
            <p:cNvSpPr/>
            <p:nvPr/>
          </p:nvSpPr>
          <p:spPr>
            <a:xfrm>
              <a:off x="1477597" y="1440001"/>
              <a:ext cx="83" cy="918419"/>
            </a:xfrm>
            <a:custGeom>
              <a:rect b="b" l="l" r="r" t="t"/>
              <a:pathLst>
                <a:path extrusionOk="0" fill="none" h="11002" w="1">
                  <a:moveTo>
                    <a:pt x="0" y="0"/>
                  </a:moveTo>
                  <a:lnTo>
                    <a:pt x="0" y="1100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4"/>
            <p:cNvSpPr/>
            <p:nvPr/>
          </p:nvSpPr>
          <p:spPr>
            <a:xfrm>
              <a:off x="1886050" y="1392253"/>
              <a:ext cx="83" cy="956235"/>
            </a:xfrm>
            <a:custGeom>
              <a:rect b="b" l="l" r="r" t="t"/>
              <a:pathLst>
                <a:path extrusionOk="0" fill="none" h="11455" w="1">
                  <a:moveTo>
                    <a:pt x="1" y="11455"/>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4"/>
            <p:cNvSpPr/>
            <p:nvPr/>
          </p:nvSpPr>
          <p:spPr>
            <a:xfrm>
              <a:off x="1749899" y="1408197"/>
              <a:ext cx="83" cy="943296"/>
            </a:xfrm>
            <a:custGeom>
              <a:rect b="b" l="l" r="r" t="t"/>
              <a:pathLst>
                <a:path extrusionOk="0" fill="none" h="11300" w="1">
                  <a:moveTo>
                    <a:pt x="1" y="0"/>
                  </a:moveTo>
                  <a:lnTo>
                    <a:pt x="1" y="11299"/>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4"/>
            <p:cNvSpPr/>
            <p:nvPr/>
          </p:nvSpPr>
          <p:spPr>
            <a:xfrm>
              <a:off x="2158435" y="1361450"/>
              <a:ext cx="83" cy="981111"/>
            </a:xfrm>
            <a:custGeom>
              <a:rect b="b" l="l" r="r" t="t"/>
              <a:pathLst>
                <a:path extrusionOk="0" fill="none" h="11753" w="1">
                  <a:moveTo>
                    <a:pt x="0" y="11752"/>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4"/>
            <p:cNvSpPr/>
            <p:nvPr/>
          </p:nvSpPr>
          <p:spPr>
            <a:xfrm>
              <a:off x="2022201" y="1377394"/>
              <a:ext cx="83" cy="968172"/>
            </a:xfrm>
            <a:custGeom>
              <a:rect b="b" l="l" r="r" t="t"/>
              <a:pathLst>
                <a:path extrusionOk="0" fill="none" h="11598" w="1">
                  <a:moveTo>
                    <a:pt x="1" y="0"/>
                  </a:moveTo>
                  <a:lnTo>
                    <a:pt x="1" y="11597"/>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4"/>
            <p:cNvSpPr/>
            <p:nvPr/>
          </p:nvSpPr>
          <p:spPr>
            <a:xfrm>
              <a:off x="2429735" y="1329645"/>
              <a:ext cx="83" cy="1005904"/>
            </a:xfrm>
            <a:custGeom>
              <a:rect b="b" l="l" r="r" t="t"/>
              <a:pathLst>
                <a:path extrusionOk="0" fill="none" h="12050" w="1">
                  <a:moveTo>
                    <a:pt x="0" y="12050"/>
                  </a:moveTo>
                  <a:lnTo>
                    <a:pt x="0"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4"/>
            <p:cNvSpPr/>
            <p:nvPr/>
          </p:nvSpPr>
          <p:spPr>
            <a:xfrm>
              <a:off x="2293584" y="1345589"/>
              <a:ext cx="83" cy="992965"/>
            </a:xfrm>
            <a:custGeom>
              <a:rect b="b" l="l" r="r" t="t"/>
              <a:pathLst>
                <a:path extrusionOk="0" fill="none" h="11895" w="1">
                  <a:moveTo>
                    <a:pt x="0" y="0"/>
                  </a:moveTo>
                  <a:lnTo>
                    <a:pt x="0" y="11895"/>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4"/>
            <p:cNvSpPr/>
            <p:nvPr/>
          </p:nvSpPr>
          <p:spPr>
            <a:xfrm>
              <a:off x="2702037" y="1298842"/>
              <a:ext cx="83" cy="1030780"/>
            </a:xfrm>
            <a:custGeom>
              <a:rect b="b" l="l" r="r" t="t"/>
              <a:pathLst>
                <a:path extrusionOk="0" fill="none" h="12348" w="1">
                  <a:moveTo>
                    <a:pt x="1" y="12348"/>
                  </a:moveTo>
                  <a:lnTo>
                    <a:pt x="1" y="1"/>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4"/>
            <p:cNvSpPr/>
            <p:nvPr/>
          </p:nvSpPr>
          <p:spPr>
            <a:xfrm>
              <a:off x="2565886" y="1314786"/>
              <a:ext cx="83" cy="1017841"/>
            </a:xfrm>
            <a:custGeom>
              <a:rect b="b" l="l" r="r" t="t"/>
              <a:pathLst>
                <a:path extrusionOk="0" fill="none" h="12193" w="1">
                  <a:moveTo>
                    <a:pt x="1" y="0"/>
                  </a:moveTo>
                  <a:lnTo>
                    <a:pt x="1" y="1219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4"/>
            <p:cNvSpPr/>
            <p:nvPr/>
          </p:nvSpPr>
          <p:spPr>
            <a:xfrm>
              <a:off x="2838188" y="1282981"/>
              <a:ext cx="83" cy="1043636"/>
            </a:xfrm>
            <a:custGeom>
              <a:rect b="b" l="l" r="r" t="t"/>
              <a:pathLst>
                <a:path extrusionOk="0" fill="none" h="12502" w="1">
                  <a:moveTo>
                    <a:pt x="1" y="0"/>
                  </a:moveTo>
                  <a:lnTo>
                    <a:pt x="1" y="12502"/>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4"/>
            <p:cNvSpPr/>
            <p:nvPr/>
          </p:nvSpPr>
          <p:spPr>
            <a:xfrm>
              <a:off x="1206213" y="1283983"/>
              <a:ext cx="1632069" cy="1080449"/>
            </a:xfrm>
            <a:custGeom>
              <a:rect b="b" l="l" r="r" t="t"/>
              <a:pathLst>
                <a:path extrusionOk="0" fill="none" h="12943" w="19551">
                  <a:moveTo>
                    <a:pt x="1" y="2239"/>
                  </a:moveTo>
                  <a:lnTo>
                    <a:pt x="1" y="12942"/>
                  </a:lnTo>
                  <a:lnTo>
                    <a:pt x="19551" y="12490"/>
                  </a:lnTo>
                  <a:lnTo>
                    <a:pt x="19551" y="0"/>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4"/>
            <p:cNvSpPr/>
            <p:nvPr/>
          </p:nvSpPr>
          <p:spPr>
            <a:xfrm>
              <a:off x="1206213" y="2236121"/>
              <a:ext cx="10017" cy="83"/>
            </a:xfrm>
            <a:custGeom>
              <a:rect b="b" l="l" r="r" t="t"/>
              <a:pathLst>
                <a:path extrusionOk="0" fill="none" h="1" w="120">
                  <a:moveTo>
                    <a:pt x="1" y="0"/>
                  </a:moveTo>
                  <a:lnTo>
                    <a:pt x="12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4"/>
            <p:cNvSpPr/>
            <p:nvPr/>
          </p:nvSpPr>
          <p:spPr>
            <a:xfrm>
              <a:off x="1232091" y="2232114"/>
              <a:ext cx="91491" cy="3089"/>
            </a:xfrm>
            <a:custGeom>
              <a:rect b="b" l="l" r="r" t="t"/>
              <a:pathLst>
                <a:path extrusionOk="0" fill="none" h="37" w="1096">
                  <a:moveTo>
                    <a:pt x="0" y="36"/>
                  </a:moveTo>
                  <a:lnTo>
                    <a:pt x="1096"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4"/>
            <p:cNvSpPr/>
            <p:nvPr/>
          </p:nvSpPr>
          <p:spPr>
            <a:xfrm>
              <a:off x="1332430" y="2225185"/>
              <a:ext cx="17029" cy="7012"/>
            </a:xfrm>
            <a:custGeom>
              <a:rect b="b" l="l" r="r" t="t"/>
              <a:pathLst>
                <a:path extrusionOk="0" fill="none" h="84" w="204">
                  <a:moveTo>
                    <a:pt x="1" y="84"/>
                  </a:moveTo>
                  <a:lnTo>
                    <a:pt x="120" y="84"/>
                  </a:lnTo>
                  <a:lnTo>
                    <a:pt x="203"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4"/>
            <p:cNvSpPr/>
            <p:nvPr/>
          </p:nvSpPr>
          <p:spPr>
            <a:xfrm>
              <a:off x="1362315" y="2108902"/>
              <a:ext cx="102427" cy="102427"/>
            </a:xfrm>
            <a:custGeom>
              <a:rect b="b" l="l" r="r" t="t"/>
              <a:pathLst>
                <a:path extrusionOk="0" fill="none" h="1227" w="1227">
                  <a:moveTo>
                    <a:pt x="0" y="1227"/>
                  </a:moveTo>
                  <a:cubicBezTo>
                    <a:pt x="488" y="739"/>
                    <a:pt x="726" y="500"/>
                    <a:pt x="1227"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4"/>
            <p:cNvSpPr/>
            <p:nvPr/>
          </p:nvSpPr>
          <p:spPr>
            <a:xfrm>
              <a:off x="1471586" y="2095963"/>
              <a:ext cx="14024" cy="7012"/>
            </a:xfrm>
            <a:custGeom>
              <a:rect b="b" l="l" r="r" t="t"/>
              <a:pathLst>
                <a:path extrusionOk="0" fill="none" h="84" w="168">
                  <a:moveTo>
                    <a:pt x="1" y="84"/>
                  </a:moveTo>
                  <a:lnTo>
                    <a:pt x="84" y="1"/>
                  </a:lnTo>
                  <a:cubicBezTo>
                    <a:pt x="108" y="24"/>
                    <a:pt x="132" y="36"/>
                    <a:pt x="168" y="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4"/>
            <p:cNvSpPr/>
            <p:nvPr/>
          </p:nvSpPr>
          <p:spPr>
            <a:xfrm>
              <a:off x="1495461" y="2111907"/>
              <a:ext cx="38817" cy="34810"/>
            </a:xfrm>
            <a:custGeom>
              <a:rect b="b" l="l" r="r" t="t"/>
              <a:pathLst>
                <a:path extrusionOk="0" fill="none" h="417" w="465">
                  <a:moveTo>
                    <a:pt x="1" y="0"/>
                  </a:moveTo>
                  <a:lnTo>
                    <a:pt x="465" y="417"/>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4"/>
            <p:cNvSpPr/>
            <p:nvPr/>
          </p:nvSpPr>
          <p:spPr>
            <a:xfrm>
              <a:off x="1539203" y="2148637"/>
              <a:ext cx="10017" cy="10017"/>
            </a:xfrm>
            <a:custGeom>
              <a:rect b="b" l="l" r="r" t="t"/>
              <a:pathLst>
                <a:path extrusionOk="0" fill="none" h="120" w="120">
                  <a:moveTo>
                    <a:pt x="0" y="36"/>
                  </a:moveTo>
                  <a:lnTo>
                    <a:pt x="84" y="120"/>
                  </a:lnTo>
                  <a:cubicBezTo>
                    <a:pt x="96" y="72"/>
                    <a:pt x="108" y="48"/>
                    <a:pt x="12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4"/>
            <p:cNvSpPr/>
            <p:nvPr/>
          </p:nvSpPr>
          <p:spPr>
            <a:xfrm>
              <a:off x="1555063" y="1972751"/>
              <a:ext cx="52758" cy="159108"/>
            </a:xfrm>
            <a:custGeom>
              <a:rect b="b" l="l" r="r" t="t"/>
              <a:pathLst>
                <a:path extrusionOk="0" fill="none" h="1906" w="632">
                  <a:moveTo>
                    <a:pt x="1" y="1905"/>
                  </a:moveTo>
                  <a:cubicBezTo>
                    <a:pt x="251" y="1155"/>
                    <a:pt x="382" y="774"/>
                    <a:pt x="632"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4"/>
            <p:cNvSpPr/>
            <p:nvPr/>
          </p:nvSpPr>
          <p:spPr>
            <a:xfrm>
              <a:off x="1610743" y="1954804"/>
              <a:ext cx="13022" cy="10017"/>
            </a:xfrm>
            <a:custGeom>
              <a:rect b="b" l="l" r="r" t="t"/>
              <a:pathLst>
                <a:path extrusionOk="0" fill="none" h="120" w="156">
                  <a:moveTo>
                    <a:pt x="1" y="120"/>
                  </a:moveTo>
                  <a:cubicBezTo>
                    <a:pt x="13" y="84"/>
                    <a:pt x="25" y="60"/>
                    <a:pt x="36" y="13"/>
                  </a:cubicBezTo>
                  <a:lnTo>
                    <a:pt x="156"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4"/>
            <p:cNvSpPr/>
            <p:nvPr/>
          </p:nvSpPr>
          <p:spPr>
            <a:xfrm>
              <a:off x="1639626" y="1952884"/>
              <a:ext cx="24876" cy="1002"/>
            </a:xfrm>
            <a:custGeom>
              <a:rect b="b" l="l" r="r" t="t"/>
              <a:pathLst>
                <a:path extrusionOk="0" fill="none" h="12" w="298">
                  <a:moveTo>
                    <a:pt x="0" y="12"/>
                  </a:moveTo>
                  <a:lnTo>
                    <a:pt x="298"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4"/>
            <p:cNvSpPr/>
            <p:nvPr/>
          </p:nvSpPr>
          <p:spPr>
            <a:xfrm>
              <a:off x="1672349" y="1942866"/>
              <a:ext cx="14024" cy="9099"/>
            </a:xfrm>
            <a:custGeom>
              <a:rect b="b" l="l" r="r" t="t"/>
              <a:pathLst>
                <a:path extrusionOk="0" fill="none" h="109" w="168">
                  <a:moveTo>
                    <a:pt x="1" y="108"/>
                  </a:moveTo>
                  <a:lnTo>
                    <a:pt x="120" y="108"/>
                  </a:lnTo>
                  <a:lnTo>
                    <a:pt x="168"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4"/>
            <p:cNvSpPr/>
            <p:nvPr/>
          </p:nvSpPr>
          <p:spPr>
            <a:xfrm>
              <a:off x="1695221" y="1829588"/>
              <a:ext cx="45829" cy="95498"/>
            </a:xfrm>
            <a:custGeom>
              <a:rect b="b" l="l" r="r" t="t"/>
              <a:pathLst>
                <a:path extrusionOk="0" fill="none" h="1144" w="549">
                  <a:moveTo>
                    <a:pt x="1" y="1144"/>
                  </a:moveTo>
                  <a:lnTo>
                    <a:pt x="548"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4"/>
            <p:cNvSpPr/>
            <p:nvPr/>
          </p:nvSpPr>
          <p:spPr>
            <a:xfrm>
              <a:off x="1745892" y="1811724"/>
              <a:ext cx="14024" cy="10017"/>
            </a:xfrm>
            <a:custGeom>
              <a:rect b="b" l="l" r="r" t="t"/>
              <a:pathLst>
                <a:path extrusionOk="0" fill="none" h="120" w="168">
                  <a:moveTo>
                    <a:pt x="1" y="119"/>
                  </a:moveTo>
                  <a:lnTo>
                    <a:pt x="49" y="12"/>
                  </a:lnTo>
                  <a:lnTo>
                    <a:pt x="168"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4"/>
            <p:cNvSpPr/>
            <p:nvPr/>
          </p:nvSpPr>
          <p:spPr>
            <a:xfrm>
              <a:off x="1776778" y="1803794"/>
              <a:ext cx="91491" cy="7012"/>
            </a:xfrm>
            <a:custGeom>
              <a:rect b="b" l="l" r="r" t="t"/>
              <a:pathLst>
                <a:path extrusionOk="0" fill="none" h="84" w="1096">
                  <a:moveTo>
                    <a:pt x="0" y="83"/>
                  </a:moveTo>
                  <a:lnTo>
                    <a:pt x="109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4"/>
            <p:cNvSpPr/>
            <p:nvPr/>
          </p:nvSpPr>
          <p:spPr>
            <a:xfrm>
              <a:off x="1876116" y="1794778"/>
              <a:ext cx="17029" cy="8097"/>
            </a:xfrm>
            <a:custGeom>
              <a:rect b="b" l="l" r="r" t="t"/>
              <a:pathLst>
                <a:path extrusionOk="0" fill="none" h="97" w="204">
                  <a:moveTo>
                    <a:pt x="1" y="96"/>
                  </a:moveTo>
                  <a:lnTo>
                    <a:pt x="120" y="96"/>
                  </a:lnTo>
                  <a:lnTo>
                    <a:pt x="203"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4"/>
            <p:cNvSpPr/>
            <p:nvPr/>
          </p:nvSpPr>
          <p:spPr>
            <a:xfrm>
              <a:off x="1903997" y="1742104"/>
              <a:ext cx="37815" cy="40904"/>
            </a:xfrm>
            <a:custGeom>
              <a:rect b="b" l="l" r="r" t="t"/>
              <a:pathLst>
                <a:path extrusionOk="0" fill="none" h="490" w="453">
                  <a:moveTo>
                    <a:pt x="0" y="489"/>
                  </a:moveTo>
                  <a:lnTo>
                    <a:pt x="453"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4"/>
            <p:cNvSpPr/>
            <p:nvPr/>
          </p:nvSpPr>
          <p:spPr>
            <a:xfrm>
              <a:off x="1946737" y="1727246"/>
              <a:ext cx="16946" cy="9016"/>
            </a:xfrm>
            <a:custGeom>
              <a:rect b="b" l="l" r="r" t="t"/>
              <a:pathLst>
                <a:path extrusionOk="0" fill="none" h="108" w="203">
                  <a:moveTo>
                    <a:pt x="0" y="107"/>
                  </a:moveTo>
                  <a:lnTo>
                    <a:pt x="83" y="12"/>
                  </a:lnTo>
                  <a:lnTo>
                    <a:pt x="202"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4"/>
            <p:cNvSpPr/>
            <p:nvPr/>
          </p:nvSpPr>
          <p:spPr>
            <a:xfrm>
              <a:off x="1983467" y="1656624"/>
              <a:ext cx="161112" cy="69704"/>
            </a:xfrm>
            <a:custGeom>
              <a:rect b="b" l="l" r="r" t="t"/>
              <a:pathLst>
                <a:path extrusionOk="0" fill="none" h="835" w="1930">
                  <a:moveTo>
                    <a:pt x="1" y="834"/>
                  </a:moveTo>
                  <a:lnTo>
                    <a:pt x="1275" y="727"/>
                  </a:lnTo>
                  <a:cubicBezTo>
                    <a:pt x="1536" y="442"/>
                    <a:pt x="1667" y="299"/>
                    <a:pt x="1929"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4"/>
            <p:cNvSpPr/>
            <p:nvPr/>
          </p:nvSpPr>
          <p:spPr>
            <a:xfrm>
              <a:off x="2151423" y="1641765"/>
              <a:ext cx="13022" cy="7012"/>
            </a:xfrm>
            <a:custGeom>
              <a:rect b="b" l="l" r="r" t="t"/>
              <a:pathLst>
                <a:path extrusionOk="0" fill="none" h="84" w="156">
                  <a:moveTo>
                    <a:pt x="1" y="84"/>
                  </a:moveTo>
                  <a:cubicBezTo>
                    <a:pt x="25" y="48"/>
                    <a:pt x="48" y="36"/>
                    <a:pt x="72" y="0"/>
                  </a:cubicBezTo>
                  <a:lnTo>
                    <a:pt x="156" y="7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4"/>
            <p:cNvSpPr/>
            <p:nvPr/>
          </p:nvSpPr>
          <p:spPr>
            <a:xfrm>
              <a:off x="2178303" y="1660631"/>
              <a:ext cx="102427" cy="97502"/>
            </a:xfrm>
            <a:custGeom>
              <a:rect b="b" l="l" r="r" t="t"/>
              <a:pathLst>
                <a:path extrusionOk="0" fill="none" h="1168" w="1227">
                  <a:moveTo>
                    <a:pt x="0" y="1"/>
                  </a:moveTo>
                  <a:cubicBezTo>
                    <a:pt x="488" y="465"/>
                    <a:pt x="726" y="691"/>
                    <a:pt x="1227" y="116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4"/>
            <p:cNvSpPr/>
            <p:nvPr/>
          </p:nvSpPr>
          <p:spPr>
            <a:xfrm>
              <a:off x="2286572" y="1763975"/>
              <a:ext cx="14024" cy="7096"/>
            </a:xfrm>
            <a:custGeom>
              <a:rect b="b" l="l" r="r" t="t"/>
              <a:pathLst>
                <a:path extrusionOk="0" fill="none" h="85" w="168">
                  <a:moveTo>
                    <a:pt x="1" y="13"/>
                  </a:moveTo>
                  <a:lnTo>
                    <a:pt x="84" y="84"/>
                  </a:lnTo>
                  <a:cubicBezTo>
                    <a:pt x="120" y="48"/>
                    <a:pt x="132" y="37"/>
                    <a:pt x="168"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4"/>
            <p:cNvSpPr/>
            <p:nvPr/>
          </p:nvSpPr>
          <p:spPr>
            <a:xfrm>
              <a:off x="2311448" y="1708380"/>
              <a:ext cx="37899" cy="42824"/>
            </a:xfrm>
            <a:custGeom>
              <a:rect b="b" l="l" r="r" t="t"/>
              <a:pathLst>
                <a:path extrusionOk="0" fill="none" h="513" w="454">
                  <a:moveTo>
                    <a:pt x="1" y="512"/>
                  </a:moveTo>
                  <a:cubicBezTo>
                    <a:pt x="179" y="310"/>
                    <a:pt x="274" y="214"/>
                    <a:pt x="453"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4"/>
            <p:cNvSpPr/>
            <p:nvPr/>
          </p:nvSpPr>
          <p:spPr>
            <a:xfrm>
              <a:off x="2355190" y="1694439"/>
              <a:ext cx="15944" cy="8014"/>
            </a:xfrm>
            <a:custGeom>
              <a:rect b="b" l="l" r="r" t="t"/>
              <a:pathLst>
                <a:path extrusionOk="0" fill="none" h="96" w="191">
                  <a:moveTo>
                    <a:pt x="1" y="96"/>
                  </a:moveTo>
                  <a:lnTo>
                    <a:pt x="84" y="0"/>
                  </a:lnTo>
                  <a:lnTo>
                    <a:pt x="1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4"/>
            <p:cNvSpPr/>
            <p:nvPr/>
          </p:nvSpPr>
          <p:spPr>
            <a:xfrm>
              <a:off x="2390000" y="1601028"/>
              <a:ext cx="224721" cy="91491"/>
            </a:xfrm>
            <a:custGeom>
              <a:rect b="b" l="l" r="r" t="t"/>
              <a:pathLst>
                <a:path extrusionOk="0" fill="none" h="1096" w="2692">
                  <a:moveTo>
                    <a:pt x="0" y="1096"/>
                  </a:moveTo>
                  <a:lnTo>
                    <a:pt x="1298" y="988"/>
                  </a:lnTo>
                  <a:cubicBezTo>
                    <a:pt x="1619" y="619"/>
                    <a:pt x="1786" y="429"/>
                    <a:pt x="2108" y="60"/>
                  </a:cubicBezTo>
                  <a:lnTo>
                    <a:pt x="26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4"/>
            <p:cNvSpPr/>
            <p:nvPr/>
          </p:nvSpPr>
          <p:spPr>
            <a:xfrm>
              <a:off x="2624571" y="1590093"/>
              <a:ext cx="13941" cy="10017"/>
            </a:xfrm>
            <a:custGeom>
              <a:rect b="b" l="l" r="r" t="t"/>
              <a:pathLst>
                <a:path extrusionOk="0" fill="none" h="120" w="167">
                  <a:moveTo>
                    <a:pt x="0" y="119"/>
                  </a:moveTo>
                  <a:lnTo>
                    <a:pt x="107" y="107"/>
                  </a:lnTo>
                  <a:lnTo>
                    <a:pt x="167"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4"/>
            <p:cNvSpPr/>
            <p:nvPr/>
          </p:nvSpPr>
          <p:spPr>
            <a:xfrm>
              <a:off x="2646442" y="1465796"/>
              <a:ext cx="46747" cy="104514"/>
            </a:xfrm>
            <a:custGeom>
              <a:rect b="b" l="l" r="r" t="t"/>
              <a:pathLst>
                <a:path extrusionOk="0" fill="none" h="1252" w="560">
                  <a:moveTo>
                    <a:pt x="0" y="1251"/>
                  </a:moveTo>
                  <a:cubicBezTo>
                    <a:pt x="226" y="751"/>
                    <a:pt x="333" y="501"/>
                    <a:pt x="56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4"/>
            <p:cNvSpPr/>
            <p:nvPr/>
          </p:nvSpPr>
          <p:spPr>
            <a:xfrm>
              <a:off x="2697112" y="1445928"/>
              <a:ext cx="5009" cy="10017"/>
            </a:xfrm>
            <a:custGeom>
              <a:rect b="b" l="l" r="r" t="t"/>
              <a:pathLst>
                <a:path extrusionOk="0" fill="none" h="120" w="60">
                  <a:moveTo>
                    <a:pt x="0" y="120"/>
                  </a:moveTo>
                  <a:lnTo>
                    <a:pt x="6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4"/>
            <p:cNvSpPr/>
            <p:nvPr/>
          </p:nvSpPr>
          <p:spPr>
            <a:xfrm>
              <a:off x="1206213" y="1298842"/>
              <a:ext cx="1495917" cy="810149"/>
            </a:xfrm>
            <a:custGeom>
              <a:rect b="b" l="l" r="r" t="t"/>
              <a:pathLst>
                <a:path extrusionOk="0" fill="none" h="9705" w="17920">
                  <a:moveTo>
                    <a:pt x="1" y="9704"/>
                  </a:moveTo>
                  <a:lnTo>
                    <a:pt x="1632" y="9621"/>
                  </a:lnTo>
                  <a:cubicBezTo>
                    <a:pt x="2275" y="9276"/>
                    <a:pt x="2608" y="9109"/>
                    <a:pt x="3251" y="8752"/>
                  </a:cubicBezTo>
                  <a:lnTo>
                    <a:pt x="4073" y="8716"/>
                  </a:lnTo>
                  <a:cubicBezTo>
                    <a:pt x="4394" y="8061"/>
                    <a:pt x="4561" y="7728"/>
                    <a:pt x="4882" y="7073"/>
                  </a:cubicBezTo>
                  <a:cubicBezTo>
                    <a:pt x="5216" y="6728"/>
                    <a:pt x="5371" y="6561"/>
                    <a:pt x="5704" y="6216"/>
                  </a:cubicBezTo>
                  <a:cubicBezTo>
                    <a:pt x="6025" y="5549"/>
                    <a:pt x="6192" y="5216"/>
                    <a:pt x="6514" y="4537"/>
                  </a:cubicBezTo>
                  <a:cubicBezTo>
                    <a:pt x="7168" y="4811"/>
                    <a:pt x="7490" y="4942"/>
                    <a:pt x="8145" y="5216"/>
                  </a:cubicBezTo>
                  <a:cubicBezTo>
                    <a:pt x="8466" y="5513"/>
                    <a:pt x="8633" y="5668"/>
                    <a:pt x="8954" y="5966"/>
                  </a:cubicBezTo>
                  <a:cubicBezTo>
                    <a:pt x="9609" y="5263"/>
                    <a:pt x="9931" y="4906"/>
                    <a:pt x="10586" y="4180"/>
                  </a:cubicBezTo>
                  <a:cubicBezTo>
                    <a:pt x="10907" y="3489"/>
                    <a:pt x="11074" y="3144"/>
                    <a:pt x="11407" y="2430"/>
                  </a:cubicBezTo>
                  <a:cubicBezTo>
                    <a:pt x="12050" y="3037"/>
                    <a:pt x="12383" y="3346"/>
                    <a:pt x="13026" y="3966"/>
                  </a:cubicBezTo>
                  <a:cubicBezTo>
                    <a:pt x="13360" y="4608"/>
                    <a:pt x="13514" y="4942"/>
                    <a:pt x="13848" y="5597"/>
                  </a:cubicBezTo>
                  <a:lnTo>
                    <a:pt x="15479" y="5478"/>
                  </a:lnTo>
                  <a:cubicBezTo>
                    <a:pt x="15800" y="5109"/>
                    <a:pt x="15967" y="4918"/>
                    <a:pt x="16289" y="4537"/>
                  </a:cubicBezTo>
                  <a:cubicBezTo>
                    <a:pt x="16610" y="3465"/>
                    <a:pt x="16777" y="2930"/>
                    <a:pt x="17110" y="1846"/>
                  </a:cubicBezTo>
                  <a:cubicBezTo>
                    <a:pt x="17432" y="1108"/>
                    <a:pt x="17598" y="739"/>
                    <a:pt x="1792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4"/>
            <p:cNvSpPr/>
            <p:nvPr/>
          </p:nvSpPr>
          <p:spPr>
            <a:xfrm>
              <a:off x="1437862" y="2390052"/>
              <a:ext cx="42740" cy="86817"/>
            </a:xfrm>
            <a:custGeom>
              <a:rect b="b" l="l" r="r" t="t"/>
              <a:pathLst>
                <a:path extrusionOk="0" h="1040" w="512">
                  <a:moveTo>
                    <a:pt x="250" y="145"/>
                  </a:moveTo>
                  <a:cubicBezTo>
                    <a:pt x="298" y="145"/>
                    <a:pt x="322" y="168"/>
                    <a:pt x="322" y="228"/>
                  </a:cubicBezTo>
                  <a:lnTo>
                    <a:pt x="322" y="740"/>
                  </a:lnTo>
                  <a:cubicBezTo>
                    <a:pt x="322" y="811"/>
                    <a:pt x="298" y="835"/>
                    <a:pt x="250" y="835"/>
                  </a:cubicBezTo>
                  <a:cubicBezTo>
                    <a:pt x="202" y="835"/>
                    <a:pt x="167" y="811"/>
                    <a:pt x="167" y="752"/>
                  </a:cubicBezTo>
                  <a:lnTo>
                    <a:pt x="167" y="240"/>
                  </a:lnTo>
                  <a:cubicBezTo>
                    <a:pt x="167" y="168"/>
                    <a:pt x="191" y="145"/>
                    <a:pt x="250" y="145"/>
                  </a:cubicBezTo>
                  <a:close/>
                  <a:moveTo>
                    <a:pt x="264" y="0"/>
                  </a:moveTo>
                  <a:cubicBezTo>
                    <a:pt x="255" y="0"/>
                    <a:pt x="247" y="1"/>
                    <a:pt x="238" y="2"/>
                  </a:cubicBezTo>
                  <a:lnTo>
                    <a:pt x="202" y="2"/>
                  </a:lnTo>
                  <a:cubicBezTo>
                    <a:pt x="83" y="14"/>
                    <a:pt x="0" y="121"/>
                    <a:pt x="12" y="240"/>
                  </a:cubicBezTo>
                  <a:lnTo>
                    <a:pt x="12" y="740"/>
                  </a:lnTo>
                  <a:cubicBezTo>
                    <a:pt x="12" y="752"/>
                    <a:pt x="12" y="776"/>
                    <a:pt x="12" y="788"/>
                  </a:cubicBezTo>
                  <a:cubicBezTo>
                    <a:pt x="22" y="893"/>
                    <a:pt x="108" y="970"/>
                    <a:pt x="201" y="970"/>
                  </a:cubicBezTo>
                  <a:cubicBezTo>
                    <a:pt x="213" y="970"/>
                    <a:pt x="226" y="969"/>
                    <a:pt x="238" y="966"/>
                  </a:cubicBezTo>
                  <a:cubicBezTo>
                    <a:pt x="249" y="970"/>
                    <a:pt x="259" y="971"/>
                    <a:pt x="270" y="971"/>
                  </a:cubicBezTo>
                  <a:cubicBezTo>
                    <a:pt x="295" y="971"/>
                    <a:pt x="320" y="963"/>
                    <a:pt x="345" y="954"/>
                  </a:cubicBezTo>
                  <a:cubicBezTo>
                    <a:pt x="356" y="1006"/>
                    <a:pt x="402" y="1040"/>
                    <a:pt x="453" y="1040"/>
                  </a:cubicBezTo>
                  <a:cubicBezTo>
                    <a:pt x="461" y="1040"/>
                    <a:pt x="469" y="1039"/>
                    <a:pt x="476" y="1038"/>
                  </a:cubicBezTo>
                  <a:lnTo>
                    <a:pt x="512" y="1038"/>
                  </a:lnTo>
                  <a:lnTo>
                    <a:pt x="512" y="907"/>
                  </a:lnTo>
                  <a:lnTo>
                    <a:pt x="488" y="907"/>
                  </a:lnTo>
                  <a:cubicBezTo>
                    <a:pt x="464" y="907"/>
                    <a:pt x="441" y="907"/>
                    <a:pt x="429" y="883"/>
                  </a:cubicBezTo>
                  <a:cubicBezTo>
                    <a:pt x="464" y="835"/>
                    <a:pt x="476" y="788"/>
                    <a:pt x="476" y="728"/>
                  </a:cubicBezTo>
                  <a:lnTo>
                    <a:pt x="476" y="228"/>
                  </a:lnTo>
                  <a:cubicBezTo>
                    <a:pt x="476" y="216"/>
                    <a:pt x="476" y="204"/>
                    <a:pt x="476" y="180"/>
                  </a:cubicBezTo>
                  <a:cubicBezTo>
                    <a:pt x="465" y="70"/>
                    <a:pt x="372" y="0"/>
                    <a:pt x="26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4"/>
            <p:cNvSpPr/>
            <p:nvPr/>
          </p:nvSpPr>
          <p:spPr>
            <a:xfrm>
              <a:off x="1490536" y="2390136"/>
              <a:ext cx="26880" cy="79638"/>
            </a:xfrm>
            <a:custGeom>
              <a:rect b="b" l="l" r="r" t="t"/>
              <a:pathLst>
                <a:path extrusionOk="0" h="954" w="322">
                  <a:moveTo>
                    <a:pt x="214" y="1"/>
                  </a:moveTo>
                  <a:cubicBezTo>
                    <a:pt x="179" y="96"/>
                    <a:pt x="131" y="132"/>
                    <a:pt x="0" y="132"/>
                  </a:cubicBezTo>
                  <a:lnTo>
                    <a:pt x="0" y="227"/>
                  </a:lnTo>
                  <a:lnTo>
                    <a:pt x="167" y="227"/>
                  </a:lnTo>
                  <a:lnTo>
                    <a:pt x="167" y="953"/>
                  </a:lnTo>
                  <a:lnTo>
                    <a:pt x="322" y="953"/>
                  </a:lnTo>
                  <a:lnTo>
                    <a:pt x="322"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4"/>
            <p:cNvSpPr/>
            <p:nvPr/>
          </p:nvSpPr>
          <p:spPr>
            <a:xfrm>
              <a:off x="1977540" y="2379200"/>
              <a:ext cx="43742" cy="92577"/>
            </a:xfrm>
            <a:custGeom>
              <a:rect b="b" l="l" r="r" t="t"/>
              <a:pathLst>
                <a:path extrusionOk="0" h="1109" w="524">
                  <a:moveTo>
                    <a:pt x="250" y="144"/>
                  </a:moveTo>
                  <a:cubicBezTo>
                    <a:pt x="298" y="144"/>
                    <a:pt x="334" y="168"/>
                    <a:pt x="334" y="239"/>
                  </a:cubicBezTo>
                  <a:lnTo>
                    <a:pt x="334" y="787"/>
                  </a:lnTo>
                  <a:cubicBezTo>
                    <a:pt x="334" y="858"/>
                    <a:pt x="298" y="882"/>
                    <a:pt x="250" y="882"/>
                  </a:cubicBezTo>
                  <a:cubicBezTo>
                    <a:pt x="203" y="882"/>
                    <a:pt x="179" y="858"/>
                    <a:pt x="179" y="787"/>
                  </a:cubicBezTo>
                  <a:lnTo>
                    <a:pt x="179" y="251"/>
                  </a:lnTo>
                  <a:cubicBezTo>
                    <a:pt x="179" y="179"/>
                    <a:pt x="203" y="144"/>
                    <a:pt x="250" y="144"/>
                  </a:cubicBezTo>
                  <a:close/>
                  <a:moveTo>
                    <a:pt x="214" y="1"/>
                  </a:moveTo>
                  <a:cubicBezTo>
                    <a:pt x="83" y="25"/>
                    <a:pt x="0" y="132"/>
                    <a:pt x="12" y="263"/>
                  </a:cubicBezTo>
                  <a:lnTo>
                    <a:pt x="12" y="775"/>
                  </a:lnTo>
                  <a:lnTo>
                    <a:pt x="12" y="822"/>
                  </a:lnTo>
                  <a:cubicBezTo>
                    <a:pt x="23" y="945"/>
                    <a:pt x="118" y="1026"/>
                    <a:pt x="228" y="1026"/>
                  </a:cubicBezTo>
                  <a:cubicBezTo>
                    <a:pt x="235" y="1026"/>
                    <a:pt x="243" y="1026"/>
                    <a:pt x="250" y="1025"/>
                  </a:cubicBezTo>
                  <a:cubicBezTo>
                    <a:pt x="286" y="1025"/>
                    <a:pt x="322" y="1025"/>
                    <a:pt x="357" y="1013"/>
                  </a:cubicBezTo>
                  <a:cubicBezTo>
                    <a:pt x="369" y="1072"/>
                    <a:pt x="417" y="1108"/>
                    <a:pt x="476" y="1108"/>
                  </a:cubicBezTo>
                  <a:lnTo>
                    <a:pt x="524" y="1108"/>
                  </a:lnTo>
                  <a:lnTo>
                    <a:pt x="524" y="953"/>
                  </a:lnTo>
                  <a:lnTo>
                    <a:pt x="500" y="953"/>
                  </a:lnTo>
                  <a:cubicBezTo>
                    <a:pt x="464" y="953"/>
                    <a:pt x="453" y="953"/>
                    <a:pt x="441" y="930"/>
                  </a:cubicBezTo>
                  <a:cubicBezTo>
                    <a:pt x="476" y="882"/>
                    <a:pt x="488" y="834"/>
                    <a:pt x="488" y="775"/>
                  </a:cubicBezTo>
                  <a:lnTo>
                    <a:pt x="488" y="251"/>
                  </a:lnTo>
                  <a:cubicBezTo>
                    <a:pt x="488" y="96"/>
                    <a:pt x="405" y="1"/>
                    <a:pt x="25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4"/>
            <p:cNvSpPr/>
            <p:nvPr/>
          </p:nvSpPr>
          <p:spPr>
            <a:xfrm>
              <a:off x="2026208" y="2378199"/>
              <a:ext cx="38817" cy="85564"/>
            </a:xfrm>
            <a:custGeom>
              <a:rect b="b" l="l" r="r" t="t"/>
              <a:pathLst>
                <a:path extrusionOk="0" h="1025" w="465">
                  <a:moveTo>
                    <a:pt x="239" y="1"/>
                  </a:moveTo>
                  <a:cubicBezTo>
                    <a:pt x="84" y="13"/>
                    <a:pt x="1" y="96"/>
                    <a:pt x="1" y="263"/>
                  </a:cubicBezTo>
                  <a:lnTo>
                    <a:pt x="1" y="358"/>
                  </a:lnTo>
                  <a:lnTo>
                    <a:pt x="155" y="358"/>
                  </a:lnTo>
                  <a:lnTo>
                    <a:pt x="155" y="251"/>
                  </a:lnTo>
                  <a:cubicBezTo>
                    <a:pt x="155" y="180"/>
                    <a:pt x="179" y="144"/>
                    <a:pt x="227" y="144"/>
                  </a:cubicBezTo>
                  <a:cubicBezTo>
                    <a:pt x="274" y="144"/>
                    <a:pt x="310" y="180"/>
                    <a:pt x="310" y="263"/>
                  </a:cubicBezTo>
                  <a:cubicBezTo>
                    <a:pt x="310" y="346"/>
                    <a:pt x="274" y="430"/>
                    <a:pt x="155" y="561"/>
                  </a:cubicBezTo>
                  <a:cubicBezTo>
                    <a:pt x="60" y="644"/>
                    <a:pt x="1" y="775"/>
                    <a:pt x="1" y="918"/>
                  </a:cubicBezTo>
                  <a:lnTo>
                    <a:pt x="1" y="1025"/>
                  </a:lnTo>
                  <a:lnTo>
                    <a:pt x="453" y="1013"/>
                  </a:lnTo>
                  <a:lnTo>
                    <a:pt x="453" y="870"/>
                  </a:lnTo>
                  <a:lnTo>
                    <a:pt x="155" y="870"/>
                  </a:lnTo>
                  <a:lnTo>
                    <a:pt x="155" y="846"/>
                  </a:lnTo>
                  <a:cubicBezTo>
                    <a:pt x="155" y="787"/>
                    <a:pt x="179" y="739"/>
                    <a:pt x="274" y="632"/>
                  </a:cubicBezTo>
                  <a:cubicBezTo>
                    <a:pt x="417" y="477"/>
                    <a:pt x="465" y="370"/>
                    <a:pt x="465" y="251"/>
                  </a:cubicBezTo>
                  <a:cubicBezTo>
                    <a:pt x="465" y="96"/>
                    <a:pt x="382" y="1"/>
                    <a:pt x="23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4"/>
            <p:cNvSpPr/>
            <p:nvPr/>
          </p:nvSpPr>
          <p:spPr>
            <a:xfrm>
              <a:off x="2523146" y="2368265"/>
              <a:ext cx="41822" cy="96500"/>
            </a:xfrm>
            <a:custGeom>
              <a:rect b="b" l="l" r="r" t="t"/>
              <a:pathLst>
                <a:path extrusionOk="0" h="1156" w="501">
                  <a:moveTo>
                    <a:pt x="239" y="156"/>
                  </a:moveTo>
                  <a:cubicBezTo>
                    <a:pt x="286" y="156"/>
                    <a:pt x="322" y="179"/>
                    <a:pt x="322" y="251"/>
                  </a:cubicBezTo>
                  <a:lnTo>
                    <a:pt x="322" y="822"/>
                  </a:lnTo>
                  <a:lnTo>
                    <a:pt x="310" y="822"/>
                  </a:lnTo>
                  <a:cubicBezTo>
                    <a:pt x="310" y="906"/>
                    <a:pt x="286" y="930"/>
                    <a:pt x="239" y="930"/>
                  </a:cubicBezTo>
                  <a:cubicBezTo>
                    <a:pt x="191" y="930"/>
                    <a:pt x="155" y="906"/>
                    <a:pt x="155" y="822"/>
                  </a:cubicBezTo>
                  <a:lnTo>
                    <a:pt x="155" y="251"/>
                  </a:lnTo>
                  <a:cubicBezTo>
                    <a:pt x="155" y="179"/>
                    <a:pt x="191" y="156"/>
                    <a:pt x="239" y="156"/>
                  </a:cubicBezTo>
                  <a:close/>
                  <a:moveTo>
                    <a:pt x="239" y="1"/>
                  </a:moveTo>
                  <a:cubicBezTo>
                    <a:pt x="84" y="13"/>
                    <a:pt x="1" y="108"/>
                    <a:pt x="1" y="275"/>
                  </a:cubicBezTo>
                  <a:lnTo>
                    <a:pt x="1" y="822"/>
                  </a:lnTo>
                  <a:cubicBezTo>
                    <a:pt x="1" y="989"/>
                    <a:pt x="84" y="1084"/>
                    <a:pt x="239" y="1084"/>
                  </a:cubicBezTo>
                  <a:cubicBezTo>
                    <a:pt x="275" y="1084"/>
                    <a:pt x="310" y="1072"/>
                    <a:pt x="334" y="1061"/>
                  </a:cubicBezTo>
                  <a:cubicBezTo>
                    <a:pt x="346" y="1120"/>
                    <a:pt x="405" y="1156"/>
                    <a:pt x="465" y="1156"/>
                  </a:cubicBezTo>
                  <a:lnTo>
                    <a:pt x="501" y="1156"/>
                  </a:lnTo>
                  <a:lnTo>
                    <a:pt x="501" y="1001"/>
                  </a:lnTo>
                  <a:lnTo>
                    <a:pt x="477" y="1001"/>
                  </a:lnTo>
                  <a:cubicBezTo>
                    <a:pt x="470" y="1004"/>
                    <a:pt x="464" y="1006"/>
                    <a:pt x="459" y="1006"/>
                  </a:cubicBezTo>
                  <a:cubicBezTo>
                    <a:pt x="446" y="1006"/>
                    <a:pt x="438" y="997"/>
                    <a:pt x="429" y="989"/>
                  </a:cubicBezTo>
                  <a:cubicBezTo>
                    <a:pt x="453" y="930"/>
                    <a:pt x="477" y="870"/>
                    <a:pt x="465" y="810"/>
                  </a:cubicBezTo>
                  <a:lnTo>
                    <a:pt x="465" y="263"/>
                  </a:lnTo>
                  <a:cubicBezTo>
                    <a:pt x="465" y="96"/>
                    <a:pt x="382" y="1"/>
                    <a:pt x="23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4"/>
            <p:cNvSpPr/>
            <p:nvPr/>
          </p:nvSpPr>
          <p:spPr>
            <a:xfrm>
              <a:off x="2569893" y="2368181"/>
              <a:ext cx="38817" cy="89655"/>
            </a:xfrm>
            <a:custGeom>
              <a:rect b="b" l="l" r="r" t="t"/>
              <a:pathLst>
                <a:path extrusionOk="0" h="1074" w="465">
                  <a:moveTo>
                    <a:pt x="250" y="1"/>
                  </a:moveTo>
                  <a:cubicBezTo>
                    <a:pt x="242" y="1"/>
                    <a:pt x="234" y="1"/>
                    <a:pt x="226" y="2"/>
                  </a:cubicBezTo>
                  <a:cubicBezTo>
                    <a:pt x="84" y="2"/>
                    <a:pt x="0" y="97"/>
                    <a:pt x="0" y="264"/>
                  </a:cubicBezTo>
                  <a:lnTo>
                    <a:pt x="0" y="311"/>
                  </a:lnTo>
                  <a:lnTo>
                    <a:pt x="143" y="311"/>
                  </a:lnTo>
                  <a:lnTo>
                    <a:pt x="143" y="252"/>
                  </a:lnTo>
                  <a:cubicBezTo>
                    <a:pt x="143" y="180"/>
                    <a:pt x="179" y="145"/>
                    <a:pt x="226" y="145"/>
                  </a:cubicBezTo>
                  <a:cubicBezTo>
                    <a:pt x="262" y="145"/>
                    <a:pt x="298" y="180"/>
                    <a:pt x="298" y="252"/>
                  </a:cubicBezTo>
                  <a:lnTo>
                    <a:pt x="298" y="335"/>
                  </a:lnTo>
                  <a:cubicBezTo>
                    <a:pt x="298" y="419"/>
                    <a:pt x="262" y="442"/>
                    <a:pt x="203" y="442"/>
                  </a:cubicBezTo>
                  <a:lnTo>
                    <a:pt x="155" y="442"/>
                  </a:lnTo>
                  <a:lnTo>
                    <a:pt x="155" y="597"/>
                  </a:lnTo>
                  <a:lnTo>
                    <a:pt x="203" y="597"/>
                  </a:lnTo>
                  <a:cubicBezTo>
                    <a:pt x="274" y="597"/>
                    <a:pt x="310" y="633"/>
                    <a:pt x="310" y="728"/>
                  </a:cubicBezTo>
                  <a:lnTo>
                    <a:pt x="310" y="811"/>
                  </a:lnTo>
                  <a:cubicBezTo>
                    <a:pt x="310" y="907"/>
                    <a:pt x="274" y="931"/>
                    <a:pt x="226" y="931"/>
                  </a:cubicBezTo>
                  <a:cubicBezTo>
                    <a:pt x="179" y="931"/>
                    <a:pt x="143" y="895"/>
                    <a:pt x="143" y="823"/>
                  </a:cubicBezTo>
                  <a:lnTo>
                    <a:pt x="143" y="728"/>
                  </a:lnTo>
                  <a:lnTo>
                    <a:pt x="0" y="728"/>
                  </a:lnTo>
                  <a:lnTo>
                    <a:pt x="0" y="811"/>
                  </a:lnTo>
                  <a:cubicBezTo>
                    <a:pt x="0" y="990"/>
                    <a:pt x="84" y="1073"/>
                    <a:pt x="226" y="1073"/>
                  </a:cubicBezTo>
                  <a:cubicBezTo>
                    <a:pt x="381" y="1073"/>
                    <a:pt x="465" y="978"/>
                    <a:pt x="465" y="811"/>
                  </a:cubicBezTo>
                  <a:lnTo>
                    <a:pt x="465" y="716"/>
                  </a:lnTo>
                  <a:cubicBezTo>
                    <a:pt x="465" y="609"/>
                    <a:pt x="429" y="538"/>
                    <a:pt x="346" y="514"/>
                  </a:cubicBezTo>
                  <a:cubicBezTo>
                    <a:pt x="417" y="478"/>
                    <a:pt x="453" y="407"/>
                    <a:pt x="453" y="300"/>
                  </a:cubicBezTo>
                  <a:lnTo>
                    <a:pt x="453" y="252"/>
                  </a:lnTo>
                  <a:cubicBezTo>
                    <a:pt x="453" y="95"/>
                    <a:pt x="378" y="1"/>
                    <a:pt x="25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4"/>
            <p:cNvSpPr/>
            <p:nvPr/>
          </p:nvSpPr>
          <p:spPr>
            <a:xfrm>
              <a:off x="1569004" y="1606955"/>
              <a:ext cx="463217" cy="355948"/>
            </a:xfrm>
            <a:custGeom>
              <a:rect b="b" l="l" r="r" t="t"/>
              <a:pathLst>
                <a:path extrusionOk="0" h="4264" w="5549">
                  <a:moveTo>
                    <a:pt x="3977" y="1"/>
                  </a:moveTo>
                  <a:cubicBezTo>
                    <a:pt x="3977" y="1"/>
                    <a:pt x="4621" y="739"/>
                    <a:pt x="3605" y="739"/>
                  </a:cubicBezTo>
                  <a:cubicBezTo>
                    <a:pt x="3481" y="739"/>
                    <a:pt x="3333" y="728"/>
                    <a:pt x="3156" y="703"/>
                  </a:cubicBezTo>
                  <a:cubicBezTo>
                    <a:pt x="3051" y="689"/>
                    <a:pt x="2951" y="683"/>
                    <a:pt x="2855" y="683"/>
                  </a:cubicBezTo>
                  <a:cubicBezTo>
                    <a:pt x="1464" y="683"/>
                    <a:pt x="1037" y="2049"/>
                    <a:pt x="1037" y="2049"/>
                  </a:cubicBezTo>
                  <a:cubicBezTo>
                    <a:pt x="1" y="2930"/>
                    <a:pt x="1548" y="4263"/>
                    <a:pt x="1548" y="4263"/>
                  </a:cubicBezTo>
                  <a:lnTo>
                    <a:pt x="3037" y="3394"/>
                  </a:lnTo>
                  <a:cubicBezTo>
                    <a:pt x="3037" y="3394"/>
                    <a:pt x="3114" y="3401"/>
                    <a:pt x="3237" y="3401"/>
                  </a:cubicBezTo>
                  <a:cubicBezTo>
                    <a:pt x="3664" y="3401"/>
                    <a:pt x="4637" y="3315"/>
                    <a:pt x="4739" y="2537"/>
                  </a:cubicBezTo>
                  <a:cubicBezTo>
                    <a:pt x="4825" y="1891"/>
                    <a:pt x="5068" y="1779"/>
                    <a:pt x="5226" y="1779"/>
                  </a:cubicBezTo>
                  <a:cubicBezTo>
                    <a:pt x="5310" y="1779"/>
                    <a:pt x="5370" y="1810"/>
                    <a:pt x="5370" y="1810"/>
                  </a:cubicBezTo>
                  <a:cubicBezTo>
                    <a:pt x="5549" y="1418"/>
                    <a:pt x="4858" y="1239"/>
                    <a:pt x="4858" y="1239"/>
                  </a:cubicBezTo>
                  <a:cubicBezTo>
                    <a:pt x="5394" y="1013"/>
                    <a:pt x="5108" y="513"/>
                    <a:pt x="5108" y="513"/>
                  </a:cubicBezTo>
                  <a:lnTo>
                    <a:pt x="5108" y="513"/>
                  </a:lnTo>
                  <a:cubicBezTo>
                    <a:pt x="4983" y="729"/>
                    <a:pt x="4759" y="859"/>
                    <a:pt x="4510" y="859"/>
                  </a:cubicBezTo>
                  <a:cubicBezTo>
                    <a:pt x="4499" y="859"/>
                    <a:pt x="4488" y="858"/>
                    <a:pt x="4477" y="858"/>
                  </a:cubicBezTo>
                  <a:cubicBezTo>
                    <a:pt x="4894" y="489"/>
                    <a:pt x="3977" y="1"/>
                    <a:pt x="3977"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4"/>
            <p:cNvSpPr/>
            <p:nvPr/>
          </p:nvSpPr>
          <p:spPr>
            <a:xfrm>
              <a:off x="1679862" y="1990532"/>
              <a:ext cx="82058" cy="82142"/>
            </a:xfrm>
            <a:custGeom>
              <a:rect b="b" l="l" r="r" t="t"/>
              <a:pathLst>
                <a:path extrusionOk="0" h="984" w="983">
                  <a:moveTo>
                    <a:pt x="327" y="0"/>
                  </a:moveTo>
                  <a:lnTo>
                    <a:pt x="327" y="0"/>
                  </a:lnTo>
                  <a:cubicBezTo>
                    <a:pt x="313" y="0"/>
                    <a:pt x="1" y="984"/>
                    <a:pt x="570" y="984"/>
                  </a:cubicBezTo>
                  <a:cubicBezTo>
                    <a:pt x="594" y="984"/>
                    <a:pt x="621" y="982"/>
                    <a:pt x="649" y="978"/>
                  </a:cubicBezTo>
                  <a:cubicBezTo>
                    <a:pt x="982" y="930"/>
                    <a:pt x="518" y="1"/>
                    <a:pt x="518" y="1"/>
                  </a:cubicBezTo>
                  <a:lnTo>
                    <a:pt x="328" y="1"/>
                  </a:lnTo>
                  <a:cubicBezTo>
                    <a:pt x="328" y="0"/>
                    <a:pt x="327" y="0"/>
                    <a:pt x="32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4"/>
            <p:cNvSpPr/>
            <p:nvPr/>
          </p:nvSpPr>
          <p:spPr>
            <a:xfrm>
              <a:off x="1950661" y="1731169"/>
              <a:ext cx="41822" cy="40904"/>
            </a:xfrm>
            <a:custGeom>
              <a:rect b="b" l="l" r="r" t="t"/>
              <a:pathLst>
                <a:path extrusionOk="0" fill="none" h="490" w="501">
                  <a:moveTo>
                    <a:pt x="501" y="72"/>
                  </a:moveTo>
                  <a:cubicBezTo>
                    <a:pt x="501" y="72"/>
                    <a:pt x="84" y="1"/>
                    <a:pt x="1" y="489"/>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4"/>
            <p:cNvSpPr/>
            <p:nvPr/>
          </p:nvSpPr>
          <p:spPr>
            <a:xfrm>
              <a:off x="1895983" y="1727246"/>
              <a:ext cx="14024" cy="44827"/>
            </a:xfrm>
            <a:custGeom>
              <a:rect b="b" l="l" r="r" t="t"/>
              <a:pathLst>
                <a:path extrusionOk="0" fill="none" h="537" w="168">
                  <a:moveTo>
                    <a:pt x="168" y="0"/>
                  </a:moveTo>
                  <a:cubicBezTo>
                    <a:pt x="1" y="215"/>
                    <a:pt x="60" y="536"/>
                    <a:pt x="60" y="536"/>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4"/>
            <p:cNvSpPr/>
            <p:nvPr/>
          </p:nvSpPr>
          <p:spPr>
            <a:xfrm>
              <a:off x="1929792" y="1679497"/>
              <a:ext cx="52758" cy="34894"/>
            </a:xfrm>
            <a:custGeom>
              <a:rect b="b" l="l" r="r" t="t"/>
              <a:pathLst>
                <a:path extrusionOk="0" fill="none" h="418" w="632">
                  <a:moveTo>
                    <a:pt x="632" y="1"/>
                  </a:moveTo>
                  <a:cubicBezTo>
                    <a:pt x="477" y="203"/>
                    <a:pt x="251" y="346"/>
                    <a:pt x="1" y="418"/>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4"/>
            <p:cNvSpPr/>
            <p:nvPr/>
          </p:nvSpPr>
          <p:spPr>
            <a:xfrm>
              <a:off x="1822440" y="1714307"/>
              <a:ext cx="55763" cy="57766"/>
            </a:xfrm>
            <a:custGeom>
              <a:rect b="b" l="l" r="r" t="t"/>
              <a:pathLst>
                <a:path extrusionOk="0" fill="none" h="692" w="668">
                  <a:moveTo>
                    <a:pt x="1" y="132"/>
                  </a:moveTo>
                  <a:cubicBezTo>
                    <a:pt x="1" y="132"/>
                    <a:pt x="668" y="1"/>
                    <a:pt x="584" y="691"/>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4"/>
            <p:cNvSpPr/>
            <p:nvPr/>
          </p:nvSpPr>
          <p:spPr>
            <a:xfrm>
              <a:off x="1733036" y="3062042"/>
              <a:ext cx="409541" cy="1526720"/>
            </a:xfrm>
            <a:custGeom>
              <a:rect b="b" l="l" r="r" t="t"/>
              <a:pathLst>
                <a:path extrusionOk="0" h="18289" w="4906">
                  <a:moveTo>
                    <a:pt x="4179" y="0"/>
                  </a:moveTo>
                  <a:lnTo>
                    <a:pt x="0" y="143"/>
                  </a:lnTo>
                  <a:lnTo>
                    <a:pt x="0" y="18288"/>
                  </a:lnTo>
                  <a:lnTo>
                    <a:pt x="3453" y="18288"/>
                  </a:lnTo>
                  <a:cubicBezTo>
                    <a:pt x="3453" y="18288"/>
                    <a:pt x="3798" y="9168"/>
                    <a:pt x="4346" y="6335"/>
                  </a:cubicBezTo>
                  <a:cubicBezTo>
                    <a:pt x="4906" y="3489"/>
                    <a:pt x="4346" y="596"/>
                    <a:pt x="4346" y="596"/>
                  </a:cubicBezTo>
                  <a:lnTo>
                    <a:pt x="4358" y="596"/>
                  </a:lnTo>
                  <a:lnTo>
                    <a:pt x="4179" y="0"/>
                  </a:lnTo>
                  <a:close/>
                </a:path>
              </a:pathLst>
            </a:cu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4"/>
            <p:cNvSpPr/>
            <p:nvPr/>
          </p:nvSpPr>
          <p:spPr>
            <a:xfrm>
              <a:off x="1711165" y="3435768"/>
              <a:ext cx="351440" cy="1151989"/>
            </a:xfrm>
            <a:custGeom>
              <a:rect b="b" l="l" r="r" t="t"/>
              <a:pathLst>
                <a:path extrusionOk="0" h="13800" w="4210">
                  <a:moveTo>
                    <a:pt x="2001" y="0"/>
                  </a:moveTo>
                  <a:lnTo>
                    <a:pt x="1369" y="274"/>
                  </a:lnTo>
                  <a:lnTo>
                    <a:pt x="0" y="2286"/>
                  </a:lnTo>
                  <a:lnTo>
                    <a:pt x="310" y="13799"/>
                  </a:lnTo>
                  <a:lnTo>
                    <a:pt x="1822" y="13799"/>
                  </a:lnTo>
                  <a:cubicBezTo>
                    <a:pt x="1822" y="13799"/>
                    <a:pt x="2036" y="8787"/>
                    <a:pt x="2167" y="5679"/>
                  </a:cubicBezTo>
                  <a:cubicBezTo>
                    <a:pt x="2310" y="2584"/>
                    <a:pt x="3179" y="1727"/>
                    <a:pt x="3798" y="1155"/>
                  </a:cubicBezTo>
                  <a:cubicBezTo>
                    <a:pt x="4209" y="790"/>
                    <a:pt x="4130" y="623"/>
                    <a:pt x="3818" y="623"/>
                  </a:cubicBezTo>
                  <a:cubicBezTo>
                    <a:pt x="3651" y="623"/>
                    <a:pt x="3417" y="671"/>
                    <a:pt x="3155" y="762"/>
                  </a:cubicBezTo>
                  <a:cubicBezTo>
                    <a:pt x="3072" y="790"/>
                    <a:pt x="3000" y="802"/>
                    <a:pt x="2937" y="802"/>
                  </a:cubicBezTo>
                  <a:cubicBezTo>
                    <a:pt x="2438" y="802"/>
                    <a:pt x="2560" y="12"/>
                    <a:pt x="2560" y="12"/>
                  </a:cubicBezTo>
                  <a:lnTo>
                    <a:pt x="2001"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4"/>
            <p:cNvSpPr/>
            <p:nvPr/>
          </p:nvSpPr>
          <p:spPr>
            <a:xfrm>
              <a:off x="1733036" y="3062042"/>
              <a:ext cx="409541" cy="1526720"/>
            </a:xfrm>
            <a:custGeom>
              <a:rect b="b" l="l" r="r" t="t"/>
              <a:pathLst>
                <a:path extrusionOk="0" fill="none" h="18289" w="4906">
                  <a:moveTo>
                    <a:pt x="4346" y="596"/>
                  </a:moveTo>
                  <a:cubicBezTo>
                    <a:pt x="4346" y="596"/>
                    <a:pt x="4906" y="3489"/>
                    <a:pt x="4346" y="6335"/>
                  </a:cubicBezTo>
                  <a:cubicBezTo>
                    <a:pt x="3798" y="9168"/>
                    <a:pt x="3453" y="18288"/>
                    <a:pt x="3453" y="18288"/>
                  </a:cubicBezTo>
                  <a:lnTo>
                    <a:pt x="0" y="18288"/>
                  </a:lnTo>
                  <a:lnTo>
                    <a:pt x="0" y="143"/>
                  </a:lnTo>
                  <a:lnTo>
                    <a:pt x="4179" y="0"/>
                  </a:lnTo>
                  <a:lnTo>
                    <a:pt x="4358" y="596"/>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4"/>
            <p:cNvSpPr/>
            <p:nvPr/>
          </p:nvSpPr>
          <p:spPr>
            <a:xfrm>
              <a:off x="1924867" y="3485437"/>
              <a:ext cx="136235" cy="80556"/>
            </a:xfrm>
            <a:custGeom>
              <a:rect b="b" l="l" r="r" t="t"/>
              <a:pathLst>
                <a:path extrusionOk="0" fill="none" h="965" w="1632">
                  <a:moveTo>
                    <a:pt x="1631" y="167"/>
                  </a:moveTo>
                  <a:cubicBezTo>
                    <a:pt x="1631" y="167"/>
                    <a:pt x="857" y="0"/>
                    <a:pt x="0" y="96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4"/>
            <p:cNvSpPr/>
            <p:nvPr/>
          </p:nvSpPr>
          <p:spPr>
            <a:xfrm>
              <a:off x="1447795" y="3073979"/>
              <a:ext cx="529832" cy="1514783"/>
            </a:xfrm>
            <a:custGeom>
              <a:rect b="b" l="l" r="r" t="t"/>
              <a:pathLst>
                <a:path extrusionOk="0" h="18146" w="6347">
                  <a:moveTo>
                    <a:pt x="1000" y="0"/>
                  </a:moveTo>
                  <a:cubicBezTo>
                    <a:pt x="0" y="4513"/>
                    <a:pt x="726" y="4239"/>
                    <a:pt x="857" y="5822"/>
                  </a:cubicBezTo>
                  <a:cubicBezTo>
                    <a:pt x="1000" y="7418"/>
                    <a:pt x="1215" y="18145"/>
                    <a:pt x="1215" y="18145"/>
                  </a:cubicBezTo>
                  <a:lnTo>
                    <a:pt x="4786" y="18145"/>
                  </a:lnTo>
                  <a:cubicBezTo>
                    <a:pt x="4715" y="12204"/>
                    <a:pt x="5334" y="6453"/>
                    <a:pt x="5751" y="5239"/>
                  </a:cubicBezTo>
                  <a:cubicBezTo>
                    <a:pt x="6168" y="4013"/>
                    <a:pt x="6203" y="786"/>
                    <a:pt x="6203" y="786"/>
                  </a:cubicBezTo>
                  <a:lnTo>
                    <a:pt x="6346" y="0"/>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4"/>
            <p:cNvSpPr/>
            <p:nvPr/>
          </p:nvSpPr>
          <p:spPr>
            <a:xfrm>
              <a:off x="1908922" y="3191264"/>
              <a:ext cx="65697" cy="50754"/>
            </a:xfrm>
            <a:custGeom>
              <a:rect b="b" l="l" r="r" t="t"/>
              <a:pathLst>
                <a:path extrusionOk="0" h="608" w="787">
                  <a:moveTo>
                    <a:pt x="763" y="0"/>
                  </a:moveTo>
                  <a:cubicBezTo>
                    <a:pt x="536" y="24"/>
                    <a:pt x="286" y="48"/>
                    <a:pt x="1" y="72"/>
                  </a:cubicBezTo>
                  <a:lnTo>
                    <a:pt x="1" y="607"/>
                  </a:lnTo>
                  <a:cubicBezTo>
                    <a:pt x="286" y="584"/>
                    <a:pt x="548" y="560"/>
                    <a:pt x="786" y="536"/>
                  </a:cubicBezTo>
                  <a:lnTo>
                    <a:pt x="763"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4"/>
            <p:cNvSpPr/>
            <p:nvPr/>
          </p:nvSpPr>
          <p:spPr>
            <a:xfrm>
              <a:off x="2004337" y="3176322"/>
              <a:ext cx="82559" cy="56765"/>
            </a:xfrm>
            <a:custGeom>
              <a:rect b="b" l="l" r="r" t="t"/>
              <a:pathLst>
                <a:path extrusionOk="0" h="680" w="989">
                  <a:moveTo>
                    <a:pt x="917" y="1"/>
                  </a:moveTo>
                  <a:cubicBezTo>
                    <a:pt x="751" y="36"/>
                    <a:pt x="441" y="84"/>
                    <a:pt x="1" y="143"/>
                  </a:cubicBezTo>
                  <a:lnTo>
                    <a:pt x="1" y="679"/>
                  </a:lnTo>
                  <a:cubicBezTo>
                    <a:pt x="453" y="620"/>
                    <a:pt x="798" y="572"/>
                    <a:pt x="989" y="536"/>
                  </a:cubicBezTo>
                  <a:lnTo>
                    <a:pt x="917"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4"/>
            <p:cNvSpPr/>
            <p:nvPr/>
          </p:nvSpPr>
          <p:spPr>
            <a:xfrm>
              <a:off x="1515328" y="3188259"/>
              <a:ext cx="147171" cy="55763"/>
            </a:xfrm>
            <a:custGeom>
              <a:rect b="b" l="l" r="r" t="t"/>
              <a:pathLst>
                <a:path extrusionOk="0" h="668" w="1763">
                  <a:moveTo>
                    <a:pt x="84" y="0"/>
                  </a:moveTo>
                  <a:lnTo>
                    <a:pt x="1" y="524"/>
                  </a:lnTo>
                  <a:cubicBezTo>
                    <a:pt x="608" y="584"/>
                    <a:pt x="1179" y="632"/>
                    <a:pt x="1727" y="667"/>
                  </a:cubicBezTo>
                  <a:lnTo>
                    <a:pt x="1763" y="131"/>
                  </a:lnTo>
                  <a:cubicBezTo>
                    <a:pt x="1227" y="108"/>
                    <a:pt x="667" y="6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4"/>
            <p:cNvSpPr/>
            <p:nvPr/>
          </p:nvSpPr>
          <p:spPr>
            <a:xfrm>
              <a:off x="1695221" y="3199194"/>
              <a:ext cx="183984" cy="47749"/>
            </a:xfrm>
            <a:custGeom>
              <a:rect b="b" l="l" r="r" t="t"/>
              <a:pathLst>
                <a:path extrusionOk="0" h="572" w="2204">
                  <a:moveTo>
                    <a:pt x="2203" y="0"/>
                  </a:moveTo>
                  <a:cubicBezTo>
                    <a:pt x="1788" y="24"/>
                    <a:pt x="1338" y="37"/>
                    <a:pt x="850" y="37"/>
                  </a:cubicBezTo>
                  <a:cubicBezTo>
                    <a:pt x="583" y="37"/>
                    <a:pt x="304" y="33"/>
                    <a:pt x="13" y="24"/>
                  </a:cubicBezTo>
                  <a:lnTo>
                    <a:pt x="1" y="548"/>
                  </a:lnTo>
                  <a:cubicBezTo>
                    <a:pt x="298" y="560"/>
                    <a:pt x="596" y="572"/>
                    <a:pt x="882" y="572"/>
                  </a:cubicBezTo>
                  <a:cubicBezTo>
                    <a:pt x="1358" y="572"/>
                    <a:pt x="1799" y="548"/>
                    <a:pt x="2203" y="536"/>
                  </a:cubicBezTo>
                  <a:lnTo>
                    <a:pt x="2203"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4"/>
            <p:cNvSpPr/>
            <p:nvPr/>
          </p:nvSpPr>
          <p:spPr>
            <a:xfrm>
              <a:off x="2525150" y="2517939"/>
              <a:ext cx="394682" cy="312623"/>
            </a:xfrm>
            <a:custGeom>
              <a:rect b="b" l="l" r="r" t="t"/>
              <a:pathLst>
                <a:path extrusionOk="0" h="3745" w="4728">
                  <a:moveTo>
                    <a:pt x="4384" y="1"/>
                  </a:moveTo>
                  <a:cubicBezTo>
                    <a:pt x="4219" y="1"/>
                    <a:pt x="3823" y="216"/>
                    <a:pt x="3477" y="375"/>
                  </a:cubicBezTo>
                  <a:cubicBezTo>
                    <a:pt x="2927" y="631"/>
                    <a:pt x="2468" y="834"/>
                    <a:pt x="2400" y="834"/>
                  </a:cubicBezTo>
                  <a:cubicBezTo>
                    <a:pt x="2382" y="834"/>
                    <a:pt x="2391" y="821"/>
                    <a:pt x="2429" y="791"/>
                  </a:cubicBezTo>
                  <a:cubicBezTo>
                    <a:pt x="2727" y="577"/>
                    <a:pt x="2870" y="351"/>
                    <a:pt x="2751" y="291"/>
                  </a:cubicBezTo>
                  <a:cubicBezTo>
                    <a:pt x="2737" y="283"/>
                    <a:pt x="2718" y="279"/>
                    <a:pt x="2695" y="279"/>
                  </a:cubicBezTo>
                  <a:cubicBezTo>
                    <a:pt x="2522" y="279"/>
                    <a:pt x="2113" y="501"/>
                    <a:pt x="1703" y="732"/>
                  </a:cubicBezTo>
                  <a:cubicBezTo>
                    <a:pt x="1239" y="994"/>
                    <a:pt x="870" y="1958"/>
                    <a:pt x="870" y="1958"/>
                  </a:cubicBezTo>
                  <a:lnTo>
                    <a:pt x="0" y="2494"/>
                  </a:lnTo>
                  <a:lnTo>
                    <a:pt x="417" y="3744"/>
                  </a:lnTo>
                  <a:lnTo>
                    <a:pt x="1572" y="2935"/>
                  </a:lnTo>
                  <a:cubicBezTo>
                    <a:pt x="2048" y="2899"/>
                    <a:pt x="2513" y="2768"/>
                    <a:pt x="2929" y="2530"/>
                  </a:cubicBezTo>
                  <a:cubicBezTo>
                    <a:pt x="3132" y="2399"/>
                    <a:pt x="3275" y="2208"/>
                    <a:pt x="3346" y="1994"/>
                  </a:cubicBezTo>
                  <a:lnTo>
                    <a:pt x="3537" y="1768"/>
                  </a:lnTo>
                  <a:cubicBezTo>
                    <a:pt x="3703" y="1649"/>
                    <a:pt x="3632" y="1327"/>
                    <a:pt x="3632" y="1327"/>
                  </a:cubicBezTo>
                  <a:cubicBezTo>
                    <a:pt x="3789" y="1012"/>
                    <a:pt x="3437" y="994"/>
                    <a:pt x="3352" y="994"/>
                  </a:cubicBezTo>
                  <a:cubicBezTo>
                    <a:pt x="3341" y="994"/>
                    <a:pt x="3334" y="994"/>
                    <a:pt x="3334" y="994"/>
                  </a:cubicBezTo>
                  <a:cubicBezTo>
                    <a:pt x="3334" y="994"/>
                    <a:pt x="4727" y="458"/>
                    <a:pt x="4453" y="30"/>
                  </a:cubicBezTo>
                  <a:cubicBezTo>
                    <a:pt x="4441" y="9"/>
                    <a:pt x="4417" y="1"/>
                    <a:pt x="438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4"/>
            <p:cNvSpPr/>
            <p:nvPr/>
          </p:nvSpPr>
          <p:spPr>
            <a:xfrm>
              <a:off x="2697112" y="2604838"/>
              <a:ext cx="82559" cy="113362"/>
            </a:xfrm>
            <a:custGeom>
              <a:rect b="b" l="l" r="r" t="t"/>
              <a:pathLst>
                <a:path extrusionOk="0" fill="none" h="1358" w="989">
                  <a:moveTo>
                    <a:pt x="988" y="1"/>
                  </a:moveTo>
                  <a:cubicBezTo>
                    <a:pt x="988" y="1"/>
                    <a:pt x="0" y="191"/>
                    <a:pt x="60" y="417"/>
                  </a:cubicBezTo>
                  <a:cubicBezTo>
                    <a:pt x="107" y="632"/>
                    <a:pt x="417" y="477"/>
                    <a:pt x="417" y="477"/>
                  </a:cubicBezTo>
                  <a:cubicBezTo>
                    <a:pt x="417" y="477"/>
                    <a:pt x="84" y="584"/>
                    <a:pt x="119" y="715"/>
                  </a:cubicBezTo>
                  <a:cubicBezTo>
                    <a:pt x="155" y="834"/>
                    <a:pt x="393" y="834"/>
                    <a:pt x="393" y="834"/>
                  </a:cubicBezTo>
                  <a:cubicBezTo>
                    <a:pt x="393" y="834"/>
                    <a:pt x="84" y="893"/>
                    <a:pt x="119" y="1036"/>
                  </a:cubicBezTo>
                  <a:cubicBezTo>
                    <a:pt x="155" y="1179"/>
                    <a:pt x="357" y="1227"/>
                    <a:pt x="524" y="1203"/>
                  </a:cubicBezTo>
                  <a:cubicBezTo>
                    <a:pt x="691" y="1179"/>
                    <a:pt x="822" y="1120"/>
                    <a:pt x="869" y="1203"/>
                  </a:cubicBezTo>
                  <a:cubicBezTo>
                    <a:pt x="905" y="1286"/>
                    <a:pt x="417" y="1155"/>
                    <a:pt x="119" y="13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4"/>
            <p:cNvSpPr/>
            <p:nvPr/>
          </p:nvSpPr>
          <p:spPr>
            <a:xfrm>
              <a:off x="2664306" y="2590898"/>
              <a:ext cx="49753" cy="102510"/>
            </a:xfrm>
            <a:custGeom>
              <a:rect b="b" l="l" r="r" t="t"/>
              <a:pathLst>
                <a:path extrusionOk="0" fill="none" h="1228" w="596">
                  <a:moveTo>
                    <a:pt x="596" y="1"/>
                  </a:moveTo>
                  <a:cubicBezTo>
                    <a:pt x="584" y="120"/>
                    <a:pt x="536" y="239"/>
                    <a:pt x="453" y="334"/>
                  </a:cubicBezTo>
                  <a:cubicBezTo>
                    <a:pt x="334" y="441"/>
                    <a:pt x="441" y="810"/>
                    <a:pt x="0" y="122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4"/>
            <p:cNvSpPr/>
            <p:nvPr/>
          </p:nvSpPr>
          <p:spPr>
            <a:xfrm>
              <a:off x="2751790" y="2636643"/>
              <a:ext cx="45746" cy="5092"/>
            </a:xfrm>
            <a:custGeom>
              <a:rect b="b" l="l" r="r" t="t"/>
              <a:pathLst>
                <a:path extrusionOk="0" fill="none" h="61" w="548">
                  <a:moveTo>
                    <a:pt x="548" y="1"/>
                  </a:moveTo>
                  <a:lnTo>
                    <a:pt x="0" y="6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4"/>
            <p:cNvSpPr/>
            <p:nvPr/>
          </p:nvSpPr>
          <p:spPr>
            <a:xfrm>
              <a:off x="2751790" y="2670451"/>
              <a:ext cx="41822" cy="4007"/>
            </a:xfrm>
            <a:custGeom>
              <a:rect b="b" l="l" r="r" t="t"/>
              <a:pathLst>
                <a:path extrusionOk="0" fill="none" h="48" w="501">
                  <a:moveTo>
                    <a:pt x="500" y="0"/>
                  </a:moveTo>
                  <a:lnTo>
                    <a:pt x="0" y="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4"/>
            <p:cNvSpPr/>
            <p:nvPr/>
          </p:nvSpPr>
          <p:spPr>
            <a:xfrm>
              <a:off x="1962598" y="2365343"/>
              <a:ext cx="715736" cy="637935"/>
            </a:xfrm>
            <a:custGeom>
              <a:rect b="b" l="l" r="r" t="t"/>
              <a:pathLst>
                <a:path extrusionOk="0" h="7642" w="8574">
                  <a:moveTo>
                    <a:pt x="1703" y="0"/>
                  </a:moveTo>
                  <a:lnTo>
                    <a:pt x="239" y="357"/>
                  </a:lnTo>
                  <a:cubicBezTo>
                    <a:pt x="239" y="357"/>
                    <a:pt x="1" y="5215"/>
                    <a:pt x="489" y="6215"/>
                  </a:cubicBezTo>
                  <a:cubicBezTo>
                    <a:pt x="977" y="7227"/>
                    <a:pt x="1322" y="7394"/>
                    <a:pt x="2358" y="7620"/>
                  </a:cubicBezTo>
                  <a:cubicBezTo>
                    <a:pt x="2424" y="7634"/>
                    <a:pt x="2499" y="7641"/>
                    <a:pt x="2583" y="7641"/>
                  </a:cubicBezTo>
                  <a:cubicBezTo>
                    <a:pt x="3830" y="7641"/>
                    <a:pt x="6901" y="6159"/>
                    <a:pt x="7359" y="6025"/>
                  </a:cubicBezTo>
                  <a:cubicBezTo>
                    <a:pt x="7847" y="5882"/>
                    <a:pt x="8573" y="5477"/>
                    <a:pt x="7811" y="5203"/>
                  </a:cubicBezTo>
                  <a:cubicBezTo>
                    <a:pt x="7275" y="5013"/>
                    <a:pt x="7120" y="4334"/>
                    <a:pt x="7073" y="3929"/>
                  </a:cubicBezTo>
                  <a:cubicBezTo>
                    <a:pt x="7061" y="3905"/>
                    <a:pt x="7049" y="3882"/>
                    <a:pt x="7037" y="3858"/>
                  </a:cubicBezTo>
                  <a:cubicBezTo>
                    <a:pt x="7000" y="3806"/>
                    <a:pt x="6945" y="3777"/>
                    <a:pt x="6888" y="3777"/>
                  </a:cubicBezTo>
                  <a:cubicBezTo>
                    <a:pt x="6853" y="3777"/>
                    <a:pt x="6819" y="3788"/>
                    <a:pt x="6787" y="3810"/>
                  </a:cubicBezTo>
                  <a:cubicBezTo>
                    <a:pt x="6335" y="4096"/>
                    <a:pt x="5418" y="4667"/>
                    <a:pt x="4656" y="4882"/>
                  </a:cubicBezTo>
                  <a:cubicBezTo>
                    <a:pt x="4394" y="4953"/>
                    <a:pt x="3441" y="5179"/>
                    <a:pt x="3441" y="5179"/>
                  </a:cubicBezTo>
                  <a:cubicBezTo>
                    <a:pt x="3519" y="4962"/>
                    <a:pt x="3474" y="4889"/>
                    <a:pt x="3378" y="4889"/>
                  </a:cubicBezTo>
                  <a:cubicBezTo>
                    <a:pt x="3180" y="4889"/>
                    <a:pt x="2763" y="5203"/>
                    <a:pt x="2763" y="5203"/>
                  </a:cubicBezTo>
                  <a:cubicBezTo>
                    <a:pt x="2763" y="5203"/>
                    <a:pt x="2453" y="4917"/>
                    <a:pt x="2263" y="2619"/>
                  </a:cubicBezTo>
                  <a:cubicBezTo>
                    <a:pt x="2084" y="334"/>
                    <a:pt x="1703" y="0"/>
                    <a:pt x="1703"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4"/>
            <p:cNvSpPr/>
            <p:nvPr/>
          </p:nvSpPr>
          <p:spPr>
            <a:xfrm>
              <a:off x="2130554" y="2830477"/>
              <a:ext cx="78636" cy="104430"/>
            </a:xfrm>
            <a:custGeom>
              <a:rect b="b" l="l" r="r" t="t"/>
              <a:pathLst>
                <a:path extrusionOk="0" fill="none" h="1251" w="942">
                  <a:moveTo>
                    <a:pt x="941" y="0"/>
                  </a:moveTo>
                  <a:cubicBezTo>
                    <a:pt x="941" y="0"/>
                    <a:pt x="560" y="1250"/>
                    <a:pt x="286" y="1155"/>
                  </a:cubicBezTo>
                  <a:cubicBezTo>
                    <a:pt x="1" y="1060"/>
                    <a:pt x="72" y="715"/>
                    <a:pt x="536"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4"/>
            <p:cNvSpPr/>
            <p:nvPr/>
          </p:nvSpPr>
          <p:spPr>
            <a:xfrm>
              <a:off x="1369244" y="2245303"/>
              <a:ext cx="779262" cy="939790"/>
            </a:xfrm>
            <a:custGeom>
              <a:rect b="b" l="l" r="r" t="t"/>
              <a:pathLst>
                <a:path extrusionOk="0" h="11258" w="9335">
                  <a:moveTo>
                    <a:pt x="4408" y="0"/>
                  </a:moveTo>
                  <a:cubicBezTo>
                    <a:pt x="2472" y="0"/>
                    <a:pt x="193" y="465"/>
                    <a:pt x="108" y="1176"/>
                  </a:cubicBezTo>
                  <a:cubicBezTo>
                    <a:pt x="1" y="1962"/>
                    <a:pt x="1179" y="6213"/>
                    <a:pt x="1179" y="10011"/>
                  </a:cubicBezTo>
                  <a:cubicBezTo>
                    <a:pt x="1179" y="10570"/>
                    <a:pt x="1251" y="11201"/>
                    <a:pt x="2429" y="11201"/>
                  </a:cubicBezTo>
                  <a:cubicBezTo>
                    <a:pt x="2876" y="11201"/>
                    <a:pt x="3933" y="11258"/>
                    <a:pt x="5077" y="11258"/>
                  </a:cubicBezTo>
                  <a:cubicBezTo>
                    <a:pt x="6949" y="11258"/>
                    <a:pt x="9053" y="11106"/>
                    <a:pt x="9097" y="10308"/>
                  </a:cubicBezTo>
                  <a:cubicBezTo>
                    <a:pt x="9168" y="9022"/>
                    <a:pt x="8811" y="7737"/>
                    <a:pt x="8918" y="5891"/>
                  </a:cubicBezTo>
                  <a:cubicBezTo>
                    <a:pt x="9025" y="4034"/>
                    <a:pt x="9335" y="1926"/>
                    <a:pt x="8811" y="1438"/>
                  </a:cubicBezTo>
                  <a:cubicBezTo>
                    <a:pt x="8132" y="795"/>
                    <a:pt x="7144" y="152"/>
                    <a:pt x="5096" y="21"/>
                  </a:cubicBezTo>
                  <a:cubicBezTo>
                    <a:pt x="4875" y="7"/>
                    <a:pt x="4644" y="0"/>
                    <a:pt x="4408"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4"/>
            <p:cNvSpPr/>
            <p:nvPr/>
          </p:nvSpPr>
          <p:spPr>
            <a:xfrm>
              <a:off x="1222157" y="2296725"/>
              <a:ext cx="362877" cy="834775"/>
            </a:xfrm>
            <a:custGeom>
              <a:rect b="b" l="l" r="r" t="t"/>
              <a:pathLst>
                <a:path extrusionOk="0" h="10000" w="4347">
                  <a:moveTo>
                    <a:pt x="2441" y="1"/>
                  </a:moveTo>
                  <a:cubicBezTo>
                    <a:pt x="2441" y="1"/>
                    <a:pt x="1596" y="263"/>
                    <a:pt x="1405" y="1537"/>
                  </a:cubicBezTo>
                  <a:cubicBezTo>
                    <a:pt x="1227" y="2810"/>
                    <a:pt x="417" y="5692"/>
                    <a:pt x="715" y="5763"/>
                  </a:cubicBezTo>
                  <a:cubicBezTo>
                    <a:pt x="1012" y="5823"/>
                    <a:pt x="0" y="6335"/>
                    <a:pt x="369" y="7085"/>
                  </a:cubicBezTo>
                  <a:cubicBezTo>
                    <a:pt x="719" y="7784"/>
                    <a:pt x="2233" y="9999"/>
                    <a:pt x="3211" y="9999"/>
                  </a:cubicBezTo>
                  <a:cubicBezTo>
                    <a:pt x="3266" y="9999"/>
                    <a:pt x="3319" y="9993"/>
                    <a:pt x="3370" y="9978"/>
                  </a:cubicBezTo>
                  <a:cubicBezTo>
                    <a:pt x="4346" y="9716"/>
                    <a:pt x="4299" y="8216"/>
                    <a:pt x="4001" y="7954"/>
                  </a:cubicBezTo>
                  <a:cubicBezTo>
                    <a:pt x="3691" y="7692"/>
                    <a:pt x="2679" y="7144"/>
                    <a:pt x="2679" y="7144"/>
                  </a:cubicBezTo>
                  <a:cubicBezTo>
                    <a:pt x="2679" y="7144"/>
                    <a:pt x="2977" y="6966"/>
                    <a:pt x="2608" y="6632"/>
                  </a:cubicBezTo>
                  <a:cubicBezTo>
                    <a:pt x="2239" y="6311"/>
                    <a:pt x="2870" y="6799"/>
                    <a:pt x="3072" y="5692"/>
                  </a:cubicBezTo>
                  <a:cubicBezTo>
                    <a:pt x="3298" y="4370"/>
                    <a:pt x="4108" y="2477"/>
                    <a:pt x="3620" y="1334"/>
                  </a:cubicBezTo>
                  <a:lnTo>
                    <a:pt x="2441"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4"/>
            <p:cNvSpPr/>
            <p:nvPr/>
          </p:nvSpPr>
          <p:spPr>
            <a:xfrm>
              <a:off x="1222157" y="2296725"/>
              <a:ext cx="362877" cy="855811"/>
            </a:xfrm>
            <a:custGeom>
              <a:rect b="b" l="l" r="r" t="t"/>
              <a:pathLst>
                <a:path extrusionOk="0" fill="none" h="10252" w="4347">
                  <a:moveTo>
                    <a:pt x="2441" y="1"/>
                  </a:moveTo>
                  <a:cubicBezTo>
                    <a:pt x="2441" y="1"/>
                    <a:pt x="1596" y="263"/>
                    <a:pt x="1405" y="1537"/>
                  </a:cubicBezTo>
                  <a:cubicBezTo>
                    <a:pt x="1227" y="2810"/>
                    <a:pt x="417" y="5692"/>
                    <a:pt x="715" y="5763"/>
                  </a:cubicBezTo>
                  <a:cubicBezTo>
                    <a:pt x="1012" y="5823"/>
                    <a:pt x="0" y="6335"/>
                    <a:pt x="369" y="7085"/>
                  </a:cubicBezTo>
                  <a:cubicBezTo>
                    <a:pt x="739" y="7823"/>
                    <a:pt x="2405" y="10252"/>
                    <a:pt x="3370" y="9978"/>
                  </a:cubicBezTo>
                  <a:cubicBezTo>
                    <a:pt x="4346" y="9716"/>
                    <a:pt x="4299" y="8216"/>
                    <a:pt x="4001" y="7954"/>
                  </a:cubicBezTo>
                  <a:cubicBezTo>
                    <a:pt x="3691" y="7692"/>
                    <a:pt x="2679" y="7144"/>
                    <a:pt x="2679" y="7144"/>
                  </a:cubicBezTo>
                  <a:cubicBezTo>
                    <a:pt x="2679" y="7144"/>
                    <a:pt x="2977" y="6966"/>
                    <a:pt x="2608" y="6632"/>
                  </a:cubicBezTo>
                  <a:cubicBezTo>
                    <a:pt x="2239" y="6311"/>
                    <a:pt x="2870" y="6799"/>
                    <a:pt x="3072" y="5692"/>
                  </a:cubicBezTo>
                  <a:cubicBezTo>
                    <a:pt x="3298" y="4370"/>
                    <a:pt x="4108" y="2477"/>
                    <a:pt x="3620" y="133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4"/>
            <p:cNvSpPr/>
            <p:nvPr/>
          </p:nvSpPr>
          <p:spPr>
            <a:xfrm>
              <a:off x="1261892" y="2767869"/>
              <a:ext cx="168040" cy="88486"/>
            </a:xfrm>
            <a:custGeom>
              <a:rect b="b" l="l" r="r" t="t"/>
              <a:pathLst>
                <a:path extrusionOk="0" fill="none" h="1060" w="2013">
                  <a:moveTo>
                    <a:pt x="2013" y="310"/>
                  </a:moveTo>
                  <a:cubicBezTo>
                    <a:pt x="2013" y="310"/>
                    <a:pt x="703" y="0"/>
                    <a:pt x="346" y="524"/>
                  </a:cubicBezTo>
                  <a:cubicBezTo>
                    <a:pt x="1" y="1060"/>
                    <a:pt x="894" y="417"/>
                    <a:pt x="1763" y="64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4"/>
            <p:cNvSpPr/>
            <p:nvPr/>
          </p:nvSpPr>
          <p:spPr>
            <a:xfrm>
              <a:off x="1411984" y="2982822"/>
              <a:ext cx="313124" cy="215539"/>
            </a:xfrm>
            <a:custGeom>
              <a:rect b="b" l="l" r="r" t="t"/>
              <a:pathLst>
                <a:path extrusionOk="0" h="2582" w="3751">
                  <a:moveTo>
                    <a:pt x="1467" y="1"/>
                  </a:moveTo>
                  <a:cubicBezTo>
                    <a:pt x="1335" y="1"/>
                    <a:pt x="1205" y="39"/>
                    <a:pt x="1096" y="140"/>
                  </a:cubicBezTo>
                  <a:cubicBezTo>
                    <a:pt x="774" y="449"/>
                    <a:pt x="0" y="628"/>
                    <a:pt x="48" y="854"/>
                  </a:cubicBezTo>
                  <a:cubicBezTo>
                    <a:pt x="75" y="981"/>
                    <a:pt x="177" y="1059"/>
                    <a:pt x="353" y="1059"/>
                  </a:cubicBezTo>
                  <a:cubicBezTo>
                    <a:pt x="491" y="1059"/>
                    <a:pt x="675" y="1011"/>
                    <a:pt x="905" y="902"/>
                  </a:cubicBezTo>
                  <a:cubicBezTo>
                    <a:pt x="1029" y="841"/>
                    <a:pt x="1098" y="814"/>
                    <a:pt x="1133" y="814"/>
                  </a:cubicBezTo>
                  <a:cubicBezTo>
                    <a:pt x="1240" y="814"/>
                    <a:pt x="1012" y="1085"/>
                    <a:pt x="1084" y="1473"/>
                  </a:cubicBezTo>
                  <a:cubicBezTo>
                    <a:pt x="1172" y="1934"/>
                    <a:pt x="1239" y="2364"/>
                    <a:pt x="1575" y="2364"/>
                  </a:cubicBezTo>
                  <a:cubicBezTo>
                    <a:pt x="1604" y="2364"/>
                    <a:pt x="1634" y="2361"/>
                    <a:pt x="1667" y="2354"/>
                  </a:cubicBezTo>
                  <a:cubicBezTo>
                    <a:pt x="1667" y="2354"/>
                    <a:pt x="1691" y="2498"/>
                    <a:pt x="1902" y="2498"/>
                  </a:cubicBezTo>
                  <a:cubicBezTo>
                    <a:pt x="1949" y="2498"/>
                    <a:pt x="2005" y="2491"/>
                    <a:pt x="2072" y="2473"/>
                  </a:cubicBezTo>
                  <a:cubicBezTo>
                    <a:pt x="2072" y="2473"/>
                    <a:pt x="2203" y="2581"/>
                    <a:pt x="2429" y="2581"/>
                  </a:cubicBezTo>
                  <a:cubicBezTo>
                    <a:pt x="2530" y="2581"/>
                    <a:pt x="2650" y="2560"/>
                    <a:pt x="2787" y="2497"/>
                  </a:cubicBezTo>
                  <a:cubicBezTo>
                    <a:pt x="2787" y="2497"/>
                    <a:pt x="2859" y="2570"/>
                    <a:pt x="2982" y="2570"/>
                  </a:cubicBezTo>
                  <a:cubicBezTo>
                    <a:pt x="3087" y="2570"/>
                    <a:pt x="3229" y="2516"/>
                    <a:pt x="3394" y="2319"/>
                  </a:cubicBezTo>
                  <a:cubicBezTo>
                    <a:pt x="3751" y="1890"/>
                    <a:pt x="3525" y="1783"/>
                    <a:pt x="3525" y="1783"/>
                  </a:cubicBezTo>
                  <a:cubicBezTo>
                    <a:pt x="3525" y="1783"/>
                    <a:pt x="3456" y="1561"/>
                    <a:pt x="3301" y="1561"/>
                  </a:cubicBezTo>
                  <a:cubicBezTo>
                    <a:pt x="3223" y="1561"/>
                    <a:pt x="3124" y="1616"/>
                    <a:pt x="3001" y="1783"/>
                  </a:cubicBezTo>
                  <a:cubicBezTo>
                    <a:pt x="3001" y="1783"/>
                    <a:pt x="3072" y="1164"/>
                    <a:pt x="2703" y="783"/>
                  </a:cubicBezTo>
                  <a:cubicBezTo>
                    <a:pt x="2525" y="592"/>
                    <a:pt x="2334" y="414"/>
                    <a:pt x="2132" y="247"/>
                  </a:cubicBezTo>
                  <a:cubicBezTo>
                    <a:pt x="1990" y="145"/>
                    <a:pt x="1724" y="1"/>
                    <a:pt x="146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4"/>
            <p:cNvSpPr/>
            <p:nvPr/>
          </p:nvSpPr>
          <p:spPr>
            <a:xfrm>
              <a:off x="1546131" y="3097853"/>
              <a:ext cx="66699" cy="68619"/>
            </a:xfrm>
            <a:custGeom>
              <a:rect b="b" l="l" r="r" t="t"/>
              <a:pathLst>
                <a:path extrusionOk="0" fill="none" h="822" w="799">
                  <a:moveTo>
                    <a:pt x="215" y="822"/>
                  </a:moveTo>
                  <a:cubicBezTo>
                    <a:pt x="215" y="822"/>
                    <a:pt x="799" y="452"/>
                    <a:pt x="668" y="226"/>
                  </a:cubicBezTo>
                  <a:cubicBezTo>
                    <a:pt x="537" y="0"/>
                    <a:pt x="72" y="464"/>
                    <a:pt x="72" y="464"/>
                  </a:cubicBezTo>
                  <a:cubicBezTo>
                    <a:pt x="72" y="464"/>
                    <a:pt x="144" y="345"/>
                    <a:pt x="1" y="16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4"/>
            <p:cNvSpPr/>
            <p:nvPr/>
          </p:nvSpPr>
          <p:spPr>
            <a:xfrm>
              <a:off x="1598805" y="3111710"/>
              <a:ext cx="74629" cy="64695"/>
            </a:xfrm>
            <a:custGeom>
              <a:rect b="b" l="l" r="r" t="t"/>
              <a:pathLst>
                <a:path extrusionOk="0" fill="none" h="775" w="894">
                  <a:moveTo>
                    <a:pt x="1" y="775"/>
                  </a:moveTo>
                  <a:cubicBezTo>
                    <a:pt x="1" y="775"/>
                    <a:pt x="894" y="501"/>
                    <a:pt x="691" y="239"/>
                  </a:cubicBezTo>
                  <a:cubicBezTo>
                    <a:pt x="501" y="1"/>
                    <a:pt x="120" y="275"/>
                    <a:pt x="120" y="27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4"/>
            <p:cNvSpPr/>
            <p:nvPr/>
          </p:nvSpPr>
          <p:spPr>
            <a:xfrm>
              <a:off x="1654485" y="3139592"/>
              <a:ext cx="42824" cy="42824"/>
            </a:xfrm>
            <a:custGeom>
              <a:rect b="b" l="l" r="r" t="t"/>
              <a:pathLst>
                <a:path extrusionOk="0" fill="none" h="513" w="513">
                  <a:moveTo>
                    <a:pt x="513" y="0"/>
                  </a:moveTo>
                  <a:cubicBezTo>
                    <a:pt x="513" y="0"/>
                    <a:pt x="417" y="262"/>
                    <a:pt x="1" y="51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4"/>
            <p:cNvSpPr/>
            <p:nvPr/>
          </p:nvSpPr>
          <p:spPr>
            <a:xfrm>
              <a:off x="1575014" y="3073979"/>
              <a:ext cx="41822" cy="37815"/>
            </a:xfrm>
            <a:custGeom>
              <a:rect b="b" l="l" r="r" t="t"/>
              <a:pathLst>
                <a:path extrusionOk="0" fill="none" h="453" w="501">
                  <a:moveTo>
                    <a:pt x="0" y="0"/>
                  </a:moveTo>
                  <a:cubicBezTo>
                    <a:pt x="119" y="203"/>
                    <a:pt x="298" y="357"/>
                    <a:pt x="500" y="45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4"/>
            <p:cNvSpPr/>
            <p:nvPr/>
          </p:nvSpPr>
          <p:spPr>
            <a:xfrm>
              <a:off x="1320577" y="2854268"/>
              <a:ext cx="109356" cy="29968"/>
            </a:xfrm>
            <a:custGeom>
              <a:rect b="b" l="l" r="r" t="t"/>
              <a:pathLst>
                <a:path extrusionOk="0" fill="none" h="359" w="1310">
                  <a:moveTo>
                    <a:pt x="1310" y="358"/>
                  </a:moveTo>
                  <a:cubicBezTo>
                    <a:pt x="1310" y="358"/>
                    <a:pt x="572" y="1"/>
                    <a:pt x="0" y="27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4"/>
            <p:cNvSpPr/>
            <p:nvPr/>
          </p:nvSpPr>
          <p:spPr>
            <a:xfrm>
              <a:off x="1794642" y="2284788"/>
              <a:ext cx="266460" cy="975101"/>
            </a:xfrm>
            <a:custGeom>
              <a:rect b="b" l="l" r="r" t="t"/>
              <a:pathLst>
                <a:path extrusionOk="0" h="11681" w="3192">
                  <a:moveTo>
                    <a:pt x="679" y="1"/>
                  </a:moveTo>
                  <a:lnTo>
                    <a:pt x="0" y="215"/>
                  </a:lnTo>
                  <a:cubicBezTo>
                    <a:pt x="0" y="215"/>
                    <a:pt x="453" y="894"/>
                    <a:pt x="631" y="929"/>
                  </a:cubicBezTo>
                  <a:cubicBezTo>
                    <a:pt x="631" y="929"/>
                    <a:pt x="1286" y="5990"/>
                    <a:pt x="1501" y="8359"/>
                  </a:cubicBezTo>
                  <a:cubicBezTo>
                    <a:pt x="1703" y="10728"/>
                    <a:pt x="1632" y="10943"/>
                    <a:pt x="1632" y="10943"/>
                  </a:cubicBezTo>
                  <a:lnTo>
                    <a:pt x="2536" y="11681"/>
                  </a:lnTo>
                  <a:lnTo>
                    <a:pt x="3191" y="10752"/>
                  </a:lnTo>
                  <a:cubicBezTo>
                    <a:pt x="3191" y="10752"/>
                    <a:pt x="2846" y="7025"/>
                    <a:pt x="2394" y="4823"/>
                  </a:cubicBezTo>
                  <a:cubicBezTo>
                    <a:pt x="2120" y="3465"/>
                    <a:pt x="1691" y="2144"/>
                    <a:pt x="1108" y="894"/>
                  </a:cubicBezTo>
                  <a:cubicBezTo>
                    <a:pt x="1108" y="894"/>
                    <a:pt x="1382" y="548"/>
                    <a:pt x="1274" y="215"/>
                  </a:cubicBezTo>
                  <a:lnTo>
                    <a:pt x="679"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4"/>
            <p:cNvSpPr/>
            <p:nvPr/>
          </p:nvSpPr>
          <p:spPr>
            <a:xfrm>
              <a:off x="1794642" y="2284788"/>
              <a:ext cx="266460" cy="975101"/>
            </a:xfrm>
            <a:custGeom>
              <a:rect b="b" l="l" r="r" t="t"/>
              <a:pathLst>
                <a:path extrusionOk="0" h="11681" w="3192">
                  <a:moveTo>
                    <a:pt x="679" y="1"/>
                  </a:moveTo>
                  <a:lnTo>
                    <a:pt x="0" y="215"/>
                  </a:lnTo>
                  <a:cubicBezTo>
                    <a:pt x="0" y="215"/>
                    <a:pt x="453" y="894"/>
                    <a:pt x="631" y="929"/>
                  </a:cubicBezTo>
                  <a:cubicBezTo>
                    <a:pt x="631" y="929"/>
                    <a:pt x="1286" y="5990"/>
                    <a:pt x="1501" y="8359"/>
                  </a:cubicBezTo>
                  <a:cubicBezTo>
                    <a:pt x="1703" y="10728"/>
                    <a:pt x="1632" y="10943"/>
                    <a:pt x="1632" y="10943"/>
                  </a:cubicBezTo>
                  <a:lnTo>
                    <a:pt x="2536" y="11681"/>
                  </a:lnTo>
                  <a:lnTo>
                    <a:pt x="3191" y="10752"/>
                  </a:lnTo>
                  <a:cubicBezTo>
                    <a:pt x="3191" y="10752"/>
                    <a:pt x="2846" y="7025"/>
                    <a:pt x="2394" y="4823"/>
                  </a:cubicBezTo>
                  <a:cubicBezTo>
                    <a:pt x="2120" y="3465"/>
                    <a:pt x="1691" y="2144"/>
                    <a:pt x="1108" y="894"/>
                  </a:cubicBezTo>
                  <a:cubicBezTo>
                    <a:pt x="1108" y="894"/>
                    <a:pt x="1382" y="548"/>
                    <a:pt x="1274" y="215"/>
                  </a:cubicBez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4"/>
            <p:cNvSpPr/>
            <p:nvPr/>
          </p:nvSpPr>
          <p:spPr>
            <a:xfrm>
              <a:off x="1794642" y="2284788"/>
              <a:ext cx="266460" cy="975101"/>
            </a:xfrm>
            <a:custGeom>
              <a:rect b="b" l="l" r="r" t="t"/>
              <a:pathLst>
                <a:path extrusionOk="0" fill="none" h="11681" w="3192">
                  <a:moveTo>
                    <a:pt x="1274" y="215"/>
                  </a:moveTo>
                  <a:lnTo>
                    <a:pt x="679" y="1"/>
                  </a:lnTo>
                  <a:lnTo>
                    <a:pt x="0" y="215"/>
                  </a:lnTo>
                  <a:cubicBezTo>
                    <a:pt x="0" y="215"/>
                    <a:pt x="453" y="894"/>
                    <a:pt x="631" y="929"/>
                  </a:cubicBezTo>
                  <a:cubicBezTo>
                    <a:pt x="631" y="929"/>
                    <a:pt x="1286" y="5990"/>
                    <a:pt x="1501" y="8359"/>
                  </a:cubicBezTo>
                  <a:cubicBezTo>
                    <a:pt x="1703" y="10728"/>
                    <a:pt x="1632" y="10943"/>
                    <a:pt x="1632" y="10943"/>
                  </a:cubicBezTo>
                  <a:lnTo>
                    <a:pt x="2536" y="11681"/>
                  </a:lnTo>
                  <a:lnTo>
                    <a:pt x="3191" y="10752"/>
                  </a:lnTo>
                  <a:cubicBezTo>
                    <a:pt x="3191" y="10752"/>
                    <a:pt x="2846" y="7025"/>
                    <a:pt x="2394" y="4823"/>
                  </a:cubicBezTo>
                  <a:cubicBezTo>
                    <a:pt x="2120" y="3465"/>
                    <a:pt x="1691" y="2144"/>
                    <a:pt x="1108" y="894"/>
                  </a:cubicBezTo>
                  <a:cubicBezTo>
                    <a:pt x="1108" y="894"/>
                    <a:pt x="1382" y="548"/>
                    <a:pt x="1274" y="215"/>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4"/>
            <p:cNvSpPr/>
            <p:nvPr/>
          </p:nvSpPr>
          <p:spPr>
            <a:xfrm>
              <a:off x="1707158" y="1962817"/>
              <a:ext cx="213786" cy="329068"/>
            </a:xfrm>
            <a:custGeom>
              <a:rect b="b" l="l" r="r" t="t"/>
              <a:pathLst>
                <a:path extrusionOk="0" h="3942" w="2561">
                  <a:moveTo>
                    <a:pt x="372" y="0"/>
                  </a:moveTo>
                  <a:cubicBezTo>
                    <a:pt x="244" y="0"/>
                    <a:pt x="169" y="132"/>
                    <a:pt x="191" y="476"/>
                  </a:cubicBezTo>
                  <a:cubicBezTo>
                    <a:pt x="239" y="1369"/>
                    <a:pt x="179" y="2262"/>
                    <a:pt x="1" y="3143"/>
                  </a:cubicBezTo>
                  <a:cubicBezTo>
                    <a:pt x="1" y="3143"/>
                    <a:pt x="1343" y="3942"/>
                    <a:pt x="1643" y="3942"/>
                  </a:cubicBezTo>
                  <a:cubicBezTo>
                    <a:pt x="1648" y="3942"/>
                    <a:pt x="1652" y="3941"/>
                    <a:pt x="1656" y="3941"/>
                  </a:cubicBezTo>
                  <a:cubicBezTo>
                    <a:pt x="1929" y="3905"/>
                    <a:pt x="2560" y="3620"/>
                    <a:pt x="2560" y="3620"/>
                  </a:cubicBezTo>
                  <a:cubicBezTo>
                    <a:pt x="2275" y="3096"/>
                    <a:pt x="2394" y="2346"/>
                    <a:pt x="2394" y="2346"/>
                  </a:cubicBezTo>
                  <a:lnTo>
                    <a:pt x="2560" y="2131"/>
                  </a:lnTo>
                  <a:lnTo>
                    <a:pt x="1763" y="1393"/>
                  </a:lnTo>
                  <a:cubicBezTo>
                    <a:pt x="1763" y="1393"/>
                    <a:pt x="788"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4"/>
            <p:cNvSpPr/>
            <p:nvPr/>
          </p:nvSpPr>
          <p:spPr>
            <a:xfrm>
              <a:off x="1723103" y="1969746"/>
              <a:ext cx="219713" cy="234655"/>
            </a:xfrm>
            <a:custGeom>
              <a:rect b="b" l="l" r="r" t="t"/>
              <a:pathLst>
                <a:path extrusionOk="0" h="2811" w="2632">
                  <a:moveTo>
                    <a:pt x="0" y="0"/>
                  </a:moveTo>
                  <a:cubicBezTo>
                    <a:pt x="0" y="0"/>
                    <a:pt x="143" y="1227"/>
                    <a:pt x="262" y="1489"/>
                  </a:cubicBezTo>
                  <a:cubicBezTo>
                    <a:pt x="369" y="1751"/>
                    <a:pt x="1072" y="2787"/>
                    <a:pt x="1774" y="2810"/>
                  </a:cubicBezTo>
                  <a:cubicBezTo>
                    <a:pt x="1782" y="2810"/>
                    <a:pt x="1791" y="2811"/>
                    <a:pt x="1799" y="2811"/>
                  </a:cubicBezTo>
                  <a:cubicBezTo>
                    <a:pt x="2476" y="2811"/>
                    <a:pt x="2453" y="2322"/>
                    <a:pt x="2453" y="2322"/>
                  </a:cubicBezTo>
                  <a:lnTo>
                    <a:pt x="2631" y="2251"/>
                  </a:lnTo>
                  <a:lnTo>
                    <a:pt x="1774" y="501"/>
                  </a:lnTo>
                  <a:lnTo>
                    <a:pt x="0"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4"/>
            <p:cNvSpPr/>
            <p:nvPr/>
          </p:nvSpPr>
          <p:spPr>
            <a:xfrm>
              <a:off x="1707158" y="1880259"/>
              <a:ext cx="213786" cy="413548"/>
            </a:xfrm>
            <a:custGeom>
              <a:rect b="b" l="l" r="r" t="t"/>
              <a:pathLst>
                <a:path extrusionOk="0" fill="none" h="4954" w="2561">
                  <a:moveTo>
                    <a:pt x="2394" y="3335"/>
                  </a:moveTo>
                  <a:cubicBezTo>
                    <a:pt x="2394" y="3335"/>
                    <a:pt x="2275" y="4085"/>
                    <a:pt x="2560" y="4609"/>
                  </a:cubicBezTo>
                  <a:cubicBezTo>
                    <a:pt x="2560" y="4609"/>
                    <a:pt x="1929" y="4894"/>
                    <a:pt x="1656" y="4930"/>
                  </a:cubicBezTo>
                  <a:cubicBezTo>
                    <a:pt x="1382" y="4954"/>
                    <a:pt x="1" y="4132"/>
                    <a:pt x="1" y="4132"/>
                  </a:cubicBezTo>
                  <a:cubicBezTo>
                    <a:pt x="179" y="3251"/>
                    <a:pt x="239" y="2358"/>
                    <a:pt x="191" y="1465"/>
                  </a:cubicBezTo>
                  <a:cubicBezTo>
                    <a:pt x="96" y="1"/>
                    <a:pt x="1763" y="2382"/>
                    <a:pt x="1763" y="2382"/>
                  </a:cubicBezTo>
                  <a:lnTo>
                    <a:pt x="2560" y="3120"/>
                  </a:lnTo>
                  <a:lnTo>
                    <a:pt x="2394" y="3335"/>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4"/>
            <p:cNvSpPr/>
            <p:nvPr/>
          </p:nvSpPr>
          <p:spPr>
            <a:xfrm>
              <a:off x="1655486" y="2195551"/>
              <a:ext cx="290335" cy="161863"/>
            </a:xfrm>
            <a:custGeom>
              <a:rect b="b" l="l" r="r" t="t"/>
              <a:pathLst>
                <a:path extrusionOk="0" h="1939" w="3478">
                  <a:moveTo>
                    <a:pt x="434" y="0"/>
                  </a:moveTo>
                  <a:cubicBezTo>
                    <a:pt x="404" y="0"/>
                    <a:pt x="378" y="7"/>
                    <a:pt x="358" y="22"/>
                  </a:cubicBezTo>
                  <a:cubicBezTo>
                    <a:pt x="179" y="153"/>
                    <a:pt x="60" y="332"/>
                    <a:pt x="1" y="534"/>
                  </a:cubicBezTo>
                  <a:lnTo>
                    <a:pt x="1179" y="1939"/>
                  </a:lnTo>
                  <a:cubicBezTo>
                    <a:pt x="1179" y="1939"/>
                    <a:pt x="2009" y="1224"/>
                    <a:pt x="2365" y="1224"/>
                  </a:cubicBezTo>
                  <a:cubicBezTo>
                    <a:pt x="2371" y="1224"/>
                    <a:pt x="2376" y="1224"/>
                    <a:pt x="2382" y="1225"/>
                  </a:cubicBezTo>
                  <a:cubicBezTo>
                    <a:pt x="2727" y="1236"/>
                    <a:pt x="3477" y="1939"/>
                    <a:pt x="3477" y="1939"/>
                  </a:cubicBezTo>
                  <a:lnTo>
                    <a:pt x="3477" y="927"/>
                  </a:lnTo>
                  <a:cubicBezTo>
                    <a:pt x="3477" y="927"/>
                    <a:pt x="3312" y="413"/>
                    <a:pt x="3160" y="413"/>
                  </a:cubicBezTo>
                  <a:cubicBezTo>
                    <a:pt x="3134" y="413"/>
                    <a:pt x="3108" y="428"/>
                    <a:pt x="3084" y="463"/>
                  </a:cubicBezTo>
                  <a:cubicBezTo>
                    <a:pt x="3084" y="463"/>
                    <a:pt x="2739" y="1046"/>
                    <a:pt x="2346" y="1070"/>
                  </a:cubicBezTo>
                  <a:cubicBezTo>
                    <a:pt x="2342" y="1070"/>
                    <a:pt x="2339" y="1070"/>
                    <a:pt x="2335" y="1070"/>
                  </a:cubicBezTo>
                  <a:cubicBezTo>
                    <a:pt x="1959" y="1070"/>
                    <a:pt x="817" y="0"/>
                    <a:pt x="434"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4"/>
            <p:cNvSpPr/>
            <p:nvPr/>
          </p:nvSpPr>
          <p:spPr>
            <a:xfrm>
              <a:off x="1663250" y="1787850"/>
              <a:ext cx="362042" cy="394515"/>
            </a:xfrm>
            <a:custGeom>
              <a:rect b="b" l="l" r="r" t="t"/>
              <a:pathLst>
                <a:path extrusionOk="0" h="4726" w="4337">
                  <a:moveTo>
                    <a:pt x="3491" y="1"/>
                  </a:moveTo>
                  <a:cubicBezTo>
                    <a:pt x="3156" y="136"/>
                    <a:pt x="2746" y="173"/>
                    <a:pt x="2400" y="173"/>
                  </a:cubicBezTo>
                  <a:cubicBezTo>
                    <a:pt x="1984" y="173"/>
                    <a:pt x="1658" y="120"/>
                    <a:pt x="1658" y="120"/>
                  </a:cubicBezTo>
                  <a:cubicBezTo>
                    <a:pt x="1562" y="465"/>
                    <a:pt x="1110" y="382"/>
                    <a:pt x="1134" y="739"/>
                  </a:cubicBezTo>
                  <a:cubicBezTo>
                    <a:pt x="1158" y="1084"/>
                    <a:pt x="836" y="1953"/>
                    <a:pt x="836" y="1953"/>
                  </a:cubicBezTo>
                  <a:cubicBezTo>
                    <a:pt x="685" y="1633"/>
                    <a:pt x="517" y="1509"/>
                    <a:pt x="379" y="1509"/>
                  </a:cubicBezTo>
                  <a:cubicBezTo>
                    <a:pt x="148" y="1509"/>
                    <a:pt x="1" y="1857"/>
                    <a:pt x="158" y="2215"/>
                  </a:cubicBezTo>
                  <a:cubicBezTo>
                    <a:pt x="390" y="2723"/>
                    <a:pt x="755" y="2751"/>
                    <a:pt x="833" y="2751"/>
                  </a:cubicBezTo>
                  <a:cubicBezTo>
                    <a:pt x="843" y="2751"/>
                    <a:pt x="848" y="2751"/>
                    <a:pt x="848" y="2751"/>
                  </a:cubicBezTo>
                  <a:lnTo>
                    <a:pt x="1051" y="3358"/>
                  </a:lnTo>
                  <a:cubicBezTo>
                    <a:pt x="1098" y="3489"/>
                    <a:pt x="1158" y="3596"/>
                    <a:pt x="1253" y="3703"/>
                  </a:cubicBezTo>
                  <a:cubicBezTo>
                    <a:pt x="1545" y="4028"/>
                    <a:pt x="2260" y="4726"/>
                    <a:pt x="3022" y="4726"/>
                  </a:cubicBezTo>
                  <a:cubicBezTo>
                    <a:pt x="3099" y="4726"/>
                    <a:pt x="3176" y="4719"/>
                    <a:pt x="3253" y="4704"/>
                  </a:cubicBezTo>
                  <a:cubicBezTo>
                    <a:pt x="4337" y="4489"/>
                    <a:pt x="3884" y="1787"/>
                    <a:pt x="3884" y="1787"/>
                  </a:cubicBezTo>
                  <a:cubicBezTo>
                    <a:pt x="3979" y="1429"/>
                    <a:pt x="3491" y="1"/>
                    <a:pt x="34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4"/>
            <p:cNvSpPr/>
            <p:nvPr/>
          </p:nvSpPr>
          <p:spPr>
            <a:xfrm>
              <a:off x="1655486" y="1787850"/>
              <a:ext cx="369805" cy="406619"/>
            </a:xfrm>
            <a:custGeom>
              <a:rect b="b" l="l" r="r" t="t"/>
              <a:pathLst>
                <a:path extrusionOk="0" fill="none" h="4871" w="4430">
                  <a:moveTo>
                    <a:pt x="3584" y="1"/>
                  </a:moveTo>
                  <a:cubicBezTo>
                    <a:pt x="3584" y="1"/>
                    <a:pt x="4072" y="1429"/>
                    <a:pt x="3977" y="1787"/>
                  </a:cubicBezTo>
                  <a:cubicBezTo>
                    <a:pt x="3977" y="1787"/>
                    <a:pt x="4430" y="4489"/>
                    <a:pt x="3346" y="4704"/>
                  </a:cubicBezTo>
                  <a:cubicBezTo>
                    <a:pt x="2501" y="4870"/>
                    <a:pt x="1667" y="4061"/>
                    <a:pt x="1346" y="3703"/>
                  </a:cubicBezTo>
                  <a:cubicBezTo>
                    <a:pt x="1251" y="3596"/>
                    <a:pt x="1191" y="3489"/>
                    <a:pt x="1144" y="3358"/>
                  </a:cubicBezTo>
                  <a:lnTo>
                    <a:pt x="941" y="2751"/>
                  </a:lnTo>
                  <a:cubicBezTo>
                    <a:pt x="941" y="2751"/>
                    <a:pt x="512" y="2787"/>
                    <a:pt x="251" y="2215"/>
                  </a:cubicBezTo>
                  <a:cubicBezTo>
                    <a:pt x="1" y="1644"/>
                    <a:pt x="524" y="1096"/>
                    <a:pt x="929" y="1953"/>
                  </a:cubicBezTo>
                  <a:cubicBezTo>
                    <a:pt x="929" y="1953"/>
                    <a:pt x="1251" y="1084"/>
                    <a:pt x="1227" y="739"/>
                  </a:cubicBezTo>
                  <a:cubicBezTo>
                    <a:pt x="1203" y="382"/>
                    <a:pt x="1655" y="465"/>
                    <a:pt x="1751" y="120"/>
                  </a:cubicBezTo>
                  <a:cubicBezTo>
                    <a:pt x="1751" y="120"/>
                    <a:pt x="2846" y="298"/>
                    <a:pt x="3584" y="1"/>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4"/>
            <p:cNvSpPr/>
            <p:nvPr/>
          </p:nvSpPr>
          <p:spPr>
            <a:xfrm>
              <a:off x="1950661" y="1957809"/>
              <a:ext cx="51756" cy="90573"/>
            </a:xfrm>
            <a:custGeom>
              <a:rect b="b" l="l" r="r" t="t"/>
              <a:pathLst>
                <a:path extrusionOk="0" h="1085" w="620">
                  <a:moveTo>
                    <a:pt x="1" y="1"/>
                  </a:moveTo>
                  <a:lnTo>
                    <a:pt x="96" y="1084"/>
                  </a:lnTo>
                  <a:lnTo>
                    <a:pt x="513" y="941"/>
                  </a:lnTo>
                  <a:cubicBezTo>
                    <a:pt x="525" y="929"/>
                    <a:pt x="536" y="929"/>
                    <a:pt x="548" y="917"/>
                  </a:cubicBezTo>
                  <a:cubicBezTo>
                    <a:pt x="608" y="870"/>
                    <a:pt x="620" y="786"/>
                    <a:pt x="572" y="727"/>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4"/>
            <p:cNvSpPr/>
            <p:nvPr/>
          </p:nvSpPr>
          <p:spPr>
            <a:xfrm>
              <a:off x="1950661" y="1957809"/>
              <a:ext cx="51756" cy="90573"/>
            </a:xfrm>
            <a:custGeom>
              <a:rect b="b" l="l" r="r" t="t"/>
              <a:pathLst>
                <a:path extrusionOk="0" fill="none" h="1085" w="620">
                  <a:moveTo>
                    <a:pt x="1" y="1"/>
                  </a:moveTo>
                  <a:lnTo>
                    <a:pt x="572" y="727"/>
                  </a:lnTo>
                  <a:cubicBezTo>
                    <a:pt x="620" y="786"/>
                    <a:pt x="608" y="870"/>
                    <a:pt x="548" y="917"/>
                  </a:cubicBezTo>
                  <a:cubicBezTo>
                    <a:pt x="536" y="929"/>
                    <a:pt x="525" y="929"/>
                    <a:pt x="513" y="941"/>
                  </a:cubicBezTo>
                  <a:lnTo>
                    <a:pt x="96" y="108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4"/>
            <p:cNvSpPr/>
            <p:nvPr/>
          </p:nvSpPr>
          <p:spPr>
            <a:xfrm>
              <a:off x="1881125" y="2072089"/>
              <a:ext cx="64695" cy="30887"/>
            </a:xfrm>
            <a:custGeom>
              <a:rect b="b" l="l" r="r" t="t"/>
              <a:pathLst>
                <a:path extrusionOk="0" fill="none" h="370" w="775">
                  <a:moveTo>
                    <a:pt x="0" y="1"/>
                  </a:moveTo>
                  <a:cubicBezTo>
                    <a:pt x="0" y="1"/>
                    <a:pt x="179" y="370"/>
                    <a:pt x="774" y="3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4"/>
            <p:cNvSpPr/>
            <p:nvPr/>
          </p:nvSpPr>
          <p:spPr>
            <a:xfrm>
              <a:off x="1869187" y="1918074"/>
              <a:ext cx="74629" cy="93495"/>
            </a:xfrm>
            <a:custGeom>
              <a:rect b="b" l="l" r="r" t="t"/>
              <a:pathLst>
                <a:path extrusionOk="0" fill="none" h="1120" w="894">
                  <a:moveTo>
                    <a:pt x="881" y="441"/>
                  </a:moveTo>
                  <a:cubicBezTo>
                    <a:pt x="893" y="810"/>
                    <a:pt x="715" y="1108"/>
                    <a:pt x="477" y="1120"/>
                  </a:cubicBezTo>
                  <a:cubicBezTo>
                    <a:pt x="250" y="1120"/>
                    <a:pt x="36" y="846"/>
                    <a:pt x="24" y="488"/>
                  </a:cubicBezTo>
                  <a:cubicBezTo>
                    <a:pt x="0" y="119"/>
                    <a:pt x="179" y="24"/>
                    <a:pt x="417" y="12"/>
                  </a:cubicBezTo>
                  <a:cubicBezTo>
                    <a:pt x="655" y="0"/>
                    <a:pt x="858" y="84"/>
                    <a:pt x="881" y="441"/>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4"/>
            <p:cNvSpPr/>
            <p:nvPr/>
          </p:nvSpPr>
          <p:spPr>
            <a:xfrm>
              <a:off x="1973534" y="1911980"/>
              <a:ext cx="60688" cy="91658"/>
            </a:xfrm>
            <a:custGeom>
              <a:rect b="b" l="l" r="r" t="t"/>
              <a:pathLst>
                <a:path extrusionOk="0" h="1098" w="727">
                  <a:moveTo>
                    <a:pt x="367" y="1"/>
                  </a:moveTo>
                  <a:cubicBezTo>
                    <a:pt x="356" y="1"/>
                    <a:pt x="345" y="1"/>
                    <a:pt x="334" y="2"/>
                  </a:cubicBezTo>
                  <a:cubicBezTo>
                    <a:pt x="143" y="2"/>
                    <a:pt x="1" y="109"/>
                    <a:pt x="12" y="466"/>
                  </a:cubicBezTo>
                  <a:cubicBezTo>
                    <a:pt x="36" y="816"/>
                    <a:pt x="196" y="1098"/>
                    <a:pt x="382" y="1098"/>
                  </a:cubicBezTo>
                  <a:cubicBezTo>
                    <a:pt x="386" y="1098"/>
                    <a:pt x="390" y="1098"/>
                    <a:pt x="393" y="1097"/>
                  </a:cubicBezTo>
                  <a:cubicBezTo>
                    <a:pt x="584" y="1097"/>
                    <a:pt x="727" y="800"/>
                    <a:pt x="715" y="442"/>
                  </a:cubicBezTo>
                  <a:cubicBezTo>
                    <a:pt x="692" y="95"/>
                    <a:pt x="544" y="1"/>
                    <a:pt x="36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4"/>
            <p:cNvSpPr/>
            <p:nvPr/>
          </p:nvSpPr>
          <p:spPr>
            <a:xfrm>
              <a:off x="1871191" y="1880259"/>
              <a:ext cx="59686" cy="30887"/>
            </a:xfrm>
            <a:custGeom>
              <a:rect b="b" l="l" r="r" t="t"/>
              <a:pathLst>
                <a:path extrusionOk="0" fill="none" h="370" w="715">
                  <a:moveTo>
                    <a:pt x="0" y="370"/>
                  </a:moveTo>
                  <a:cubicBezTo>
                    <a:pt x="0" y="370"/>
                    <a:pt x="262" y="1"/>
                    <a:pt x="715" y="28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4"/>
            <p:cNvSpPr/>
            <p:nvPr/>
          </p:nvSpPr>
          <p:spPr>
            <a:xfrm>
              <a:off x="1975537" y="1889274"/>
              <a:ext cx="25878" cy="14942"/>
            </a:xfrm>
            <a:custGeom>
              <a:rect b="b" l="l" r="r" t="t"/>
              <a:pathLst>
                <a:path extrusionOk="0" fill="none" h="179" w="310">
                  <a:moveTo>
                    <a:pt x="0" y="179"/>
                  </a:moveTo>
                  <a:cubicBezTo>
                    <a:pt x="84" y="83"/>
                    <a:pt x="191" y="24"/>
                    <a:pt x="31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4"/>
            <p:cNvSpPr/>
            <p:nvPr/>
          </p:nvSpPr>
          <p:spPr>
            <a:xfrm>
              <a:off x="1723103" y="1922999"/>
              <a:ext cx="148173" cy="41822"/>
            </a:xfrm>
            <a:custGeom>
              <a:rect b="b" l="l" r="r" t="t"/>
              <a:pathLst>
                <a:path extrusionOk="0" fill="none" h="501" w="1775">
                  <a:moveTo>
                    <a:pt x="1774" y="418"/>
                  </a:moveTo>
                  <a:cubicBezTo>
                    <a:pt x="1619" y="465"/>
                    <a:pt x="1465" y="489"/>
                    <a:pt x="1310" y="501"/>
                  </a:cubicBezTo>
                  <a:cubicBezTo>
                    <a:pt x="965" y="465"/>
                    <a:pt x="0" y="1"/>
                    <a:pt x="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4"/>
            <p:cNvSpPr/>
            <p:nvPr/>
          </p:nvSpPr>
          <p:spPr>
            <a:xfrm>
              <a:off x="1943732" y="1945872"/>
              <a:ext cx="30887" cy="6094"/>
            </a:xfrm>
            <a:custGeom>
              <a:rect b="b" l="l" r="r" t="t"/>
              <a:pathLst>
                <a:path extrusionOk="0" fill="none" h="73" w="370">
                  <a:moveTo>
                    <a:pt x="369" y="1"/>
                  </a:moveTo>
                  <a:lnTo>
                    <a:pt x="0" y="7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4"/>
            <p:cNvSpPr/>
            <p:nvPr/>
          </p:nvSpPr>
          <p:spPr>
            <a:xfrm>
              <a:off x="1901994" y="1941865"/>
              <a:ext cx="23875" cy="32974"/>
            </a:xfrm>
            <a:custGeom>
              <a:rect b="b" l="l" r="r" t="t"/>
              <a:pathLst>
                <a:path extrusionOk="0" h="395" w="286">
                  <a:moveTo>
                    <a:pt x="155" y="0"/>
                  </a:moveTo>
                  <a:cubicBezTo>
                    <a:pt x="88" y="0"/>
                    <a:pt x="23" y="90"/>
                    <a:pt x="12" y="180"/>
                  </a:cubicBezTo>
                  <a:cubicBezTo>
                    <a:pt x="0" y="287"/>
                    <a:pt x="48" y="382"/>
                    <a:pt x="131" y="394"/>
                  </a:cubicBezTo>
                  <a:cubicBezTo>
                    <a:pt x="135" y="395"/>
                    <a:pt x="139" y="395"/>
                    <a:pt x="143" y="395"/>
                  </a:cubicBezTo>
                  <a:cubicBezTo>
                    <a:pt x="209" y="395"/>
                    <a:pt x="263" y="305"/>
                    <a:pt x="274" y="203"/>
                  </a:cubicBezTo>
                  <a:cubicBezTo>
                    <a:pt x="286" y="96"/>
                    <a:pt x="238" y="1"/>
                    <a:pt x="167" y="1"/>
                  </a:cubicBezTo>
                  <a:cubicBezTo>
                    <a:pt x="163" y="0"/>
                    <a:pt x="159" y="0"/>
                    <a:pt x="15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4"/>
            <p:cNvSpPr/>
            <p:nvPr/>
          </p:nvSpPr>
          <p:spPr>
            <a:xfrm>
              <a:off x="1983467" y="1931848"/>
              <a:ext cx="16946" cy="32974"/>
            </a:xfrm>
            <a:custGeom>
              <a:rect b="b" l="l" r="r" t="t"/>
              <a:pathLst>
                <a:path extrusionOk="0" h="395" w="203">
                  <a:moveTo>
                    <a:pt x="110" y="1"/>
                  </a:moveTo>
                  <a:cubicBezTo>
                    <a:pt x="66" y="1"/>
                    <a:pt x="24" y="80"/>
                    <a:pt x="12" y="181"/>
                  </a:cubicBezTo>
                  <a:cubicBezTo>
                    <a:pt x="1" y="300"/>
                    <a:pt x="36" y="383"/>
                    <a:pt x="84" y="395"/>
                  </a:cubicBezTo>
                  <a:cubicBezTo>
                    <a:pt x="132" y="395"/>
                    <a:pt x="191" y="312"/>
                    <a:pt x="203" y="204"/>
                  </a:cubicBezTo>
                  <a:cubicBezTo>
                    <a:pt x="203" y="97"/>
                    <a:pt x="179" y="2"/>
                    <a:pt x="120" y="2"/>
                  </a:cubicBezTo>
                  <a:cubicBezTo>
                    <a:pt x="117" y="1"/>
                    <a:pt x="114" y="1"/>
                    <a:pt x="11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4"/>
            <p:cNvSpPr/>
            <p:nvPr/>
          </p:nvSpPr>
          <p:spPr>
            <a:xfrm>
              <a:off x="1656488" y="2956694"/>
              <a:ext cx="117369" cy="38817"/>
            </a:xfrm>
            <a:custGeom>
              <a:rect b="b" l="l" r="r" t="t"/>
              <a:pathLst>
                <a:path extrusionOk="0" fill="none" h="465" w="1406">
                  <a:moveTo>
                    <a:pt x="0" y="465"/>
                  </a:moveTo>
                  <a:cubicBezTo>
                    <a:pt x="179" y="0"/>
                    <a:pt x="1405" y="72"/>
                    <a:pt x="1405" y="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4"/>
            <p:cNvSpPr/>
            <p:nvPr/>
          </p:nvSpPr>
          <p:spPr>
            <a:xfrm>
              <a:off x="1658491" y="3015295"/>
              <a:ext cx="241584" cy="44827"/>
            </a:xfrm>
            <a:custGeom>
              <a:rect b="b" l="l" r="r" t="t"/>
              <a:pathLst>
                <a:path extrusionOk="0" fill="none" h="537" w="2894">
                  <a:moveTo>
                    <a:pt x="2893" y="1"/>
                  </a:moveTo>
                  <a:cubicBezTo>
                    <a:pt x="1596" y="310"/>
                    <a:pt x="191" y="537"/>
                    <a:pt x="0" y="9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4"/>
            <p:cNvSpPr/>
            <p:nvPr/>
          </p:nvSpPr>
          <p:spPr>
            <a:xfrm>
              <a:off x="2057011" y="2962621"/>
              <a:ext cx="29885" cy="10017"/>
            </a:xfrm>
            <a:custGeom>
              <a:rect b="b" l="l" r="r" t="t"/>
              <a:pathLst>
                <a:path extrusionOk="0" fill="none" h="120" w="358">
                  <a:moveTo>
                    <a:pt x="358" y="1"/>
                  </a:moveTo>
                  <a:cubicBezTo>
                    <a:pt x="358" y="1"/>
                    <a:pt x="227" y="48"/>
                    <a:pt x="1" y="12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4"/>
            <p:cNvSpPr/>
            <p:nvPr/>
          </p:nvSpPr>
          <p:spPr>
            <a:xfrm>
              <a:off x="492652" y="3793550"/>
              <a:ext cx="3817677" cy="795207"/>
            </a:xfrm>
            <a:custGeom>
              <a:rect b="b" l="l" r="r" t="t"/>
              <a:pathLst>
                <a:path extrusionOk="0" h="9526" w="45733">
                  <a:moveTo>
                    <a:pt x="20300" y="0"/>
                  </a:moveTo>
                  <a:cubicBezTo>
                    <a:pt x="8858" y="0"/>
                    <a:pt x="0" y="3429"/>
                    <a:pt x="0" y="3429"/>
                  </a:cubicBezTo>
                  <a:lnTo>
                    <a:pt x="0" y="9525"/>
                  </a:lnTo>
                  <a:lnTo>
                    <a:pt x="45732" y="9525"/>
                  </a:lnTo>
                  <a:cubicBezTo>
                    <a:pt x="45732" y="9525"/>
                    <a:pt x="34254" y="0"/>
                    <a:pt x="2030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4"/>
            <p:cNvSpPr/>
            <p:nvPr/>
          </p:nvSpPr>
          <p:spPr>
            <a:xfrm>
              <a:off x="1828451" y="3875023"/>
              <a:ext cx="908486" cy="138239"/>
            </a:xfrm>
            <a:custGeom>
              <a:rect b="b" l="l" r="r" t="t"/>
              <a:pathLst>
                <a:path extrusionOk="0" h="1656" w="10883">
                  <a:moveTo>
                    <a:pt x="5489" y="1"/>
                  </a:moveTo>
                  <a:lnTo>
                    <a:pt x="0" y="929"/>
                  </a:lnTo>
                  <a:lnTo>
                    <a:pt x="5394" y="1656"/>
                  </a:lnTo>
                  <a:lnTo>
                    <a:pt x="10883" y="727"/>
                  </a:lnTo>
                  <a:lnTo>
                    <a:pt x="5489"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4"/>
            <p:cNvSpPr/>
            <p:nvPr/>
          </p:nvSpPr>
          <p:spPr>
            <a:xfrm>
              <a:off x="1837383" y="3875023"/>
              <a:ext cx="844876" cy="128305"/>
            </a:xfrm>
            <a:custGeom>
              <a:rect b="b" l="l" r="r" t="t"/>
              <a:pathLst>
                <a:path extrusionOk="0" h="1537" w="10121">
                  <a:moveTo>
                    <a:pt x="5096" y="1"/>
                  </a:moveTo>
                  <a:lnTo>
                    <a:pt x="0" y="858"/>
                  </a:lnTo>
                  <a:lnTo>
                    <a:pt x="5013" y="1537"/>
                  </a:lnTo>
                  <a:lnTo>
                    <a:pt x="10121" y="679"/>
                  </a:lnTo>
                  <a:lnTo>
                    <a:pt x="5096"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4"/>
            <p:cNvSpPr/>
            <p:nvPr/>
          </p:nvSpPr>
          <p:spPr>
            <a:xfrm>
              <a:off x="1892060" y="3858161"/>
              <a:ext cx="844876" cy="128305"/>
            </a:xfrm>
            <a:custGeom>
              <a:rect b="b" l="l" r="r" t="t"/>
              <a:pathLst>
                <a:path extrusionOk="0" h="1537" w="10121">
                  <a:moveTo>
                    <a:pt x="5108" y="0"/>
                  </a:moveTo>
                  <a:lnTo>
                    <a:pt x="0" y="858"/>
                  </a:lnTo>
                  <a:lnTo>
                    <a:pt x="5025" y="1536"/>
                  </a:lnTo>
                  <a:lnTo>
                    <a:pt x="10121" y="667"/>
                  </a:lnTo>
                  <a:lnTo>
                    <a:pt x="5108"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4"/>
            <p:cNvSpPr/>
            <p:nvPr/>
          </p:nvSpPr>
          <p:spPr>
            <a:xfrm>
              <a:off x="1733036" y="4168278"/>
              <a:ext cx="287330" cy="58685"/>
            </a:xfrm>
            <a:custGeom>
              <a:rect b="b" l="l" r="r" t="t"/>
              <a:pathLst>
                <a:path extrusionOk="0" h="703" w="3442">
                  <a:moveTo>
                    <a:pt x="1727" y="0"/>
                  </a:moveTo>
                  <a:cubicBezTo>
                    <a:pt x="774" y="0"/>
                    <a:pt x="0" y="155"/>
                    <a:pt x="0" y="357"/>
                  </a:cubicBezTo>
                  <a:cubicBezTo>
                    <a:pt x="0" y="548"/>
                    <a:pt x="774" y="702"/>
                    <a:pt x="1727" y="702"/>
                  </a:cubicBezTo>
                  <a:cubicBezTo>
                    <a:pt x="2679" y="702"/>
                    <a:pt x="3441" y="548"/>
                    <a:pt x="3441" y="357"/>
                  </a:cubicBezTo>
                  <a:cubicBezTo>
                    <a:pt x="3441" y="155"/>
                    <a:pt x="2679" y="0"/>
                    <a:pt x="1727"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4"/>
            <p:cNvSpPr/>
            <p:nvPr/>
          </p:nvSpPr>
          <p:spPr>
            <a:xfrm>
              <a:off x="1752904" y="3980371"/>
              <a:ext cx="206774" cy="224721"/>
            </a:xfrm>
            <a:custGeom>
              <a:rect b="b" l="l" r="r" t="t"/>
              <a:pathLst>
                <a:path extrusionOk="0" h="2692" w="2477">
                  <a:moveTo>
                    <a:pt x="1239" y="1"/>
                  </a:moveTo>
                  <a:cubicBezTo>
                    <a:pt x="548" y="1"/>
                    <a:pt x="0" y="72"/>
                    <a:pt x="0" y="179"/>
                  </a:cubicBezTo>
                  <a:lnTo>
                    <a:pt x="0" y="2513"/>
                  </a:lnTo>
                  <a:cubicBezTo>
                    <a:pt x="0" y="2608"/>
                    <a:pt x="548" y="2692"/>
                    <a:pt x="1239" y="2692"/>
                  </a:cubicBezTo>
                  <a:cubicBezTo>
                    <a:pt x="1929" y="2692"/>
                    <a:pt x="2477" y="2608"/>
                    <a:pt x="2477" y="2513"/>
                  </a:cubicBezTo>
                  <a:lnTo>
                    <a:pt x="2477" y="179"/>
                  </a:lnTo>
                  <a:cubicBezTo>
                    <a:pt x="2477" y="72"/>
                    <a:pt x="1929" y="1"/>
                    <a:pt x="123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4"/>
            <p:cNvSpPr/>
            <p:nvPr/>
          </p:nvSpPr>
          <p:spPr>
            <a:xfrm>
              <a:off x="1752904" y="3980371"/>
              <a:ext cx="206774" cy="29885"/>
            </a:xfrm>
            <a:custGeom>
              <a:rect b="b" l="l" r="r" t="t"/>
              <a:pathLst>
                <a:path extrusionOk="0" h="358" w="2477">
                  <a:moveTo>
                    <a:pt x="1239" y="1"/>
                  </a:moveTo>
                  <a:cubicBezTo>
                    <a:pt x="548" y="1"/>
                    <a:pt x="0" y="72"/>
                    <a:pt x="0" y="179"/>
                  </a:cubicBezTo>
                  <a:cubicBezTo>
                    <a:pt x="0" y="275"/>
                    <a:pt x="548" y="358"/>
                    <a:pt x="1239" y="358"/>
                  </a:cubicBezTo>
                  <a:cubicBezTo>
                    <a:pt x="1929" y="358"/>
                    <a:pt x="2477" y="275"/>
                    <a:pt x="2477" y="179"/>
                  </a:cubicBezTo>
                  <a:cubicBezTo>
                    <a:pt x="2477" y="72"/>
                    <a:pt x="1929" y="1"/>
                    <a:pt x="123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4"/>
            <p:cNvSpPr/>
            <p:nvPr/>
          </p:nvSpPr>
          <p:spPr>
            <a:xfrm>
              <a:off x="1934800" y="4027786"/>
              <a:ext cx="100423" cy="143498"/>
            </a:xfrm>
            <a:custGeom>
              <a:rect b="b" l="l" r="r" t="t"/>
              <a:pathLst>
                <a:path extrusionOk="0" h="1719" w="1203">
                  <a:moveTo>
                    <a:pt x="555" y="0"/>
                  </a:moveTo>
                  <a:cubicBezTo>
                    <a:pt x="332" y="0"/>
                    <a:pt x="133" y="73"/>
                    <a:pt x="95" y="88"/>
                  </a:cubicBezTo>
                  <a:cubicBezTo>
                    <a:pt x="24" y="111"/>
                    <a:pt x="0" y="195"/>
                    <a:pt x="24" y="254"/>
                  </a:cubicBezTo>
                  <a:cubicBezTo>
                    <a:pt x="50" y="307"/>
                    <a:pt x="95" y="340"/>
                    <a:pt x="146" y="340"/>
                  </a:cubicBezTo>
                  <a:cubicBezTo>
                    <a:pt x="164" y="340"/>
                    <a:pt x="183" y="335"/>
                    <a:pt x="203" y="326"/>
                  </a:cubicBezTo>
                  <a:cubicBezTo>
                    <a:pt x="263" y="303"/>
                    <a:pt x="415" y="261"/>
                    <a:pt x="561" y="261"/>
                  </a:cubicBezTo>
                  <a:cubicBezTo>
                    <a:pt x="644" y="261"/>
                    <a:pt x="725" y="275"/>
                    <a:pt x="786" y="314"/>
                  </a:cubicBezTo>
                  <a:cubicBezTo>
                    <a:pt x="869" y="373"/>
                    <a:pt x="917" y="492"/>
                    <a:pt x="917" y="659"/>
                  </a:cubicBezTo>
                  <a:cubicBezTo>
                    <a:pt x="917" y="1338"/>
                    <a:pt x="167" y="1457"/>
                    <a:pt x="131" y="1457"/>
                  </a:cubicBezTo>
                  <a:cubicBezTo>
                    <a:pt x="60" y="1469"/>
                    <a:pt x="12" y="1528"/>
                    <a:pt x="12" y="1612"/>
                  </a:cubicBezTo>
                  <a:cubicBezTo>
                    <a:pt x="24" y="1671"/>
                    <a:pt x="84" y="1719"/>
                    <a:pt x="155" y="1719"/>
                  </a:cubicBezTo>
                  <a:lnTo>
                    <a:pt x="167" y="1719"/>
                  </a:lnTo>
                  <a:cubicBezTo>
                    <a:pt x="524" y="1671"/>
                    <a:pt x="1203" y="1385"/>
                    <a:pt x="1203" y="659"/>
                  </a:cubicBezTo>
                  <a:cubicBezTo>
                    <a:pt x="1203" y="397"/>
                    <a:pt x="1107" y="207"/>
                    <a:pt x="941" y="99"/>
                  </a:cubicBezTo>
                  <a:cubicBezTo>
                    <a:pt x="822" y="25"/>
                    <a:pt x="685" y="0"/>
                    <a:pt x="55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4"/>
            <p:cNvSpPr/>
            <p:nvPr/>
          </p:nvSpPr>
          <p:spPr>
            <a:xfrm>
              <a:off x="2084892" y="4034882"/>
              <a:ext cx="27881" cy="24208"/>
            </a:xfrm>
            <a:custGeom>
              <a:rect b="b" l="l" r="r" t="t"/>
              <a:pathLst>
                <a:path extrusionOk="0" h="290" w="334">
                  <a:moveTo>
                    <a:pt x="313" y="1"/>
                  </a:moveTo>
                  <a:cubicBezTo>
                    <a:pt x="283" y="1"/>
                    <a:pt x="218" y="47"/>
                    <a:pt x="143" y="122"/>
                  </a:cubicBezTo>
                  <a:cubicBezTo>
                    <a:pt x="60" y="193"/>
                    <a:pt x="0" y="276"/>
                    <a:pt x="12" y="288"/>
                  </a:cubicBezTo>
                  <a:cubicBezTo>
                    <a:pt x="14" y="289"/>
                    <a:pt x="16" y="290"/>
                    <a:pt x="19" y="290"/>
                  </a:cubicBezTo>
                  <a:cubicBezTo>
                    <a:pt x="48" y="290"/>
                    <a:pt x="114" y="235"/>
                    <a:pt x="191" y="169"/>
                  </a:cubicBezTo>
                  <a:cubicBezTo>
                    <a:pt x="274" y="86"/>
                    <a:pt x="333" y="14"/>
                    <a:pt x="321" y="3"/>
                  </a:cubicBezTo>
                  <a:cubicBezTo>
                    <a:pt x="319" y="1"/>
                    <a:pt x="316" y="1"/>
                    <a:pt x="313"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4"/>
            <p:cNvSpPr/>
            <p:nvPr/>
          </p:nvSpPr>
          <p:spPr>
            <a:xfrm>
              <a:off x="2088815" y="3773599"/>
              <a:ext cx="303274" cy="276477"/>
            </a:xfrm>
            <a:custGeom>
              <a:rect b="b" l="l" r="r" t="t"/>
              <a:pathLst>
                <a:path extrusionOk="0" h="3312" w="3633">
                  <a:moveTo>
                    <a:pt x="3452" y="0"/>
                  </a:moveTo>
                  <a:cubicBezTo>
                    <a:pt x="3305" y="0"/>
                    <a:pt x="3014" y="177"/>
                    <a:pt x="2739" y="442"/>
                  </a:cubicBezTo>
                  <a:lnTo>
                    <a:pt x="536" y="2525"/>
                  </a:lnTo>
                  <a:lnTo>
                    <a:pt x="536" y="2537"/>
                  </a:lnTo>
                  <a:cubicBezTo>
                    <a:pt x="203" y="2859"/>
                    <a:pt x="1" y="3192"/>
                    <a:pt x="108" y="3287"/>
                  </a:cubicBezTo>
                  <a:cubicBezTo>
                    <a:pt x="124" y="3304"/>
                    <a:pt x="149" y="3312"/>
                    <a:pt x="180" y="3312"/>
                  </a:cubicBezTo>
                  <a:cubicBezTo>
                    <a:pt x="327" y="3312"/>
                    <a:pt x="619" y="3136"/>
                    <a:pt x="894" y="2871"/>
                  </a:cubicBezTo>
                  <a:lnTo>
                    <a:pt x="3096" y="787"/>
                  </a:lnTo>
                  <a:cubicBezTo>
                    <a:pt x="3430" y="454"/>
                    <a:pt x="3632" y="120"/>
                    <a:pt x="3525" y="25"/>
                  </a:cubicBezTo>
                  <a:cubicBezTo>
                    <a:pt x="3508" y="8"/>
                    <a:pt x="3484" y="0"/>
                    <a:pt x="3452"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4"/>
            <p:cNvSpPr/>
            <p:nvPr/>
          </p:nvSpPr>
          <p:spPr>
            <a:xfrm>
              <a:off x="2282649" y="3836290"/>
              <a:ext cx="37815" cy="35812"/>
            </a:xfrm>
            <a:custGeom>
              <a:rect b="b" l="l" r="r" t="t"/>
              <a:pathLst>
                <a:path extrusionOk="0" h="429" w="453">
                  <a:moveTo>
                    <a:pt x="96" y="0"/>
                  </a:moveTo>
                  <a:lnTo>
                    <a:pt x="0" y="84"/>
                  </a:lnTo>
                  <a:cubicBezTo>
                    <a:pt x="48" y="143"/>
                    <a:pt x="108" y="203"/>
                    <a:pt x="167" y="262"/>
                  </a:cubicBezTo>
                  <a:cubicBezTo>
                    <a:pt x="227" y="322"/>
                    <a:pt x="298" y="381"/>
                    <a:pt x="358" y="429"/>
                  </a:cubicBezTo>
                  <a:lnTo>
                    <a:pt x="453" y="334"/>
                  </a:lnTo>
                  <a:cubicBezTo>
                    <a:pt x="381" y="286"/>
                    <a:pt x="322" y="238"/>
                    <a:pt x="262" y="179"/>
                  </a:cubicBezTo>
                  <a:cubicBezTo>
                    <a:pt x="203" y="119"/>
                    <a:pt x="143" y="60"/>
                    <a:pt x="9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4"/>
            <p:cNvSpPr/>
            <p:nvPr/>
          </p:nvSpPr>
          <p:spPr>
            <a:xfrm>
              <a:off x="2249842" y="3770677"/>
              <a:ext cx="111359" cy="79638"/>
            </a:xfrm>
            <a:custGeom>
              <a:rect b="b" l="l" r="r" t="t"/>
              <a:pathLst>
                <a:path extrusionOk="0" fill="none" h="954" w="1334">
                  <a:moveTo>
                    <a:pt x="1334" y="96"/>
                  </a:moveTo>
                  <a:cubicBezTo>
                    <a:pt x="1334" y="96"/>
                    <a:pt x="1179" y="1"/>
                    <a:pt x="834" y="262"/>
                  </a:cubicBezTo>
                  <a:cubicBezTo>
                    <a:pt x="477" y="513"/>
                    <a:pt x="155" y="953"/>
                    <a:pt x="0" y="94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4"/>
            <p:cNvSpPr/>
            <p:nvPr/>
          </p:nvSpPr>
          <p:spPr>
            <a:xfrm>
              <a:off x="2008344" y="3872018"/>
              <a:ext cx="316129" cy="415551"/>
            </a:xfrm>
            <a:custGeom>
              <a:rect b="b" l="l" r="r" t="t"/>
              <a:pathLst>
                <a:path extrusionOk="0" h="4978" w="3787">
                  <a:moveTo>
                    <a:pt x="3392" y="523"/>
                  </a:moveTo>
                  <a:cubicBezTo>
                    <a:pt x="3319" y="608"/>
                    <a:pt x="3252" y="729"/>
                    <a:pt x="3215" y="834"/>
                  </a:cubicBezTo>
                  <a:cubicBezTo>
                    <a:pt x="3132" y="1061"/>
                    <a:pt x="2381" y="1215"/>
                    <a:pt x="2381" y="1215"/>
                  </a:cubicBezTo>
                  <a:cubicBezTo>
                    <a:pt x="2536" y="1084"/>
                    <a:pt x="2703" y="953"/>
                    <a:pt x="2870" y="846"/>
                  </a:cubicBezTo>
                  <a:cubicBezTo>
                    <a:pt x="2952" y="809"/>
                    <a:pt x="3197" y="681"/>
                    <a:pt x="3392" y="523"/>
                  </a:cubicBezTo>
                  <a:close/>
                  <a:moveTo>
                    <a:pt x="3474" y="0"/>
                  </a:moveTo>
                  <a:cubicBezTo>
                    <a:pt x="3018" y="0"/>
                    <a:pt x="1802" y="566"/>
                    <a:pt x="1393" y="715"/>
                  </a:cubicBezTo>
                  <a:cubicBezTo>
                    <a:pt x="905" y="906"/>
                    <a:pt x="250" y="1954"/>
                    <a:pt x="250" y="2275"/>
                  </a:cubicBezTo>
                  <a:cubicBezTo>
                    <a:pt x="250" y="2585"/>
                    <a:pt x="0" y="3192"/>
                    <a:pt x="0" y="3192"/>
                  </a:cubicBezTo>
                  <a:lnTo>
                    <a:pt x="988" y="4978"/>
                  </a:lnTo>
                  <a:cubicBezTo>
                    <a:pt x="988" y="4978"/>
                    <a:pt x="1393" y="4311"/>
                    <a:pt x="1858" y="4204"/>
                  </a:cubicBezTo>
                  <a:cubicBezTo>
                    <a:pt x="2322" y="4097"/>
                    <a:pt x="3060" y="3740"/>
                    <a:pt x="3060" y="3740"/>
                  </a:cubicBezTo>
                  <a:cubicBezTo>
                    <a:pt x="3417" y="3466"/>
                    <a:pt x="3215" y="3192"/>
                    <a:pt x="3215" y="3192"/>
                  </a:cubicBezTo>
                  <a:cubicBezTo>
                    <a:pt x="3644" y="2930"/>
                    <a:pt x="3334" y="2620"/>
                    <a:pt x="3334" y="2620"/>
                  </a:cubicBezTo>
                  <a:lnTo>
                    <a:pt x="3513" y="2430"/>
                  </a:lnTo>
                  <a:cubicBezTo>
                    <a:pt x="3739" y="2180"/>
                    <a:pt x="3524" y="1858"/>
                    <a:pt x="3524" y="1858"/>
                  </a:cubicBezTo>
                  <a:lnTo>
                    <a:pt x="3524" y="1596"/>
                  </a:lnTo>
                  <a:cubicBezTo>
                    <a:pt x="3727" y="1192"/>
                    <a:pt x="3786" y="680"/>
                    <a:pt x="3655" y="477"/>
                  </a:cubicBezTo>
                  <a:cubicBezTo>
                    <a:pt x="3629" y="432"/>
                    <a:pt x="3597" y="413"/>
                    <a:pt x="3562" y="413"/>
                  </a:cubicBezTo>
                  <a:cubicBezTo>
                    <a:pt x="3539" y="413"/>
                    <a:pt x="3515" y="421"/>
                    <a:pt x="3491" y="435"/>
                  </a:cubicBezTo>
                  <a:lnTo>
                    <a:pt x="3491" y="435"/>
                  </a:lnTo>
                  <a:cubicBezTo>
                    <a:pt x="3612" y="317"/>
                    <a:pt x="3688" y="189"/>
                    <a:pt x="3644" y="72"/>
                  </a:cubicBezTo>
                  <a:cubicBezTo>
                    <a:pt x="3624" y="22"/>
                    <a:pt x="3564" y="0"/>
                    <a:pt x="3474"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4"/>
            <p:cNvSpPr/>
            <p:nvPr/>
          </p:nvSpPr>
          <p:spPr>
            <a:xfrm>
              <a:off x="818629" y="2494482"/>
              <a:ext cx="586513" cy="921508"/>
            </a:xfrm>
            <a:custGeom>
              <a:rect b="b" l="l" r="r" t="t"/>
              <a:pathLst>
                <a:path extrusionOk="0" h="11039" w="7026">
                  <a:moveTo>
                    <a:pt x="4382" y="1"/>
                  </a:moveTo>
                  <a:lnTo>
                    <a:pt x="2501" y="311"/>
                  </a:lnTo>
                  <a:lnTo>
                    <a:pt x="358" y="1513"/>
                  </a:lnTo>
                  <a:lnTo>
                    <a:pt x="429" y="4120"/>
                  </a:lnTo>
                  <a:lnTo>
                    <a:pt x="1215" y="6395"/>
                  </a:lnTo>
                  <a:lnTo>
                    <a:pt x="0" y="9109"/>
                  </a:lnTo>
                  <a:lnTo>
                    <a:pt x="3382" y="11038"/>
                  </a:lnTo>
                  <a:cubicBezTo>
                    <a:pt x="3382" y="11038"/>
                    <a:pt x="4120" y="9502"/>
                    <a:pt x="4180" y="8895"/>
                  </a:cubicBezTo>
                  <a:cubicBezTo>
                    <a:pt x="4226" y="8506"/>
                    <a:pt x="4425" y="8463"/>
                    <a:pt x="4756" y="8463"/>
                  </a:cubicBezTo>
                  <a:cubicBezTo>
                    <a:pt x="4852" y="8463"/>
                    <a:pt x="4959" y="8466"/>
                    <a:pt x="5077" y="8466"/>
                  </a:cubicBezTo>
                  <a:cubicBezTo>
                    <a:pt x="5175" y="8466"/>
                    <a:pt x="5281" y="8464"/>
                    <a:pt x="5394" y="8454"/>
                  </a:cubicBezTo>
                  <a:cubicBezTo>
                    <a:pt x="6108" y="8383"/>
                    <a:pt x="5989" y="6847"/>
                    <a:pt x="6096" y="6264"/>
                  </a:cubicBezTo>
                  <a:cubicBezTo>
                    <a:pt x="6192" y="5692"/>
                    <a:pt x="7025" y="5883"/>
                    <a:pt x="6751" y="5561"/>
                  </a:cubicBezTo>
                  <a:cubicBezTo>
                    <a:pt x="6489" y="5240"/>
                    <a:pt x="6037" y="4240"/>
                    <a:pt x="6037" y="4240"/>
                  </a:cubicBezTo>
                  <a:cubicBezTo>
                    <a:pt x="6037" y="4240"/>
                    <a:pt x="6144" y="3882"/>
                    <a:pt x="6287" y="3501"/>
                  </a:cubicBezTo>
                  <a:cubicBezTo>
                    <a:pt x="6442" y="3132"/>
                    <a:pt x="5477" y="1192"/>
                    <a:pt x="5477" y="1192"/>
                  </a:cubicBezTo>
                  <a:lnTo>
                    <a:pt x="5156" y="441"/>
                  </a:lnTo>
                  <a:lnTo>
                    <a:pt x="438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4"/>
            <p:cNvSpPr/>
            <p:nvPr/>
          </p:nvSpPr>
          <p:spPr>
            <a:xfrm>
              <a:off x="607933" y="2317678"/>
              <a:ext cx="720661" cy="766323"/>
            </a:xfrm>
            <a:custGeom>
              <a:rect b="b" l="l" r="r" t="t"/>
              <a:pathLst>
                <a:path extrusionOk="0" h="9180" w="8633">
                  <a:moveTo>
                    <a:pt x="6741" y="0"/>
                  </a:moveTo>
                  <a:cubicBezTo>
                    <a:pt x="6466" y="0"/>
                    <a:pt x="6143" y="489"/>
                    <a:pt x="6275" y="1047"/>
                  </a:cubicBezTo>
                  <a:cubicBezTo>
                    <a:pt x="6275" y="1047"/>
                    <a:pt x="5407" y="599"/>
                    <a:pt x="4977" y="599"/>
                  </a:cubicBezTo>
                  <a:cubicBezTo>
                    <a:pt x="4927" y="599"/>
                    <a:pt x="4882" y="605"/>
                    <a:pt x="4846" y="619"/>
                  </a:cubicBezTo>
                  <a:cubicBezTo>
                    <a:pt x="4584" y="714"/>
                    <a:pt x="4489" y="1214"/>
                    <a:pt x="5049" y="1655"/>
                  </a:cubicBezTo>
                  <a:cubicBezTo>
                    <a:pt x="5049" y="1655"/>
                    <a:pt x="4665" y="1569"/>
                    <a:pt x="4164" y="1569"/>
                  </a:cubicBezTo>
                  <a:cubicBezTo>
                    <a:pt x="3177" y="1569"/>
                    <a:pt x="1735" y="1899"/>
                    <a:pt x="1870" y="3857"/>
                  </a:cubicBezTo>
                  <a:cubicBezTo>
                    <a:pt x="1870" y="3857"/>
                    <a:pt x="0" y="5238"/>
                    <a:pt x="3441" y="9179"/>
                  </a:cubicBezTo>
                  <a:cubicBezTo>
                    <a:pt x="3441" y="9179"/>
                    <a:pt x="4263" y="8989"/>
                    <a:pt x="4489" y="8858"/>
                  </a:cubicBezTo>
                  <a:cubicBezTo>
                    <a:pt x="4620" y="8786"/>
                    <a:pt x="5703" y="7917"/>
                    <a:pt x="5703" y="7917"/>
                  </a:cubicBezTo>
                  <a:cubicBezTo>
                    <a:pt x="5394" y="7810"/>
                    <a:pt x="4846" y="7489"/>
                    <a:pt x="4703" y="7108"/>
                  </a:cubicBezTo>
                  <a:cubicBezTo>
                    <a:pt x="4513" y="6619"/>
                    <a:pt x="4763" y="6048"/>
                    <a:pt x="5227" y="5965"/>
                  </a:cubicBezTo>
                  <a:cubicBezTo>
                    <a:pt x="5267" y="5958"/>
                    <a:pt x="5305" y="5954"/>
                    <a:pt x="5340" y="5954"/>
                  </a:cubicBezTo>
                  <a:cubicBezTo>
                    <a:pt x="5547" y="5954"/>
                    <a:pt x="5684" y="6069"/>
                    <a:pt x="5846" y="6262"/>
                  </a:cubicBezTo>
                  <a:cubicBezTo>
                    <a:pt x="5846" y="6262"/>
                    <a:pt x="5394" y="5691"/>
                    <a:pt x="5430" y="5465"/>
                  </a:cubicBezTo>
                  <a:cubicBezTo>
                    <a:pt x="5465" y="5191"/>
                    <a:pt x="6144" y="4905"/>
                    <a:pt x="6192" y="4631"/>
                  </a:cubicBezTo>
                  <a:cubicBezTo>
                    <a:pt x="6215" y="4500"/>
                    <a:pt x="5918" y="4238"/>
                    <a:pt x="5989" y="4131"/>
                  </a:cubicBezTo>
                  <a:cubicBezTo>
                    <a:pt x="6406" y="3595"/>
                    <a:pt x="8347" y="4226"/>
                    <a:pt x="8144" y="2417"/>
                  </a:cubicBezTo>
                  <a:cubicBezTo>
                    <a:pt x="7954" y="607"/>
                    <a:pt x="8632" y="869"/>
                    <a:pt x="8489" y="381"/>
                  </a:cubicBezTo>
                  <a:cubicBezTo>
                    <a:pt x="8465" y="302"/>
                    <a:pt x="8395" y="266"/>
                    <a:pt x="8299" y="266"/>
                  </a:cubicBezTo>
                  <a:cubicBezTo>
                    <a:pt x="7974" y="266"/>
                    <a:pt x="7358" y="682"/>
                    <a:pt x="7275" y="1262"/>
                  </a:cubicBezTo>
                  <a:cubicBezTo>
                    <a:pt x="7275" y="1262"/>
                    <a:pt x="7144" y="119"/>
                    <a:pt x="6811" y="12"/>
                  </a:cubicBezTo>
                  <a:cubicBezTo>
                    <a:pt x="6788" y="4"/>
                    <a:pt x="6764" y="0"/>
                    <a:pt x="6741"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4"/>
            <p:cNvSpPr/>
            <p:nvPr/>
          </p:nvSpPr>
          <p:spPr>
            <a:xfrm>
              <a:off x="1296702" y="2814533"/>
              <a:ext cx="14024" cy="42907"/>
            </a:xfrm>
            <a:custGeom>
              <a:rect b="b" l="l" r="r" t="t"/>
              <a:pathLst>
                <a:path extrusionOk="0" h="514" w="168">
                  <a:moveTo>
                    <a:pt x="72" y="1"/>
                  </a:moveTo>
                  <a:cubicBezTo>
                    <a:pt x="24" y="1"/>
                    <a:pt x="0" y="120"/>
                    <a:pt x="0" y="263"/>
                  </a:cubicBezTo>
                  <a:cubicBezTo>
                    <a:pt x="0" y="399"/>
                    <a:pt x="44" y="514"/>
                    <a:pt x="79" y="514"/>
                  </a:cubicBezTo>
                  <a:cubicBezTo>
                    <a:pt x="80" y="514"/>
                    <a:pt x="82" y="513"/>
                    <a:pt x="84" y="513"/>
                  </a:cubicBezTo>
                  <a:cubicBezTo>
                    <a:pt x="131" y="513"/>
                    <a:pt x="167" y="406"/>
                    <a:pt x="167" y="263"/>
                  </a:cubicBezTo>
                  <a:cubicBezTo>
                    <a:pt x="155" y="120"/>
                    <a:pt x="119" y="1"/>
                    <a:pt x="7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4"/>
            <p:cNvSpPr/>
            <p:nvPr/>
          </p:nvSpPr>
          <p:spPr>
            <a:xfrm>
              <a:off x="1281760" y="2760857"/>
              <a:ext cx="29885" cy="32890"/>
            </a:xfrm>
            <a:custGeom>
              <a:rect b="b" l="l" r="r" t="t"/>
              <a:pathLst>
                <a:path extrusionOk="0" fill="none" h="394" w="358">
                  <a:moveTo>
                    <a:pt x="1" y="394"/>
                  </a:moveTo>
                  <a:cubicBezTo>
                    <a:pt x="1" y="394"/>
                    <a:pt x="120" y="25"/>
                    <a:pt x="358"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4"/>
            <p:cNvSpPr/>
            <p:nvPr/>
          </p:nvSpPr>
          <p:spPr>
            <a:xfrm>
              <a:off x="1068059" y="2422942"/>
              <a:ext cx="98503" cy="143247"/>
            </a:xfrm>
            <a:custGeom>
              <a:rect b="b" l="l" r="r" t="t"/>
              <a:pathLst>
                <a:path extrusionOk="0" fill="none" h="1716" w="1180">
                  <a:moveTo>
                    <a:pt x="1" y="1620"/>
                  </a:moveTo>
                  <a:cubicBezTo>
                    <a:pt x="1180" y="1715"/>
                    <a:pt x="203" y="1"/>
                    <a:pt x="203" y="1"/>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4"/>
            <p:cNvSpPr/>
            <p:nvPr/>
          </p:nvSpPr>
          <p:spPr>
            <a:xfrm>
              <a:off x="821635" y="2514433"/>
              <a:ext cx="217709" cy="111359"/>
            </a:xfrm>
            <a:custGeom>
              <a:rect b="b" l="l" r="r" t="t"/>
              <a:pathLst>
                <a:path extrusionOk="0" fill="none" h="1334" w="2608">
                  <a:moveTo>
                    <a:pt x="0" y="1334"/>
                  </a:moveTo>
                  <a:cubicBezTo>
                    <a:pt x="0" y="1334"/>
                    <a:pt x="917" y="0"/>
                    <a:pt x="2608" y="464"/>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4"/>
            <p:cNvSpPr/>
            <p:nvPr/>
          </p:nvSpPr>
          <p:spPr>
            <a:xfrm>
              <a:off x="1088010" y="2494482"/>
              <a:ext cx="123296" cy="124381"/>
            </a:xfrm>
            <a:custGeom>
              <a:rect b="b" l="l" r="r" t="t"/>
              <a:pathLst>
                <a:path extrusionOk="0" fill="none" h="1490" w="1477">
                  <a:moveTo>
                    <a:pt x="1369" y="1"/>
                  </a:moveTo>
                  <a:cubicBezTo>
                    <a:pt x="1476" y="596"/>
                    <a:pt x="1369" y="1394"/>
                    <a:pt x="0" y="1489"/>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4"/>
            <p:cNvSpPr/>
            <p:nvPr/>
          </p:nvSpPr>
          <p:spPr>
            <a:xfrm>
              <a:off x="1182422" y="2439888"/>
              <a:ext cx="11019" cy="22873"/>
            </a:xfrm>
            <a:custGeom>
              <a:rect b="b" l="l" r="r" t="t"/>
              <a:pathLst>
                <a:path extrusionOk="0" fill="none" h="274" w="132">
                  <a:moveTo>
                    <a:pt x="0" y="0"/>
                  </a:moveTo>
                  <a:cubicBezTo>
                    <a:pt x="48" y="83"/>
                    <a:pt x="95" y="179"/>
                    <a:pt x="131" y="274"/>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4"/>
            <p:cNvSpPr/>
            <p:nvPr/>
          </p:nvSpPr>
          <p:spPr>
            <a:xfrm>
              <a:off x="331625" y="3206290"/>
              <a:ext cx="1044637" cy="1382471"/>
            </a:xfrm>
            <a:custGeom>
              <a:rect b="b" l="l" r="r" t="t"/>
              <a:pathLst>
                <a:path extrusionOk="0" h="16561" w="12514">
                  <a:moveTo>
                    <a:pt x="5780" y="0"/>
                  </a:moveTo>
                  <a:cubicBezTo>
                    <a:pt x="5449" y="0"/>
                    <a:pt x="5162" y="77"/>
                    <a:pt x="4941" y="249"/>
                  </a:cubicBezTo>
                  <a:cubicBezTo>
                    <a:pt x="310" y="3880"/>
                    <a:pt x="286" y="6976"/>
                    <a:pt x="0" y="16560"/>
                  </a:cubicBezTo>
                  <a:lnTo>
                    <a:pt x="11454" y="16560"/>
                  </a:lnTo>
                  <a:cubicBezTo>
                    <a:pt x="11454" y="16560"/>
                    <a:pt x="12514" y="5702"/>
                    <a:pt x="11264" y="3666"/>
                  </a:cubicBezTo>
                  <a:cubicBezTo>
                    <a:pt x="10221" y="1957"/>
                    <a:pt x="7445" y="0"/>
                    <a:pt x="5780"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4"/>
            <p:cNvSpPr/>
            <p:nvPr/>
          </p:nvSpPr>
          <p:spPr>
            <a:xfrm>
              <a:off x="1037256" y="3479510"/>
              <a:ext cx="1096393" cy="1090383"/>
            </a:xfrm>
            <a:custGeom>
              <a:rect b="b" l="l" r="r" t="t"/>
              <a:pathLst>
                <a:path extrusionOk="0" h="13062" w="13134">
                  <a:moveTo>
                    <a:pt x="1989" y="0"/>
                  </a:moveTo>
                  <a:cubicBezTo>
                    <a:pt x="1" y="107"/>
                    <a:pt x="679" y="3870"/>
                    <a:pt x="1311" y="5596"/>
                  </a:cubicBezTo>
                  <a:cubicBezTo>
                    <a:pt x="1953" y="7310"/>
                    <a:pt x="3870" y="13061"/>
                    <a:pt x="5966" y="13061"/>
                  </a:cubicBezTo>
                  <a:cubicBezTo>
                    <a:pt x="8538" y="13061"/>
                    <a:pt x="12895" y="10537"/>
                    <a:pt x="13002" y="9573"/>
                  </a:cubicBezTo>
                  <a:cubicBezTo>
                    <a:pt x="13133" y="8561"/>
                    <a:pt x="12657" y="7858"/>
                    <a:pt x="11895" y="7751"/>
                  </a:cubicBezTo>
                  <a:cubicBezTo>
                    <a:pt x="11804" y="7736"/>
                    <a:pt x="11715" y="7730"/>
                    <a:pt x="11628" y="7730"/>
                  </a:cubicBezTo>
                  <a:cubicBezTo>
                    <a:pt x="10999" y="7730"/>
                    <a:pt x="10466" y="8082"/>
                    <a:pt x="9859" y="8406"/>
                  </a:cubicBezTo>
                  <a:cubicBezTo>
                    <a:pt x="9133" y="8811"/>
                    <a:pt x="8359" y="8858"/>
                    <a:pt x="7966" y="8918"/>
                  </a:cubicBezTo>
                  <a:cubicBezTo>
                    <a:pt x="7927" y="8925"/>
                    <a:pt x="7887" y="8929"/>
                    <a:pt x="7847" y="8929"/>
                  </a:cubicBezTo>
                  <a:cubicBezTo>
                    <a:pt x="7636" y="8929"/>
                    <a:pt x="7432" y="8824"/>
                    <a:pt x="7311" y="8644"/>
                  </a:cubicBezTo>
                  <a:cubicBezTo>
                    <a:pt x="6394" y="7310"/>
                    <a:pt x="5025" y="4632"/>
                    <a:pt x="4275" y="2596"/>
                  </a:cubicBezTo>
                  <a:cubicBezTo>
                    <a:pt x="3466" y="381"/>
                    <a:pt x="1989" y="0"/>
                    <a:pt x="1989"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4"/>
            <p:cNvSpPr/>
            <p:nvPr/>
          </p:nvSpPr>
          <p:spPr>
            <a:xfrm>
              <a:off x="1138680" y="3479510"/>
              <a:ext cx="54761" cy="18949"/>
            </a:xfrm>
            <a:custGeom>
              <a:rect b="b" l="l" r="r" t="t"/>
              <a:pathLst>
                <a:path extrusionOk="0" fill="none" h="227" w="656">
                  <a:moveTo>
                    <a:pt x="0" y="226"/>
                  </a:moveTo>
                  <a:cubicBezTo>
                    <a:pt x="191" y="83"/>
                    <a:pt x="417" y="0"/>
                    <a:pt x="655" y="0"/>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4"/>
            <p:cNvSpPr/>
            <p:nvPr/>
          </p:nvSpPr>
          <p:spPr>
            <a:xfrm>
              <a:off x="1095940" y="3533102"/>
              <a:ext cx="13022" cy="32890"/>
            </a:xfrm>
            <a:custGeom>
              <a:rect b="b" l="l" r="r" t="t"/>
              <a:pathLst>
                <a:path extrusionOk="0" fill="none" h="394" w="156">
                  <a:moveTo>
                    <a:pt x="0" y="394"/>
                  </a:moveTo>
                  <a:cubicBezTo>
                    <a:pt x="36" y="263"/>
                    <a:pt x="96" y="120"/>
                    <a:pt x="155" y="1"/>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4"/>
            <p:cNvSpPr/>
            <p:nvPr/>
          </p:nvSpPr>
          <p:spPr>
            <a:xfrm>
              <a:off x="1070062" y="3594791"/>
              <a:ext cx="204854" cy="654046"/>
            </a:xfrm>
            <a:custGeom>
              <a:rect b="b" l="l" r="r" t="t"/>
              <a:pathLst>
                <a:path extrusionOk="0" fill="none" h="7835" w="2454">
                  <a:moveTo>
                    <a:pt x="2453" y="7834"/>
                  </a:moveTo>
                  <a:cubicBezTo>
                    <a:pt x="1834" y="6668"/>
                    <a:pt x="1287" y="5453"/>
                    <a:pt x="810" y="4203"/>
                  </a:cubicBezTo>
                  <a:cubicBezTo>
                    <a:pt x="406" y="3143"/>
                    <a:pt x="1" y="1274"/>
                    <a:pt x="227" y="0"/>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4"/>
            <p:cNvSpPr/>
            <p:nvPr/>
          </p:nvSpPr>
          <p:spPr>
            <a:xfrm>
              <a:off x="806692" y="3158624"/>
              <a:ext cx="441346" cy="288164"/>
            </a:xfrm>
            <a:custGeom>
              <a:rect b="b" l="l" r="r" t="t"/>
              <a:pathLst>
                <a:path extrusionOk="0" h="3452" w="5287">
                  <a:moveTo>
                    <a:pt x="835" y="1"/>
                  </a:moveTo>
                  <a:cubicBezTo>
                    <a:pt x="696" y="1"/>
                    <a:pt x="571" y="19"/>
                    <a:pt x="465" y="58"/>
                  </a:cubicBezTo>
                  <a:cubicBezTo>
                    <a:pt x="167" y="165"/>
                    <a:pt x="1" y="486"/>
                    <a:pt x="96" y="796"/>
                  </a:cubicBezTo>
                  <a:cubicBezTo>
                    <a:pt x="96" y="808"/>
                    <a:pt x="96" y="820"/>
                    <a:pt x="108" y="820"/>
                  </a:cubicBezTo>
                  <a:cubicBezTo>
                    <a:pt x="108" y="820"/>
                    <a:pt x="2096" y="915"/>
                    <a:pt x="4704" y="3451"/>
                  </a:cubicBezTo>
                  <a:cubicBezTo>
                    <a:pt x="4704" y="3451"/>
                    <a:pt x="5287" y="2606"/>
                    <a:pt x="4704" y="1903"/>
                  </a:cubicBezTo>
                  <a:cubicBezTo>
                    <a:pt x="4182" y="1275"/>
                    <a:pt x="2005" y="1"/>
                    <a:pt x="835"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4"/>
            <p:cNvSpPr/>
            <p:nvPr/>
          </p:nvSpPr>
          <p:spPr>
            <a:xfrm>
              <a:off x="1172488" y="3426752"/>
              <a:ext cx="19951" cy="20035"/>
            </a:xfrm>
            <a:custGeom>
              <a:rect b="b" l="l" r="r" t="t"/>
              <a:pathLst>
                <a:path extrusionOk="0" fill="none" h="240" w="239">
                  <a:moveTo>
                    <a:pt x="0" y="1"/>
                  </a:moveTo>
                  <a:cubicBezTo>
                    <a:pt x="72" y="84"/>
                    <a:pt x="155" y="156"/>
                    <a:pt x="238" y="239"/>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4"/>
            <p:cNvSpPr/>
            <p:nvPr/>
          </p:nvSpPr>
          <p:spPr>
            <a:xfrm>
              <a:off x="872305" y="3239931"/>
              <a:ext cx="261452" cy="153181"/>
            </a:xfrm>
            <a:custGeom>
              <a:rect b="b" l="l" r="r" t="t"/>
              <a:pathLst>
                <a:path extrusionOk="0" fill="none" h="1835" w="3132">
                  <a:moveTo>
                    <a:pt x="0" y="1"/>
                  </a:moveTo>
                  <a:cubicBezTo>
                    <a:pt x="691" y="215"/>
                    <a:pt x="1810" y="703"/>
                    <a:pt x="3132" y="1834"/>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4"/>
            <p:cNvSpPr/>
            <p:nvPr/>
          </p:nvSpPr>
          <p:spPr>
            <a:xfrm>
              <a:off x="809697" y="3226992"/>
              <a:ext cx="28883" cy="4090"/>
            </a:xfrm>
            <a:custGeom>
              <a:rect b="b" l="l" r="r" t="t"/>
              <a:pathLst>
                <a:path extrusionOk="0" fill="none" h="49" w="346">
                  <a:moveTo>
                    <a:pt x="0" y="1"/>
                  </a:moveTo>
                  <a:cubicBezTo>
                    <a:pt x="119" y="13"/>
                    <a:pt x="227" y="25"/>
                    <a:pt x="346" y="48"/>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4"/>
            <p:cNvSpPr/>
            <p:nvPr/>
          </p:nvSpPr>
          <p:spPr>
            <a:xfrm>
              <a:off x="1637622" y="4264610"/>
              <a:ext cx="58685" cy="143247"/>
            </a:xfrm>
            <a:custGeom>
              <a:rect b="b" l="l" r="r" t="t"/>
              <a:pathLst>
                <a:path extrusionOk="0" fill="none" h="1716" w="703">
                  <a:moveTo>
                    <a:pt x="703" y="942"/>
                  </a:moveTo>
                  <a:cubicBezTo>
                    <a:pt x="703" y="942"/>
                    <a:pt x="703" y="334"/>
                    <a:pt x="381" y="168"/>
                  </a:cubicBezTo>
                  <a:cubicBezTo>
                    <a:pt x="60" y="1"/>
                    <a:pt x="322" y="942"/>
                    <a:pt x="0" y="1715"/>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4"/>
            <p:cNvSpPr/>
            <p:nvPr/>
          </p:nvSpPr>
          <p:spPr>
            <a:xfrm>
              <a:off x="1413987" y="3788541"/>
              <a:ext cx="41822" cy="215789"/>
            </a:xfrm>
            <a:custGeom>
              <a:rect b="b" l="l" r="r" t="t"/>
              <a:pathLst>
                <a:path extrusionOk="0" fill="none" h="2585" w="501">
                  <a:moveTo>
                    <a:pt x="0" y="1"/>
                  </a:moveTo>
                  <a:cubicBezTo>
                    <a:pt x="0" y="1"/>
                    <a:pt x="262" y="37"/>
                    <a:pt x="500" y="2584"/>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4"/>
            <p:cNvSpPr/>
            <p:nvPr/>
          </p:nvSpPr>
          <p:spPr>
            <a:xfrm>
              <a:off x="1080998" y="2978565"/>
              <a:ext cx="221716" cy="258446"/>
            </a:xfrm>
            <a:custGeom>
              <a:rect b="b" l="l" r="r" t="t"/>
              <a:pathLst>
                <a:path extrusionOk="0" h="3096" w="2656">
                  <a:moveTo>
                    <a:pt x="36" y="0"/>
                  </a:moveTo>
                  <a:lnTo>
                    <a:pt x="36" y="0"/>
                  </a:lnTo>
                  <a:cubicBezTo>
                    <a:pt x="1" y="465"/>
                    <a:pt x="72" y="941"/>
                    <a:pt x="251" y="1369"/>
                  </a:cubicBezTo>
                  <a:cubicBezTo>
                    <a:pt x="548" y="2072"/>
                    <a:pt x="917" y="2632"/>
                    <a:pt x="1037" y="3096"/>
                  </a:cubicBezTo>
                  <a:cubicBezTo>
                    <a:pt x="1083" y="2708"/>
                    <a:pt x="1281" y="2669"/>
                    <a:pt x="1610" y="2669"/>
                  </a:cubicBezTo>
                  <a:cubicBezTo>
                    <a:pt x="1695" y="2669"/>
                    <a:pt x="1787" y="2672"/>
                    <a:pt x="1888" y="2672"/>
                  </a:cubicBezTo>
                  <a:cubicBezTo>
                    <a:pt x="1999" y="2672"/>
                    <a:pt x="2120" y="2668"/>
                    <a:pt x="2251" y="2655"/>
                  </a:cubicBezTo>
                  <a:cubicBezTo>
                    <a:pt x="2430" y="2620"/>
                    <a:pt x="2584" y="2501"/>
                    <a:pt x="2656" y="2334"/>
                  </a:cubicBezTo>
                  <a:lnTo>
                    <a:pt x="2656" y="2334"/>
                  </a:lnTo>
                  <a:cubicBezTo>
                    <a:pt x="2635" y="2375"/>
                    <a:pt x="2527" y="2543"/>
                    <a:pt x="2314" y="2543"/>
                  </a:cubicBezTo>
                  <a:cubicBezTo>
                    <a:pt x="2158" y="2543"/>
                    <a:pt x="1945" y="2453"/>
                    <a:pt x="1668" y="2155"/>
                  </a:cubicBezTo>
                  <a:cubicBezTo>
                    <a:pt x="977" y="1405"/>
                    <a:pt x="679" y="1334"/>
                    <a:pt x="477" y="941"/>
                  </a:cubicBezTo>
                  <a:cubicBezTo>
                    <a:pt x="334" y="667"/>
                    <a:pt x="263" y="357"/>
                    <a:pt x="251" y="48"/>
                  </a:cubicBezTo>
                  <a:lnTo>
                    <a:pt x="36"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4"/>
            <p:cNvSpPr/>
            <p:nvPr/>
          </p:nvSpPr>
          <p:spPr>
            <a:xfrm>
              <a:off x="1081999" y="2836570"/>
              <a:ext cx="247594" cy="364379"/>
            </a:xfrm>
            <a:custGeom>
              <a:rect b="b" l="l" r="r" t="t"/>
              <a:pathLst>
                <a:path extrusionOk="0" h="4365" w="2966">
                  <a:moveTo>
                    <a:pt x="110" y="1"/>
                  </a:moveTo>
                  <a:cubicBezTo>
                    <a:pt x="1" y="1"/>
                    <a:pt x="397" y="833"/>
                    <a:pt x="322" y="1261"/>
                  </a:cubicBezTo>
                  <a:cubicBezTo>
                    <a:pt x="239" y="1737"/>
                    <a:pt x="60" y="2368"/>
                    <a:pt x="417" y="2951"/>
                  </a:cubicBezTo>
                  <a:cubicBezTo>
                    <a:pt x="644" y="3309"/>
                    <a:pt x="1215" y="3940"/>
                    <a:pt x="1620" y="4356"/>
                  </a:cubicBezTo>
                  <a:cubicBezTo>
                    <a:pt x="1704" y="4361"/>
                    <a:pt x="1790" y="4364"/>
                    <a:pt x="1876" y="4364"/>
                  </a:cubicBezTo>
                  <a:cubicBezTo>
                    <a:pt x="1998" y="4364"/>
                    <a:pt x="2120" y="4358"/>
                    <a:pt x="2239" y="4344"/>
                  </a:cubicBezTo>
                  <a:cubicBezTo>
                    <a:pt x="2953" y="4273"/>
                    <a:pt x="2834" y="2749"/>
                    <a:pt x="2930" y="2166"/>
                  </a:cubicBezTo>
                  <a:cubicBezTo>
                    <a:pt x="2941" y="2130"/>
                    <a:pt x="2953" y="2094"/>
                    <a:pt x="2965" y="2058"/>
                  </a:cubicBezTo>
                  <a:cubicBezTo>
                    <a:pt x="2870" y="2035"/>
                    <a:pt x="2773" y="2023"/>
                    <a:pt x="2678" y="2023"/>
                  </a:cubicBezTo>
                  <a:cubicBezTo>
                    <a:pt x="2486" y="2023"/>
                    <a:pt x="2299" y="2070"/>
                    <a:pt x="2132" y="2166"/>
                  </a:cubicBezTo>
                  <a:cubicBezTo>
                    <a:pt x="2034" y="2217"/>
                    <a:pt x="1954" y="2240"/>
                    <a:pt x="1886" y="2240"/>
                  </a:cubicBezTo>
                  <a:cubicBezTo>
                    <a:pt x="1548" y="2240"/>
                    <a:pt x="1516" y="1683"/>
                    <a:pt x="1179" y="1416"/>
                  </a:cubicBezTo>
                  <a:cubicBezTo>
                    <a:pt x="775" y="1094"/>
                    <a:pt x="429" y="261"/>
                    <a:pt x="167" y="34"/>
                  </a:cubicBezTo>
                  <a:cubicBezTo>
                    <a:pt x="141" y="11"/>
                    <a:pt x="122" y="1"/>
                    <a:pt x="11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4"/>
            <p:cNvSpPr/>
            <p:nvPr/>
          </p:nvSpPr>
          <p:spPr>
            <a:xfrm>
              <a:off x="1285767" y="3025228"/>
              <a:ext cx="29885" cy="32890"/>
            </a:xfrm>
            <a:custGeom>
              <a:rect b="b" l="l" r="r" t="t"/>
              <a:pathLst>
                <a:path extrusionOk="0" fill="none" h="394" w="358">
                  <a:moveTo>
                    <a:pt x="358" y="394"/>
                  </a:moveTo>
                  <a:cubicBezTo>
                    <a:pt x="358" y="394"/>
                    <a:pt x="0" y="227"/>
                    <a:pt x="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 name="Shape 777"/>
        <p:cNvGrpSpPr/>
        <p:nvPr/>
      </p:nvGrpSpPr>
      <p:grpSpPr>
        <a:xfrm>
          <a:off x="0" y="0"/>
          <a:ext cx="0" cy="0"/>
          <a:chOff x="0" y="0"/>
          <a:chExt cx="0" cy="0"/>
        </a:xfrm>
      </p:grpSpPr>
      <p:grpSp>
        <p:nvGrpSpPr>
          <p:cNvPr id="778" name="Google Shape;778;p5"/>
          <p:cNvGrpSpPr/>
          <p:nvPr/>
        </p:nvGrpSpPr>
        <p:grpSpPr>
          <a:xfrm>
            <a:off x="3671411" y="1429043"/>
            <a:ext cx="5220505" cy="3314510"/>
            <a:chOff x="425800" y="716100"/>
            <a:chExt cx="6917325" cy="4391825"/>
          </a:xfrm>
        </p:grpSpPr>
        <p:sp>
          <p:nvSpPr>
            <p:cNvPr id="779" name="Google Shape;779;p5"/>
            <p:cNvSpPr/>
            <p:nvPr/>
          </p:nvSpPr>
          <p:spPr>
            <a:xfrm>
              <a:off x="425800" y="893600"/>
              <a:ext cx="6917325" cy="4214325"/>
            </a:xfrm>
            <a:custGeom>
              <a:rect b="b" l="l" r="r" t="t"/>
              <a:pathLst>
                <a:path extrusionOk="0" h="168573" w="276693">
                  <a:moveTo>
                    <a:pt x="173462" y="0"/>
                  </a:moveTo>
                  <a:cubicBezTo>
                    <a:pt x="170808" y="0"/>
                    <a:pt x="168153" y="96"/>
                    <a:pt x="165505" y="287"/>
                  </a:cubicBezTo>
                  <a:cubicBezTo>
                    <a:pt x="150216" y="1412"/>
                    <a:pt x="135079" y="6488"/>
                    <a:pt x="123164" y="16761"/>
                  </a:cubicBezTo>
                  <a:cubicBezTo>
                    <a:pt x="110580" y="27613"/>
                    <a:pt x="97723" y="33540"/>
                    <a:pt x="81036" y="33904"/>
                  </a:cubicBezTo>
                  <a:cubicBezTo>
                    <a:pt x="79991" y="33929"/>
                    <a:pt x="78942" y="33939"/>
                    <a:pt x="77890" y="33939"/>
                  </a:cubicBezTo>
                  <a:cubicBezTo>
                    <a:pt x="70835" y="33939"/>
                    <a:pt x="63625" y="33467"/>
                    <a:pt x="56516" y="33467"/>
                  </a:cubicBezTo>
                  <a:cubicBezTo>
                    <a:pt x="43336" y="33467"/>
                    <a:pt x="30501" y="35091"/>
                    <a:pt x="19636" y="44360"/>
                  </a:cubicBezTo>
                  <a:cubicBezTo>
                    <a:pt x="7417" y="54756"/>
                    <a:pt x="1642" y="71048"/>
                    <a:pt x="791" y="87005"/>
                  </a:cubicBezTo>
                  <a:cubicBezTo>
                    <a:pt x="1" y="102021"/>
                    <a:pt x="3283" y="117462"/>
                    <a:pt x="10487" y="130502"/>
                  </a:cubicBezTo>
                  <a:cubicBezTo>
                    <a:pt x="15746" y="140015"/>
                    <a:pt x="22919" y="148465"/>
                    <a:pt x="31703" y="154636"/>
                  </a:cubicBezTo>
                  <a:cubicBezTo>
                    <a:pt x="44566" y="163656"/>
                    <a:pt x="60100" y="167240"/>
                    <a:pt x="75486" y="167240"/>
                  </a:cubicBezTo>
                  <a:cubicBezTo>
                    <a:pt x="77625" y="167240"/>
                    <a:pt x="79761" y="167171"/>
                    <a:pt x="81887" y="167037"/>
                  </a:cubicBezTo>
                  <a:cubicBezTo>
                    <a:pt x="97299" y="166088"/>
                    <a:pt x="112942" y="159393"/>
                    <a:pt x="128416" y="159393"/>
                  </a:cubicBezTo>
                  <a:cubicBezTo>
                    <a:pt x="129787" y="159393"/>
                    <a:pt x="131158" y="159446"/>
                    <a:pt x="132526" y="159560"/>
                  </a:cubicBezTo>
                  <a:cubicBezTo>
                    <a:pt x="147185" y="160761"/>
                    <a:pt x="169176" y="168573"/>
                    <a:pt x="192496" y="168573"/>
                  </a:cubicBezTo>
                  <a:cubicBezTo>
                    <a:pt x="201622" y="168573"/>
                    <a:pt x="210953" y="167376"/>
                    <a:pt x="220126" y="164119"/>
                  </a:cubicBezTo>
                  <a:cubicBezTo>
                    <a:pt x="258455" y="150502"/>
                    <a:pt x="276693" y="101869"/>
                    <a:pt x="265507" y="63327"/>
                  </a:cubicBezTo>
                  <a:cubicBezTo>
                    <a:pt x="260158" y="45090"/>
                    <a:pt x="248790" y="29163"/>
                    <a:pt x="233227" y="18220"/>
                  </a:cubicBezTo>
                  <a:cubicBezTo>
                    <a:pt x="216165" y="6188"/>
                    <a:pt x="194845" y="0"/>
                    <a:pt x="173462"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5"/>
            <p:cNvSpPr/>
            <p:nvPr/>
          </p:nvSpPr>
          <p:spPr>
            <a:xfrm>
              <a:off x="425800" y="893600"/>
              <a:ext cx="6917325" cy="4214325"/>
            </a:xfrm>
            <a:custGeom>
              <a:rect b="b" l="l" r="r" t="t"/>
              <a:pathLst>
                <a:path extrusionOk="0" h="168573" w="276693">
                  <a:moveTo>
                    <a:pt x="173462" y="0"/>
                  </a:moveTo>
                  <a:cubicBezTo>
                    <a:pt x="170808" y="0"/>
                    <a:pt x="168153" y="96"/>
                    <a:pt x="165505" y="287"/>
                  </a:cubicBezTo>
                  <a:cubicBezTo>
                    <a:pt x="150216" y="1412"/>
                    <a:pt x="135079" y="6488"/>
                    <a:pt x="123164" y="16761"/>
                  </a:cubicBezTo>
                  <a:cubicBezTo>
                    <a:pt x="110580" y="27613"/>
                    <a:pt x="97723" y="33540"/>
                    <a:pt x="81036" y="33904"/>
                  </a:cubicBezTo>
                  <a:cubicBezTo>
                    <a:pt x="79991" y="33929"/>
                    <a:pt x="78942" y="33939"/>
                    <a:pt x="77890" y="33939"/>
                  </a:cubicBezTo>
                  <a:cubicBezTo>
                    <a:pt x="70835" y="33939"/>
                    <a:pt x="63625" y="33467"/>
                    <a:pt x="56516" y="33467"/>
                  </a:cubicBezTo>
                  <a:cubicBezTo>
                    <a:pt x="43336" y="33467"/>
                    <a:pt x="30501" y="35091"/>
                    <a:pt x="19636" y="44360"/>
                  </a:cubicBezTo>
                  <a:cubicBezTo>
                    <a:pt x="7417" y="54756"/>
                    <a:pt x="1642" y="71048"/>
                    <a:pt x="791" y="87005"/>
                  </a:cubicBezTo>
                  <a:cubicBezTo>
                    <a:pt x="1" y="102021"/>
                    <a:pt x="3283" y="117462"/>
                    <a:pt x="10487" y="130502"/>
                  </a:cubicBezTo>
                  <a:cubicBezTo>
                    <a:pt x="15746" y="140015"/>
                    <a:pt x="22919" y="148465"/>
                    <a:pt x="31703" y="154636"/>
                  </a:cubicBezTo>
                  <a:cubicBezTo>
                    <a:pt x="44566" y="163656"/>
                    <a:pt x="60100" y="167240"/>
                    <a:pt x="75486" y="167240"/>
                  </a:cubicBezTo>
                  <a:cubicBezTo>
                    <a:pt x="77625" y="167240"/>
                    <a:pt x="79761" y="167171"/>
                    <a:pt x="81887" y="167037"/>
                  </a:cubicBezTo>
                  <a:cubicBezTo>
                    <a:pt x="97299" y="166088"/>
                    <a:pt x="112942" y="159393"/>
                    <a:pt x="128416" y="159393"/>
                  </a:cubicBezTo>
                  <a:cubicBezTo>
                    <a:pt x="129787" y="159393"/>
                    <a:pt x="131158" y="159446"/>
                    <a:pt x="132526" y="159560"/>
                  </a:cubicBezTo>
                  <a:cubicBezTo>
                    <a:pt x="147185" y="160761"/>
                    <a:pt x="169176" y="168573"/>
                    <a:pt x="192496" y="168573"/>
                  </a:cubicBezTo>
                  <a:cubicBezTo>
                    <a:pt x="201622" y="168573"/>
                    <a:pt x="210953" y="167376"/>
                    <a:pt x="220126" y="164119"/>
                  </a:cubicBezTo>
                  <a:cubicBezTo>
                    <a:pt x="258455" y="150502"/>
                    <a:pt x="276693" y="101869"/>
                    <a:pt x="265507" y="63327"/>
                  </a:cubicBezTo>
                  <a:cubicBezTo>
                    <a:pt x="260158" y="45090"/>
                    <a:pt x="248790" y="29163"/>
                    <a:pt x="233227" y="18220"/>
                  </a:cubicBezTo>
                  <a:cubicBezTo>
                    <a:pt x="216165" y="6188"/>
                    <a:pt x="194845" y="0"/>
                    <a:pt x="1734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5"/>
            <p:cNvSpPr/>
            <p:nvPr/>
          </p:nvSpPr>
          <p:spPr>
            <a:xfrm>
              <a:off x="2999550" y="4210850"/>
              <a:ext cx="377700" cy="886800"/>
            </a:xfrm>
            <a:custGeom>
              <a:rect b="b" l="l" r="r" t="t"/>
              <a:pathLst>
                <a:path extrusionOk="0" h="35472" w="15108">
                  <a:moveTo>
                    <a:pt x="14743" y="395"/>
                  </a:moveTo>
                  <a:lnTo>
                    <a:pt x="14743" y="35107"/>
                  </a:lnTo>
                  <a:lnTo>
                    <a:pt x="366" y="35107"/>
                  </a:lnTo>
                  <a:lnTo>
                    <a:pt x="396" y="395"/>
                  </a:lnTo>
                  <a:close/>
                  <a:moveTo>
                    <a:pt x="183" y="0"/>
                  </a:moveTo>
                  <a:cubicBezTo>
                    <a:pt x="92" y="0"/>
                    <a:pt x="1" y="91"/>
                    <a:pt x="1" y="213"/>
                  </a:cubicBezTo>
                  <a:lnTo>
                    <a:pt x="1" y="35289"/>
                  </a:lnTo>
                  <a:cubicBezTo>
                    <a:pt x="1" y="35411"/>
                    <a:pt x="92" y="35472"/>
                    <a:pt x="183" y="35472"/>
                  </a:cubicBezTo>
                  <a:lnTo>
                    <a:pt x="14925" y="35472"/>
                  </a:lnTo>
                  <a:cubicBezTo>
                    <a:pt x="15016" y="35472"/>
                    <a:pt x="15108" y="35411"/>
                    <a:pt x="15108" y="35289"/>
                  </a:cubicBezTo>
                  <a:lnTo>
                    <a:pt x="15108" y="213"/>
                  </a:lnTo>
                  <a:cubicBezTo>
                    <a:pt x="15108" y="91"/>
                    <a:pt x="15016" y="0"/>
                    <a:pt x="1492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5"/>
            <p:cNvSpPr/>
            <p:nvPr/>
          </p:nvSpPr>
          <p:spPr>
            <a:xfrm>
              <a:off x="2482075" y="4413725"/>
              <a:ext cx="377700" cy="683925"/>
            </a:xfrm>
            <a:custGeom>
              <a:rect b="b" l="l" r="r" t="t"/>
              <a:pathLst>
                <a:path extrusionOk="0" h="27357" w="15108">
                  <a:moveTo>
                    <a:pt x="14742" y="396"/>
                  </a:moveTo>
                  <a:lnTo>
                    <a:pt x="14742" y="26992"/>
                  </a:lnTo>
                  <a:lnTo>
                    <a:pt x="365" y="26992"/>
                  </a:lnTo>
                  <a:lnTo>
                    <a:pt x="396" y="396"/>
                  </a:lnTo>
                  <a:close/>
                  <a:moveTo>
                    <a:pt x="183" y="1"/>
                  </a:moveTo>
                  <a:cubicBezTo>
                    <a:pt x="92" y="1"/>
                    <a:pt x="1" y="92"/>
                    <a:pt x="1" y="213"/>
                  </a:cubicBezTo>
                  <a:lnTo>
                    <a:pt x="1" y="27174"/>
                  </a:lnTo>
                  <a:cubicBezTo>
                    <a:pt x="1" y="27296"/>
                    <a:pt x="92" y="27357"/>
                    <a:pt x="183" y="27357"/>
                  </a:cubicBezTo>
                  <a:lnTo>
                    <a:pt x="14925" y="27357"/>
                  </a:lnTo>
                  <a:cubicBezTo>
                    <a:pt x="15046" y="27357"/>
                    <a:pt x="15107" y="27296"/>
                    <a:pt x="15107" y="27174"/>
                  </a:cubicBezTo>
                  <a:lnTo>
                    <a:pt x="15107" y="213"/>
                  </a:lnTo>
                  <a:cubicBezTo>
                    <a:pt x="15107" y="92"/>
                    <a:pt x="15046" y="1"/>
                    <a:pt x="1492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5"/>
            <p:cNvSpPr/>
            <p:nvPr/>
          </p:nvSpPr>
          <p:spPr>
            <a:xfrm>
              <a:off x="1964600" y="4694900"/>
              <a:ext cx="377675" cy="402750"/>
            </a:xfrm>
            <a:custGeom>
              <a:rect b="b" l="l" r="r" t="t"/>
              <a:pathLst>
                <a:path extrusionOk="0" h="16110" w="15107">
                  <a:moveTo>
                    <a:pt x="14712" y="365"/>
                  </a:moveTo>
                  <a:lnTo>
                    <a:pt x="14712" y="15745"/>
                  </a:lnTo>
                  <a:lnTo>
                    <a:pt x="365" y="15745"/>
                  </a:lnTo>
                  <a:lnTo>
                    <a:pt x="365" y="365"/>
                  </a:lnTo>
                  <a:close/>
                  <a:moveTo>
                    <a:pt x="182" y="0"/>
                  </a:moveTo>
                  <a:cubicBezTo>
                    <a:pt x="91" y="0"/>
                    <a:pt x="0" y="61"/>
                    <a:pt x="0" y="182"/>
                  </a:cubicBezTo>
                  <a:lnTo>
                    <a:pt x="0" y="15927"/>
                  </a:lnTo>
                  <a:cubicBezTo>
                    <a:pt x="0" y="16049"/>
                    <a:pt x="91" y="16110"/>
                    <a:pt x="182" y="16110"/>
                  </a:cubicBezTo>
                  <a:lnTo>
                    <a:pt x="14924" y="16110"/>
                  </a:lnTo>
                  <a:cubicBezTo>
                    <a:pt x="15016" y="16110"/>
                    <a:pt x="15107" y="16049"/>
                    <a:pt x="15107" y="15927"/>
                  </a:cubicBezTo>
                  <a:lnTo>
                    <a:pt x="15107" y="182"/>
                  </a:lnTo>
                  <a:cubicBezTo>
                    <a:pt x="15107" y="61"/>
                    <a:pt x="15016" y="0"/>
                    <a:pt x="1492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5"/>
            <p:cNvSpPr/>
            <p:nvPr/>
          </p:nvSpPr>
          <p:spPr>
            <a:xfrm>
              <a:off x="1447100" y="4948700"/>
              <a:ext cx="377700" cy="148950"/>
            </a:xfrm>
            <a:custGeom>
              <a:rect b="b" l="l" r="r" t="t"/>
              <a:pathLst>
                <a:path extrusionOk="0" h="5958" w="15108">
                  <a:moveTo>
                    <a:pt x="14742" y="365"/>
                  </a:moveTo>
                  <a:lnTo>
                    <a:pt x="14742" y="5593"/>
                  </a:lnTo>
                  <a:lnTo>
                    <a:pt x="365" y="5593"/>
                  </a:lnTo>
                  <a:lnTo>
                    <a:pt x="365" y="365"/>
                  </a:lnTo>
                  <a:close/>
                  <a:moveTo>
                    <a:pt x="183" y="0"/>
                  </a:moveTo>
                  <a:cubicBezTo>
                    <a:pt x="92" y="0"/>
                    <a:pt x="1" y="61"/>
                    <a:pt x="1" y="183"/>
                  </a:cubicBezTo>
                  <a:lnTo>
                    <a:pt x="1" y="5775"/>
                  </a:lnTo>
                  <a:cubicBezTo>
                    <a:pt x="1" y="5897"/>
                    <a:pt x="92" y="5958"/>
                    <a:pt x="183" y="5958"/>
                  </a:cubicBezTo>
                  <a:lnTo>
                    <a:pt x="14925" y="5958"/>
                  </a:lnTo>
                  <a:cubicBezTo>
                    <a:pt x="15016" y="5958"/>
                    <a:pt x="15107" y="5897"/>
                    <a:pt x="15107" y="5775"/>
                  </a:cubicBezTo>
                  <a:lnTo>
                    <a:pt x="15107" y="183"/>
                  </a:lnTo>
                  <a:cubicBezTo>
                    <a:pt x="15107" y="61"/>
                    <a:pt x="15016" y="0"/>
                    <a:pt x="1492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5"/>
            <p:cNvSpPr/>
            <p:nvPr/>
          </p:nvSpPr>
          <p:spPr>
            <a:xfrm>
              <a:off x="929625" y="5023150"/>
              <a:ext cx="377675" cy="74500"/>
            </a:xfrm>
            <a:custGeom>
              <a:rect b="b" l="l" r="r" t="t"/>
              <a:pathLst>
                <a:path extrusionOk="0" h="2980" w="15107">
                  <a:moveTo>
                    <a:pt x="14742" y="396"/>
                  </a:moveTo>
                  <a:lnTo>
                    <a:pt x="14742" y="2615"/>
                  </a:lnTo>
                  <a:lnTo>
                    <a:pt x="365" y="2615"/>
                  </a:lnTo>
                  <a:lnTo>
                    <a:pt x="365" y="396"/>
                  </a:lnTo>
                  <a:close/>
                  <a:moveTo>
                    <a:pt x="182" y="1"/>
                  </a:moveTo>
                  <a:cubicBezTo>
                    <a:pt x="61" y="1"/>
                    <a:pt x="0" y="92"/>
                    <a:pt x="0" y="214"/>
                  </a:cubicBezTo>
                  <a:lnTo>
                    <a:pt x="0" y="2797"/>
                  </a:lnTo>
                  <a:cubicBezTo>
                    <a:pt x="0" y="2919"/>
                    <a:pt x="61" y="2980"/>
                    <a:pt x="182" y="2980"/>
                  </a:cubicBezTo>
                  <a:lnTo>
                    <a:pt x="14924" y="2980"/>
                  </a:lnTo>
                  <a:cubicBezTo>
                    <a:pt x="15016" y="2980"/>
                    <a:pt x="15107" y="2919"/>
                    <a:pt x="15107" y="2797"/>
                  </a:cubicBezTo>
                  <a:lnTo>
                    <a:pt x="15107" y="214"/>
                  </a:lnTo>
                  <a:cubicBezTo>
                    <a:pt x="15107" y="92"/>
                    <a:pt x="15016" y="1"/>
                    <a:pt x="1492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5"/>
            <p:cNvSpPr/>
            <p:nvPr/>
          </p:nvSpPr>
          <p:spPr>
            <a:xfrm>
              <a:off x="6067250" y="2605200"/>
              <a:ext cx="948375" cy="833625"/>
            </a:xfrm>
            <a:custGeom>
              <a:rect b="b" l="l" r="r" t="t"/>
              <a:pathLst>
                <a:path extrusionOk="0" h="33345" w="37935">
                  <a:moveTo>
                    <a:pt x="1672" y="0"/>
                  </a:moveTo>
                  <a:cubicBezTo>
                    <a:pt x="760" y="0"/>
                    <a:pt x="0" y="760"/>
                    <a:pt x="0" y="1672"/>
                  </a:cubicBezTo>
                  <a:lnTo>
                    <a:pt x="0" y="31703"/>
                  </a:lnTo>
                  <a:cubicBezTo>
                    <a:pt x="0" y="32615"/>
                    <a:pt x="760" y="33344"/>
                    <a:pt x="1672" y="33344"/>
                  </a:cubicBezTo>
                  <a:lnTo>
                    <a:pt x="36293" y="33344"/>
                  </a:lnTo>
                  <a:cubicBezTo>
                    <a:pt x="37205" y="33344"/>
                    <a:pt x="37934" y="32615"/>
                    <a:pt x="37934" y="31703"/>
                  </a:cubicBezTo>
                  <a:lnTo>
                    <a:pt x="37934" y="1672"/>
                  </a:lnTo>
                  <a:cubicBezTo>
                    <a:pt x="37934" y="760"/>
                    <a:pt x="37205" y="0"/>
                    <a:pt x="36293"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5"/>
            <p:cNvSpPr/>
            <p:nvPr/>
          </p:nvSpPr>
          <p:spPr>
            <a:xfrm>
              <a:off x="6062700" y="2600625"/>
              <a:ext cx="957475" cy="843500"/>
            </a:xfrm>
            <a:custGeom>
              <a:rect b="b" l="l" r="r" t="t"/>
              <a:pathLst>
                <a:path extrusionOk="0" h="33740" w="38299">
                  <a:moveTo>
                    <a:pt x="36475" y="396"/>
                  </a:moveTo>
                  <a:cubicBezTo>
                    <a:pt x="37265" y="396"/>
                    <a:pt x="37934" y="1034"/>
                    <a:pt x="37934" y="1855"/>
                  </a:cubicBezTo>
                  <a:lnTo>
                    <a:pt x="37934" y="31855"/>
                  </a:lnTo>
                  <a:cubicBezTo>
                    <a:pt x="37934" y="32676"/>
                    <a:pt x="37265" y="33345"/>
                    <a:pt x="36475" y="33345"/>
                  </a:cubicBezTo>
                  <a:lnTo>
                    <a:pt x="1854" y="33345"/>
                  </a:lnTo>
                  <a:cubicBezTo>
                    <a:pt x="1034" y="33345"/>
                    <a:pt x="395" y="32676"/>
                    <a:pt x="395" y="31855"/>
                  </a:cubicBezTo>
                  <a:lnTo>
                    <a:pt x="395" y="1855"/>
                  </a:lnTo>
                  <a:cubicBezTo>
                    <a:pt x="395" y="1034"/>
                    <a:pt x="1034" y="396"/>
                    <a:pt x="1854" y="396"/>
                  </a:cubicBezTo>
                  <a:close/>
                  <a:moveTo>
                    <a:pt x="1854" y="1"/>
                  </a:moveTo>
                  <a:cubicBezTo>
                    <a:pt x="821" y="1"/>
                    <a:pt x="0" y="852"/>
                    <a:pt x="0" y="1855"/>
                  </a:cubicBezTo>
                  <a:lnTo>
                    <a:pt x="0" y="31886"/>
                  </a:lnTo>
                  <a:cubicBezTo>
                    <a:pt x="0" y="32889"/>
                    <a:pt x="821" y="33709"/>
                    <a:pt x="1854" y="33740"/>
                  </a:cubicBezTo>
                  <a:lnTo>
                    <a:pt x="36475" y="33740"/>
                  </a:lnTo>
                  <a:cubicBezTo>
                    <a:pt x="37478" y="33709"/>
                    <a:pt x="38299" y="32889"/>
                    <a:pt x="38299" y="31886"/>
                  </a:cubicBezTo>
                  <a:lnTo>
                    <a:pt x="38299" y="1855"/>
                  </a:lnTo>
                  <a:cubicBezTo>
                    <a:pt x="38299" y="852"/>
                    <a:pt x="37478" y="1"/>
                    <a:pt x="3647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5"/>
            <p:cNvSpPr/>
            <p:nvPr/>
          </p:nvSpPr>
          <p:spPr>
            <a:xfrm>
              <a:off x="6037625" y="2560350"/>
              <a:ext cx="948350" cy="833625"/>
            </a:xfrm>
            <a:custGeom>
              <a:rect b="b" l="l" r="r" t="t"/>
              <a:pathLst>
                <a:path extrusionOk="0" h="33345" w="37934">
                  <a:moveTo>
                    <a:pt x="1641" y="1"/>
                  </a:moveTo>
                  <a:cubicBezTo>
                    <a:pt x="730" y="1"/>
                    <a:pt x="0" y="730"/>
                    <a:pt x="0" y="1673"/>
                  </a:cubicBezTo>
                  <a:lnTo>
                    <a:pt x="0" y="31673"/>
                  </a:lnTo>
                  <a:cubicBezTo>
                    <a:pt x="0" y="32615"/>
                    <a:pt x="730" y="33345"/>
                    <a:pt x="1641" y="33345"/>
                  </a:cubicBezTo>
                  <a:lnTo>
                    <a:pt x="36262" y="33345"/>
                  </a:lnTo>
                  <a:cubicBezTo>
                    <a:pt x="37174" y="33345"/>
                    <a:pt x="37934" y="32615"/>
                    <a:pt x="37934" y="31673"/>
                  </a:cubicBezTo>
                  <a:lnTo>
                    <a:pt x="37934" y="1673"/>
                  </a:lnTo>
                  <a:cubicBezTo>
                    <a:pt x="37934" y="730"/>
                    <a:pt x="37174" y="1"/>
                    <a:pt x="36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5"/>
            <p:cNvSpPr/>
            <p:nvPr/>
          </p:nvSpPr>
          <p:spPr>
            <a:xfrm>
              <a:off x="6033050" y="2555800"/>
              <a:ext cx="957500" cy="842750"/>
            </a:xfrm>
            <a:custGeom>
              <a:rect b="b" l="l" r="r" t="t"/>
              <a:pathLst>
                <a:path extrusionOk="0" h="33710" w="38300">
                  <a:moveTo>
                    <a:pt x="36445" y="365"/>
                  </a:moveTo>
                  <a:cubicBezTo>
                    <a:pt x="37266" y="365"/>
                    <a:pt x="37904" y="1034"/>
                    <a:pt x="37934" y="1855"/>
                  </a:cubicBezTo>
                  <a:lnTo>
                    <a:pt x="37934" y="31855"/>
                  </a:lnTo>
                  <a:cubicBezTo>
                    <a:pt x="37934" y="32676"/>
                    <a:pt x="37266" y="33344"/>
                    <a:pt x="36445" y="33344"/>
                  </a:cubicBezTo>
                  <a:lnTo>
                    <a:pt x="1855" y="33344"/>
                  </a:lnTo>
                  <a:cubicBezTo>
                    <a:pt x="1034" y="33344"/>
                    <a:pt x="365" y="32676"/>
                    <a:pt x="365" y="31855"/>
                  </a:cubicBezTo>
                  <a:lnTo>
                    <a:pt x="365" y="1855"/>
                  </a:lnTo>
                  <a:cubicBezTo>
                    <a:pt x="365" y="1034"/>
                    <a:pt x="1034" y="365"/>
                    <a:pt x="1855" y="365"/>
                  </a:cubicBezTo>
                  <a:close/>
                  <a:moveTo>
                    <a:pt x="1824" y="0"/>
                  </a:moveTo>
                  <a:cubicBezTo>
                    <a:pt x="821" y="0"/>
                    <a:pt x="1" y="821"/>
                    <a:pt x="1" y="1855"/>
                  </a:cubicBezTo>
                  <a:lnTo>
                    <a:pt x="1" y="31855"/>
                  </a:lnTo>
                  <a:cubicBezTo>
                    <a:pt x="1" y="32888"/>
                    <a:pt x="821" y="33709"/>
                    <a:pt x="1824" y="33709"/>
                  </a:cubicBezTo>
                  <a:lnTo>
                    <a:pt x="36445" y="33709"/>
                  </a:lnTo>
                  <a:cubicBezTo>
                    <a:pt x="37479" y="33709"/>
                    <a:pt x="38299" y="32888"/>
                    <a:pt x="38299" y="31855"/>
                  </a:cubicBezTo>
                  <a:lnTo>
                    <a:pt x="38299" y="1855"/>
                  </a:lnTo>
                  <a:cubicBezTo>
                    <a:pt x="38299" y="821"/>
                    <a:pt x="37479" y="0"/>
                    <a:pt x="3644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5"/>
            <p:cNvSpPr/>
            <p:nvPr/>
          </p:nvSpPr>
          <p:spPr>
            <a:xfrm>
              <a:off x="6037625" y="2560350"/>
              <a:ext cx="948350" cy="105650"/>
            </a:xfrm>
            <a:custGeom>
              <a:rect b="b" l="l" r="r" t="t"/>
              <a:pathLst>
                <a:path extrusionOk="0" h="4226" w="37934">
                  <a:moveTo>
                    <a:pt x="1641" y="1"/>
                  </a:moveTo>
                  <a:cubicBezTo>
                    <a:pt x="730" y="1"/>
                    <a:pt x="0" y="730"/>
                    <a:pt x="0" y="1673"/>
                  </a:cubicBezTo>
                  <a:lnTo>
                    <a:pt x="0" y="4226"/>
                  </a:lnTo>
                  <a:lnTo>
                    <a:pt x="37934" y="4226"/>
                  </a:lnTo>
                  <a:lnTo>
                    <a:pt x="37934" y="1673"/>
                  </a:lnTo>
                  <a:cubicBezTo>
                    <a:pt x="37934" y="761"/>
                    <a:pt x="37174" y="1"/>
                    <a:pt x="36262"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5"/>
            <p:cNvSpPr/>
            <p:nvPr/>
          </p:nvSpPr>
          <p:spPr>
            <a:xfrm>
              <a:off x="6033050" y="2555800"/>
              <a:ext cx="957500" cy="114775"/>
            </a:xfrm>
            <a:custGeom>
              <a:rect b="b" l="l" r="r" t="t"/>
              <a:pathLst>
                <a:path extrusionOk="0" h="4591" w="38300">
                  <a:moveTo>
                    <a:pt x="36445" y="365"/>
                  </a:moveTo>
                  <a:cubicBezTo>
                    <a:pt x="37266" y="365"/>
                    <a:pt x="37904" y="1034"/>
                    <a:pt x="37904" y="1855"/>
                  </a:cubicBezTo>
                  <a:lnTo>
                    <a:pt x="37904" y="4225"/>
                  </a:lnTo>
                  <a:lnTo>
                    <a:pt x="365" y="4225"/>
                  </a:lnTo>
                  <a:lnTo>
                    <a:pt x="365" y="1855"/>
                  </a:lnTo>
                  <a:cubicBezTo>
                    <a:pt x="365" y="1034"/>
                    <a:pt x="1034" y="365"/>
                    <a:pt x="1824" y="365"/>
                  </a:cubicBezTo>
                  <a:close/>
                  <a:moveTo>
                    <a:pt x="1824" y="0"/>
                  </a:moveTo>
                  <a:cubicBezTo>
                    <a:pt x="821" y="0"/>
                    <a:pt x="1" y="821"/>
                    <a:pt x="1" y="1855"/>
                  </a:cubicBezTo>
                  <a:lnTo>
                    <a:pt x="1" y="4408"/>
                  </a:lnTo>
                  <a:cubicBezTo>
                    <a:pt x="1" y="4499"/>
                    <a:pt x="61" y="4590"/>
                    <a:pt x="183" y="4590"/>
                  </a:cubicBezTo>
                  <a:lnTo>
                    <a:pt x="38117" y="4590"/>
                  </a:lnTo>
                  <a:cubicBezTo>
                    <a:pt x="38208" y="4590"/>
                    <a:pt x="38299" y="4499"/>
                    <a:pt x="38299" y="4408"/>
                  </a:cubicBezTo>
                  <a:lnTo>
                    <a:pt x="38299" y="1855"/>
                  </a:lnTo>
                  <a:cubicBezTo>
                    <a:pt x="38299" y="821"/>
                    <a:pt x="37479" y="0"/>
                    <a:pt x="3644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5"/>
            <p:cNvSpPr/>
            <p:nvPr/>
          </p:nvSpPr>
          <p:spPr>
            <a:xfrm>
              <a:off x="6710125" y="2590750"/>
              <a:ext cx="50925" cy="50175"/>
            </a:xfrm>
            <a:custGeom>
              <a:rect b="b" l="l" r="r" t="t"/>
              <a:pathLst>
                <a:path extrusionOk="0" h="2007" w="2037">
                  <a:moveTo>
                    <a:pt x="1003" y="1"/>
                  </a:moveTo>
                  <a:cubicBezTo>
                    <a:pt x="456" y="1"/>
                    <a:pt x="0" y="457"/>
                    <a:pt x="0" y="1004"/>
                  </a:cubicBezTo>
                  <a:cubicBezTo>
                    <a:pt x="0" y="1551"/>
                    <a:pt x="456" y="2007"/>
                    <a:pt x="1003" y="2007"/>
                  </a:cubicBezTo>
                  <a:cubicBezTo>
                    <a:pt x="1581" y="2007"/>
                    <a:pt x="2037" y="1551"/>
                    <a:pt x="2037" y="1004"/>
                  </a:cubicBezTo>
                  <a:cubicBezTo>
                    <a:pt x="2037" y="457"/>
                    <a:pt x="1581" y="1"/>
                    <a:pt x="10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5"/>
            <p:cNvSpPr/>
            <p:nvPr/>
          </p:nvSpPr>
          <p:spPr>
            <a:xfrm>
              <a:off x="6694925" y="2585550"/>
              <a:ext cx="70700" cy="60700"/>
            </a:xfrm>
            <a:custGeom>
              <a:rect b="b" l="l" r="r" t="t"/>
              <a:pathLst>
                <a:path extrusionOk="0" h="2428" w="2828">
                  <a:moveTo>
                    <a:pt x="1611" y="391"/>
                  </a:moveTo>
                  <a:cubicBezTo>
                    <a:pt x="2067" y="391"/>
                    <a:pt x="2432" y="756"/>
                    <a:pt x="2432" y="1212"/>
                  </a:cubicBezTo>
                  <a:cubicBezTo>
                    <a:pt x="2432" y="1705"/>
                    <a:pt x="2029" y="2031"/>
                    <a:pt x="1608" y="2031"/>
                  </a:cubicBezTo>
                  <a:cubicBezTo>
                    <a:pt x="1407" y="2031"/>
                    <a:pt x="1201" y="1957"/>
                    <a:pt x="1034" y="1789"/>
                  </a:cubicBezTo>
                  <a:cubicBezTo>
                    <a:pt x="517" y="1273"/>
                    <a:pt x="882" y="391"/>
                    <a:pt x="1611" y="391"/>
                  </a:cubicBezTo>
                  <a:close/>
                  <a:moveTo>
                    <a:pt x="1616" y="0"/>
                  </a:moveTo>
                  <a:cubicBezTo>
                    <a:pt x="1315" y="0"/>
                    <a:pt x="1009" y="112"/>
                    <a:pt x="760" y="361"/>
                  </a:cubicBezTo>
                  <a:cubicBezTo>
                    <a:pt x="0" y="1121"/>
                    <a:pt x="547" y="2428"/>
                    <a:pt x="1611" y="2428"/>
                  </a:cubicBezTo>
                  <a:cubicBezTo>
                    <a:pt x="2280" y="2428"/>
                    <a:pt x="2827" y="1880"/>
                    <a:pt x="2827" y="1212"/>
                  </a:cubicBezTo>
                  <a:cubicBezTo>
                    <a:pt x="2827" y="475"/>
                    <a:pt x="2235" y="0"/>
                    <a:pt x="161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5"/>
            <p:cNvSpPr/>
            <p:nvPr/>
          </p:nvSpPr>
          <p:spPr>
            <a:xfrm>
              <a:off x="6782300" y="2590725"/>
              <a:ext cx="59300" cy="50975"/>
            </a:xfrm>
            <a:custGeom>
              <a:rect b="b" l="l" r="r" t="t"/>
              <a:pathLst>
                <a:path extrusionOk="0" h="2039" w="2372">
                  <a:moveTo>
                    <a:pt x="1363" y="0"/>
                  </a:moveTo>
                  <a:cubicBezTo>
                    <a:pt x="1109" y="0"/>
                    <a:pt x="849" y="95"/>
                    <a:pt x="639" y="306"/>
                  </a:cubicBezTo>
                  <a:cubicBezTo>
                    <a:pt x="1" y="944"/>
                    <a:pt x="457" y="2008"/>
                    <a:pt x="1338" y="2038"/>
                  </a:cubicBezTo>
                  <a:cubicBezTo>
                    <a:pt x="1916" y="2038"/>
                    <a:pt x="2372" y="1552"/>
                    <a:pt x="2372" y="1005"/>
                  </a:cubicBezTo>
                  <a:cubicBezTo>
                    <a:pt x="2372" y="393"/>
                    <a:pt x="1880" y="0"/>
                    <a:pt x="136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5"/>
            <p:cNvSpPr/>
            <p:nvPr/>
          </p:nvSpPr>
          <p:spPr>
            <a:xfrm>
              <a:off x="6775475" y="2585550"/>
              <a:ext cx="70700" cy="60700"/>
            </a:xfrm>
            <a:custGeom>
              <a:rect b="b" l="l" r="r" t="t"/>
              <a:pathLst>
                <a:path extrusionOk="0" h="2428" w="2828">
                  <a:moveTo>
                    <a:pt x="1611" y="391"/>
                  </a:moveTo>
                  <a:cubicBezTo>
                    <a:pt x="2067" y="391"/>
                    <a:pt x="2432" y="756"/>
                    <a:pt x="2432" y="1212"/>
                  </a:cubicBezTo>
                  <a:cubicBezTo>
                    <a:pt x="2432" y="1705"/>
                    <a:pt x="2029" y="2031"/>
                    <a:pt x="1608" y="2031"/>
                  </a:cubicBezTo>
                  <a:cubicBezTo>
                    <a:pt x="1407" y="2031"/>
                    <a:pt x="1201" y="1957"/>
                    <a:pt x="1034" y="1789"/>
                  </a:cubicBezTo>
                  <a:cubicBezTo>
                    <a:pt x="517" y="1273"/>
                    <a:pt x="882" y="391"/>
                    <a:pt x="1611" y="391"/>
                  </a:cubicBezTo>
                  <a:close/>
                  <a:moveTo>
                    <a:pt x="1616" y="0"/>
                  </a:moveTo>
                  <a:cubicBezTo>
                    <a:pt x="1315" y="0"/>
                    <a:pt x="1009" y="112"/>
                    <a:pt x="760" y="361"/>
                  </a:cubicBezTo>
                  <a:cubicBezTo>
                    <a:pt x="0" y="1121"/>
                    <a:pt x="547" y="2428"/>
                    <a:pt x="1611" y="2428"/>
                  </a:cubicBezTo>
                  <a:cubicBezTo>
                    <a:pt x="2280" y="2397"/>
                    <a:pt x="2827" y="1880"/>
                    <a:pt x="2827" y="1212"/>
                  </a:cubicBezTo>
                  <a:cubicBezTo>
                    <a:pt x="2827" y="475"/>
                    <a:pt x="2235" y="0"/>
                    <a:pt x="161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5"/>
            <p:cNvSpPr/>
            <p:nvPr/>
          </p:nvSpPr>
          <p:spPr>
            <a:xfrm>
              <a:off x="6871225" y="2590750"/>
              <a:ext cx="50175" cy="50175"/>
            </a:xfrm>
            <a:custGeom>
              <a:rect b="b" l="l" r="r" t="t"/>
              <a:pathLst>
                <a:path extrusionOk="0" h="2007" w="2007">
                  <a:moveTo>
                    <a:pt x="1003" y="1"/>
                  </a:moveTo>
                  <a:cubicBezTo>
                    <a:pt x="456" y="1"/>
                    <a:pt x="0" y="457"/>
                    <a:pt x="0" y="1004"/>
                  </a:cubicBezTo>
                  <a:cubicBezTo>
                    <a:pt x="0" y="1551"/>
                    <a:pt x="456" y="2007"/>
                    <a:pt x="1003" y="2007"/>
                  </a:cubicBezTo>
                  <a:cubicBezTo>
                    <a:pt x="1550" y="2007"/>
                    <a:pt x="2006" y="1551"/>
                    <a:pt x="2006" y="1004"/>
                  </a:cubicBezTo>
                  <a:cubicBezTo>
                    <a:pt x="2006" y="457"/>
                    <a:pt x="1550" y="1"/>
                    <a:pt x="10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5"/>
            <p:cNvSpPr/>
            <p:nvPr/>
          </p:nvSpPr>
          <p:spPr>
            <a:xfrm>
              <a:off x="6856025" y="2585550"/>
              <a:ext cx="70675" cy="60700"/>
            </a:xfrm>
            <a:custGeom>
              <a:rect b="b" l="l" r="r" t="t"/>
              <a:pathLst>
                <a:path extrusionOk="0" h="2428" w="2827">
                  <a:moveTo>
                    <a:pt x="1642" y="391"/>
                  </a:moveTo>
                  <a:cubicBezTo>
                    <a:pt x="2067" y="391"/>
                    <a:pt x="2462" y="756"/>
                    <a:pt x="2462" y="1212"/>
                  </a:cubicBezTo>
                  <a:cubicBezTo>
                    <a:pt x="2462" y="1705"/>
                    <a:pt x="2059" y="2031"/>
                    <a:pt x="1629" y="2031"/>
                  </a:cubicBezTo>
                  <a:cubicBezTo>
                    <a:pt x="1423" y="2031"/>
                    <a:pt x="1211" y="1957"/>
                    <a:pt x="1034" y="1789"/>
                  </a:cubicBezTo>
                  <a:cubicBezTo>
                    <a:pt x="517" y="1273"/>
                    <a:pt x="882" y="391"/>
                    <a:pt x="1642" y="391"/>
                  </a:cubicBezTo>
                  <a:close/>
                  <a:moveTo>
                    <a:pt x="1616" y="0"/>
                  </a:moveTo>
                  <a:cubicBezTo>
                    <a:pt x="1315" y="0"/>
                    <a:pt x="1008" y="112"/>
                    <a:pt x="760" y="361"/>
                  </a:cubicBezTo>
                  <a:cubicBezTo>
                    <a:pt x="0" y="1121"/>
                    <a:pt x="547" y="2428"/>
                    <a:pt x="1642" y="2428"/>
                  </a:cubicBezTo>
                  <a:cubicBezTo>
                    <a:pt x="2280" y="2428"/>
                    <a:pt x="2827" y="1880"/>
                    <a:pt x="2827" y="1212"/>
                  </a:cubicBezTo>
                  <a:cubicBezTo>
                    <a:pt x="2827" y="475"/>
                    <a:pt x="2235" y="0"/>
                    <a:pt x="161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5"/>
            <p:cNvSpPr/>
            <p:nvPr/>
          </p:nvSpPr>
          <p:spPr>
            <a:xfrm>
              <a:off x="6140200" y="2718425"/>
              <a:ext cx="754600" cy="309300"/>
            </a:xfrm>
            <a:custGeom>
              <a:rect b="b" l="l" r="r" t="t"/>
              <a:pathLst>
                <a:path extrusionOk="0" h="12372" w="30184">
                  <a:moveTo>
                    <a:pt x="29120" y="365"/>
                  </a:moveTo>
                  <a:cubicBezTo>
                    <a:pt x="29484" y="365"/>
                    <a:pt x="29788" y="669"/>
                    <a:pt x="29788" y="1064"/>
                  </a:cubicBezTo>
                  <a:lnTo>
                    <a:pt x="29788" y="7660"/>
                  </a:lnTo>
                  <a:cubicBezTo>
                    <a:pt x="29788" y="8055"/>
                    <a:pt x="29484" y="8359"/>
                    <a:pt x="29120" y="8359"/>
                  </a:cubicBezTo>
                  <a:lnTo>
                    <a:pt x="2098" y="8359"/>
                  </a:lnTo>
                  <a:lnTo>
                    <a:pt x="365" y="11064"/>
                  </a:lnTo>
                  <a:lnTo>
                    <a:pt x="365" y="1064"/>
                  </a:lnTo>
                  <a:cubicBezTo>
                    <a:pt x="365" y="669"/>
                    <a:pt x="669" y="365"/>
                    <a:pt x="1034" y="365"/>
                  </a:cubicBezTo>
                  <a:close/>
                  <a:moveTo>
                    <a:pt x="1034" y="0"/>
                  </a:moveTo>
                  <a:cubicBezTo>
                    <a:pt x="456" y="0"/>
                    <a:pt x="0" y="456"/>
                    <a:pt x="0" y="1064"/>
                  </a:cubicBezTo>
                  <a:lnTo>
                    <a:pt x="0" y="12371"/>
                  </a:lnTo>
                  <a:lnTo>
                    <a:pt x="2311" y="8724"/>
                  </a:lnTo>
                  <a:lnTo>
                    <a:pt x="29120" y="8724"/>
                  </a:lnTo>
                  <a:cubicBezTo>
                    <a:pt x="29697" y="8724"/>
                    <a:pt x="30183" y="8268"/>
                    <a:pt x="30183" y="7660"/>
                  </a:cubicBezTo>
                  <a:lnTo>
                    <a:pt x="30183" y="1064"/>
                  </a:lnTo>
                  <a:cubicBezTo>
                    <a:pt x="30183" y="456"/>
                    <a:pt x="29697" y="0"/>
                    <a:pt x="2912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5"/>
            <p:cNvSpPr/>
            <p:nvPr/>
          </p:nvSpPr>
          <p:spPr>
            <a:xfrm>
              <a:off x="6140200" y="3051250"/>
              <a:ext cx="754600" cy="309300"/>
            </a:xfrm>
            <a:custGeom>
              <a:rect b="b" l="l" r="r" t="t"/>
              <a:pathLst>
                <a:path extrusionOk="0" h="12372" w="30184">
                  <a:moveTo>
                    <a:pt x="29120" y="396"/>
                  </a:moveTo>
                  <a:cubicBezTo>
                    <a:pt x="29484" y="396"/>
                    <a:pt x="29788" y="699"/>
                    <a:pt x="29788" y="1064"/>
                  </a:cubicBezTo>
                  <a:lnTo>
                    <a:pt x="29788" y="11064"/>
                  </a:lnTo>
                  <a:lnTo>
                    <a:pt x="28056" y="8359"/>
                  </a:lnTo>
                  <a:lnTo>
                    <a:pt x="1034" y="8359"/>
                  </a:lnTo>
                  <a:cubicBezTo>
                    <a:pt x="669" y="8359"/>
                    <a:pt x="365" y="8055"/>
                    <a:pt x="365" y="7690"/>
                  </a:cubicBezTo>
                  <a:lnTo>
                    <a:pt x="365" y="1064"/>
                  </a:lnTo>
                  <a:cubicBezTo>
                    <a:pt x="365" y="699"/>
                    <a:pt x="669" y="396"/>
                    <a:pt x="1034" y="396"/>
                  </a:cubicBezTo>
                  <a:close/>
                  <a:moveTo>
                    <a:pt x="1034" y="0"/>
                  </a:moveTo>
                  <a:cubicBezTo>
                    <a:pt x="456" y="0"/>
                    <a:pt x="0" y="487"/>
                    <a:pt x="0" y="1064"/>
                  </a:cubicBezTo>
                  <a:lnTo>
                    <a:pt x="0" y="7690"/>
                  </a:lnTo>
                  <a:cubicBezTo>
                    <a:pt x="0" y="8268"/>
                    <a:pt x="456" y="8724"/>
                    <a:pt x="1034" y="8724"/>
                  </a:cubicBezTo>
                  <a:lnTo>
                    <a:pt x="27873" y="8724"/>
                  </a:lnTo>
                  <a:lnTo>
                    <a:pt x="30183" y="12371"/>
                  </a:lnTo>
                  <a:lnTo>
                    <a:pt x="30183" y="1064"/>
                  </a:lnTo>
                  <a:cubicBezTo>
                    <a:pt x="30183" y="487"/>
                    <a:pt x="29697" y="0"/>
                    <a:pt x="2912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5"/>
            <p:cNvSpPr/>
            <p:nvPr/>
          </p:nvSpPr>
          <p:spPr>
            <a:xfrm>
              <a:off x="6209350" y="2762500"/>
              <a:ext cx="126925" cy="126925"/>
            </a:xfrm>
            <a:custGeom>
              <a:rect b="b" l="l" r="r" t="t"/>
              <a:pathLst>
                <a:path extrusionOk="0" h="5077" w="5077">
                  <a:moveTo>
                    <a:pt x="2554" y="0"/>
                  </a:moveTo>
                  <a:cubicBezTo>
                    <a:pt x="1125" y="0"/>
                    <a:pt x="0" y="1155"/>
                    <a:pt x="0" y="2553"/>
                  </a:cubicBezTo>
                  <a:cubicBezTo>
                    <a:pt x="0" y="3951"/>
                    <a:pt x="1125" y="5076"/>
                    <a:pt x="2554" y="5076"/>
                  </a:cubicBezTo>
                  <a:cubicBezTo>
                    <a:pt x="3952" y="5076"/>
                    <a:pt x="5077" y="3951"/>
                    <a:pt x="5077" y="2553"/>
                  </a:cubicBezTo>
                  <a:cubicBezTo>
                    <a:pt x="5077" y="1155"/>
                    <a:pt x="3952" y="0"/>
                    <a:pt x="2554"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5"/>
            <p:cNvSpPr/>
            <p:nvPr/>
          </p:nvSpPr>
          <p:spPr>
            <a:xfrm>
              <a:off x="6181225" y="2757850"/>
              <a:ext cx="159600" cy="136875"/>
            </a:xfrm>
            <a:custGeom>
              <a:rect b="b" l="l" r="r" t="t"/>
              <a:pathLst>
                <a:path extrusionOk="0" h="5475" w="6384">
                  <a:moveTo>
                    <a:pt x="3642" y="399"/>
                  </a:moveTo>
                  <a:cubicBezTo>
                    <a:pt x="3654" y="399"/>
                    <a:pt x="3666" y="399"/>
                    <a:pt x="3679" y="399"/>
                  </a:cubicBezTo>
                  <a:cubicBezTo>
                    <a:pt x="4955" y="399"/>
                    <a:pt x="6019" y="1432"/>
                    <a:pt x="6019" y="2739"/>
                  </a:cubicBezTo>
                  <a:cubicBezTo>
                    <a:pt x="6019" y="4153"/>
                    <a:pt x="4859" y="5083"/>
                    <a:pt x="3656" y="5083"/>
                  </a:cubicBezTo>
                  <a:cubicBezTo>
                    <a:pt x="3074" y="5083"/>
                    <a:pt x="2482" y="4866"/>
                    <a:pt x="2007" y="4381"/>
                  </a:cubicBezTo>
                  <a:cubicBezTo>
                    <a:pt x="526" y="2930"/>
                    <a:pt x="1569" y="399"/>
                    <a:pt x="3642" y="399"/>
                  </a:cubicBezTo>
                  <a:close/>
                  <a:moveTo>
                    <a:pt x="3625" y="1"/>
                  </a:moveTo>
                  <a:cubicBezTo>
                    <a:pt x="2958" y="1"/>
                    <a:pt x="2281" y="246"/>
                    <a:pt x="1733" y="794"/>
                  </a:cubicBezTo>
                  <a:cubicBezTo>
                    <a:pt x="1" y="2527"/>
                    <a:pt x="1247" y="5475"/>
                    <a:pt x="3679" y="5475"/>
                  </a:cubicBezTo>
                  <a:cubicBezTo>
                    <a:pt x="5168" y="5444"/>
                    <a:pt x="6384" y="4229"/>
                    <a:pt x="6384" y="2739"/>
                  </a:cubicBezTo>
                  <a:cubicBezTo>
                    <a:pt x="6384" y="1090"/>
                    <a:pt x="5028" y="1"/>
                    <a:pt x="362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5"/>
            <p:cNvSpPr/>
            <p:nvPr/>
          </p:nvSpPr>
          <p:spPr>
            <a:xfrm>
              <a:off x="6246575" y="2781475"/>
              <a:ext cx="52475" cy="52475"/>
            </a:xfrm>
            <a:custGeom>
              <a:rect b="b" l="l" r="r" t="t"/>
              <a:pathLst>
                <a:path extrusionOk="0" h="2099" w="2099">
                  <a:moveTo>
                    <a:pt x="1065" y="1"/>
                  </a:moveTo>
                  <a:cubicBezTo>
                    <a:pt x="457" y="1"/>
                    <a:pt x="1" y="457"/>
                    <a:pt x="1" y="1034"/>
                  </a:cubicBezTo>
                  <a:cubicBezTo>
                    <a:pt x="1" y="1642"/>
                    <a:pt x="457" y="2098"/>
                    <a:pt x="1065" y="2098"/>
                  </a:cubicBezTo>
                  <a:cubicBezTo>
                    <a:pt x="1642" y="2098"/>
                    <a:pt x="2098" y="1642"/>
                    <a:pt x="2098" y="1034"/>
                  </a:cubicBezTo>
                  <a:cubicBezTo>
                    <a:pt x="2098" y="457"/>
                    <a:pt x="1642"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5"/>
            <p:cNvSpPr/>
            <p:nvPr/>
          </p:nvSpPr>
          <p:spPr>
            <a:xfrm>
              <a:off x="6231375" y="2776700"/>
              <a:ext cx="72975" cy="61800"/>
            </a:xfrm>
            <a:custGeom>
              <a:rect b="b" l="l" r="r" t="t"/>
              <a:pathLst>
                <a:path extrusionOk="0" h="2472" w="2919">
                  <a:moveTo>
                    <a:pt x="1673" y="374"/>
                  </a:moveTo>
                  <a:cubicBezTo>
                    <a:pt x="2129" y="374"/>
                    <a:pt x="2524" y="739"/>
                    <a:pt x="2524" y="1225"/>
                  </a:cubicBezTo>
                  <a:cubicBezTo>
                    <a:pt x="2524" y="1747"/>
                    <a:pt x="2094" y="2111"/>
                    <a:pt x="1638" y="2111"/>
                  </a:cubicBezTo>
                  <a:cubicBezTo>
                    <a:pt x="1429" y="2111"/>
                    <a:pt x="1215" y="2035"/>
                    <a:pt x="1034" y="1864"/>
                  </a:cubicBezTo>
                  <a:cubicBezTo>
                    <a:pt x="487" y="1317"/>
                    <a:pt x="882" y="374"/>
                    <a:pt x="1673" y="374"/>
                  </a:cubicBezTo>
                  <a:close/>
                  <a:moveTo>
                    <a:pt x="1647" y="0"/>
                  </a:moveTo>
                  <a:cubicBezTo>
                    <a:pt x="1336" y="0"/>
                    <a:pt x="1019" y="116"/>
                    <a:pt x="761" y="374"/>
                  </a:cubicBezTo>
                  <a:cubicBezTo>
                    <a:pt x="1" y="1134"/>
                    <a:pt x="548" y="2472"/>
                    <a:pt x="1673" y="2472"/>
                  </a:cubicBezTo>
                  <a:cubicBezTo>
                    <a:pt x="2341" y="2472"/>
                    <a:pt x="2919" y="1924"/>
                    <a:pt x="2919" y="1225"/>
                  </a:cubicBezTo>
                  <a:cubicBezTo>
                    <a:pt x="2898" y="489"/>
                    <a:pt x="2286" y="0"/>
                    <a:pt x="1647"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5"/>
            <p:cNvSpPr/>
            <p:nvPr/>
          </p:nvSpPr>
          <p:spPr>
            <a:xfrm>
              <a:off x="6235950" y="2842475"/>
              <a:ext cx="73725" cy="46950"/>
            </a:xfrm>
            <a:custGeom>
              <a:rect b="b" l="l" r="r" t="t"/>
              <a:pathLst>
                <a:path extrusionOk="0" h="1878" w="2949">
                  <a:moveTo>
                    <a:pt x="1474" y="0"/>
                  </a:moveTo>
                  <a:cubicBezTo>
                    <a:pt x="760" y="0"/>
                    <a:pt x="46" y="464"/>
                    <a:pt x="0" y="1391"/>
                  </a:cubicBezTo>
                  <a:cubicBezTo>
                    <a:pt x="426" y="1725"/>
                    <a:pt x="943" y="1877"/>
                    <a:pt x="1490" y="1877"/>
                  </a:cubicBezTo>
                  <a:cubicBezTo>
                    <a:pt x="2006" y="1877"/>
                    <a:pt x="2523" y="1725"/>
                    <a:pt x="2949" y="1391"/>
                  </a:cubicBezTo>
                  <a:cubicBezTo>
                    <a:pt x="2903" y="464"/>
                    <a:pt x="2189" y="0"/>
                    <a:pt x="14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5"/>
            <p:cNvSpPr/>
            <p:nvPr/>
          </p:nvSpPr>
          <p:spPr>
            <a:xfrm>
              <a:off x="6230625" y="2837350"/>
              <a:ext cx="84375" cy="57375"/>
            </a:xfrm>
            <a:custGeom>
              <a:rect b="b" l="l" r="r" t="t"/>
              <a:pathLst>
                <a:path extrusionOk="0" h="2295" w="3375">
                  <a:moveTo>
                    <a:pt x="1687" y="327"/>
                  </a:moveTo>
                  <a:cubicBezTo>
                    <a:pt x="2303" y="327"/>
                    <a:pt x="2919" y="730"/>
                    <a:pt x="2979" y="1535"/>
                  </a:cubicBezTo>
                  <a:cubicBezTo>
                    <a:pt x="2584" y="1778"/>
                    <a:pt x="2136" y="1900"/>
                    <a:pt x="1687" y="1900"/>
                  </a:cubicBezTo>
                  <a:cubicBezTo>
                    <a:pt x="1239" y="1900"/>
                    <a:pt x="791" y="1778"/>
                    <a:pt x="396" y="1535"/>
                  </a:cubicBezTo>
                  <a:cubicBezTo>
                    <a:pt x="456" y="730"/>
                    <a:pt x="1072" y="327"/>
                    <a:pt x="1687" y="327"/>
                  </a:cubicBezTo>
                  <a:close/>
                  <a:moveTo>
                    <a:pt x="1684" y="0"/>
                  </a:moveTo>
                  <a:cubicBezTo>
                    <a:pt x="874" y="0"/>
                    <a:pt x="61" y="532"/>
                    <a:pt x="1" y="1596"/>
                  </a:cubicBezTo>
                  <a:cubicBezTo>
                    <a:pt x="1" y="1657"/>
                    <a:pt x="31" y="1717"/>
                    <a:pt x="92" y="1748"/>
                  </a:cubicBezTo>
                  <a:cubicBezTo>
                    <a:pt x="548" y="2082"/>
                    <a:pt x="1125" y="2264"/>
                    <a:pt x="1703" y="2295"/>
                  </a:cubicBezTo>
                  <a:cubicBezTo>
                    <a:pt x="2250" y="2264"/>
                    <a:pt x="2827" y="2082"/>
                    <a:pt x="3283" y="1748"/>
                  </a:cubicBezTo>
                  <a:cubicBezTo>
                    <a:pt x="3344" y="1717"/>
                    <a:pt x="3374" y="1657"/>
                    <a:pt x="3344" y="1596"/>
                  </a:cubicBezTo>
                  <a:cubicBezTo>
                    <a:pt x="3298" y="532"/>
                    <a:pt x="2493" y="0"/>
                    <a:pt x="168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5"/>
            <p:cNvSpPr/>
            <p:nvPr/>
          </p:nvSpPr>
          <p:spPr>
            <a:xfrm>
              <a:off x="6381075" y="2768575"/>
              <a:ext cx="215850" cy="9125"/>
            </a:xfrm>
            <a:custGeom>
              <a:rect b="b" l="l" r="r" t="t"/>
              <a:pathLst>
                <a:path extrusionOk="0" h="365" w="8634">
                  <a:moveTo>
                    <a:pt x="1" y="0"/>
                  </a:moveTo>
                  <a:lnTo>
                    <a:pt x="1" y="365"/>
                  </a:lnTo>
                  <a:lnTo>
                    <a:pt x="8633" y="365"/>
                  </a:lnTo>
                  <a:lnTo>
                    <a:pt x="8633"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5"/>
            <p:cNvSpPr/>
            <p:nvPr/>
          </p:nvSpPr>
          <p:spPr>
            <a:xfrm>
              <a:off x="6385650" y="2830125"/>
              <a:ext cx="444550" cy="9150"/>
            </a:xfrm>
            <a:custGeom>
              <a:rect b="b" l="l" r="r" t="t"/>
              <a:pathLst>
                <a:path extrusionOk="0" h="366" w="17782">
                  <a:moveTo>
                    <a:pt x="0" y="0"/>
                  </a:moveTo>
                  <a:lnTo>
                    <a:pt x="0" y="365"/>
                  </a:lnTo>
                  <a:lnTo>
                    <a:pt x="17782" y="365"/>
                  </a:lnTo>
                  <a:lnTo>
                    <a:pt x="1778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5"/>
            <p:cNvSpPr/>
            <p:nvPr/>
          </p:nvSpPr>
          <p:spPr>
            <a:xfrm>
              <a:off x="6385650" y="2868875"/>
              <a:ext cx="444550" cy="9150"/>
            </a:xfrm>
            <a:custGeom>
              <a:rect b="b" l="l" r="r" t="t"/>
              <a:pathLst>
                <a:path extrusionOk="0" h="366" w="17782">
                  <a:moveTo>
                    <a:pt x="0" y="0"/>
                  </a:moveTo>
                  <a:lnTo>
                    <a:pt x="0" y="365"/>
                  </a:lnTo>
                  <a:lnTo>
                    <a:pt x="17782" y="365"/>
                  </a:lnTo>
                  <a:lnTo>
                    <a:pt x="1778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5"/>
            <p:cNvSpPr/>
            <p:nvPr/>
          </p:nvSpPr>
          <p:spPr>
            <a:xfrm>
              <a:off x="6209350" y="3102150"/>
              <a:ext cx="126925" cy="126925"/>
            </a:xfrm>
            <a:custGeom>
              <a:rect b="b" l="l" r="r" t="t"/>
              <a:pathLst>
                <a:path extrusionOk="0" h="5077" w="5077">
                  <a:moveTo>
                    <a:pt x="2554" y="1"/>
                  </a:moveTo>
                  <a:cubicBezTo>
                    <a:pt x="1125" y="1"/>
                    <a:pt x="0" y="1156"/>
                    <a:pt x="0" y="2554"/>
                  </a:cubicBezTo>
                  <a:cubicBezTo>
                    <a:pt x="0" y="3952"/>
                    <a:pt x="1125" y="5077"/>
                    <a:pt x="2554" y="5077"/>
                  </a:cubicBezTo>
                  <a:cubicBezTo>
                    <a:pt x="3952" y="5077"/>
                    <a:pt x="5077" y="3952"/>
                    <a:pt x="5077" y="2554"/>
                  </a:cubicBezTo>
                  <a:cubicBezTo>
                    <a:pt x="5077" y="1156"/>
                    <a:pt x="3952" y="1"/>
                    <a:pt x="255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5"/>
            <p:cNvSpPr/>
            <p:nvPr/>
          </p:nvSpPr>
          <p:spPr>
            <a:xfrm>
              <a:off x="6181225" y="3097525"/>
              <a:ext cx="159600" cy="136875"/>
            </a:xfrm>
            <a:custGeom>
              <a:rect b="b" l="l" r="r" t="t"/>
              <a:pathLst>
                <a:path extrusionOk="0" h="5475" w="6384">
                  <a:moveTo>
                    <a:pt x="3679" y="399"/>
                  </a:moveTo>
                  <a:cubicBezTo>
                    <a:pt x="4955" y="399"/>
                    <a:pt x="6019" y="1432"/>
                    <a:pt x="6019" y="2739"/>
                  </a:cubicBezTo>
                  <a:cubicBezTo>
                    <a:pt x="6019" y="4160"/>
                    <a:pt x="4847" y="5093"/>
                    <a:pt x="3638" y="5093"/>
                  </a:cubicBezTo>
                  <a:cubicBezTo>
                    <a:pt x="3062" y="5093"/>
                    <a:pt x="2477" y="4881"/>
                    <a:pt x="2007" y="4411"/>
                  </a:cubicBezTo>
                  <a:cubicBezTo>
                    <a:pt x="518" y="2921"/>
                    <a:pt x="1581" y="399"/>
                    <a:pt x="3679" y="399"/>
                  </a:cubicBezTo>
                  <a:close/>
                  <a:moveTo>
                    <a:pt x="3625" y="0"/>
                  </a:moveTo>
                  <a:cubicBezTo>
                    <a:pt x="2958" y="0"/>
                    <a:pt x="2281" y="246"/>
                    <a:pt x="1733" y="794"/>
                  </a:cubicBezTo>
                  <a:cubicBezTo>
                    <a:pt x="1" y="2526"/>
                    <a:pt x="1247" y="5475"/>
                    <a:pt x="3679" y="5475"/>
                  </a:cubicBezTo>
                  <a:cubicBezTo>
                    <a:pt x="5168" y="5444"/>
                    <a:pt x="6384" y="4228"/>
                    <a:pt x="6384" y="2739"/>
                  </a:cubicBezTo>
                  <a:cubicBezTo>
                    <a:pt x="6384" y="1090"/>
                    <a:pt x="5028" y="0"/>
                    <a:pt x="362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5"/>
            <p:cNvSpPr/>
            <p:nvPr/>
          </p:nvSpPr>
          <p:spPr>
            <a:xfrm>
              <a:off x="6246575" y="3121150"/>
              <a:ext cx="52475" cy="52475"/>
            </a:xfrm>
            <a:custGeom>
              <a:rect b="b" l="l" r="r" t="t"/>
              <a:pathLst>
                <a:path extrusionOk="0" h="2099" w="2099">
                  <a:moveTo>
                    <a:pt x="1065" y="1"/>
                  </a:moveTo>
                  <a:cubicBezTo>
                    <a:pt x="457" y="1"/>
                    <a:pt x="1" y="457"/>
                    <a:pt x="1" y="1065"/>
                  </a:cubicBezTo>
                  <a:cubicBezTo>
                    <a:pt x="1" y="1642"/>
                    <a:pt x="457" y="2098"/>
                    <a:pt x="1065" y="2098"/>
                  </a:cubicBezTo>
                  <a:cubicBezTo>
                    <a:pt x="1642" y="2098"/>
                    <a:pt x="2098" y="1642"/>
                    <a:pt x="2098" y="1065"/>
                  </a:cubicBezTo>
                  <a:cubicBezTo>
                    <a:pt x="2098" y="457"/>
                    <a:pt x="1642"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5"/>
            <p:cNvSpPr/>
            <p:nvPr/>
          </p:nvSpPr>
          <p:spPr>
            <a:xfrm>
              <a:off x="6230625" y="3115825"/>
              <a:ext cx="73725" cy="63100"/>
            </a:xfrm>
            <a:custGeom>
              <a:rect b="b" l="l" r="r" t="t"/>
              <a:pathLst>
                <a:path extrusionOk="0" h="2524" w="2949">
                  <a:moveTo>
                    <a:pt x="1703" y="396"/>
                  </a:moveTo>
                  <a:cubicBezTo>
                    <a:pt x="2159" y="396"/>
                    <a:pt x="2554" y="791"/>
                    <a:pt x="2554" y="1278"/>
                  </a:cubicBezTo>
                  <a:cubicBezTo>
                    <a:pt x="2554" y="1793"/>
                    <a:pt x="2121" y="2140"/>
                    <a:pt x="1671" y="2140"/>
                  </a:cubicBezTo>
                  <a:cubicBezTo>
                    <a:pt x="1458" y="2140"/>
                    <a:pt x="1241" y="2062"/>
                    <a:pt x="1064" y="1886"/>
                  </a:cubicBezTo>
                  <a:cubicBezTo>
                    <a:pt x="517" y="1338"/>
                    <a:pt x="912" y="396"/>
                    <a:pt x="1703" y="396"/>
                  </a:cubicBezTo>
                  <a:close/>
                  <a:moveTo>
                    <a:pt x="1662" y="0"/>
                  </a:moveTo>
                  <a:cubicBezTo>
                    <a:pt x="1355" y="0"/>
                    <a:pt x="1043" y="113"/>
                    <a:pt x="791" y="366"/>
                  </a:cubicBezTo>
                  <a:cubicBezTo>
                    <a:pt x="1" y="1156"/>
                    <a:pt x="578" y="2524"/>
                    <a:pt x="1703" y="2524"/>
                  </a:cubicBezTo>
                  <a:cubicBezTo>
                    <a:pt x="2371" y="2524"/>
                    <a:pt x="2919" y="1946"/>
                    <a:pt x="2949" y="1278"/>
                  </a:cubicBezTo>
                  <a:cubicBezTo>
                    <a:pt x="2949" y="512"/>
                    <a:pt x="2316" y="0"/>
                    <a:pt x="166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5"/>
            <p:cNvSpPr/>
            <p:nvPr/>
          </p:nvSpPr>
          <p:spPr>
            <a:xfrm>
              <a:off x="6235950" y="3182325"/>
              <a:ext cx="73725" cy="46750"/>
            </a:xfrm>
            <a:custGeom>
              <a:rect b="b" l="l" r="r" t="t"/>
              <a:pathLst>
                <a:path extrusionOk="0" h="1870" w="2949">
                  <a:moveTo>
                    <a:pt x="1474" y="1"/>
                  </a:moveTo>
                  <a:cubicBezTo>
                    <a:pt x="760" y="1"/>
                    <a:pt x="46" y="472"/>
                    <a:pt x="0" y="1414"/>
                  </a:cubicBezTo>
                  <a:cubicBezTo>
                    <a:pt x="426" y="1718"/>
                    <a:pt x="943" y="1870"/>
                    <a:pt x="1490" y="1870"/>
                  </a:cubicBezTo>
                  <a:cubicBezTo>
                    <a:pt x="2006" y="1870"/>
                    <a:pt x="2523" y="1718"/>
                    <a:pt x="2949" y="1414"/>
                  </a:cubicBezTo>
                  <a:cubicBezTo>
                    <a:pt x="2903" y="472"/>
                    <a:pt x="2189" y="1"/>
                    <a:pt x="147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5"/>
            <p:cNvSpPr/>
            <p:nvPr/>
          </p:nvSpPr>
          <p:spPr>
            <a:xfrm>
              <a:off x="6230625" y="3177000"/>
              <a:ext cx="83625" cy="57400"/>
            </a:xfrm>
            <a:custGeom>
              <a:rect b="b" l="l" r="r" t="t"/>
              <a:pathLst>
                <a:path extrusionOk="0" h="2296" w="3345">
                  <a:moveTo>
                    <a:pt x="1687" y="328"/>
                  </a:moveTo>
                  <a:cubicBezTo>
                    <a:pt x="2303" y="328"/>
                    <a:pt x="2919" y="730"/>
                    <a:pt x="2979" y="1536"/>
                  </a:cubicBezTo>
                  <a:cubicBezTo>
                    <a:pt x="2584" y="1779"/>
                    <a:pt x="2136" y="1901"/>
                    <a:pt x="1687" y="1901"/>
                  </a:cubicBezTo>
                  <a:cubicBezTo>
                    <a:pt x="1239" y="1901"/>
                    <a:pt x="791" y="1779"/>
                    <a:pt x="396" y="1536"/>
                  </a:cubicBezTo>
                  <a:cubicBezTo>
                    <a:pt x="456" y="730"/>
                    <a:pt x="1072" y="328"/>
                    <a:pt x="1687" y="328"/>
                  </a:cubicBezTo>
                  <a:close/>
                  <a:moveTo>
                    <a:pt x="1684" y="1"/>
                  </a:moveTo>
                  <a:cubicBezTo>
                    <a:pt x="874" y="1"/>
                    <a:pt x="61" y="533"/>
                    <a:pt x="1" y="1597"/>
                  </a:cubicBezTo>
                  <a:cubicBezTo>
                    <a:pt x="1" y="1688"/>
                    <a:pt x="31" y="1718"/>
                    <a:pt x="92" y="1779"/>
                  </a:cubicBezTo>
                  <a:cubicBezTo>
                    <a:pt x="548" y="2113"/>
                    <a:pt x="1125" y="2296"/>
                    <a:pt x="1703" y="2296"/>
                  </a:cubicBezTo>
                  <a:cubicBezTo>
                    <a:pt x="2250" y="2296"/>
                    <a:pt x="2827" y="2113"/>
                    <a:pt x="3283" y="1779"/>
                  </a:cubicBezTo>
                  <a:cubicBezTo>
                    <a:pt x="3344" y="1718"/>
                    <a:pt x="3344" y="1688"/>
                    <a:pt x="3344" y="1597"/>
                  </a:cubicBezTo>
                  <a:cubicBezTo>
                    <a:pt x="3298" y="533"/>
                    <a:pt x="2493" y="1"/>
                    <a:pt x="168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5"/>
            <p:cNvSpPr/>
            <p:nvPr/>
          </p:nvSpPr>
          <p:spPr>
            <a:xfrm>
              <a:off x="6381075" y="3108250"/>
              <a:ext cx="215850" cy="9900"/>
            </a:xfrm>
            <a:custGeom>
              <a:rect b="b" l="l" r="r" t="t"/>
              <a:pathLst>
                <a:path extrusionOk="0" h="396" w="8634">
                  <a:moveTo>
                    <a:pt x="1" y="0"/>
                  </a:moveTo>
                  <a:lnTo>
                    <a:pt x="1" y="395"/>
                  </a:lnTo>
                  <a:lnTo>
                    <a:pt x="8633" y="395"/>
                  </a:lnTo>
                  <a:lnTo>
                    <a:pt x="8633"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5"/>
            <p:cNvSpPr/>
            <p:nvPr/>
          </p:nvSpPr>
          <p:spPr>
            <a:xfrm>
              <a:off x="6385650" y="3169800"/>
              <a:ext cx="444550" cy="9125"/>
            </a:xfrm>
            <a:custGeom>
              <a:rect b="b" l="l" r="r" t="t"/>
              <a:pathLst>
                <a:path extrusionOk="0" h="365" w="17782">
                  <a:moveTo>
                    <a:pt x="0" y="0"/>
                  </a:moveTo>
                  <a:lnTo>
                    <a:pt x="0" y="365"/>
                  </a:lnTo>
                  <a:lnTo>
                    <a:pt x="17782" y="365"/>
                  </a:lnTo>
                  <a:lnTo>
                    <a:pt x="1778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5"/>
            <p:cNvSpPr/>
            <p:nvPr/>
          </p:nvSpPr>
          <p:spPr>
            <a:xfrm>
              <a:off x="6385650" y="3208550"/>
              <a:ext cx="444550" cy="9900"/>
            </a:xfrm>
            <a:custGeom>
              <a:rect b="b" l="l" r="r" t="t"/>
              <a:pathLst>
                <a:path extrusionOk="0" h="396" w="17782">
                  <a:moveTo>
                    <a:pt x="0" y="0"/>
                  </a:moveTo>
                  <a:lnTo>
                    <a:pt x="0" y="395"/>
                  </a:lnTo>
                  <a:lnTo>
                    <a:pt x="17782" y="395"/>
                  </a:lnTo>
                  <a:lnTo>
                    <a:pt x="1778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5"/>
            <p:cNvSpPr/>
            <p:nvPr/>
          </p:nvSpPr>
          <p:spPr>
            <a:xfrm>
              <a:off x="6352200" y="1526900"/>
              <a:ext cx="823750" cy="246100"/>
            </a:xfrm>
            <a:custGeom>
              <a:rect b="b" l="l" r="r" t="t"/>
              <a:pathLst>
                <a:path extrusionOk="0" h="9844" w="32950">
                  <a:moveTo>
                    <a:pt x="15108" y="1"/>
                  </a:moveTo>
                  <a:cubicBezTo>
                    <a:pt x="14682" y="31"/>
                    <a:pt x="14256" y="62"/>
                    <a:pt x="13831" y="122"/>
                  </a:cubicBezTo>
                  <a:cubicBezTo>
                    <a:pt x="8664" y="791"/>
                    <a:pt x="3922" y="3375"/>
                    <a:pt x="578" y="7357"/>
                  </a:cubicBezTo>
                  <a:cubicBezTo>
                    <a:pt x="1" y="7964"/>
                    <a:pt x="31" y="8937"/>
                    <a:pt x="670" y="9484"/>
                  </a:cubicBezTo>
                  <a:cubicBezTo>
                    <a:pt x="955" y="9715"/>
                    <a:pt x="1301" y="9831"/>
                    <a:pt x="1646" y="9831"/>
                  </a:cubicBezTo>
                  <a:cubicBezTo>
                    <a:pt x="2072" y="9831"/>
                    <a:pt x="2495" y="9655"/>
                    <a:pt x="2797" y="9302"/>
                  </a:cubicBezTo>
                  <a:cubicBezTo>
                    <a:pt x="3466" y="8542"/>
                    <a:pt x="4195" y="7813"/>
                    <a:pt x="4955" y="7144"/>
                  </a:cubicBezTo>
                  <a:cubicBezTo>
                    <a:pt x="8246" y="4339"/>
                    <a:pt x="12345" y="2895"/>
                    <a:pt x="16479" y="2895"/>
                  </a:cubicBezTo>
                  <a:cubicBezTo>
                    <a:pt x="19333" y="2895"/>
                    <a:pt x="22202" y="3583"/>
                    <a:pt x="24834" y="4986"/>
                  </a:cubicBezTo>
                  <a:cubicBezTo>
                    <a:pt x="26871" y="6050"/>
                    <a:pt x="28694" y="7539"/>
                    <a:pt x="30184" y="9302"/>
                  </a:cubicBezTo>
                  <a:cubicBezTo>
                    <a:pt x="30472" y="9658"/>
                    <a:pt x="30892" y="9844"/>
                    <a:pt x="31313" y="9844"/>
                  </a:cubicBezTo>
                  <a:cubicBezTo>
                    <a:pt x="31647" y="9844"/>
                    <a:pt x="31982" y="9726"/>
                    <a:pt x="32251" y="9484"/>
                  </a:cubicBezTo>
                  <a:cubicBezTo>
                    <a:pt x="32889" y="8968"/>
                    <a:pt x="32950" y="7995"/>
                    <a:pt x="32403" y="7357"/>
                  </a:cubicBezTo>
                  <a:cubicBezTo>
                    <a:pt x="28208" y="2524"/>
                    <a:pt x="22858" y="92"/>
                    <a:pt x="1647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5"/>
            <p:cNvSpPr/>
            <p:nvPr/>
          </p:nvSpPr>
          <p:spPr>
            <a:xfrm>
              <a:off x="6452700" y="1675075"/>
              <a:ext cx="610025" cy="195225"/>
            </a:xfrm>
            <a:custGeom>
              <a:rect b="b" l="l" r="r" t="t"/>
              <a:pathLst>
                <a:path extrusionOk="0" h="7809" w="24401">
                  <a:moveTo>
                    <a:pt x="13002" y="1"/>
                  </a:moveTo>
                  <a:cubicBezTo>
                    <a:pt x="10176" y="1"/>
                    <a:pt x="7957" y="518"/>
                    <a:pt x="5829" y="1551"/>
                  </a:cubicBezTo>
                  <a:cubicBezTo>
                    <a:pt x="4005" y="2463"/>
                    <a:pt x="2364" y="3709"/>
                    <a:pt x="1057" y="5290"/>
                  </a:cubicBezTo>
                  <a:cubicBezTo>
                    <a:pt x="1" y="6391"/>
                    <a:pt x="1038" y="7808"/>
                    <a:pt x="2167" y="7808"/>
                  </a:cubicBezTo>
                  <a:cubicBezTo>
                    <a:pt x="2565" y="7808"/>
                    <a:pt x="2974" y="7632"/>
                    <a:pt x="3306" y="7205"/>
                  </a:cubicBezTo>
                  <a:cubicBezTo>
                    <a:pt x="3428" y="7083"/>
                    <a:pt x="3549" y="6931"/>
                    <a:pt x="3671" y="6810"/>
                  </a:cubicBezTo>
                  <a:cubicBezTo>
                    <a:pt x="6210" y="4248"/>
                    <a:pt x="9081" y="2949"/>
                    <a:pt x="12297" y="2949"/>
                  </a:cubicBezTo>
                  <a:cubicBezTo>
                    <a:pt x="13431" y="2949"/>
                    <a:pt x="14609" y="3111"/>
                    <a:pt x="15829" y="3436"/>
                  </a:cubicBezTo>
                  <a:cubicBezTo>
                    <a:pt x="18079" y="4074"/>
                    <a:pt x="20085" y="5381"/>
                    <a:pt x="21574" y="7205"/>
                  </a:cubicBezTo>
                  <a:cubicBezTo>
                    <a:pt x="21862" y="7561"/>
                    <a:pt x="22282" y="7746"/>
                    <a:pt x="22708" y="7746"/>
                  </a:cubicBezTo>
                  <a:cubicBezTo>
                    <a:pt x="23047" y="7746"/>
                    <a:pt x="23389" y="7629"/>
                    <a:pt x="23671" y="7387"/>
                  </a:cubicBezTo>
                  <a:cubicBezTo>
                    <a:pt x="24340" y="6870"/>
                    <a:pt x="24401" y="5898"/>
                    <a:pt x="23823" y="5290"/>
                  </a:cubicBezTo>
                  <a:cubicBezTo>
                    <a:pt x="20814" y="1825"/>
                    <a:pt x="17045" y="92"/>
                    <a:pt x="1300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5"/>
            <p:cNvSpPr/>
            <p:nvPr/>
          </p:nvSpPr>
          <p:spPr>
            <a:xfrm>
              <a:off x="6575625" y="1823450"/>
              <a:ext cx="369325" cy="141050"/>
            </a:xfrm>
            <a:custGeom>
              <a:rect b="b" l="l" r="r" t="t"/>
              <a:pathLst>
                <a:path extrusionOk="0" h="5642" w="14773">
                  <a:moveTo>
                    <a:pt x="7535" y="1"/>
                  </a:moveTo>
                  <a:cubicBezTo>
                    <a:pt x="5008" y="1"/>
                    <a:pt x="2477" y="1072"/>
                    <a:pt x="699" y="3215"/>
                  </a:cubicBezTo>
                  <a:cubicBezTo>
                    <a:pt x="0" y="4005"/>
                    <a:pt x="365" y="5252"/>
                    <a:pt x="1398" y="5556"/>
                  </a:cubicBezTo>
                  <a:cubicBezTo>
                    <a:pt x="1543" y="5612"/>
                    <a:pt x="1695" y="5638"/>
                    <a:pt x="1846" y="5638"/>
                  </a:cubicBezTo>
                  <a:cubicBezTo>
                    <a:pt x="2267" y="5638"/>
                    <a:pt x="2689" y="5435"/>
                    <a:pt x="2979" y="5100"/>
                  </a:cubicBezTo>
                  <a:cubicBezTo>
                    <a:pt x="4126" y="3724"/>
                    <a:pt x="5801" y="2977"/>
                    <a:pt x="7525" y="2977"/>
                  </a:cubicBezTo>
                  <a:cubicBezTo>
                    <a:pt x="8315" y="2977"/>
                    <a:pt x="9115" y="3134"/>
                    <a:pt x="9879" y="3458"/>
                  </a:cubicBezTo>
                  <a:cubicBezTo>
                    <a:pt x="10730" y="3823"/>
                    <a:pt x="11520" y="4400"/>
                    <a:pt x="12128" y="5130"/>
                  </a:cubicBezTo>
                  <a:cubicBezTo>
                    <a:pt x="12430" y="5483"/>
                    <a:pt x="12827" y="5641"/>
                    <a:pt x="13220" y="5641"/>
                  </a:cubicBezTo>
                  <a:cubicBezTo>
                    <a:pt x="13975" y="5641"/>
                    <a:pt x="14712" y="5057"/>
                    <a:pt x="14712" y="4157"/>
                  </a:cubicBezTo>
                  <a:lnTo>
                    <a:pt x="14772" y="4127"/>
                  </a:lnTo>
                  <a:cubicBezTo>
                    <a:pt x="14681" y="3823"/>
                    <a:pt x="14529" y="3519"/>
                    <a:pt x="14347" y="3215"/>
                  </a:cubicBezTo>
                  <a:cubicBezTo>
                    <a:pt x="12584" y="1072"/>
                    <a:pt x="10061" y="1"/>
                    <a:pt x="753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5"/>
            <p:cNvSpPr/>
            <p:nvPr/>
          </p:nvSpPr>
          <p:spPr>
            <a:xfrm>
              <a:off x="6664525" y="1972950"/>
              <a:ext cx="173800" cy="148225"/>
            </a:xfrm>
            <a:custGeom>
              <a:rect b="b" l="l" r="r" t="t"/>
              <a:pathLst>
                <a:path extrusionOk="0" h="5929" w="6952">
                  <a:moveTo>
                    <a:pt x="3971" y="0"/>
                  </a:moveTo>
                  <a:cubicBezTo>
                    <a:pt x="3241" y="0"/>
                    <a:pt x="2495" y="273"/>
                    <a:pt x="1885" y="883"/>
                  </a:cubicBezTo>
                  <a:cubicBezTo>
                    <a:pt x="0" y="2737"/>
                    <a:pt x="1338" y="5928"/>
                    <a:pt x="3982" y="5928"/>
                  </a:cubicBezTo>
                  <a:cubicBezTo>
                    <a:pt x="5624" y="5928"/>
                    <a:pt x="6931" y="4621"/>
                    <a:pt x="6931" y="2980"/>
                  </a:cubicBezTo>
                  <a:cubicBezTo>
                    <a:pt x="6951" y="1191"/>
                    <a:pt x="5498" y="0"/>
                    <a:pt x="397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5"/>
            <p:cNvSpPr/>
            <p:nvPr/>
          </p:nvSpPr>
          <p:spPr>
            <a:xfrm>
              <a:off x="5035325" y="3481700"/>
              <a:ext cx="1342750" cy="1292250"/>
            </a:xfrm>
            <a:custGeom>
              <a:rect b="b" l="l" r="r" t="t"/>
              <a:pathLst>
                <a:path extrusionOk="0" h="51690" w="53710">
                  <a:moveTo>
                    <a:pt x="27873" y="716"/>
                  </a:moveTo>
                  <a:cubicBezTo>
                    <a:pt x="41703" y="746"/>
                    <a:pt x="52919" y="11962"/>
                    <a:pt x="52949" y="25792"/>
                  </a:cubicBezTo>
                  <a:cubicBezTo>
                    <a:pt x="52949" y="35944"/>
                    <a:pt x="46840" y="45093"/>
                    <a:pt x="37478" y="48984"/>
                  </a:cubicBezTo>
                  <a:cubicBezTo>
                    <a:pt x="34370" y="50261"/>
                    <a:pt x="31108" y="50883"/>
                    <a:pt x="27876" y="50883"/>
                  </a:cubicBezTo>
                  <a:cubicBezTo>
                    <a:pt x="21343" y="50883"/>
                    <a:pt x="14931" y="48342"/>
                    <a:pt x="10152" y="43543"/>
                  </a:cubicBezTo>
                  <a:cubicBezTo>
                    <a:pt x="2979" y="36370"/>
                    <a:pt x="821" y="25579"/>
                    <a:pt x="4711" y="16218"/>
                  </a:cubicBezTo>
                  <a:cubicBezTo>
                    <a:pt x="8572" y="6856"/>
                    <a:pt x="17721" y="716"/>
                    <a:pt x="27873" y="716"/>
                  </a:cubicBezTo>
                  <a:close/>
                  <a:moveTo>
                    <a:pt x="27874" y="1"/>
                  </a:moveTo>
                  <a:cubicBezTo>
                    <a:pt x="21155" y="1"/>
                    <a:pt x="14544" y="2616"/>
                    <a:pt x="9605" y="7555"/>
                  </a:cubicBezTo>
                  <a:cubicBezTo>
                    <a:pt x="2219" y="14971"/>
                    <a:pt x="0" y="26066"/>
                    <a:pt x="4012" y="35731"/>
                  </a:cubicBezTo>
                  <a:cubicBezTo>
                    <a:pt x="7994" y="45367"/>
                    <a:pt x="17417" y="51689"/>
                    <a:pt x="27873" y="51689"/>
                  </a:cubicBezTo>
                  <a:cubicBezTo>
                    <a:pt x="42129" y="51659"/>
                    <a:pt x="53679" y="40108"/>
                    <a:pt x="53709" y="25853"/>
                  </a:cubicBezTo>
                  <a:cubicBezTo>
                    <a:pt x="53709" y="15397"/>
                    <a:pt x="47417" y="5974"/>
                    <a:pt x="37752" y="1962"/>
                  </a:cubicBezTo>
                  <a:cubicBezTo>
                    <a:pt x="34559" y="643"/>
                    <a:pt x="31203" y="1"/>
                    <a:pt x="2787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5"/>
            <p:cNvSpPr/>
            <p:nvPr/>
          </p:nvSpPr>
          <p:spPr>
            <a:xfrm>
              <a:off x="5407650" y="3482100"/>
              <a:ext cx="648975" cy="1291850"/>
            </a:xfrm>
            <a:custGeom>
              <a:rect b="b" l="l" r="r" t="t"/>
              <a:pathLst>
                <a:path extrusionOk="0" h="51674" w="25959">
                  <a:moveTo>
                    <a:pt x="12980" y="700"/>
                  </a:moveTo>
                  <a:cubicBezTo>
                    <a:pt x="19728" y="700"/>
                    <a:pt x="25199" y="11977"/>
                    <a:pt x="25199" y="25776"/>
                  </a:cubicBezTo>
                  <a:cubicBezTo>
                    <a:pt x="25199" y="39606"/>
                    <a:pt x="19728" y="50852"/>
                    <a:pt x="12980" y="50852"/>
                  </a:cubicBezTo>
                  <a:cubicBezTo>
                    <a:pt x="6232" y="50852"/>
                    <a:pt x="761" y="39606"/>
                    <a:pt x="761" y="25776"/>
                  </a:cubicBezTo>
                  <a:cubicBezTo>
                    <a:pt x="761" y="11977"/>
                    <a:pt x="6232" y="700"/>
                    <a:pt x="12980" y="700"/>
                  </a:cubicBezTo>
                  <a:close/>
                  <a:moveTo>
                    <a:pt x="12980" y="1"/>
                  </a:moveTo>
                  <a:cubicBezTo>
                    <a:pt x="5807" y="1"/>
                    <a:pt x="1" y="11581"/>
                    <a:pt x="1" y="25837"/>
                  </a:cubicBezTo>
                  <a:cubicBezTo>
                    <a:pt x="1" y="40062"/>
                    <a:pt x="5807" y="51673"/>
                    <a:pt x="12980" y="51673"/>
                  </a:cubicBezTo>
                  <a:cubicBezTo>
                    <a:pt x="20123" y="51673"/>
                    <a:pt x="25959" y="40062"/>
                    <a:pt x="25959" y="25837"/>
                  </a:cubicBezTo>
                  <a:cubicBezTo>
                    <a:pt x="25959" y="11581"/>
                    <a:pt x="20123" y="1"/>
                    <a:pt x="1298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5"/>
            <p:cNvSpPr/>
            <p:nvPr/>
          </p:nvSpPr>
          <p:spPr>
            <a:xfrm>
              <a:off x="5283800" y="3662075"/>
              <a:ext cx="905650" cy="198475"/>
            </a:xfrm>
            <a:custGeom>
              <a:rect b="b" l="l" r="r" t="t"/>
              <a:pathLst>
                <a:path extrusionOk="0" h="7939" w="36226">
                  <a:moveTo>
                    <a:pt x="35692" y="1"/>
                  </a:moveTo>
                  <a:cubicBezTo>
                    <a:pt x="35609" y="1"/>
                    <a:pt x="35523" y="29"/>
                    <a:pt x="35442" y="97"/>
                  </a:cubicBezTo>
                  <a:cubicBezTo>
                    <a:pt x="30585" y="4831"/>
                    <a:pt x="24276" y="7202"/>
                    <a:pt x="17959" y="7202"/>
                  </a:cubicBezTo>
                  <a:cubicBezTo>
                    <a:pt x="11745" y="7202"/>
                    <a:pt x="5523" y="4907"/>
                    <a:pt x="669" y="309"/>
                  </a:cubicBezTo>
                  <a:cubicBezTo>
                    <a:pt x="593" y="233"/>
                    <a:pt x="502" y="195"/>
                    <a:pt x="411" y="195"/>
                  </a:cubicBezTo>
                  <a:cubicBezTo>
                    <a:pt x="320" y="195"/>
                    <a:pt x="228" y="233"/>
                    <a:pt x="152" y="309"/>
                  </a:cubicBezTo>
                  <a:cubicBezTo>
                    <a:pt x="0" y="461"/>
                    <a:pt x="0" y="705"/>
                    <a:pt x="152" y="856"/>
                  </a:cubicBezTo>
                  <a:cubicBezTo>
                    <a:pt x="4925" y="5416"/>
                    <a:pt x="11308" y="7939"/>
                    <a:pt x="17934" y="7939"/>
                  </a:cubicBezTo>
                  <a:cubicBezTo>
                    <a:pt x="17972" y="7939"/>
                    <a:pt x="18011" y="7939"/>
                    <a:pt x="18049" y="7939"/>
                  </a:cubicBezTo>
                  <a:cubicBezTo>
                    <a:pt x="24755" y="7939"/>
                    <a:pt x="31184" y="5298"/>
                    <a:pt x="35989" y="613"/>
                  </a:cubicBezTo>
                  <a:cubicBezTo>
                    <a:pt x="36226" y="353"/>
                    <a:pt x="35983" y="1"/>
                    <a:pt x="3569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5"/>
            <p:cNvSpPr/>
            <p:nvPr/>
          </p:nvSpPr>
          <p:spPr>
            <a:xfrm>
              <a:off x="5275450" y="4393100"/>
              <a:ext cx="909775" cy="201500"/>
            </a:xfrm>
            <a:custGeom>
              <a:rect b="b" l="l" r="r" t="t"/>
              <a:pathLst>
                <a:path extrusionOk="0" h="8060" w="36391">
                  <a:moveTo>
                    <a:pt x="18268" y="0"/>
                  </a:moveTo>
                  <a:cubicBezTo>
                    <a:pt x="11713" y="0"/>
                    <a:pt x="5157" y="2478"/>
                    <a:pt x="122" y="7421"/>
                  </a:cubicBezTo>
                  <a:cubicBezTo>
                    <a:pt x="0" y="7573"/>
                    <a:pt x="0" y="7786"/>
                    <a:pt x="122" y="7938"/>
                  </a:cubicBezTo>
                  <a:cubicBezTo>
                    <a:pt x="213" y="8029"/>
                    <a:pt x="304" y="8060"/>
                    <a:pt x="395" y="8060"/>
                  </a:cubicBezTo>
                  <a:cubicBezTo>
                    <a:pt x="517" y="8060"/>
                    <a:pt x="608" y="8029"/>
                    <a:pt x="669" y="7938"/>
                  </a:cubicBezTo>
                  <a:cubicBezTo>
                    <a:pt x="5549" y="3151"/>
                    <a:pt x="11908" y="749"/>
                    <a:pt x="18268" y="749"/>
                  </a:cubicBezTo>
                  <a:cubicBezTo>
                    <a:pt x="24507" y="749"/>
                    <a:pt x="30747" y="3059"/>
                    <a:pt x="35593" y="7695"/>
                  </a:cubicBezTo>
                  <a:cubicBezTo>
                    <a:pt x="35678" y="7780"/>
                    <a:pt x="35771" y="7815"/>
                    <a:pt x="35859" y="7815"/>
                  </a:cubicBezTo>
                  <a:cubicBezTo>
                    <a:pt x="36151" y="7815"/>
                    <a:pt x="36390" y="7428"/>
                    <a:pt x="36110" y="7148"/>
                  </a:cubicBezTo>
                  <a:cubicBezTo>
                    <a:pt x="31116" y="2379"/>
                    <a:pt x="24692" y="0"/>
                    <a:pt x="1826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5"/>
            <p:cNvSpPr/>
            <p:nvPr/>
          </p:nvSpPr>
          <p:spPr>
            <a:xfrm>
              <a:off x="5082425" y="4117375"/>
              <a:ext cx="1299450" cy="19025"/>
            </a:xfrm>
            <a:custGeom>
              <a:rect b="b" l="l" r="r" t="t"/>
              <a:pathLst>
                <a:path extrusionOk="0" h="761" w="51978">
                  <a:moveTo>
                    <a:pt x="517" y="0"/>
                  </a:moveTo>
                  <a:cubicBezTo>
                    <a:pt x="1" y="0"/>
                    <a:pt x="1" y="760"/>
                    <a:pt x="517" y="760"/>
                  </a:cubicBezTo>
                  <a:lnTo>
                    <a:pt x="51461" y="760"/>
                  </a:lnTo>
                  <a:cubicBezTo>
                    <a:pt x="51977" y="760"/>
                    <a:pt x="51977" y="0"/>
                    <a:pt x="5146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5"/>
            <p:cNvSpPr/>
            <p:nvPr/>
          </p:nvSpPr>
          <p:spPr>
            <a:xfrm>
              <a:off x="5722250" y="3480575"/>
              <a:ext cx="19025" cy="1293375"/>
            </a:xfrm>
            <a:custGeom>
              <a:rect b="b" l="l" r="r" t="t"/>
              <a:pathLst>
                <a:path extrusionOk="0" h="51735" w="761">
                  <a:moveTo>
                    <a:pt x="381" y="1"/>
                  </a:moveTo>
                  <a:cubicBezTo>
                    <a:pt x="191" y="1"/>
                    <a:pt x="1" y="122"/>
                    <a:pt x="1" y="366"/>
                  </a:cubicBezTo>
                  <a:lnTo>
                    <a:pt x="1" y="51339"/>
                  </a:lnTo>
                  <a:cubicBezTo>
                    <a:pt x="1" y="51552"/>
                    <a:pt x="183" y="51734"/>
                    <a:pt x="396" y="51734"/>
                  </a:cubicBezTo>
                  <a:cubicBezTo>
                    <a:pt x="609" y="51734"/>
                    <a:pt x="761" y="51552"/>
                    <a:pt x="761" y="51339"/>
                  </a:cubicBezTo>
                  <a:lnTo>
                    <a:pt x="761" y="366"/>
                  </a:lnTo>
                  <a:cubicBezTo>
                    <a:pt x="761" y="122"/>
                    <a:pt x="571" y="1"/>
                    <a:pt x="38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5"/>
            <p:cNvSpPr/>
            <p:nvPr/>
          </p:nvSpPr>
          <p:spPr>
            <a:xfrm>
              <a:off x="5392025" y="2694250"/>
              <a:ext cx="442725" cy="543775"/>
            </a:xfrm>
            <a:custGeom>
              <a:rect b="b" l="l" r="r" t="t"/>
              <a:pathLst>
                <a:path extrusionOk="0" h="21751" w="17709">
                  <a:moveTo>
                    <a:pt x="3655" y="1"/>
                  </a:moveTo>
                  <a:cubicBezTo>
                    <a:pt x="2882" y="1"/>
                    <a:pt x="2096" y="335"/>
                    <a:pt x="1507" y="1119"/>
                  </a:cubicBezTo>
                  <a:cubicBezTo>
                    <a:pt x="0" y="3129"/>
                    <a:pt x="1695" y="5572"/>
                    <a:pt x="3729" y="5572"/>
                  </a:cubicBezTo>
                  <a:cubicBezTo>
                    <a:pt x="4280" y="5572"/>
                    <a:pt x="4855" y="5393"/>
                    <a:pt x="5398" y="4979"/>
                  </a:cubicBezTo>
                  <a:lnTo>
                    <a:pt x="11964" y="9903"/>
                  </a:lnTo>
                  <a:cubicBezTo>
                    <a:pt x="11720" y="10542"/>
                    <a:pt x="11720" y="11241"/>
                    <a:pt x="11964" y="11879"/>
                  </a:cubicBezTo>
                  <a:lnTo>
                    <a:pt x="5398" y="16803"/>
                  </a:lnTo>
                  <a:cubicBezTo>
                    <a:pt x="4912" y="16438"/>
                    <a:pt x="4334" y="16256"/>
                    <a:pt x="3726" y="16256"/>
                  </a:cubicBezTo>
                  <a:cubicBezTo>
                    <a:pt x="1264" y="16256"/>
                    <a:pt x="48" y="19204"/>
                    <a:pt x="1781" y="20937"/>
                  </a:cubicBezTo>
                  <a:cubicBezTo>
                    <a:pt x="2343" y="21499"/>
                    <a:pt x="3032" y="21750"/>
                    <a:pt x="3707" y="21750"/>
                  </a:cubicBezTo>
                  <a:cubicBezTo>
                    <a:pt x="5115" y="21750"/>
                    <a:pt x="6462" y="20656"/>
                    <a:pt x="6462" y="18992"/>
                  </a:cubicBezTo>
                  <a:cubicBezTo>
                    <a:pt x="6462" y="18657"/>
                    <a:pt x="6401" y="18323"/>
                    <a:pt x="6280" y="18019"/>
                  </a:cubicBezTo>
                  <a:lnTo>
                    <a:pt x="12875" y="13065"/>
                  </a:lnTo>
                  <a:cubicBezTo>
                    <a:pt x="13375" y="13442"/>
                    <a:pt x="13950" y="13617"/>
                    <a:pt x="14517" y="13617"/>
                  </a:cubicBezTo>
                  <a:cubicBezTo>
                    <a:pt x="15638" y="13617"/>
                    <a:pt x="16727" y="12929"/>
                    <a:pt x="17131" y="11758"/>
                  </a:cubicBezTo>
                  <a:cubicBezTo>
                    <a:pt x="17708" y="9964"/>
                    <a:pt x="16401" y="8140"/>
                    <a:pt x="14517" y="8140"/>
                  </a:cubicBezTo>
                  <a:cubicBezTo>
                    <a:pt x="13939" y="8140"/>
                    <a:pt x="13362" y="8353"/>
                    <a:pt x="12875" y="8718"/>
                  </a:cubicBezTo>
                  <a:lnTo>
                    <a:pt x="6280" y="3764"/>
                  </a:lnTo>
                  <a:cubicBezTo>
                    <a:pt x="7080" y="1700"/>
                    <a:pt x="5400" y="1"/>
                    <a:pt x="365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5"/>
            <p:cNvSpPr/>
            <p:nvPr/>
          </p:nvSpPr>
          <p:spPr>
            <a:xfrm>
              <a:off x="4732875" y="1469925"/>
              <a:ext cx="345775" cy="464300"/>
            </a:xfrm>
            <a:custGeom>
              <a:rect b="b" l="l" r="r" t="t"/>
              <a:pathLst>
                <a:path extrusionOk="0" h="18572" w="13831">
                  <a:moveTo>
                    <a:pt x="6879" y="3757"/>
                  </a:moveTo>
                  <a:cubicBezTo>
                    <a:pt x="8501" y="3757"/>
                    <a:pt x="10062" y="5016"/>
                    <a:pt x="10062" y="6930"/>
                  </a:cubicBezTo>
                  <a:cubicBezTo>
                    <a:pt x="10062" y="8663"/>
                    <a:pt x="8663" y="10061"/>
                    <a:pt x="6931" y="10061"/>
                  </a:cubicBezTo>
                  <a:cubicBezTo>
                    <a:pt x="4104" y="10061"/>
                    <a:pt x="2706" y="6687"/>
                    <a:pt x="4682" y="4681"/>
                  </a:cubicBezTo>
                  <a:cubicBezTo>
                    <a:pt x="5319" y="4043"/>
                    <a:pt x="6106" y="3757"/>
                    <a:pt x="6879" y="3757"/>
                  </a:cubicBezTo>
                  <a:close/>
                  <a:moveTo>
                    <a:pt x="6931" y="0"/>
                  </a:moveTo>
                  <a:cubicBezTo>
                    <a:pt x="3101" y="0"/>
                    <a:pt x="1" y="3101"/>
                    <a:pt x="1" y="6930"/>
                  </a:cubicBezTo>
                  <a:cubicBezTo>
                    <a:pt x="1" y="10730"/>
                    <a:pt x="6931" y="18572"/>
                    <a:pt x="6931" y="18572"/>
                  </a:cubicBezTo>
                  <a:cubicBezTo>
                    <a:pt x="6931" y="18572"/>
                    <a:pt x="13831" y="10760"/>
                    <a:pt x="13831" y="6930"/>
                  </a:cubicBezTo>
                  <a:cubicBezTo>
                    <a:pt x="13831" y="3101"/>
                    <a:pt x="10730" y="0"/>
                    <a:pt x="693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5"/>
            <p:cNvSpPr/>
            <p:nvPr/>
          </p:nvSpPr>
          <p:spPr>
            <a:xfrm>
              <a:off x="4728325" y="1469150"/>
              <a:ext cx="355650" cy="469650"/>
            </a:xfrm>
            <a:custGeom>
              <a:rect b="b" l="l" r="r" t="t"/>
              <a:pathLst>
                <a:path extrusionOk="0" h="18786" w="14226">
                  <a:moveTo>
                    <a:pt x="7113" y="3983"/>
                  </a:moveTo>
                  <a:cubicBezTo>
                    <a:pt x="8724" y="3983"/>
                    <a:pt x="10061" y="5320"/>
                    <a:pt x="10061" y="6961"/>
                  </a:cubicBezTo>
                  <a:cubicBezTo>
                    <a:pt x="10061" y="8735"/>
                    <a:pt x="8592" y="9921"/>
                    <a:pt x="7068" y="9921"/>
                  </a:cubicBezTo>
                  <a:cubicBezTo>
                    <a:pt x="6346" y="9921"/>
                    <a:pt x="5612" y="9655"/>
                    <a:pt x="5016" y="9059"/>
                  </a:cubicBezTo>
                  <a:cubicBezTo>
                    <a:pt x="3131" y="7174"/>
                    <a:pt x="4468" y="3983"/>
                    <a:pt x="7113" y="3983"/>
                  </a:cubicBezTo>
                  <a:close/>
                  <a:moveTo>
                    <a:pt x="7068" y="3610"/>
                  </a:moveTo>
                  <a:cubicBezTo>
                    <a:pt x="6251" y="3610"/>
                    <a:pt x="5419" y="3913"/>
                    <a:pt x="4742" y="4591"/>
                  </a:cubicBezTo>
                  <a:cubicBezTo>
                    <a:pt x="2614" y="6688"/>
                    <a:pt x="4134" y="10305"/>
                    <a:pt x="7113" y="10305"/>
                  </a:cubicBezTo>
                  <a:cubicBezTo>
                    <a:pt x="8937" y="10274"/>
                    <a:pt x="10426" y="8785"/>
                    <a:pt x="10426" y="6961"/>
                  </a:cubicBezTo>
                  <a:cubicBezTo>
                    <a:pt x="10426" y="4944"/>
                    <a:pt x="8781" y="3610"/>
                    <a:pt x="7068" y="3610"/>
                  </a:cubicBezTo>
                  <a:close/>
                  <a:moveTo>
                    <a:pt x="7113" y="214"/>
                  </a:moveTo>
                  <a:cubicBezTo>
                    <a:pt x="10821" y="214"/>
                    <a:pt x="13830" y="3223"/>
                    <a:pt x="13830" y="6961"/>
                  </a:cubicBezTo>
                  <a:cubicBezTo>
                    <a:pt x="13830" y="10366"/>
                    <a:pt x="8085" y="17174"/>
                    <a:pt x="7113" y="18299"/>
                  </a:cubicBezTo>
                  <a:cubicBezTo>
                    <a:pt x="6110" y="17174"/>
                    <a:pt x="365" y="10366"/>
                    <a:pt x="365" y="6961"/>
                  </a:cubicBezTo>
                  <a:cubicBezTo>
                    <a:pt x="365" y="3223"/>
                    <a:pt x="3374" y="214"/>
                    <a:pt x="7113" y="214"/>
                  </a:cubicBezTo>
                  <a:close/>
                  <a:moveTo>
                    <a:pt x="7113" y="1"/>
                  </a:moveTo>
                  <a:cubicBezTo>
                    <a:pt x="3222" y="1"/>
                    <a:pt x="91" y="3071"/>
                    <a:pt x="0" y="6931"/>
                  </a:cubicBezTo>
                  <a:cubicBezTo>
                    <a:pt x="0" y="10791"/>
                    <a:pt x="6687" y="18390"/>
                    <a:pt x="6961" y="18724"/>
                  </a:cubicBezTo>
                  <a:cubicBezTo>
                    <a:pt x="6991" y="18755"/>
                    <a:pt x="7052" y="18785"/>
                    <a:pt x="7113" y="18785"/>
                  </a:cubicBezTo>
                  <a:cubicBezTo>
                    <a:pt x="7143" y="18785"/>
                    <a:pt x="7204" y="18755"/>
                    <a:pt x="7234" y="18724"/>
                  </a:cubicBezTo>
                  <a:cubicBezTo>
                    <a:pt x="7538" y="18390"/>
                    <a:pt x="14225" y="10791"/>
                    <a:pt x="14225" y="6931"/>
                  </a:cubicBezTo>
                  <a:cubicBezTo>
                    <a:pt x="14134" y="3071"/>
                    <a:pt x="10973" y="1"/>
                    <a:pt x="711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5"/>
            <p:cNvSpPr/>
            <p:nvPr/>
          </p:nvSpPr>
          <p:spPr>
            <a:xfrm>
              <a:off x="6581700" y="3799750"/>
              <a:ext cx="218875" cy="293325"/>
            </a:xfrm>
            <a:custGeom>
              <a:rect b="b" l="l" r="r" t="t"/>
              <a:pathLst>
                <a:path extrusionOk="0" h="11733" w="8755">
                  <a:moveTo>
                    <a:pt x="4367" y="2372"/>
                  </a:moveTo>
                  <a:cubicBezTo>
                    <a:pt x="5399" y="2372"/>
                    <a:pt x="6383" y="3178"/>
                    <a:pt x="6383" y="4377"/>
                  </a:cubicBezTo>
                  <a:cubicBezTo>
                    <a:pt x="6353" y="5471"/>
                    <a:pt x="5472" y="6353"/>
                    <a:pt x="4377" y="6353"/>
                  </a:cubicBezTo>
                  <a:cubicBezTo>
                    <a:pt x="2614" y="6353"/>
                    <a:pt x="1733" y="4195"/>
                    <a:pt x="2979" y="2948"/>
                  </a:cubicBezTo>
                  <a:cubicBezTo>
                    <a:pt x="3387" y="2550"/>
                    <a:pt x="3882" y="2372"/>
                    <a:pt x="4367" y="2372"/>
                  </a:cubicBezTo>
                  <a:close/>
                  <a:moveTo>
                    <a:pt x="4377" y="0"/>
                  </a:moveTo>
                  <a:cubicBezTo>
                    <a:pt x="1976" y="0"/>
                    <a:pt x="0" y="1976"/>
                    <a:pt x="31" y="4377"/>
                  </a:cubicBezTo>
                  <a:cubicBezTo>
                    <a:pt x="31" y="6778"/>
                    <a:pt x="4377" y="11733"/>
                    <a:pt x="4377" y="11733"/>
                  </a:cubicBezTo>
                  <a:cubicBezTo>
                    <a:pt x="4377" y="11733"/>
                    <a:pt x="8754" y="6778"/>
                    <a:pt x="8754" y="4377"/>
                  </a:cubicBezTo>
                  <a:cubicBezTo>
                    <a:pt x="8754" y="1976"/>
                    <a:pt x="6809" y="0"/>
                    <a:pt x="4377"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5"/>
            <p:cNvSpPr/>
            <p:nvPr/>
          </p:nvSpPr>
          <p:spPr>
            <a:xfrm>
              <a:off x="6577125" y="3795175"/>
              <a:ext cx="228000" cy="302000"/>
            </a:xfrm>
            <a:custGeom>
              <a:rect b="b" l="l" r="r" t="t"/>
              <a:pathLst>
                <a:path extrusionOk="0" h="12080" w="9120">
                  <a:moveTo>
                    <a:pt x="4560" y="2767"/>
                  </a:moveTo>
                  <a:cubicBezTo>
                    <a:pt x="5563" y="2767"/>
                    <a:pt x="6354" y="3557"/>
                    <a:pt x="6354" y="4560"/>
                  </a:cubicBezTo>
                  <a:cubicBezTo>
                    <a:pt x="6354" y="5628"/>
                    <a:pt x="5466" y="6335"/>
                    <a:pt x="4544" y="6335"/>
                  </a:cubicBezTo>
                  <a:cubicBezTo>
                    <a:pt x="4100" y="6335"/>
                    <a:pt x="3649" y="6171"/>
                    <a:pt x="3284" y="5806"/>
                  </a:cubicBezTo>
                  <a:cubicBezTo>
                    <a:pt x="2159" y="4682"/>
                    <a:pt x="2980" y="2767"/>
                    <a:pt x="4560" y="2767"/>
                  </a:cubicBezTo>
                  <a:close/>
                  <a:moveTo>
                    <a:pt x="4557" y="2371"/>
                  </a:moveTo>
                  <a:cubicBezTo>
                    <a:pt x="4024" y="2371"/>
                    <a:pt x="3482" y="2569"/>
                    <a:pt x="3041" y="3010"/>
                  </a:cubicBezTo>
                  <a:cubicBezTo>
                    <a:pt x="1673" y="4378"/>
                    <a:pt x="2615" y="6718"/>
                    <a:pt x="4560" y="6718"/>
                  </a:cubicBezTo>
                  <a:cubicBezTo>
                    <a:pt x="5776" y="6718"/>
                    <a:pt x="6718" y="5745"/>
                    <a:pt x="6749" y="4560"/>
                  </a:cubicBezTo>
                  <a:cubicBezTo>
                    <a:pt x="6749" y="3242"/>
                    <a:pt x="5675" y="2371"/>
                    <a:pt x="4557" y="2371"/>
                  </a:cubicBezTo>
                  <a:close/>
                  <a:moveTo>
                    <a:pt x="4560" y="365"/>
                  </a:moveTo>
                  <a:lnTo>
                    <a:pt x="4560" y="396"/>
                  </a:lnTo>
                  <a:cubicBezTo>
                    <a:pt x="4579" y="396"/>
                    <a:pt x="4597" y="395"/>
                    <a:pt x="4615" y="395"/>
                  </a:cubicBezTo>
                  <a:cubicBezTo>
                    <a:pt x="6900" y="395"/>
                    <a:pt x="8755" y="2268"/>
                    <a:pt x="8755" y="4560"/>
                  </a:cubicBezTo>
                  <a:cubicBezTo>
                    <a:pt x="8755" y="6627"/>
                    <a:pt x="5320" y="10730"/>
                    <a:pt x="4560" y="11612"/>
                  </a:cubicBezTo>
                  <a:cubicBezTo>
                    <a:pt x="3800" y="10730"/>
                    <a:pt x="396" y="6627"/>
                    <a:pt x="396" y="4560"/>
                  </a:cubicBezTo>
                  <a:cubicBezTo>
                    <a:pt x="396" y="2250"/>
                    <a:pt x="2250" y="365"/>
                    <a:pt x="4560" y="365"/>
                  </a:cubicBezTo>
                  <a:close/>
                  <a:moveTo>
                    <a:pt x="4560" y="1"/>
                  </a:moveTo>
                  <a:cubicBezTo>
                    <a:pt x="2068" y="1"/>
                    <a:pt x="1" y="2037"/>
                    <a:pt x="1" y="4560"/>
                  </a:cubicBezTo>
                  <a:cubicBezTo>
                    <a:pt x="1" y="6992"/>
                    <a:pt x="4256" y="11825"/>
                    <a:pt x="4439" y="12007"/>
                  </a:cubicBezTo>
                  <a:cubicBezTo>
                    <a:pt x="4469" y="12068"/>
                    <a:pt x="4500" y="12068"/>
                    <a:pt x="4560" y="12068"/>
                  </a:cubicBezTo>
                  <a:cubicBezTo>
                    <a:pt x="4577" y="12076"/>
                    <a:pt x="4593" y="12080"/>
                    <a:pt x="4609" y="12080"/>
                  </a:cubicBezTo>
                  <a:cubicBezTo>
                    <a:pt x="4652" y="12080"/>
                    <a:pt x="4690" y="12051"/>
                    <a:pt x="4712" y="12007"/>
                  </a:cubicBezTo>
                  <a:cubicBezTo>
                    <a:pt x="4895" y="11825"/>
                    <a:pt x="9120" y="6992"/>
                    <a:pt x="9120" y="4560"/>
                  </a:cubicBezTo>
                  <a:cubicBezTo>
                    <a:pt x="9120" y="2037"/>
                    <a:pt x="7083" y="1"/>
                    <a:pt x="456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5"/>
            <p:cNvSpPr/>
            <p:nvPr/>
          </p:nvSpPr>
          <p:spPr>
            <a:xfrm>
              <a:off x="5311925" y="752575"/>
              <a:ext cx="839700" cy="1695350"/>
            </a:xfrm>
            <a:custGeom>
              <a:rect b="b" l="l" r="r" t="t"/>
              <a:pathLst>
                <a:path extrusionOk="0" h="67814" w="33588">
                  <a:moveTo>
                    <a:pt x="30213" y="366"/>
                  </a:moveTo>
                  <a:cubicBezTo>
                    <a:pt x="31885" y="426"/>
                    <a:pt x="33192" y="1794"/>
                    <a:pt x="33162" y="3466"/>
                  </a:cubicBezTo>
                  <a:lnTo>
                    <a:pt x="33162" y="64348"/>
                  </a:lnTo>
                  <a:cubicBezTo>
                    <a:pt x="33192" y="65990"/>
                    <a:pt x="31885" y="67388"/>
                    <a:pt x="30213" y="67449"/>
                  </a:cubicBezTo>
                  <a:lnTo>
                    <a:pt x="3374" y="67449"/>
                  </a:lnTo>
                  <a:cubicBezTo>
                    <a:pt x="1702" y="67388"/>
                    <a:pt x="395" y="65990"/>
                    <a:pt x="426" y="64348"/>
                  </a:cubicBezTo>
                  <a:lnTo>
                    <a:pt x="426" y="3466"/>
                  </a:lnTo>
                  <a:cubicBezTo>
                    <a:pt x="395" y="1794"/>
                    <a:pt x="1702" y="426"/>
                    <a:pt x="3374" y="366"/>
                  </a:cubicBezTo>
                  <a:close/>
                  <a:moveTo>
                    <a:pt x="3374" y="1"/>
                  </a:moveTo>
                  <a:cubicBezTo>
                    <a:pt x="1490" y="31"/>
                    <a:pt x="0" y="1581"/>
                    <a:pt x="31" y="3466"/>
                  </a:cubicBezTo>
                  <a:lnTo>
                    <a:pt x="31" y="64348"/>
                  </a:lnTo>
                  <a:cubicBezTo>
                    <a:pt x="0" y="66202"/>
                    <a:pt x="1490" y="67752"/>
                    <a:pt x="3374" y="67813"/>
                  </a:cubicBezTo>
                  <a:lnTo>
                    <a:pt x="30213" y="67813"/>
                  </a:lnTo>
                  <a:cubicBezTo>
                    <a:pt x="32098" y="67783"/>
                    <a:pt x="33587" y="66202"/>
                    <a:pt x="33557" y="64348"/>
                  </a:cubicBezTo>
                  <a:lnTo>
                    <a:pt x="33557" y="3466"/>
                  </a:lnTo>
                  <a:cubicBezTo>
                    <a:pt x="33587" y="1581"/>
                    <a:pt x="32098" y="31"/>
                    <a:pt x="3021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5"/>
            <p:cNvSpPr/>
            <p:nvPr/>
          </p:nvSpPr>
          <p:spPr>
            <a:xfrm>
              <a:off x="5316475" y="757150"/>
              <a:ext cx="830575" cy="115525"/>
            </a:xfrm>
            <a:custGeom>
              <a:rect b="b" l="l" r="r" t="t"/>
              <a:pathLst>
                <a:path extrusionOk="0" h="4621" w="33223">
                  <a:moveTo>
                    <a:pt x="3192" y="0"/>
                  </a:moveTo>
                  <a:cubicBezTo>
                    <a:pt x="1399" y="31"/>
                    <a:pt x="0" y="1520"/>
                    <a:pt x="61" y="3283"/>
                  </a:cubicBezTo>
                  <a:lnTo>
                    <a:pt x="61" y="4620"/>
                  </a:lnTo>
                  <a:lnTo>
                    <a:pt x="33162" y="4620"/>
                  </a:lnTo>
                  <a:lnTo>
                    <a:pt x="33162" y="3283"/>
                  </a:lnTo>
                  <a:cubicBezTo>
                    <a:pt x="33223" y="1520"/>
                    <a:pt x="31794" y="31"/>
                    <a:pt x="30031"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5"/>
            <p:cNvSpPr/>
            <p:nvPr/>
          </p:nvSpPr>
          <p:spPr>
            <a:xfrm>
              <a:off x="5311925" y="752575"/>
              <a:ext cx="839700" cy="125425"/>
            </a:xfrm>
            <a:custGeom>
              <a:rect b="b" l="l" r="r" t="t"/>
              <a:pathLst>
                <a:path extrusionOk="0" h="5017" w="33588">
                  <a:moveTo>
                    <a:pt x="30213" y="396"/>
                  </a:moveTo>
                  <a:cubicBezTo>
                    <a:pt x="31885" y="426"/>
                    <a:pt x="33192" y="1824"/>
                    <a:pt x="33162" y="3496"/>
                  </a:cubicBezTo>
                  <a:lnTo>
                    <a:pt x="33162" y="4621"/>
                  </a:lnTo>
                  <a:lnTo>
                    <a:pt x="426" y="4621"/>
                  </a:lnTo>
                  <a:lnTo>
                    <a:pt x="426" y="3496"/>
                  </a:lnTo>
                  <a:cubicBezTo>
                    <a:pt x="395" y="1824"/>
                    <a:pt x="1702" y="426"/>
                    <a:pt x="3374" y="396"/>
                  </a:cubicBezTo>
                  <a:close/>
                  <a:moveTo>
                    <a:pt x="3374" y="1"/>
                  </a:moveTo>
                  <a:cubicBezTo>
                    <a:pt x="1490" y="31"/>
                    <a:pt x="0" y="1581"/>
                    <a:pt x="31" y="3466"/>
                  </a:cubicBezTo>
                  <a:lnTo>
                    <a:pt x="31" y="4803"/>
                  </a:lnTo>
                  <a:cubicBezTo>
                    <a:pt x="31" y="4925"/>
                    <a:pt x="122" y="5016"/>
                    <a:pt x="213" y="5016"/>
                  </a:cubicBezTo>
                  <a:lnTo>
                    <a:pt x="33344" y="5016"/>
                  </a:lnTo>
                  <a:cubicBezTo>
                    <a:pt x="33466" y="5016"/>
                    <a:pt x="33557" y="4925"/>
                    <a:pt x="33557" y="4803"/>
                  </a:cubicBezTo>
                  <a:lnTo>
                    <a:pt x="33557" y="3466"/>
                  </a:lnTo>
                  <a:cubicBezTo>
                    <a:pt x="33587" y="1581"/>
                    <a:pt x="32098" y="31"/>
                    <a:pt x="3021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5"/>
            <p:cNvSpPr/>
            <p:nvPr/>
          </p:nvSpPr>
          <p:spPr>
            <a:xfrm>
              <a:off x="5284550" y="721425"/>
              <a:ext cx="898975" cy="1757650"/>
            </a:xfrm>
            <a:custGeom>
              <a:rect b="b" l="l" r="r" t="t"/>
              <a:pathLst>
                <a:path extrusionOk="0" h="70306" w="35959">
                  <a:moveTo>
                    <a:pt x="30792" y="1429"/>
                  </a:moveTo>
                  <a:cubicBezTo>
                    <a:pt x="32859" y="1490"/>
                    <a:pt x="34500" y="3192"/>
                    <a:pt x="34470" y="5259"/>
                  </a:cubicBezTo>
                  <a:lnTo>
                    <a:pt x="34470" y="65047"/>
                  </a:lnTo>
                  <a:cubicBezTo>
                    <a:pt x="34500" y="67114"/>
                    <a:pt x="32859" y="68816"/>
                    <a:pt x="30792" y="68877"/>
                  </a:cubicBezTo>
                  <a:lnTo>
                    <a:pt x="4955" y="68877"/>
                  </a:lnTo>
                  <a:cubicBezTo>
                    <a:pt x="2888" y="68816"/>
                    <a:pt x="1277" y="67114"/>
                    <a:pt x="1308" y="65047"/>
                  </a:cubicBezTo>
                  <a:lnTo>
                    <a:pt x="1308" y="5259"/>
                  </a:lnTo>
                  <a:cubicBezTo>
                    <a:pt x="1277" y="3192"/>
                    <a:pt x="2888" y="1490"/>
                    <a:pt x="4955" y="1429"/>
                  </a:cubicBezTo>
                  <a:lnTo>
                    <a:pt x="9971" y="1429"/>
                  </a:lnTo>
                  <a:lnTo>
                    <a:pt x="11035" y="3101"/>
                  </a:lnTo>
                  <a:cubicBezTo>
                    <a:pt x="11369" y="3618"/>
                    <a:pt x="11916" y="3922"/>
                    <a:pt x="12494" y="3922"/>
                  </a:cubicBezTo>
                  <a:lnTo>
                    <a:pt x="23254" y="3922"/>
                  </a:lnTo>
                  <a:cubicBezTo>
                    <a:pt x="23861" y="3922"/>
                    <a:pt x="24409" y="3618"/>
                    <a:pt x="24713" y="3101"/>
                  </a:cubicBezTo>
                  <a:lnTo>
                    <a:pt x="25776" y="1429"/>
                  </a:lnTo>
                  <a:close/>
                  <a:moveTo>
                    <a:pt x="4074" y="1"/>
                  </a:moveTo>
                  <a:cubicBezTo>
                    <a:pt x="2007" y="31"/>
                    <a:pt x="366" y="1763"/>
                    <a:pt x="426" y="3830"/>
                  </a:cubicBezTo>
                  <a:lnTo>
                    <a:pt x="426" y="10609"/>
                  </a:lnTo>
                  <a:lnTo>
                    <a:pt x="1" y="10609"/>
                  </a:lnTo>
                  <a:lnTo>
                    <a:pt x="1" y="16505"/>
                  </a:lnTo>
                  <a:lnTo>
                    <a:pt x="426" y="16505"/>
                  </a:lnTo>
                  <a:lnTo>
                    <a:pt x="426" y="66476"/>
                  </a:lnTo>
                  <a:cubicBezTo>
                    <a:pt x="366" y="68543"/>
                    <a:pt x="2007" y="70245"/>
                    <a:pt x="4074" y="70306"/>
                  </a:cubicBezTo>
                  <a:lnTo>
                    <a:pt x="31673" y="70306"/>
                  </a:lnTo>
                  <a:cubicBezTo>
                    <a:pt x="33740" y="70245"/>
                    <a:pt x="35381" y="68543"/>
                    <a:pt x="35321" y="66476"/>
                  </a:cubicBezTo>
                  <a:lnTo>
                    <a:pt x="35321" y="26262"/>
                  </a:lnTo>
                  <a:lnTo>
                    <a:pt x="35959" y="26262"/>
                  </a:lnTo>
                  <a:lnTo>
                    <a:pt x="35959" y="20366"/>
                  </a:lnTo>
                  <a:lnTo>
                    <a:pt x="35321" y="20366"/>
                  </a:lnTo>
                  <a:lnTo>
                    <a:pt x="35321" y="18998"/>
                  </a:lnTo>
                  <a:lnTo>
                    <a:pt x="35959" y="18998"/>
                  </a:lnTo>
                  <a:lnTo>
                    <a:pt x="35959" y="13131"/>
                  </a:lnTo>
                  <a:lnTo>
                    <a:pt x="35321" y="13131"/>
                  </a:lnTo>
                  <a:lnTo>
                    <a:pt x="35321" y="11794"/>
                  </a:lnTo>
                  <a:lnTo>
                    <a:pt x="35959" y="11794"/>
                  </a:lnTo>
                  <a:lnTo>
                    <a:pt x="35959" y="5897"/>
                  </a:lnTo>
                  <a:lnTo>
                    <a:pt x="35321" y="5897"/>
                  </a:lnTo>
                  <a:lnTo>
                    <a:pt x="35321" y="3830"/>
                  </a:lnTo>
                  <a:cubicBezTo>
                    <a:pt x="35381" y="1763"/>
                    <a:pt x="33740" y="31"/>
                    <a:pt x="3167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5"/>
            <p:cNvSpPr/>
            <p:nvPr/>
          </p:nvSpPr>
          <p:spPr>
            <a:xfrm>
              <a:off x="5279250" y="716100"/>
              <a:ext cx="908850" cy="1768300"/>
            </a:xfrm>
            <a:custGeom>
              <a:rect b="b" l="l" r="r" t="t"/>
              <a:pathLst>
                <a:path extrusionOk="0" h="70732" w="36354">
                  <a:moveTo>
                    <a:pt x="31004" y="1825"/>
                  </a:moveTo>
                  <a:cubicBezTo>
                    <a:pt x="32949" y="1885"/>
                    <a:pt x="34499" y="3496"/>
                    <a:pt x="34469" y="5472"/>
                  </a:cubicBezTo>
                  <a:lnTo>
                    <a:pt x="34469" y="65260"/>
                  </a:lnTo>
                  <a:cubicBezTo>
                    <a:pt x="34499" y="67205"/>
                    <a:pt x="32949" y="68847"/>
                    <a:pt x="31004" y="68908"/>
                  </a:cubicBezTo>
                  <a:lnTo>
                    <a:pt x="5167" y="68908"/>
                  </a:lnTo>
                  <a:cubicBezTo>
                    <a:pt x="3192" y="68847"/>
                    <a:pt x="1672" y="67205"/>
                    <a:pt x="1702" y="65260"/>
                  </a:cubicBezTo>
                  <a:lnTo>
                    <a:pt x="1702" y="5472"/>
                  </a:lnTo>
                  <a:cubicBezTo>
                    <a:pt x="1672" y="3496"/>
                    <a:pt x="3192" y="1885"/>
                    <a:pt x="5167" y="1825"/>
                  </a:cubicBezTo>
                  <a:lnTo>
                    <a:pt x="10091" y="1825"/>
                  </a:lnTo>
                  <a:lnTo>
                    <a:pt x="11095" y="3435"/>
                  </a:lnTo>
                  <a:cubicBezTo>
                    <a:pt x="11429" y="3983"/>
                    <a:pt x="12037" y="4317"/>
                    <a:pt x="12706" y="4317"/>
                  </a:cubicBezTo>
                  <a:lnTo>
                    <a:pt x="23466" y="4317"/>
                  </a:lnTo>
                  <a:cubicBezTo>
                    <a:pt x="24134" y="4317"/>
                    <a:pt x="24742" y="3983"/>
                    <a:pt x="25077" y="3435"/>
                  </a:cubicBezTo>
                  <a:lnTo>
                    <a:pt x="26110" y="1825"/>
                  </a:lnTo>
                  <a:close/>
                  <a:moveTo>
                    <a:pt x="5167" y="1460"/>
                  </a:moveTo>
                  <a:cubicBezTo>
                    <a:pt x="3009" y="1490"/>
                    <a:pt x="1277" y="3314"/>
                    <a:pt x="1338" y="5472"/>
                  </a:cubicBezTo>
                  <a:lnTo>
                    <a:pt x="1338" y="65260"/>
                  </a:lnTo>
                  <a:cubicBezTo>
                    <a:pt x="1277" y="67418"/>
                    <a:pt x="3009" y="69211"/>
                    <a:pt x="5167" y="69272"/>
                  </a:cubicBezTo>
                  <a:lnTo>
                    <a:pt x="31004" y="69272"/>
                  </a:lnTo>
                  <a:cubicBezTo>
                    <a:pt x="33162" y="69211"/>
                    <a:pt x="34894" y="67418"/>
                    <a:pt x="34834" y="65260"/>
                  </a:cubicBezTo>
                  <a:lnTo>
                    <a:pt x="34834" y="5472"/>
                  </a:lnTo>
                  <a:cubicBezTo>
                    <a:pt x="34894" y="3314"/>
                    <a:pt x="33162" y="1490"/>
                    <a:pt x="31004" y="1460"/>
                  </a:cubicBezTo>
                  <a:lnTo>
                    <a:pt x="25897" y="1460"/>
                  </a:lnTo>
                  <a:lnTo>
                    <a:pt x="24742" y="3223"/>
                  </a:lnTo>
                  <a:cubicBezTo>
                    <a:pt x="24469" y="3679"/>
                    <a:pt x="23982" y="3952"/>
                    <a:pt x="23466" y="3952"/>
                  </a:cubicBezTo>
                  <a:lnTo>
                    <a:pt x="12706" y="3952"/>
                  </a:lnTo>
                  <a:cubicBezTo>
                    <a:pt x="12189" y="3952"/>
                    <a:pt x="11702" y="3679"/>
                    <a:pt x="11429" y="3223"/>
                  </a:cubicBezTo>
                  <a:lnTo>
                    <a:pt x="10274" y="1460"/>
                  </a:lnTo>
                  <a:close/>
                  <a:moveTo>
                    <a:pt x="31885" y="366"/>
                  </a:moveTo>
                  <a:cubicBezTo>
                    <a:pt x="33861" y="426"/>
                    <a:pt x="35411" y="2068"/>
                    <a:pt x="35350" y="4013"/>
                  </a:cubicBezTo>
                  <a:lnTo>
                    <a:pt x="35350" y="6293"/>
                  </a:lnTo>
                  <a:lnTo>
                    <a:pt x="35958" y="6293"/>
                  </a:lnTo>
                  <a:lnTo>
                    <a:pt x="35958" y="11794"/>
                  </a:lnTo>
                  <a:lnTo>
                    <a:pt x="35350" y="11794"/>
                  </a:lnTo>
                  <a:lnTo>
                    <a:pt x="35350" y="13527"/>
                  </a:lnTo>
                  <a:lnTo>
                    <a:pt x="35958" y="13527"/>
                  </a:lnTo>
                  <a:lnTo>
                    <a:pt x="35958" y="19028"/>
                  </a:lnTo>
                  <a:lnTo>
                    <a:pt x="35350" y="19028"/>
                  </a:lnTo>
                  <a:lnTo>
                    <a:pt x="35350" y="20761"/>
                  </a:lnTo>
                  <a:lnTo>
                    <a:pt x="35958" y="20761"/>
                  </a:lnTo>
                  <a:lnTo>
                    <a:pt x="35958" y="26293"/>
                  </a:lnTo>
                  <a:lnTo>
                    <a:pt x="35350" y="26293"/>
                  </a:lnTo>
                  <a:lnTo>
                    <a:pt x="35350" y="66719"/>
                  </a:lnTo>
                  <a:cubicBezTo>
                    <a:pt x="35411" y="68664"/>
                    <a:pt x="33861" y="70306"/>
                    <a:pt x="31885" y="70367"/>
                  </a:cubicBezTo>
                  <a:lnTo>
                    <a:pt x="4286" y="70367"/>
                  </a:lnTo>
                  <a:cubicBezTo>
                    <a:pt x="2310" y="70306"/>
                    <a:pt x="760" y="68664"/>
                    <a:pt x="821" y="66689"/>
                  </a:cubicBezTo>
                  <a:lnTo>
                    <a:pt x="821" y="16506"/>
                  </a:lnTo>
                  <a:lnTo>
                    <a:pt x="395" y="16506"/>
                  </a:lnTo>
                  <a:lnTo>
                    <a:pt x="395" y="11004"/>
                  </a:lnTo>
                  <a:lnTo>
                    <a:pt x="821" y="11004"/>
                  </a:lnTo>
                  <a:lnTo>
                    <a:pt x="821" y="4013"/>
                  </a:lnTo>
                  <a:cubicBezTo>
                    <a:pt x="790" y="2068"/>
                    <a:pt x="2341" y="426"/>
                    <a:pt x="4286" y="366"/>
                  </a:cubicBezTo>
                  <a:close/>
                  <a:moveTo>
                    <a:pt x="4286" y="1"/>
                  </a:moveTo>
                  <a:cubicBezTo>
                    <a:pt x="2128" y="62"/>
                    <a:pt x="395" y="1855"/>
                    <a:pt x="456" y="4043"/>
                  </a:cubicBezTo>
                  <a:lnTo>
                    <a:pt x="456" y="10639"/>
                  </a:lnTo>
                  <a:lnTo>
                    <a:pt x="0" y="10639"/>
                  </a:lnTo>
                  <a:lnTo>
                    <a:pt x="0" y="16931"/>
                  </a:lnTo>
                  <a:lnTo>
                    <a:pt x="456" y="16931"/>
                  </a:lnTo>
                  <a:lnTo>
                    <a:pt x="456" y="66719"/>
                  </a:lnTo>
                  <a:cubicBezTo>
                    <a:pt x="395" y="68877"/>
                    <a:pt x="2128" y="70670"/>
                    <a:pt x="4286" y="70731"/>
                  </a:cubicBezTo>
                  <a:lnTo>
                    <a:pt x="31885" y="70731"/>
                  </a:lnTo>
                  <a:cubicBezTo>
                    <a:pt x="34074" y="70670"/>
                    <a:pt x="35806" y="68877"/>
                    <a:pt x="35745" y="66689"/>
                  </a:cubicBezTo>
                  <a:lnTo>
                    <a:pt x="35745" y="26658"/>
                  </a:lnTo>
                  <a:lnTo>
                    <a:pt x="36353" y="26658"/>
                  </a:lnTo>
                  <a:lnTo>
                    <a:pt x="36353" y="20366"/>
                  </a:lnTo>
                  <a:lnTo>
                    <a:pt x="35745" y="20366"/>
                  </a:lnTo>
                  <a:lnTo>
                    <a:pt x="35745" y="19424"/>
                  </a:lnTo>
                  <a:lnTo>
                    <a:pt x="36353" y="19424"/>
                  </a:lnTo>
                  <a:lnTo>
                    <a:pt x="36353" y="13132"/>
                  </a:lnTo>
                  <a:lnTo>
                    <a:pt x="35745" y="13132"/>
                  </a:lnTo>
                  <a:lnTo>
                    <a:pt x="35745" y="12189"/>
                  </a:lnTo>
                  <a:lnTo>
                    <a:pt x="36353" y="12189"/>
                  </a:lnTo>
                  <a:lnTo>
                    <a:pt x="36353" y="5928"/>
                  </a:lnTo>
                  <a:lnTo>
                    <a:pt x="35745" y="5928"/>
                  </a:lnTo>
                  <a:lnTo>
                    <a:pt x="35745" y="4043"/>
                  </a:lnTo>
                  <a:cubicBezTo>
                    <a:pt x="35776" y="1855"/>
                    <a:pt x="34074" y="62"/>
                    <a:pt x="3188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5"/>
            <p:cNvSpPr/>
            <p:nvPr/>
          </p:nvSpPr>
          <p:spPr>
            <a:xfrm>
              <a:off x="5316475" y="2337700"/>
              <a:ext cx="830575" cy="105650"/>
            </a:xfrm>
            <a:custGeom>
              <a:rect b="b" l="l" r="r" t="t"/>
              <a:pathLst>
                <a:path extrusionOk="0" h="4226" w="33223">
                  <a:moveTo>
                    <a:pt x="31" y="1"/>
                  </a:moveTo>
                  <a:lnTo>
                    <a:pt x="31" y="943"/>
                  </a:lnTo>
                  <a:cubicBezTo>
                    <a:pt x="0" y="2706"/>
                    <a:pt x="1399" y="4165"/>
                    <a:pt x="3162" y="4226"/>
                  </a:cubicBezTo>
                  <a:lnTo>
                    <a:pt x="30031" y="4226"/>
                  </a:lnTo>
                  <a:cubicBezTo>
                    <a:pt x="31794" y="4165"/>
                    <a:pt x="33223" y="2706"/>
                    <a:pt x="33162" y="943"/>
                  </a:cubicBezTo>
                  <a:lnTo>
                    <a:pt x="33162"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5"/>
            <p:cNvSpPr/>
            <p:nvPr/>
          </p:nvSpPr>
          <p:spPr>
            <a:xfrm>
              <a:off x="5311925" y="2332400"/>
              <a:ext cx="839700" cy="115525"/>
            </a:xfrm>
            <a:custGeom>
              <a:rect b="b" l="l" r="r" t="t"/>
              <a:pathLst>
                <a:path extrusionOk="0" h="4621" w="33588">
                  <a:moveTo>
                    <a:pt x="33162" y="395"/>
                  </a:moveTo>
                  <a:lnTo>
                    <a:pt x="33162" y="1155"/>
                  </a:lnTo>
                  <a:cubicBezTo>
                    <a:pt x="33192" y="2797"/>
                    <a:pt x="31885" y="4195"/>
                    <a:pt x="30213" y="4256"/>
                  </a:cubicBezTo>
                  <a:lnTo>
                    <a:pt x="3344" y="4256"/>
                  </a:lnTo>
                  <a:cubicBezTo>
                    <a:pt x="1702" y="4195"/>
                    <a:pt x="365" y="2797"/>
                    <a:pt x="426" y="1155"/>
                  </a:cubicBezTo>
                  <a:lnTo>
                    <a:pt x="426" y="395"/>
                  </a:lnTo>
                  <a:close/>
                  <a:moveTo>
                    <a:pt x="243" y="0"/>
                  </a:moveTo>
                  <a:cubicBezTo>
                    <a:pt x="122" y="0"/>
                    <a:pt x="31" y="91"/>
                    <a:pt x="31" y="213"/>
                  </a:cubicBezTo>
                  <a:lnTo>
                    <a:pt x="31" y="1155"/>
                  </a:lnTo>
                  <a:cubicBezTo>
                    <a:pt x="0" y="3009"/>
                    <a:pt x="1490" y="4559"/>
                    <a:pt x="3374" y="4620"/>
                  </a:cubicBezTo>
                  <a:lnTo>
                    <a:pt x="30213" y="4620"/>
                  </a:lnTo>
                  <a:cubicBezTo>
                    <a:pt x="32098" y="4590"/>
                    <a:pt x="33587" y="3009"/>
                    <a:pt x="33557" y="1155"/>
                  </a:cubicBezTo>
                  <a:lnTo>
                    <a:pt x="33557" y="213"/>
                  </a:lnTo>
                  <a:cubicBezTo>
                    <a:pt x="33557" y="91"/>
                    <a:pt x="33466" y="0"/>
                    <a:pt x="3334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5"/>
            <p:cNvSpPr/>
            <p:nvPr/>
          </p:nvSpPr>
          <p:spPr>
            <a:xfrm>
              <a:off x="4251100" y="2592150"/>
              <a:ext cx="1044875" cy="647575"/>
            </a:xfrm>
            <a:custGeom>
              <a:rect b="b" l="l" r="r" t="t"/>
              <a:pathLst>
                <a:path extrusionOk="0" h="25903" w="41795">
                  <a:moveTo>
                    <a:pt x="22019" y="1"/>
                  </a:moveTo>
                  <a:cubicBezTo>
                    <a:pt x="21582" y="1"/>
                    <a:pt x="21142" y="22"/>
                    <a:pt x="20700" y="66"/>
                  </a:cubicBezTo>
                  <a:cubicBezTo>
                    <a:pt x="15199" y="583"/>
                    <a:pt x="10609" y="4474"/>
                    <a:pt x="9150" y="9793"/>
                  </a:cubicBezTo>
                  <a:cubicBezTo>
                    <a:pt x="8937" y="9793"/>
                    <a:pt x="8724" y="9762"/>
                    <a:pt x="8512" y="9762"/>
                  </a:cubicBezTo>
                  <a:cubicBezTo>
                    <a:pt x="8453" y="9761"/>
                    <a:pt x="8395" y="9761"/>
                    <a:pt x="8338" y="9761"/>
                  </a:cubicBezTo>
                  <a:cubicBezTo>
                    <a:pt x="4099" y="9761"/>
                    <a:pt x="574" y="13042"/>
                    <a:pt x="274" y="17270"/>
                  </a:cubicBezTo>
                  <a:cubicBezTo>
                    <a:pt x="1" y="21586"/>
                    <a:pt x="3131" y="25355"/>
                    <a:pt x="7417" y="25842"/>
                  </a:cubicBezTo>
                  <a:lnTo>
                    <a:pt x="7417" y="25902"/>
                  </a:lnTo>
                  <a:lnTo>
                    <a:pt x="32281" y="25902"/>
                  </a:lnTo>
                  <a:cubicBezTo>
                    <a:pt x="37539" y="25902"/>
                    <a:pt x="41795" y="21738"/>
                    <a:pt x="41795" y="16571"/>
                  </a:cubicBezTo>
                  <a:cubicBezTo>
                    <a:pt x="41764" y="12012"/>
                    <a:pt x="38421" y="8121"/>
                    <a:pt x="33892" y="7392"/>
                  </a:cubicBezTo>
                  <a:cubicBezTo>
                    <a:pt x="31628" y="2835"/>
                    <a:pt x="27023" y="1"/>
                    <a:pt x="2201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5"/>
            <p:cNvSpPr/>
            <p:nvPr/>
          </p:nvSpPr>
          <p:spPr>
            <a:xfrm>
              <a:off x="4244275" y="2587700"/>
              <a:ext cx="1057025" cy="656575"/>
            </a:xfrm>
            <a:custGeom>
              <a:rect b="b" l="l" r="r" t="t"/>
              <a:pathLst>
                <a:path extrusionOk="0" h="26263" w="42281">
                  <a:moveTo>
                    <a:pt x="22086" y="396"/>
                  </a:moveTo>
                  <a:cubicBezTo>
                    <a:pt x="22130" y="396"/>
                    <a:pt x="22175" y="396"/>
                    <a:pt x="22219" y="396"/>
                  </a:cubicBezTo>
                  <a:cubicBezTo>
                    <a:pt x="22246" y="396"/>
                    <a:pt x="22272" y="396"/>
                    <a:pt x="22299" y="396"/>
                  </a:cubicBezTo>
                  <a:cubicBezTo>
                    <a:pt x="27253" y="396"/>
                    <a:pt x="31775" y="3216"/>
                    <a:pt x="33983" y="7661"/>
                  </a:cubicBezTo>
                  <a:cubicBezTo>
                    <a:pt x="34013" y="7722"/>
                    <a:pt x="34074" y="7752"/>
                    <a:pt x="34135" y="7752"/>
                  </a:cubicBezTo>
                  <a:cubicBezTo>
                    <a:pt x="38572" y="8451"/>
                    <a:pt x="41855" y="12281"/>
                    <a:pt x="41885" y="16779"/>
                  </a:cubicBezTo>
                  <a:cubicBezTo>
                    <a:pt x="41885" y="21795"/>
                    <a:pt x="37721" y="25898"/>
                    <a:pt x="32554" y="25898"/>
                  </a:cubicBezTo>
                  <a:lnTo>
                    <a:pt x="7842" y="25898"/>
                  </a:lnTo>
                  <a:cubicBezTo>
                    <a:pt x="7812" y="25837"/>
                    <a:pt x="7781" y="25807"/>
                    <a:pt x="7721" y="25807"/>
                  </a:cubicBezTo>
                  <a:cubicBezTo>
                    <a:pt x="3526" y="25321"/>
                    <a:pt x="486" y="21673"/>
                    <a:pt x="760" y="17479"/>
                  </a:cubicBezTo>
                  <a:cubicBezTo>
                    <a:pt x="1031" y="13323"/>
                    <a:pt x="4494" y="10122"/>
                    <a:pt x="8637" y="10122"/>
                  </a:cubicBezTo>
                  <a:cubicBezTo>
                    <a:pt x="8676" y="10122"/>
                    <a:pt x="8715" y="10122"/>
                    <a:pt x="8754" y="10123"/>
                  </a:cubicBezTo>
                  <a:cubicBezTo>
                    <a:pt x="8967" y="10123"/>
                    <a:pt x="9180" y="10153"/>
                    <a:pt x="9392" y="10153"/>
                  </a:cubicBezTo>
                  <a:cubicBezTo>
                    <a:pt x="9409" y="10159"/>
                    <a:pt x="9425" y="10161"/>
                    <a:pt x="9441" y="10161"/>
                  </a:cubicBezTo>
                  <a:cubicBezTo>
                    <a:pt x="9514" y="10161"/>
                    <a:pt x="9580" y="10107"/>
                    <a:pt x="9605" y="10032"/>
                  </a:cubicBezTo>
                  <a:cubicBezTo>
                    <a:pt x="11083" y="4360"/>
                    <a:pt x="16214" y="396"/>
                    <a:pt x="22086" y="396"/>
                  </a:cubicBezTo>
                  <a:close/>
                  <a:moveTo>
                    <a:pt x="22151" y="1"/>
                  </a:moveTo>
                  <a:cubicBezTo>
                    <a:pt x="16161" y="1"/>
                    <a:pt x="10876" y="3975"/>
                    <a:pt x="9271" y="9758"/>
                  </a:cubicBezTo>
                  <a:lnTo>
                    <a:pt x="8785" y="9758"/>
                  </a:lnTo>
                  <a:cubicBezTo>
                    <a:pt x="8707" y="9756"/>
                    <a:pt x="8629" y="9755"/>
                    <a:pt x="8552" y="9755"/>
                  </a:cubicBezTo>
                  <a:cubicBezTo>
                    <a:pt x="4247" y="9755"/>
                    <a:pt x="663" y="13057"/>
                    <a:pt x="335" y="17357"/>
                  </a:cubicBezTo>
                  <a:cubicBezTo>
                    <a:pt x="0" y="21734"/>
                    <a:pt x="3161" y="25625"/>
                    <a:pt x="7538" y="26172"/>
                  </a:cubicBezTo>
                  <a:cubicBezTo>
                    <a:pt x="7569" y="26232"/>
                    <a:pt x="7629" y="26263"/>
                    <a:pt x="7690" y="26263"/>
                  </a:cubicBezTo>
                  <a:lnTo>
                    <a:pt x="32554" y="26263"/>
                  </a:lnTo>
                  <a:cubicBezTo>
                    <a:pt x="37904" y="26263"/>
                    <a:pt x="42281" y="22007"/>
                    <a:pt x="42281" y="16779"/>
                  </a:cubicBezTo>
                  <a:cubicBezTo>
                    <a:pt x="42250" y="12129"/>
                    <a:pt x="38876" y="8147"/>
                    <a:pt x="34287" y="7418"/>
                  </a:cubicBezTo>
                  <a:cubicBezTo>
                    <a:pt x="31976" y="2858"/>
                    <a:pt x="27326" y="1"/>
                    <a:pt x="22219" y="1"/>
                  </a:cubicBezTo>
                  <a:cubicBezTo>
                    <a:pt x="22197" y="1"/>
                    <a:pt x="22174" y="1"/>
                    <a:pt x="2215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5"/>
            <p:cNvSpPr/>
            <p:nvPr/>
          </p:nvSpPr>
          <p:spPr>
            <a:xfrm>
              <a:off x="4220700" y="2558725"/>
              <a:ext cx="1046400" cy="646800"/>
            </a:xfrm>
            <a:custGeom>
              <a:rect b="b" l="l" r="r" t="t"/>
              <a:pathLst>
                <a:path extrusionOk="0" h="25872" w="41856">
                  <a:moveTo>
                    <a:pt x="22050" y="0"/>
                  </a:moveTo>
                  <a:cubicBezTo>
                    <a:pt x="21613" y="0"/>
                    <a:pt x="21173" y="22"/>
                    <a:pt x="20731" y="66"/>
                  </a:cubicBezTo>
                  <a:cubicBezTo>
                    <a:pt x="15229" y="583"/>
                    <a:pt x="10639" y="4443"/>
                    <a:pt x="9180" y="9762"/>
                  </a:cubicBezTo>
                  <a:cubicBezTo>
                    <a:pt x="8968" y="9762"/>
                    <a:pt x="8755" y="9732"/>
                    <a:pt x="8542" y="9732"/>
                  </a:cubicBezTo>
                  <a:cubicBezTo>
                    <a:pt x="8465" y="9729"/>
                    <a:pt x="8389" y="9728"/>
                    <a:pt x="8312" y="9728"/>
                  </a:cubicBezTo>
                  <a:cubicBezTo>
                    <a:pt x="4097" y="9728"/>
                    <a:pt x="574" y="13000"/>
                    <a:pt x="305" y="17239"/>
                  </a:cubicBezTo>
                  <a:cubicBezTo>
                    <a:pt x="1" y="21556"/>
                    <a:pt x="3162" y="25325"/>
                    <a:pt x="7478" y="25780"/>
                  </a:cubicBezTo>
                  <a:lnTo>
                    <a:pt x="7478" y="25872"/>
                  </a:lnTo>
                  <a:lnTo>
                    <a:pt x="32312" y="25872"/>
                  </a:lnTo>
                  <a:cubicBezTo>
                    <a:pt x="37570" y="25872"/>
                    <a:pt x="41856" y="21677"/>
                    <a:pt x="41856" y="16540"/>
                  </a:cubicBezTo>
                  <a:cubicBezTo>
                    <a:pt x="41795" y="11951"/>
                    <a:pt x="38451" y="8060"/>
                    <a:pt x="33922" y="7361"/>
                  </a:cubicBezTo>
                  <a:cubicBezTo>
                    <a:pt x="31658" y="2832"/>
                    <a:pt x="27054" y="0"/>
                    <a:pt x="220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5"/>
            <p:cNvSpPr/>
            <p:nvPr/>
          </p:nvSpPr>
          <p:spPr>
            <a:xfrm>
              <a:off x="4215400" y="2552750"/>
              <a:ext cx="1056275" cy="657350"/>
            </a:xfrm>
            <a:custGeom>
              <a:rect b="b" l="l" r="r" t="t"/>
              <a:pathLst>
                <a:path extrusionOk="0" h="26294" w="42251">
                  <a:moveTo>
                    <a:pt x="22086" y="426"/>
                  </a:moveTo>
                  <a:cubicBezTo>
                    <a:pt x="22130" y="426"/>
                    <a:pt x="22175" y="426"/>
                    <a:pt x="22219" y="426"/>
                  </a:cubicBezTo>
                  <a:cubicBezTo>
                    <a:pt x="27204" y="426"/>
                    <a:pt x="31733" y="3223"/>
                    <a:pt x="33983" y="7691"/>
                  </a:cubicBezTo>
                  <a:cubicBezTo>
                    <a:pt x="33983" y="7752"/>
                    <a:pt x="34043" y="7782"/>
                    <a:pt x="34104" y="7782"/>
                  </a:cubicBezTo>
                  <a:cubicBezTo>
                    <a:pt x="38542" y="8481"/>
                    <a:pt x="41855" y="12311"/>
                    <a:pt x="41855" y="16779"/>
                  </a:cubicBezTo>
                  <a:cubicBezTo>
                    <a:pt x="41855" y="21825"/>
                    <a:pt x="37691" y="25898"/>
                    <a:pt x="32524" y="25898"/>
                  </a:cubicBezTo>
                  <a:lnTo>
                    <a:pt x="7842" y="25898"/>
                  </a:lnTo>
                  <a:cubicBezTo>
                    <a:pt x="7812" y="25868"/>
                    <a:pt x="7751" y="25837"/>
                    <a:pt x="7721" y="25837"/>
                  </a:cubicBezTo>
                  <a:cubicBezTo>
                    <a:pt x="3587" y="25320"/>
                    <a:pt x="578" y="21673"/>
                    <a:pt x="851" y="17509"/>
                  </a:cubicBezTo>
                  <a:cubicBezTo>
                    <a:pt x="1125" y="13375"/>
                    <a:pt x="4590" y="10153"/>
                    <a:pt x="8754" y="10153"/>
                  </a:cubicBezTo>
                  <a:cubicBezTo>
                    <a:pt x="8967" y="10153"/>
                    <a:pt x="9180" y="10183"/>
                    <a:pt x="9392" y="10183"/>
                  </a:cubicBezTo>
                  <a:cubicBezTo>
                    <a:pt x="9409" y="10189"/>
                    <a:pt x="9424" y="10191"/>
                    <a:pt x="9438" y="10191"/>
                  </a:cubicBezTo>
                  <a:cubicBezTo>
                    <a:pt x="9504" y="10191"/>
                    <a:pt x="9550" y="10137"/>
                    <a:pt x="9575" y="10062"/>
                  </a:cubicBezTo>
                  <a:cubicBezTo>
                    <a:pt x="11083" y="4391"/>
                    <a:pt x="16214" y="426"/>
                    <a:pt x="22086" y="426"/>
                  </a:cubicBezTo>
                  <a:close/>
                  <a:moveTo>
                    <a:pt x="22151" y="1"/>
                  </a:moveTo>
                  <a:cubicBezTo>
                    <a:pt x="16131" y="1"/>
                    <a:pt x="10876" y="4005"/>
                    <a:pt x="9240" y="9788"/>
                  </a:cubicBezTo>
                  <a:lnTo>
                    <a:pt x="8754" y="9788"/>
                  </a:lnTo>
                  <a:cubicBezTo>
                    <a:pt x="8677" y="9786"/>
                    <a:pt x="8600" y="9785"/>
                    <a:pt x="8523" y="9785"/>
                  </a:cubicBezTo>
                  <a:cubicBezTo>
                    <a:pt x="4247" y="9785"/>
                    <a:pt x="663" y="13087"/>
                    <a:pt x="334" y="17387"/>
                  </a:cubicBezTo>
                  <a:cubicBezTo>
                    <a:pt x="0" y="21764"/>
                    <a:pt x="3161" y="25655"/>
                    <a:pt x="7508" y="26202"/>
                  </a:cubicBezTo>
                  <a:cubicBezTo>
                    <a:pt x="7538" y="26263"/>
                    <a:pt x="7599" y="26293"/>
                    <a:pt x="7690" y="26293"/>
                  </a:cubicBezTo>
                  <a:lnTo>
                    <a:pt x="32524" y="26293"/>
                  </a:lnTo>
                  <a:cubicBezTo>
                    <a:pt x="37904" y="26293"/>
                    <a:pt x="42250" y="22038"/>
                    <a:pt x="42250" y="16779"/>
                  </a:cubicBezTo>
                  <a:cubicBezTo>
                    <a:pt x="42220" y="12129"/>
                    <a:pt x="38846" y="8177"/>
                    <a:pt x="34286" y="7417"/>
                  </a:cubicBezTo>
                  <a:cubicBezTo>
                    <a:pt x="31976" y="2858"/>
                    <a:pt x="27295" y="1"/>
                    <a:pt x="22219" y="1"/>
                  </a:cubicBezTo>
                  <a:cubicBezTo>
                    <a:pt x="22197" y="1"/>
                    <a:pt x="22174" y="1"/>
                    <a:pt x="2215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5"/>
            <p:cNvSpPr/>
            <p:nvPr/>
          </p:nvSpPr>
          <p:spPr>
            <a:xfrm>
              <a:off x="4542150" y="2734375"/>
              <a:ext cx="430875" cy="612500"/>
            </a:xfrm>
            <a:custGeom>
              <a:rect b="b" l="l" r="r" t="t"/>
              <a:pathLst>
                <a:path extrusionOk="0" h="24500" w="17235">
                  <a:moveTo>
                    <a:pt x="8602" y="0"/>
                  </a:moveTo>
                  <a:lnTo>
                    <a:pt x="0" y="14955"/>
                  </a:lnTo>
                  <a:lnTo>
                    <a:pt x="2554" y="14955"/>
                  </a:lnTo>
                  <a:lnTo>
                    <a:pt x="2554" y="24499"/>
                  </a:lnTo>
                  <a:lnTo>
                    <a:pt x="14681" y="24499"/>
                  </a:lnTo>
                  <a:lnTo>
                    <a:pt x="14681" y="14955"/>
                  </a:lnTo>
                  <a:lnTo>
                    <a:pt x="17235" y="14955"/>
                  </a:lnTo>
                  <a:lnTo>
                    <a:pt x="860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5"/>
            <p:cNvSpPr/>
            <p:nvPr/>
          </p:nvSpPr>
          <p:spPr>
            <a:xfrm>
              <a:off x="4536825" y="2729825"/>
              <a:ext cx="442275" cy="621600"/>
            </a:xfrm>
            <a:custGeom>
              <a:rect b="b" l="l" r="r" t="t"/>
              <a:pathLst>
                <a:path extrusionOk="0" h="24864" w="17691">
                  <a:moveTo>
                    <a:pt x="8846" y="578"/>
                  </a:moveTo>
                  <a:lnTo>
                    <a:pt x="17144" y="14955"/>
                  </a:lnTo>
                  <a:lnTo>
                    <a:pt x="14894" y="14955"/>
                  </a:lnTo>
                  <a:cubicBezTo>
                    <a:pt x="14803" y="14955"/>
                    <a:pt x="14712" y="15015"/>
                    <a:pt x="14712" y="15137"/>
                  </a:cubicBezTo>
                  <a:lnTo>
                    <a:pt x="14712" y="24468"/>
                  </a:lnTo>
                  <a:lnTo>
                    <a:pt x="2949" y="24468"/>
                  </a:lnTo>
                  <a:lnTo>
                    <a:pt x="2949" y="15137"/>
                  </a:lnTo>
                  <a:cubicBezTo>
                    <a:pt x="2949" y="15015"/>
                    <a:pt x="2888" y="14955"/>
                    <a:pt x="2767" y="14955"/>
                  </a:cubicBezTo>
                  <a:lnTo>
                    <a:pt x="548" y="14955"/>
                  </a:lnTo>
                  <a:lnTo>
                    <a:pt x="8846" y="578"/>
                  </a:lnTo>
                  <a:close/>
                  <a:moveTo>
                    <a:pt x="8815" y="0"/>
                  </a:moveTo>
                  <a:cubicBezTo>
                    <a:pt x="8754" y="0"/>
                    <a:pt x="8694" y="30"/>
                    <a:pt x="8663" y="91"/>
                  </a:cubicBezTo>
                  <a:lnTo>
                    <a:pt x="31" y="15046"/>
                  </a:lnTo>
                  <a:cubicBezTo>
                    <a:pt x="0" y="15107"/>
                    <a:pt x="0" y="15167"/>
                    <a:pt x="31" y="15228"/>
                  </a:cubicBezTo>
                  <a:cubicBezTo>
                    <a:pt x="61" y="15289"/>
                    <a:pt x="122" y="15319"/>
                    <a:pt x="183" y="15319"/>
                  </a:cubicBezTo>
                  <a:lnTo>
                    <a:pt x="2554" y="15319"/>
                  </a:lnTo>
                  <a:lnTo>
                    <a:pt x="2554" y="24681"/>
                  </a:lnTo>
                  <a:cubicBezTo>
                    <a:pt x="2554" y="24772"/>
                    <a:pt x="2645" y="24864"/>
                    <a:pt x="2736" y="24864"/>
                  </a:cubicBezTo>
                  <a:lnTo>
                    <a:pt x="14894" y="24864"/>
                  </a:lnTo>
                  <a:cubicBezTo>
                    <a:pt x="15016" y="24864"/>
                    <a:pt x="15077" y="24772"/>
                    <a:pt x="15077" y="24681"/>
                  </a:cubicBezTo>
                  <a:lnTo>
                    <a:pt x="15077" y="15319"/>
                  </a:lnTo>
                  <a:lnTo>
                    <a:pt x="17448" y="15319"/>
                  </a:lnTo>
                  <a:cubicBezTo>
                    <a:pt x="17600" y="15319"/>
                    <a:pt x="17691" y="15167"/>
                    <a:pt x="17600" y="15046"/>
                  </a:cubicBezTo>
                  <a:lnTo>
                    <a:pt x="8967" y="91"/>
                  </a:lnTo>
                  <a:cubicBezTo>
                    <a:pt x="8937" y="30"/>
                    <a:pt x="8876" y="0"/>
                    <a:pt x="881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5"/>
            <p:cNvSpPr/>
            <p:nvPr/>
          </p:nvSpPr>
          <p:spPr>
            <a:xfrm>
              <a:off x="4522375" y="2715375"/>
              <a:ext cx="430900" cy="611725"/>
            </a:xfrm>
            <a:custGeom>
              <a:rect b="b" l="l" r="r" t="t"/>
              <a:pathLst>
                <a:path extrusionOk="0" h="24469" w="17236">
                  <a:moveTo>
                    <a:pt x="8633" y="1"/>
                  </a:moveTo>
                  <a:lnTo>
                    <a:pt x="1" y="14925"/>
                  </a:lnTo>
                  <a:lnTo>
                    <a:pt x="2554" y="14925"/>
                  </a:lnTo>
                  <a:lnTo>
                    <a:pt x="2554" y="24469"/>
                  </a:lnTo>
                  <a:lnTo>
                    <a:pt x="14682" y="24469"/>
                  </a:lnTo>
                  <a:lnTo>
                    <a:pt x="14682" y="14925"/>
                  </a:lnTo>
                  <a:lnTo>
                    <a:pt x="17235" y="14925"/>
                  </a:lnTo>
                  <a:lnTo>
                    <a:pt x="8633"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5"/>
            <p:cNvSpPr/>
            <p:nvPr/>
          </p:nvSpPr>
          <p:spPr>
            <a:xfrm>
              <a:off x="4517075" y="2710050"/>
              <a:ext cx="441525" cy="621625"/>
            </a:xfrm>
            <a:custGeom>
              <a:rect b="b" l="l" r="r" t="t"/>
              <a:pathLst>
                <a:path extrusionOk="0" h="24865" w="17661">
                  <a:moveTo>
                    <a:pt x="8845" y="578"/>
                  </a:moveTo>
                  <a:lnTo>
                    <a:pt x="17143" y="14955"/>
                  </a:lnTo>
                  <a:lnTo>
                    <a:pt x="14924" y="14955"/>
                  </a:lnTo>
                  <a:cubicBezTo>
                    <a:pt x="14803" y="14955"/>
                    <a:pt x="14712" y="15047"/>
                    <a:pt x="14712" y="15138"/>
                  </a:cubicBezTo>
                  <a:lnTo>
                    <a:pt x="14712" y="24500"/>
                  </a:lnTo>
                  <a:lnTo>
                    <a:pt x="2949" y="24500"/>
                  </a:lnTo>
                  <a:lnTo>
                    <a:pt x="2949" y="15138"/>
                  </a:lnTo>
                  <a:cubicBezTo>
                    <a:pt x="2949" y="15047"/>
                    <a:pt x="2857" y="14955"/>
                    <a:pt x="2766" y="14955"/>
                  </a:cubicBezTo>
                  <a:lnTo>
                    <a:pt x="547" y="14955"/>
                  </a:lnTo>
                  <a:lnTo>
                    <a:pt x="8845" y="578"/>
                  </a:lnTo>
                  <a:close/>
                  <a:moveTo>
                    <a:pt x="8830" y="1"/>
                  </a:moveTo>
                  <a:cubicBezTo>
                    <a:pt x="8769" y="1"/>
                    <a:pt x="8709" y="31"/>
                    <a:pt x="8663" y="92"/>
                  </a:cubicBezTo>
                  <a:lnTo>
                    <a:pt x="31" y="15047"/>
                  </a:lnTo>
                  <a:cubicBezTo>
                    <a:pt x="0" y="15107"/>
                    <a:pt x="0" y="15168"/>
                    <a:pt x="31" y="15229"/>
                  </a:cubicBezTo>
                  <a:cubicBezTo>
                    <a:pt x="61" y="15290"/>
                    <a:pt x="122" y="15320"/>
                    <a:pt x="213" y="15320"/>
                  </a:cubicBezTo>
                  <a:lnTo>
                    <a:pt x="2553" y="15320"/>
                  </a:lnTo>
                  <a:lnTo>
                    <a:pt x="2553" y="24682"/>
                  </a:lnTo>
                  <a:cubicBezTo>
                    <a:pt x="2553" y="24773"/>
                    <a:pt x="2645" y="24864"/>
                    <a:pt x="2736" y="24864"/>
                  </a:cubicBezTo>
                  <a:lnTo>
                    <a:pt x="14894" y="24864"/>
                  </a:lnTo>
                  <a:cubicBezTo>
                    <a:pt x="15016" y="24864"/>
                    <a:pt x="15107" y="24773"/>
                    <a:pt x="15107" y="24682"/>
                  </a:cubicBezTo>
                  <a:lnTo>
                    <a:pt x="15107" y="15320"/>
                  </a:lnTo>
                  <a:lnTo>
                    <a:pt x="17447" y="15320"/>
                  </a:lnTo>
                  <a:cubicBezTo>
                    <a:pt x="17539" y="15320"/>
                    <a:pt x="17599" y="15290"/>
                    <a:pt x="17630" y="15229"/>
                  </a:cubicBezTo>
                  <a:cubicBezTo>
                    <a:pt x="17660" y="15168"/>
                    <a:pt x="17660" y="15107"/>
                    <a:pt x="17630" y="15047"/>
                  </a:cubicBezTo>
                  <a:lnTo>
                    <a:pt x="8997" y="92"/>
                  </a:lnTo>
                  <a:cubicBezTo>
                    <a:pt x="8952" y="31"/>
                    <a:pt x="8891" y="1"/>
                    <a:pt x="883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5"/>
            <p:cNvSpPr/>
            <p:nvPr/>
          </p:nvSpPr>
          <p:spPr>
            <a:xfrm>
              <a:off x="706200" y="4113375"/>
              <a:ext cx="678625" cy="226675"/>
            </a:xfrm>
            <a:custGeom>
              <a:rect b="b" l="l" r="r" t="t"/>
              <a:pathLst>
                <a:path extrusionOk="0" h="9067" w="27145">
                  <a:moveTo>
                    <a:pt x="17956" y="0"/>
                  </a:moveTo>
                  <a:cubicBezTo>
                    <a:pt x="17503" y="0"/>
                    <a:pt x="17051" y="92"/>
                    <a:pt x="16627" y="282"/>
                  </a:cubicBezTo>
                  <a:cubicBezTo>
                    <a:pt x="15837" y="586"/>
                    <a:pt x="15259" y="1194"/>
                    <a:pt x="14925" y="1954"/>
                  </a:cubicBezTo>
                  <a:cubicBezTo>
                    <a:pt x="14682" y="2592"/>
                    <a:pt x="14469" y="3078"/>
                    <a:pt x="14104" y="3200"/>
                  </a:cubicBezTo>
                  <a:cubicBezTo>
                    <a:pt x="14028" y="3228"/>
                    <a:pt x="13944" y="3241"/>
                    <a:pt x="13851" y="3241"/>
                  </a:cubicBezTo>
                  <a:cubicBezTo>
                    <a:pt x="13537" y="3241"/>
                    <a:pt x="13124" y="3086"/>
                    <a:pt x="12585" y="2805"/>
                  </a:cubicBezTo>
                  <a:cubicBezTo>
                    <a:pt x="11736" y="2326"/>
                    <a:pt x="10933" y="2081"/>
                    <a:pt x="10256" y="2081"/>
                  </a:cubicBezTo>
                  <a:cubicBezTo>
                    <a:pt x="9988" y="2081"/>
                    <a:pt x="9739" y="2119"/>
                    <a:pt x="9515" y="2197"/>
                  </a:cubicBezTo>
                  <a:cubicBezTo>
                    <a:pt x="8967" y="2379"/>
                    <a:pt x="8572" y="2774"/>
                    <a:pt x="8360" y="3291"/>
                  </a:cubicBezTo>
                  <a:cubicBezTo>
                    <a:pt x="7873" y="4477"/>
                    <a:pt x="7205" y="5236"/>
                    <a:pt x="6536" y="5388"/>
                  </a:cubicBezTo>
                  <a:cubicBezTo>
                    <a:pt x="6353" y="5419"/>
                    <a:pt x="6110" y="5449"/>
                    <a:pt x="5867" y="5480"/>
                  </a:cubicBezTo>
                  <a:cubicBezTo>
                    <a:pt x="4955" y="5571"/>
                    <a:pt x="3739" y="5692"/>
                    <a:pt x="3466" y="6452"/>
                  </a:cubicBezTo>
                  <a:cubicBezTo>
                    <a:pt x="3283" y="6908"/>
                    <a:pt x="2888" y="7273"/>
                    <a:pt x="2432" y="7425"/>
                  </a:cubicBezTo>
                  <a:cubicBezTo>
                    <a:pt x="1673" y="7486"/>
                    <a:pt x="791" y="7577"/>
                    <a:pt x="700" y="7972"/>
                  </a:cubicBezTo>
                  <a:cubicBezTo>
                    <a:pt x="548" y="8246"/>
                    <a:pt x="366" y="8519"/>
                    <a:pt x="122" y="8732"/>
                  </a:cubicBezTo>
                  <a:cubicBezTo>
                    <a:pt x="1" y="8854"/>
                    <a:pt x="92" y="9066"/>
                    <a:pt x="244" y="9066"/>
                  </a:cubicBezTo>
                  <a:lnTo>
                    <a:pt x="16718" y="9066"/>
                  </a:lnTo>
                  <a:cubicBezTo>
                    <a:pt x="16840" y="9066"/>
                    <a:pt x="16931" y="8975"/>
                    <a:pt x="16931" y="8854"/>
                  </a:cubicBezTo>
                  <a:cubicBezTo>
                    <a:pt x="16931" y="8762"/>
                    <a:pt x="16840" y="8671"/>
                    <a:pt x="16718" y="8671"/>
                  </a:cubicBezTo>
                  <a:lnTo>
                    <a:pt x="669" y="8671"/>
                  </a:lnTo>
                  <a:cubicBezTo>
                    <a:pt x="852" y="8489"/>
                    <a:pt x="973" y="8276"/>
                    <a:pt x="1065" y="8063"/>
                  </a:cubicBezTo>
                  <a:cubicBezTo>
                    <a:pt x="1490" y="7881"/>
                    <a:pt x="1976" y="7790"/>
                    <a:pt x="2463" y="7790"/>
                  </a:cubicBezTo>
                  <a:lnTo>
                    <a:pt x="2524" y="7790"/>
                  </a:lnTo>
                  <a:cubicBezTo>
                    <a:pt x="3101" y="7607"/>
                    <a:pt x="3587" y="7151"/>
                    <a:pt x="3800" y="6543"/>
                  </a:cubicBezTo>
                  <a:cubicBezTo>
                    <a:pt x="4013" y="5996"/>
                    <a:pt x="5077" y="5905"/>
                    <a:pt x="5867" y="5814"/>
                  </a:cubicBezTo>
                  <a:cubicBezTo>
                    <a:pt x="6110" y="5814"/>
                    <a:pt x="6353" y="5753"/>
                    <a:pt x="6597" y="5723"/>
                  </a:cubicBezTo>
                  <a:cubicBezTo>
                    <a:pt x="7174" y="5601"/>
                    <a:pt x="7995" y="5084"/>
                    <a:pt x="8694" y="3413"/>
                  </a:cubicBezTo>
                  <a:cubicBezTo>
                    <a:pt x="8846" y="2987"/>
                    <a:pt x="9180" y="2683"/>
                    <a:pt x="9606" y="2531"/>
                  </a:cubicBezTo>
                  <a:cubicBezTo>
                    <a:pt x="9796" y="2465"/>
                    <a:pt x="10006" y="2433"/>
                    <a:pt x="10233" y="2433"/>
                  </a:cubicBezTo>
                  <a:cubicBezTo>
                    <a:pt x="10842" y="2433"/>
                    <a:pt x="11575" y="2666"/>
                    <a:pt x="12372" y="3109"/>
                  </a:cubicBezTo>
                  <a:cubicBezTo>
                    <a:pt x="12962" y="3427"/>
                    <a:pt x="13434" y="3592"/>
                    <a:pt x="13824" y="3592"/>
                  </a:cubicBezTo>
                  <a:cubicBezTo>
                    <a:pt x="13957" y="3592"/>
                    <a:pt x="14080" y="3573"/>
                    <a:pt x="14196" y="3534"/>
                  </a:cubicBezTo>
                  <a:cubicBezTo>
                    <a:pt x="14743" y="3352"/>
                    <a:pt x="14986" y="2744"/>
                    <a:pt x="15259" y="2075"/>
                  </a:cubicBezTo>
                  <a:cubicBezTo>
                    <a:pt x="15533" y="1407"/>
                    <a:pt x="16080" y="890"/>
                    <a:pt x="16779" y="616"/>
                  </a:cubicBezTo>
                  <a:cubicBezTo>
                    <a:pt x="17149" y="460"/>
                    <a:pt x="17545" y="383"/>
                    <a:pt x="17942" y="383"/>
                  </a:cubicBezTo>
                  <a:cubicBezTo>
                    <a:pt x="18395" y="383"/>
                    <a:pt x="18851" y="483"/>
                    <a:pt x="19272" y="677"/>
                  </a:cubicBezTo>
                  <a:cubicBezTo>
                    <a:pt x="21095" y="1437"/>
                    <a:pt x="21491" y="4385"/>
                    <a:pt x="21521" y="4659"/>
                  </a:cubicBezTo>
                  <a:cubicBezTo>
                    <a:pt x="21430" y="5297"/>
                    <a:pt x="21491" y="5723"/>
                    <a:pt x="21764" y="5966"/>
                  </a:cubicBezTo>
                  <a:cubicBezTo>
                    <a:pt x="21944" y="6146"/>
                    <a:pt x="22193" y="6202"/>
                    <a:pt x="22485" y="6202"/>
                  </a:cubicBezTo>
                  <a:cubicBezTo>
                    <a:pt x="22736" y="6202"/>
                    <a:pt x="23019" y="6160"/>
                    <a:pt x="23314" y="6118"/>
                  </a:cubicBezTo>
                  <a:cubicBezTo>
                    <a:pt x="23614" y="6079"/>
                    <a:pt x="23936" y="6034"/>
                    <a:pt x="24249" y="6034"/>
                  </a:cubicBezTo>
                  <a:cubicBezTo>
                    <a:pt x="24667" y="6034"/>
                    <a:pt x="25069" y="6114"/>
                    <a:pt x="25381" y="6391"/>
                  </a:cubicBezTo>
                  <a:cubicBezTo>
                    <a:pt x="26475" y="7364"/>
                    <a:pt x="26080" y="8367"/>
                    <a:pt x="25928" y="8671"/>
                  </a:cubicBezTo>
                  <a:lnTo>
                    <a:pt x="19059" y="8671"/>
                  </a:lnTo>
                  <a:cubicBezTo>
                    <a:pt x="18937" y="8671"/>
                    <a:pt x="18876" y="8762"/>
                    <a:pt x="18876" y="8854"/>
                  </a:cubicBezTo>
                  <a:cubicBezTo>
                    <a:pt x="18876" y="8975"/>
                    <a:pt x="18937" y="9066"/>
                    <a:pt x="19059" y="9066"/>
                  </a:cubicBezTo>
                  <a:lnTo>
                    <a:pt x="26050" y="9066"/>
                  </a:lnTo>
                  <a:cubicBezTo>
                    <a:pt x="26111" y="9036"/>
                    <a:pt x="26171" y="9005"/>
                    <a:pt x="26202" y="8975"/>
                  </a:cubicBezTo>
                  <a:cubicBezTo>
                    <a:pt x="26202" y="8945"/>
                    <a:pt x="27144" y="7486"/>
                    <a:pt x="25624" y="6118"/>
                  </a:cubicBezTo>
                  <a:cubicBezTo>
                    <a:pt x="25216" y="5763"/>
                    <a:pt x="24734" y="5667"/>
                    <a:pt x="24253" y="5667"/>
                  </a:cubicBezTo>
                  <a:cubicBezTo>
                    <a:pt x="23911" y="5667"/>
                    <a:pt x="23569" y="5715"/>
                    <a:pt x="23253" y="5753"/>
                  </a:cubicBezTo>
                  <a:cubicBezTo>
                    <a:pt x="22980" y="5799"/>
                    <a:pt x="22722" y="5837"/>
                    <a:pt x="22505" y="5837"/>
                  </a:cubicBezTo>
                  <a:cubicBezTo>
                    <a:pt x="22288" y="5837"/>
                    <a:pt x="22114" y="5799"/>
                    <a:pt x="22007" y="5692"/>
                  </a:cubicBezTo>
                  <a:cubicBezTo>
                    <a:pt x="21855" y="5540"/>
                    <a:pt x="21825" y="5206"/>
                    <a:pt x="21886" y="4720"/>
                  </a:cubicBezTo>
                  <a:cubicBezTo>
                    <a:pt x="21886" y="4689"/>
                    <a:pt x="21886" y="4659"/>
                    <a:pt x="21886" y="4659"/>
                  </a:cubicBezTo>
                  <a:cubicBezTo>
                    <a:pt x="21886" y="4507"/>
                    <a:pt x="21551" y="1224"/>
                    <a:pt x="19393" y="312"/>
                  </a:cubicBezTo>
                  <a:cubicBezTo>
                    <a:pt x="18936" y="107"/>
                    <a:pt x="18445" y="0"/>
                    <a:pt x="1795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5"/>
            <p:cNvSpPr/>
            <p:nvPr/>
          </p:nvSpPr>
          <p:spPr>
            <a:xfrm>
              <a:off x="1568675" y="2683250"/>
              <a:ext cx="1139125" cy="375625"/>
            </a:xfrm>
            <a:custGeom>
              <a:rect b="b" l="l" r="r" t="t"/>
              <a:pathLst>
                <a:path extrusionOk="0" h="15025" w="45565">
                  <a:moveTo>
                    <a:pt x="30204" y="0"/>
                  </a:moveTo>
                  <a:cubicBezTo>
                    <a:pt x="29455" y="0"/>
                    <a:pt x="28705" y="145"/>
                    <a:pt x="27995" y="434"/>
                  </a:cubicBezTo>
                  <a:cubicBezTo>
                    <a:pt x="26749" y="921"/>
                    <a:pt x="25716" y="1924"/>
                    <a:pt x="25169" y="3170"/>
                  </a:cubicBezTo>
                  <a:cubicBezTo>
                    <a:pt x="24743" y="4264"/>
                    <a:pt x="24378" y="5115"/>
                    <a:pt x="23679" y="5359"/>
                  </a:cubicBezTo>
                  <a:cubicBezTo>
                    <a:pt x="23530" y="5411"/>
                    <a:pt x="23368" y="5437"/>
                    <a:pt x="23190" y="5437"/>
                  </a:cubicBezTo>
                  <a:cubicBezTo>
                    <a:pt x="22644" y="5437"/>
                    <a:pt x="21952" y="5187"/>
                    <a:pt x="21035" y="4659"/>
                  </a:cubicBezTo>
                  <a:cubicBezTo>
                    <a:pt x="19617" y="3874"/>
                    <a:pt x="18277" y="3464"/>
                    <a:pt x="17139" y="3464"/>
                  </a:cubicBezTo>
                  <a:cubicBezTo>
                    <a:pt x="16691" y="3464"/>
                    <a:pt x="16275" y="3528"/>
                    <a:pt x="15898" y="3656"/>
                  </a:cubicBezTo>
                  <a:cubicBezTo>
                    <a:pt x="15077" y="3930"/>
                    <a:pt x="14408" y="4599"/>
                    <a:pt x="14104" y="5419"/>
                  </a:cubicBezTo>
                  <a:cubicBezTo>
                    <a:pt x="13253" y="7486"/>
                    <a:pt x="12098" y="8763"/>
                    <a:pt x="10883" y="9036"/>
                  </a:cubicBezTo>
                  <a:cubicBezTo>
                    <a:pt x="10518" y="9128"/>
                    <a:pt x="10123" y="9158"/>
                    <a:pt x="9758" y="9188"/>
                  </a:cubicBezTo>
                  <a:cubicBezTo>
                    <a:pt x="8269" y="9340"/>
                    <a:pt x="6262" y="9553"/>
                    <a:pt x="5837" y="10769"/>
                  </a:cubicBezTo>
                  <a:cubicBezTo>
                    <a:pt x="5503" y="11590"/>
                    <a:pt x="4803" y="12228"/>
                    <a:pt x="3983" y="12501"/>
                  </a:cubicBezTo>
                  <a:cubicBezTo>
                    <a:pt x="3162" y="12562"/>
                    <a:pt x="1308" y="12714"/>
                    <a:pt x="1156" y="13322"/>
                  </a:cubicBezTo>
                  <a:cubicBezTo>
                    <a:pt x="1065" y="13717"/>
                    <a:pt x="396" y="14447"/>
                    <a:pt x="122" y="14690"/>
                  </a:cubicBezTo>
                  <a:cubicBezTo>
                    <a:pt x="1" y="14812"/>
                    <a:pt x="92" y="15024"/>
                    <a:pt x="274" y="15024"/>
                  </a:cubicBezTo>
                  <a:lnTo>
                    <a:pt x="28117" y="15024"/>
                  </a:lnTo>
                  <a:cubicBezTo>
                    <a:pt x="28238" y="15024"/>
                    <a:pt x="28299" y="14933"/>
                    <a:pt x="28299" y="14842"/>
                  </a:cubicBezTo>
                  <a:cubicBezTo>
                    <a:pt x="28299" y="14720"/>
                    <a:pt x="28238" y="14629"/>
                    <a:pt x="28117" y="14629"/>
                  </a:cubicBezTo>
                  <a:lnTo>
                    <a:pt x="700" y="14629"/>
                  </a:lnTo>
                  <a:cubicBezTo>
                    <a:pt x="1065" y="14295"/>
                    <a:pt x="1338" y="13869"/>
                    <a:pt x="1521" y="13413"/>
                  </a:cubicBezTo>
                  <a:cubicBezTo>
                    <a:pt x="1581" y="13201"/>
                    <a:pt x="2767" y="12957"/>
                    <a:pt x="4013" y="12897"/>
                  </a:cubicBezTo>
                  <a:lnTo>
                    <a:pt x="4044" y="12897"/>
                  </a:lnTo>
                  <a:cubicBezTo>
                    <a:pt x="5016" y="12593"/>
                    <a:pt x="5806" y="11863"/>
                    <a:pt x="6171" y="10891"/>
                  </a:cubicBezTo>
                  <a:cubicBezTo>
                    <a:pt x="6536" y="9918"/>
                    <a:pt x="8420" y="9705"/>
                    <a:pt x="9788" y="9584"/>
                  </a:cubicBezTo>
                  <a:cubicBezTo>
                    <a:pt x="10275" y="9523"/>
                    <a:pt x="10670" y="9492"/>
                    <a:pt x="10974" y="9432"/>
                  </a:cubicBezTo>
                  <a:cubicBezTo>
                    <a:pt x="12311" y="9128"/>
                    <a:pt x="13557" y="7760"/>
                    <a:pt x="14439" y="5571"/>
                  </a:cubicBezTo>
                  <a:cubicBezTo>
                    <a:pt x="14712" y="4842"/>
                    <a:pt x="15290" y="4264"/>
                    <a:pt x="16050" y="4021"/>
                  </a:cubicBezTo>
                  <a:cubicBezTo>
                    <a:pt x="16392" y="3901"/>
                    <a:pt x="16773" y="3842"/>
                    <a:pt x="17186" y="3842"/>
                  </a:cubicBezTo>
                  <a:cubicBezTo>
                    <a:pt x="18239" y="3842"/>
                    <a:pt x="19498" y="4230"/>
                    <a:pt x="20852" y="4994"/>
                  </a:cubicBezTo>
                  <a:cubicBezTo>
                    <a:pt x="21833" y="5541"/>
                    <a:pt x="22608" y="5814"/>
                    <a:pt x="23229" y="5814"/>
                  </a:cubicBezTo>
                  <a:cubicBezTo>
                    <a:pt x="23436" y="5814"/>
                    <a:pt x="23626" y="5784"/>
                    <a:pt x="23801" y="5723"/>
                  </a:cubicBezTo>
                  <a:cubicBezTo>
                    <a:pt x="24682" y="5419"/>
                    <a:pt x="25047" y="4447"/>
                    <a:pt x="25503" y="3292"/>
                  </a:cubicBezTo>
                  <a:cubicBezTo>
                    <a:pt x="26020" y="2167"/>
                    <a:pt x="26962" y="1255"/>
                    <a:pt x="28147" y="799"/>
                  </a:cubicBezTo>
                  <a:cubicBezTo>
                    <a:pt x="28820" y="522"/>
                    <a:pt x="29527" y="384"/>
                    <a:pt x="30232" y="384"/>
                  </a:cubicBezTo>
                  <a:cubicBezTo>
                    <a:pt x="30994" y="384"/>
                    <a:pt x="31753" y="544"/>
                    <a:pt x="32463" y="860"/>
                  </a:cubicBezTo>
                  <a:cubicBezTo>
                    <a:pt x="35685" y="2228"/>
                    <a:pt x="36324" y="7395"/>
                    <a:pt x="36354" y="7760"/>
                  </a:cubicBezTo>
                  <a:cubicBezTo>
                    <a:pt x="36202" y="8793"/>
                    <a:pt x="36324" y="9462"/>
                    <a:pt x="36688" y="9857"/>
                  </a:cubicBezTo>
                  <a:cubicBezTo>
                    <a:pt x="36981" y="10149"/>
                    <a:pt x="37385" y="10242"/>
                    <a:pt x="37861" y="10242"/>
                  </a:cubicBezTo>
                  <a:cubicBezTo>
                    <a:pt x="38276" y="10242"/>
                    <a:pt x="38746" y="10171"/>
                    <a:pt x="39242" y="10100"/>
                  </a:cubicBezTo>
                  <a:cubicBezTo>
                    <a:pt x="39752" y="10024"/>
                    <a:pt x="40295" y="9947"/>
                    <a:pt x="40825" y="9947"/>
                  </a:cubicBezTo>
                  <a:cubicBezTo>
                    <a:pt x="41557" y="9947"/>
                    <a:pt x="42264" y="10093"/>
                    <a:pt x="42828" y="10587"/>
                  </a:cubicBezTo>
                  <a:cubicBezTo>
                    <a:pt x="44835" y="12380"/>
                    <a:pt x="44014" y="14234"/>
                    <a:pt x="43771" y="14660"/>
                  </a:cubicBezTo>
                  <a:lnTo>
                    <a:pt x="32038" y="14660"/>
                  </a:lnTo>
                  <a:cubicBezTo>
                    <a:pt x="31947" y="14660"/>
                    <a:pt x="31856" y="14720"/>
                    <a:pt x="31856" y="14842"/>
                  </a:cubicBezTo>
                  <a:cubicBezTo>
                    <a:pt x="31856" y="14933"/>
                    <a:pt x="31947" y="15024"/>
                    <a:pt x="32038" y="15024"/>
                  </a:cubicBezTo>
                  <a:lnTo>
                    <a:pt x="43892" y="15024"/>
                  </a:lnTo>
                  <a:cubicBezTo>
                    <a:pt x="43953" y="15024"/>
                    <a:pt x="44014" y="14994"/>
                    <a:pt x="44044" y="14933"/>
                  </a:cubicBezTo>
                  <a:cubicBezTo>
                    <a:pt x="44075" y="14903"/>
                    <a:pt x="45564" y="12501"/>
                    <a:pt x="43072" y="10283"/>
                  </a:cubicBezTo>
                  <a:cubicBezTo>
                    <a:pt x="42429" y="9712"/>
                    <a:pt x="41651" y="9549"/>
                    <a:pt x="40853" y="9549"/>
                  </a:cubicBezTo>
                  <a:cubicBezTo>
                    <a:pt x="40292" y="9549"/>
                    <a:pt x="39721" y="9630"/>
                    <a:pt x="39181" y="9705"/>
                  </a:cubicBezTo>
                  <a:cubicBezTo>
                    <a:pt x="38710" y="9781"/>
                    <a:pt x="38261" y="9849"/>
                    <a:pt x="37882" y="9849"/>
                  </a:cubicBezTo>
                  <a:cubicBezTo>
                    <a:pt x="37502" y="9849"/>
                    <a:pt x="37190" y="9781"/>
                    <a:pt x="36992" y="9584"/>
                  </a:cubicBezTo>
                  <a:cubicBezTo>
                    <a:pt x="36688" y="9280"/>
                    <a:pt x="36597" y="8702"/>
                    <a:pt x="36749" y="7790"/>
                  </a:cubicBezTo>
                  <a:lnTo>
                    <a:pt x="36749" y="7729"/>
                  </a:lnTo>
                  <a:cubicBezTo>
                    <a:pt x="36719" y="7517"/>
                    <a:pt x="36141" y="2015"/>
                    <a:pt x="32615" y="526"/>
                  </a:cubicBezTo>
                  <a:cubicBezTo>
                    <a:pt x="31851" y="175"/>
                    <a:pt x="31029" y="0"/>
                    <a:pt x="3020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5"/>
            <p:cNvSpPr/>
            <p:nvPr/>
          </p:nvSpPr>
          <p:spPr>
            <a:xfrm>
              <a:off x="3664475" y="1020825"/>
              <a:ext cx="272050" cy="272075"/>
            </a:xfrm>
            <a:custGeom>
              <a:rect b="b" l="l" r="r" t="t"/>
              <a:pathLst>
                <a:path extrusionOk="0" h="10883" w="10882">
                  <a:moveTo>
                    <a:pt x="10487" y="396"/>
                  </a:moveTo>
                  <a:lnTo>
                    <a:pt x="10487" y="10487"/>
                  </a:lnTo>
                  <a:lnTo>
                    <a:pt x="395" y="10487"/>
                  </a:lnTo>
                  <a:lnTo>
                    <a:pt x="395" y="396"/>
                  </a:lnTo>
                  <a:close/>
                  <a:moveTo>
                    <a:pt x="183" y="0"/>
                  </a:moveTo>
                  <a:cubicBezTo>
                    <a:pt x="91" y="0"/>
                    <a:pt x="0" y="92"/>
                    <a:pt x="0" y="183"/>
                  </a:cubicBezTo>
                  <a:lnTo>
                    <a:pt x="0" y="10669"/>
                  </a:lnTo>
                  <a:cubicBezTo>
                    <a:pt x="0" y="10791"/>
                    <a:pt x="91" y="10882"/>
                    <a:pt x="183" y="10882"/>
                  </a:cubicBezTo>
                  <a:lnTo>
                    <a:pt x="10669" y="10882"/>
                  </a:lnTo>
                  <a:cubicBezTo>
                    <a:pt x="10791" y="10882"/>
                    <a:pt x="10882" y="10791"/>
                    <a:pt x="10882" y="10669"/>
                  </a:cubicBezTo>
                  <a:lnTo>
                    <a:pt x="10882" y="183"/>
                  </a:lnTo>
                  <a:cubicBezTo>
                    <a:pt x="10882" y="92"/>
                    <a:pt x="10791" y="0"/>
                    <a:pt x="1066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5"/>
            <p:cNvSpPr/>
            <p:nvPr/>
          </p:nvSpPr>
          <p:spPr>
            <a:xfrm>
              <a:off x="4053525" y="1267025"/>
              <a:ext cx="136825" cy="136800"/>
            </a:xfrm>
            <a:custGeom>
              <a:rect b="b" l="l" r="r" t="t"/>
              <a:pathLst>
                <a:path extrusionOk="0" h="5472" w="5473">
                  <a:moveTo>
                    <a:pt x="5077" y="396"/>
                  </a:moveTo>
                  <a:lnTo>
                    <a:pt x="5077" y="5077"/>
                  </a:lnTo>
                  <a:lnTo>
                    <a:pt x="396" y="5077"/>
                  </a:lnTo>
                  <a:lnTo>
                    <a:pt x="396" y="396"/>
                  </a:lnTo>
                  <a:close/>
                  <a:moveTo>
                    <a:pt x="214" y="1"/>
                  </a:moveTo>
                  <a:cubicBezTo>
                    <a:pt x="92" y="1"/>
                    <a:pt x="1" y="92"/>
                    <a:pt x="1" y="183"/>
                  </a:cubicBezTo>
                  <a:lnTo>
                    <a:pt x="1" y="5289"/>
                  </a:lnTo>
                  <a:cubicBezTo>
                    <a:pt x="1" y="5381"/>
                    <a:pt x="92" y="5472"/>
                    <a:pt x="214" y="5472"/>
                  </a:cubicBezTo>
                  <a:lnTo>
                    <a:pt x="5290" y="5472"/>
                  </a:lnTo>
                  <a:cubicBezTo>
                    <a:pt x="5381" y="5472"/>
                    <a:pt x="5472" y="5381"/>
                    <a:pt x="5472" y="5289"/>
                  </a:cubicBezTo>
                  <a:lnTo>
                    <a:pt x="5472" y="183"/>
                  </a:lnTo>
                  <a:cubicBezTo>
                    <a:pt x="5472" y="92"/>
                    <a:pt x="5381" y="1"/>
                    <a:pt x="529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5"/>
            <p:cNvSpPr/>
            <p:nvPr/>
          </p:nvSpPr>
          <p:spPr>
            <a:xfrm>
              <a:off x="3847600" y="1536775"/>
              <a:ext cx="88925" cy="88950"/>
            </a:xfrm>
            <a:custGeom>
              <a:rect b="b" l="l" r="r" t="t"/>
              <a:pathLst>
                <a:path extrusionOk="0" h="3558" w="3557">
                  <a:moveTo>
                    <a:pt x="3162" y="396"/>
                  </a:moveTo>
                  <a:lnTo>
                    <a:pt x="3162" y="3193"/>
                  </a:lnTo>
                  <a:lnTo>
                    <a:pt x="365" y="3193"/>
                  </a:lnTo>
                  <a:lnTo>
                    <a:pt x="396" y="396"/>
                  </a:lnTo>
                  <a:close/>
                  <a:moveTo>
                    <a:pt x="183" y="1"/>
                  </a:moveTo>
                  <a:cubicBezTo>
                    <a:pt x="61" y="1"/>
                    <a:pt x="1" y="92"/>
                    <a:pt x="1" y="214"/>
                  </a:cubicBezTo>
                  <a:lnTo>
                    <a:pt x="1" y="3375"/>
                  </a:lnTo>
                  <a:cubicBezTo>
                    <a:pt x="1" y="3496"/>
                    <a:pt x="61" y="3557"/>
                    <a:pt x="183" y="3557"/>
                  </a:cubicBezTo>
                  <a:lnTo>
                    <a:pt x="3344" y="3557"/>
                  </a:lnTo>
                  <a:cubicBezTo>
                    <a:pt x="3466" y="3557"/>
                    <a:pt x="3557" y="3496"/>
                    <a:pt x="3557" y="3375"/>
                  </a:cubicBezTo>
                  <a:lnTo>
                    <a:pt x="3557" y="214"/>
                  </a:lnTo>
                  <a:cubicBezTo>
                    <a:pt x="3557" y="92"/>
                    <a:pt x="3466" y="1"/>
                    <a:pt x="334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5"/>
            <p:cNvSpPr/>
            <p:nvPr/>
          </p:nvSpPr>
          <p:spPr>
            <a:xfrm>
              <a:off x="4037575" y="1600625"/>
              <a:ext cx="65375" cy="65375"/>
            </a:xfrm>
            <a:custGeom>
              <a:rect b="b" l="l" r="r" t="t"/>
              <a:pathLst>
                <a:path extrusionOk="0" h="2615" w="2615">
                  <a:moveTo>
                    <a:pt x="2250" y="395"/>
                  </a:moveTo>
                  <a:lnTo>
                    <a:pt x="2250" y="2219"/>
                  </a:lnTo>
                  <a:lnTo>
                    <a:pt x="396" y="2219"/>
                  </a:lnTo>
                  <a:lnTo>
                    <a:pt x="396" y="395"/>
                  </a:lnTo>
                  <a:close/>
                  <a:moveTo>
                    <a:pt x="213" y="0"/>
                  </a:moveTo>
                  <a:cubicBezTo>
                    <a:pt x="92" y="0"/>
                    <a:pt x="1" y="91"/>
                    <a:pt x="1" y="183"/>
                  </a:cubicBezTo>
                  <a:lnTo>
                    <a:pt x="1" y="2401"/>
                  </a:lnTo>
                  <a:cubicBezTo>
                    <a:pt x="1" y="2523"/>
                    <a:pt x="92" y="2614"/>
                    <a:pt x="213" y="2614"/>
                  </a:cubicBezTo>
                  <a:lnTo>
                    <a:pt x="2432" y="2614"/>
                  </a:lnTo>
                  <a:cubicBezTo>
                    <a:pt x="2523" y="2614"/>
                    <a:pt x="2615" y="2523"/>
                    <a:pt x="2615" y="2401"/>
                  </a:cubicBezTo>
                  <a:lnTo>
                    <a:pt x="2615" y="183"/>
                  </a:lnTo>
                  <a:cubicBezTo>
                    <a:pt x="2615" y="91"/>
                    <a:pt x="2523" y="0"/>
                    <a:pt x="243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5"/>
            <p:cNvSpPr/>
            <p:nvPr/>
          </p:nvSpPr>
          <p:spPr>
            <a:xfrm>
              <a:off x="4020850" y="3714625"/>
              <a:ext cx="72975" cy="72975"/>
            </a:xfrm>
            <a:custGeom>
              <a:rect b="b" l="l" r="r" t="t"/>
              <a:pathLst>
                <a:path extrusionOk="0" h="2919" w="2919">
                  <a:moveTo>
                    <a:pt x="2524" y="365"/>
                  </a:moveTo>
                  <a:lnTo>
                    <a:pt x="2524" y="2524"/>
                  </a:lnTo>
                  <a:lnTo>
                    <a:pt x="366" y="2524"/>
                  </a:lnTo>
                  <a:lnTo>
                    <a:pt x="366" y="365"/>
                  </a:lnTo>
                  <a:close/>
                  <a:moveTo>
                    <a:pt x="183" y="1"/>
                  </a:moveTo>
                  <a:cubicBezTo>
                    <a:pt x="92" y="1"/>
                    <a:pt x="1" y="92"/>
                    <a:pt x="1" y="183"/>
                  </a:cubicBezTo>
                  <a:lnTo>
                    <a:pt x="1" y="2736"/>
                  </a:lnTo>
                  <a:cubicBezTo>
                    <a:pt x="1" y="2828"/>
                    <a:pt x="92" y="2919"/>
                    <a:pt x="183" y="2919"/>
                  </a:cubicBezTo>
                  <a:lnTo>
                    <a:pt x="2736" y="2919"/>
                  </a:lnTo>
                  <a:cubicBezTo>
                    <a:pt x="2828" y="2919"/>
                    <a:pt x="2919" y="2828"/>
                    <a:pt x="2919" y="2736"/>
                  </a:cubicBezTo>
                  <a:lnTo>
                    <a:pt x="2919" y="183"/>
                  </a:lnTo>
                  <a:cubicBezTo>
                    <a:pt x="2919" y="92"/>
                    <a:pt x="2828" y="1"/>
                    <a:pt x="273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5"/>
            <p:cNvSpPr/>
            <p:nvPr/>
          </p:nvSpPr>
          <p:spPr>
            <a:xfrm>
              <a:off x="4720725" y="2330875"/>
              <a:ext cx="97275" cy="97275"/>
            </a:xfrm>
            <a:custGeom>
              <a:rect b="b" l="l" r="r" t="t"/>
              <a:pathLst>
                <a:path extrusionOk="0" h="3891" w="3891">
                  <a:moveTo>
                    <a:pt x="3496" y="396"/>
                  </a:moveTo>
                  <a:lnTo>
                    <a:pt x="3496" y="3496"/>
                  </a:lnTo>
                  <a:lnTo>
                    <a:pt x="395" y="3496"/>
                  </a:lnTo>
                  <a:lnTo>
                    <a:pt x="395" y="396"/>
                  </a:lnTo>
                  <a:close/>
                  <a:moveTo>
                    <a:pt x="183" y="0"/>
                  </a:moveTo>
                  <a:cubicBezTo>
                    <a:pt x="91" y="0"/>
                    <a:pt x="0" y="92"/>
                    <a:pt x="0" y="213"/>
                  </a:cubicBezTo>
                  <a:lnTo>
                    <a:pt x="0" y="3709"/>
                  </a:lnTo>
                  <a:cubicBezTo>
                    <a:pt x="0" y="3800"/>
                    <a:pt x="91" y="3891"/>
                    <a:pt x="183" y="3891"/>
                  </a:cubicBezTo>
                  <a:lnTo>
                    <a:pt x="3678" y="3891"/>
                  </a:lnTo>
                  <a:cubicBezTo>
                    <a:pt x="3800" y="3891"/>
                    <a:pt x="3891" y="3800"/>
                    <a:pt x="3891" y="3709"/>
                  </a:cubicBezTo>
                  <a:lnTo>
                    <a:pt x="3891" y="213"/>
                  </a:lnTo>
                  <a:cubicBezTo>
                    <a:pt x="3891" y="92"/>
                    <a:pt x="3800" y="0"/>
                    <a:pt x="367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5"/>
            <p:cNvSpPr/>
            <p:nvPr/>
          </p:nvSpPr>
          <p:spPr>
            <a:xfrm>
              <a:off x="4006425" y="2561875"/>
              <a:ext cx="88925" cy="88925"/>
            </a:xfrm>
            <a:custGeom>
              <a:rect b="b" l="l" r="r" t="t"/>
              <a:pathLst>
                <a:path extrusionOk="0" h="3557" w="3557">
                  <a:moveTo>
                    <a:pt x="3161" y="365"/>
                  </a:moveTo>
                  <a:lnTo>
                    <a:pt x="3161" y="3162"/>
                  </a:lnTo>
                  <a:lnTo>
                    <a:pt x="365" y="3162"/>
                  </a:lnTo>
                  <a:lnTo>
                    <a:pt x="365" y="365"/>
                  </a:lnTo>
                  <a:close/>
                  <a:moveTo>
                    <a:pt x="183" y="1"/>
                  </a:moveTo>
                  <a:cubicBezTo>
                    <a:pt x="61" y="1"/>
                    <a:pt x="0" y="61"/>
                    <a:pt x="0" y="183"/>
                  </a:cubicBezTo>
                  <a:lnTo>
                    <a:pt x="0" y="3344"/>
                  </a:lnTo>
                  <a:cubicBezTo>
                    <a:pt x="0" y="3466"/>
                    <a:pt x="61" y="3557"/>
                    <a:pt x="183" y="3557"/>
                  </a:cubicBezTo>
                  <a:lnTo>
                    <a:pt x="3344" y="3557"/>
                  </a:lnTo>
                  <a:cubicBezTo>
                    <a:pt x="3465" y="3557"/>
                    <a:pt x="3526" y="3466"/>
                    <a:pt x="3557" y="3375"/>
                  </a:cubicBezTo>
                  <a:lnTo>
                    <a:pt x="3557" y="183"/>
                  </a:lnTo>
                  <a:cubicBezTo>
                    <a:pt x="3557" y="61"/>
                    <a:pt x="3465" y="1"/>
                    <a:pt x="334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5"/>
            <p:cNvSpPr/>
            <p:nvPr/>
          </p:nvSpPr>
          <p:spPr>
            <a:xfrm>
              <a:off x="3737425" y="2824800"/>
              <a:ext cx="183900" cy="184675"/>
            </a:xfrm>
            <a:custGeom>
              <a:rect b="b" l="l" r="r" t="t"/>
              <a:pathLst>
                <a:path extrusionOk="0" h="7387" w="7356">
                  <a:moveTo>
                    <a:pt x="6991" y="396"/>
                  </a:moveTo>
                  <a:lnTo>
                    <a:pt x="6991" y="6991"/>
                  </a:lnTo>
                  <a:lnTo>
                    <a:pt x="365" y="6991"/>
                  </a:lnTo>
                  <a:lnTo>
                    <a:pt x="365" y="396"/>
                  </a:lnTo>
                  <a:close/>
                  <a:moveTo>
                    <a:pt x="183" y="0"/>
                  </a:moveTo>
                  <a:cubicBezTo>
                    <a:pt x="91" y="0"/>
                    <a:pt x="0" y="92"/>
                    <a:pt x="0" y="213"/>
                  </a:cubicBezTo>
                  <a:lnTo>
                    <a:pt x="0" y="7204"/>
                  </a:lnTo>
                  <a:cubicBezTo>
                    <a:pt x="0" y="7295"/>
                    <a:pt x="91" y="7387"/>
                    <a:pt x="183" y="7387"/>
                  </a:cubicBezTo>
                  <a:lnTo>
                    <a:pt x="7174" y="7387"/>
                  </a:lnTo>
                  <a:cubicBezTo>
                    <a:pt x="7295" y="7387"/>
                    <a:pt x="7356" y="7295"/>
                    <a:pt x="7356" y="7204"/>
                  </a:cubicBezTo>
                  <a:lnTo>
                    <a:pt x="7356" y="213"/>
                  </a:lnTo>
                  <a:cubicBezTo>
                    <a:pt x="7356" y="92"/>
                    <a:pt x="7295" y="0"/>
                    <a:pt x="717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5"/>
            <p:cNvSpPr/>
            <p:nvPr/>
          </p:nvSpPr>
          <p:spPr>
            <a:xfrm>
              <a:off x="4267825" y="3506425"/>
              <a:ext cx="81325" cy="81325"/>
            </a:xfrm>
            <a:custGeom>
              <a:rect b="b" l="l" r="r" t="t"/>
              <a:pathLst>
                <a:path extrusionOk="0" h="3253" w="3253">
                  <a:moveTo>
                    <a:pt x="2888" y="395"/>
                  </a:moveTo>
                  <a:lnTo>
                    <a:pt x="2888" y="2858"/>
                  </a:lnTo>
                  <a:lnTo>
                    <a:pt x="396" y="2858"/>
                  </a:lnTo>
                  <a:lnTo>
                    <a:pt x="396" y="395"/>
                  </a:lnTo>
                  <a:close/>
                  <a:moveTo>
                    <a:pt x="213" y="0"/>
                  </a:moveTo>
                  <a:cubicBezTo>
                    <a:pt x="92" y="0"/>
                    <a:pt x="0" y="92"/>
                    <a:pt x="0" y="183"/>
                  </a:cubicBezTo>
                  <a:lnTo>
                    <a:pt x="0" y="3040"/>
                  </a:lnTo>
                  <a:cubicBezTo>
                    <a:pt x="0" y="3161"/>
                    <a:pt x="92" y="3253"/>
                    <a:pt x="213" y="3253"/>
                  </a:cubicBezTo>
                  <a:lnTo>
                    <a:pt x="3070" y="3253"/>
                  </a:lnTo>
                  <a:cubicBezTo>
                    <a:pt x="3162" y="3253"/>
                    <a:pt x="3253" y="3161"/>
                    <a:pt x="3253" y="3040"/>
                  </a:cubicBezTo>
                  <a:lnTo>
                    <a:pt x="3253" y="183"/>
                  </a:lnTo>
                  <a:cubicBezTo>
                    <a:pt x="3253" y="92"/>
                    <a:pt x="3162" y="0"/>
                    <a:pt x="307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5"/>
            <p:cNvSpPr/>
            <p:nvPr/>
          </p:nvSpPr>
          <p:spPr>
            <a:xfrm>
              <a:off x="3624950" y="4197150"/>
              <a:ext cx="224200" cy="224200"/>
            </a:xfrm>
            <a:custGeom>
              <a:rect b="b" l="l" r="r" t="t"/>
              <a:pathLst>
                <a:path extrusionOk="0" h="8968" w="8968">
                  <a:moveTo>
                    <a:pt x="8572" y="396"/>
                  </a:moveTo>
                  <a:lnTo>
                    <a:pt x="8572" y="8603"/>
                  </a:lnTo>
                  <a:lnTo>
                    <a:pt x="365" y="8603"/>
                  </a:lnTo>
                  <a:lnTo>
                    <a:pt x="365" y="396"/>
                  </a:lnTo>
                  <a:close/>
                  <a:moveTo>
                    <a:pt x="183" y="1"/>
                  </a:moveTo>
                  <a:cubicBezTo>
                    <a:pt x="92" y="1"/>
                    <a:pt x="1" y="92"/>
                    <a:pt x="1" y="214"/>
                  </a:cubicBezTo>
                  <a:lnTo>
                    <a:pt x="1" y="8785"/>
                  </a:lnTo>
                  <a:cubicBezTo>
                    <a:pt x="1" y="8876"/>
                    <a:pt x="92" y="8968"/>
                    <a:pt x="183" y="8968"/>
                  </a:cubicBezTo>
                  <a:lnTo>
                    <a:pt x="8755" y="8968"/>
                  </a:lnTo>
                  <a:cubicBezTo>
                    <a:pt x="8876" y="8968"/>
                    <a:pt x="8967" y="8876"/>
                    <a:pt x="8967" y="8785"/>
                  </a:cubicBezTo>
                  <a:lnTo>
                    <a:pt x="8967" y="214"/>
                  </a:lnTo>
                  <a:cubicBezTo>
                    <a:pt x="8967" y="92"/>
                    <a:pt x="8876" y="1"/>
                    <a:pt x="875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5"/>
            <p:cNvSpPr/>
            <p:nvPr/>
          </p:nvSpPr>
          <p:spPr>
            <a:xfrm>
              <a:off x="4101400" y="4578625"/>
              <a:ext cx="120850" cy="120850"/>
            </a:xfrm>
            <a:custGeom>
              <a:rect b="b" l="l" r="r" t="t"/>
              <a:pathLst>
                <a:path extrusionOk="0" h="4834" w="4834">
                  <a:moveTo>
                    <a:pt x="4439" y="365"/>
                  </a:moveTo>
                  <a:lnTo>
                    <a:pt x="4439" y="4438"/>
                  </a:lnTo>
                  <a:lnTo>
                    <a:pt x="366" y="4438"/>
                  </a:lnTo>
                  <a:lnTo>
                    <a:pt x="366" y="365"/>
                  </a:lnTo>
                  <a:close/>
                  <a:moveTo>
                    <a:pt x="183" y="0"/>
                  </a:moveTo>
                  <a:cubicBezTo>
                    <a:pt x="92" y="0"/>
                    <a:pt x="1" y="92"/>
                    <a:pt x="1" y="213"/>
                  </a:cubicBezTo>
                  <a:lnTo>
                    <a:pt x="1" y="4651"/>
                  </a:lnTo>
                  <a:cubicBezTo>
                    <a:pt x="1" y="4742"/>
                    <a:pt x="92" y="4833"/>
                    <a:pt x="183" y="4833"/>
                  </a:cubicBezTo>
                  <a:lnTo>
                    <a:pt x="4651" y="4833"/>
                  </a:lnTo>
                  <a:cubicBezTo>
                    <a:pt x="4742" y="4833"/>
                    <a:pt x="4834" y="4742"/>
                    <a:pt x="4834" y="4651"/>
                  </a:cubicBezTo>
                  <a:lnTo>
                    <a:pt x="4834" y="213"/>
                  </a:lnTo>
                  <a:cubicBezTo>
                    <a:pt x="4834" y="92"/>
                    <a:pt x="4742" y="0"/>
                    <a:pt x="462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5"/>
            <p:cNvSpPr/>
            <p:nvPr/>
          </p:nvSpPr>
          <p:spPr>
            <a:xfrm>
              <a:off x="3751850" y="3879525"/>
              <a:ext cx="168725" cy="168725"/>
            </a:xfrm>
            <a:custGeom>
              <a:rect b="b" l="l" r="r" t="t"/>
              <a:pathLst>
                <a:path extrusionOk="0" h="6749" w="6749">
                  <a:moveTo>
                    <a:pt x="6353" y="396"/>
                  </a:moveTo>
                  <a:lnTo>
                    <a:pt x="6353" y="6353"/>
                  </a:lnTo>
                  <a:lnTo>
                    <a:pt x="396" y="6353"/>
                  </a:lnTo>
                  <a:lnTo>
                    <a:pt x="396" y="396"/>
                  </a:lnTo>
                  <a:close/>
                  <a:moveTo>
                    <a:pt x="183" y="1"/>
                  </a:moveTo>
                  <a:cubicBezTo>
                    <a:pt x="92" y="1"/>
                    <a:pt x="1" y="92"/>
                    <a:pt x="1" y="213"/>
                  </a:cubicBezTo>
                  <a:lnTo>
                    <a:pt x="1" y="6566"/>
                  </a:lnTo>
                  <a:cubicBezTo>
                    <a:pt x="1" y="6657"/>
                    <a:pt x="92" y="6748"/>
                    <a:pt x="183" y="6748"/>
                  </a:cubicBezTo>
                  <a:lnTo>
                    <a:pt x="6536" y="6748"/>
                  </a:lnTo>
                  <a:cubicBezTo>
                    <a:pt x="6657" y="6748"/>
                    <a:pt x="6749" y="6657"/>
                    <a:pt x="6749" y="6566"/>
                  </a:cubicBezTo>
                  <a:lnTo>
                    <a:pt x="6749" y="213"/>
                  </a:lnTo>
                  <a:cubicBezTo>
                    <a:pt x="6749" y="92"/>
                    <a:pt x="6657" y="1"/>
                    <a:pt x="653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5"/>
            <p:cNvSpPr/>
            <p:nvPr/>
          </p:nvSpPr>
          <p:spPr>
            <a:xfrm>
              <a:off x="4037575" y="4166000"/>
              <a:ext cx="88925" cy="88925"/>
            </a:xfrm>
            <a:custGeom>
              <a:rect b="b" l="l" r="r" t="t"/>
              <a:pathLst>
                <a:path extrusionOk="0" h="3557" w="3557">
                  <a:moveTo>
                    <a:pt x="3192" y="365"/>
                  </a:moveTo>
                  <a:lnTo>
                    <a:pt x="3192" y="3162"/>
                  </a:lnTo>
                  <a:lnTo>
                    <a:pt x="396" y="3162"/>
                  </a:lnTo>
                  <a:lnTo>
                    <a:pt x="396" y="365"/>
                  </a:lnTo>
                  <a:close/>
                  <a:moveTo>
                    <a:pt x="213" y="1"/>
                  </a:moveTo>
                  <a:cubicBezTo>
                    <a:pt x="92" y="1"/>
                    <a:pt x="1" y="61"/>
                    <a:pt x="1" y="183"/>
                  </a:cubicBezTo>
                  <a:lnTo>
                    <a:pt x="1" y="3344"/>
                  </a:lnTo>
                  <a:cubicBezTo>
                    <a:pt x="1" y="3466"/>
                    <a:pt x="92" y="3557"/>
                    <a:pt x="213" y="3557"/>
                  </a:cubicBezTo>
                  <a:lnTo>
                    <a:pt x="3374" y="3557"/>
                  </a:lnTo>
                  <a:cubicBezTo>
                    <a:pt x="3496" y="3557"/>
                    <a:pt x="3557" y="3466"/>
                    <a:pt x="3557" y="3344"/>
                  </a:cubicBezTo>
                  <a:lnTo>
                    <a:pt x="3557" y="183"/>
                  </a:lnTo>
                  <a:cubicBezTo>
                    <a:pt x="3557" y="61"/>
                    <a:pt x="3496" y="1"/>
                    <a:pt x="337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5"/>
            <p:cNvSpPr/>
            <p:nvPr/>
          </p:nvSpPr>
          <p:spPr>
            <a:xfrm>
              <a:off x="3831650" y="4594575"/>
              <a:ext cx="88925" cy="88950"/>
            </a:xfrm>
            <a:custGeom>
              <a:rect b="b" l="l" r="r" t="t"/>
              <a:pathLst>
                <a:path extrusionOk="0" h="3558" w="3557">
                  <a:moveTo>
                    <a:pt x="3161" y="366"/>
                  </a:moveTo>
                  <a:lnTo>
                    <a:pt x="3161" y="3162"/>
                  </a:lnTo>
                  <a:lnTo>
                    <a:pt x="365" y="3162"/>
                  </a:lnTo>
                  <a:lnTo>
                    <a:pt x="365" y="366"/>
                  </a:lnTo>
                  <a:close/>
                  <a:moveTo>
                    <a:pt x="183" y="1"/>
                  </a:moveTo>
                  <a:cubicBezTo>
                    <a:pt x="61" y="1"/>
                    <a:pt x="0" y="92"/>
                    <a:pt x="0" y="183"/>
                  </a:cubicBezTo>
                  <a:lnTo>
                    <a:pt x="0" y="3375"/>
                  </a:lnTo>
                  <a:cubicBezTo>
                    <a:pt x="0" y="3466"/>
                    <a:pt x="61" y="3557"/>
                    <a:pt x="183" y="3557"/>
                  </a:cubicBezTo>
                  <a:lnTo>
                    <a:pt x="3344" y="3557"/>
                  </a:lnTo>
                  <a:cubicBezTo>
                    <a:pt x="3465" y="3557"/>
                    <a:pt x="3557" y="3466"/>
                    <a:pt x="3557" y="3375"/>
                  </a:cubicBezTo>
                  <a:lnTo>
                    <a:pt x="3557" y="183"/>
                  </a:lnTo>
                  <a:cubicBezTo>
                    <a:pt x="3557" y="92"/>
                    <a:pt x="3465" y="1"/>
                    <a:pt x="334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5"/>
            <p:cNvSpPr/>
            <p:nvPr/>
          </p:nvSpPr>
          <p:spPr>
            <a:xfrm>
              <a:off x="4252625" y="4475275"/>
              <a:ext cx="112500" cy="112500"/>
            </a:xfrm>
            <a:custGeom>
              <a:rect b="b" l="l" r="r" t="t"/>
              <a:pathLst>
                <a:path extrusionOk="0" h="4500" w="4500">
                  <a:moveTo>
                    <a:pt x="4134" y="396"/>
                  </a:moveTo>
                  <a:lnTo>
                    <a:pt x="4134" y="4134"/>
                  </a:lnTo>
                  <a:lnTo>
                    <a:pt x="365" y="4134"/>
                  </a:lnTo>
                  <a:lnTo>
                    <a:pt x="365" y="396"/>
                  </a:lnTo>
                  <a:close/>
                  <a:moveTo>
                    <a:pt x="183" y="1"/>
                  </a:moveTo>
                  <a:cubicBezTo>
                    <a:pt x="61" y="1"/>
                    <a:pt x="1" y="92"/>
                    <a:pt x="1" y="183"/>
                  </a:cubicBezTo>
                  <a:lnTo>
                    <a:pt x="1" y="4317"/>
                  </a:lnTo>
                  <a:cubicBezTo>
                    <a:pt x="1" y="4438"/>
                    <a:pt x="61" y="4499"/>
                    <a:pt x="183" y="4499"/>
                  </a:cubicBezTo>
                  <a:lnTo>
                    <a:pt x="4317" y="4499"/>
                  </a:lnTo>
                  <a:cubicBezTo>
                    <a:pt x="4408" y="4499"/>
                    <a:pt x="4499" y="4438"/>
                    <a:pt x="4499" y="4347"/>
                  </a:cubicBezTo>
                  <a:lnTo>
                    <a:pt x="4499" y="183"/>
                  </a:lnTo>
                  <a:cubicBezTo>
                    <a:pt x="4499" y="92"/>
                    <a:pt x="4408" y="1"/>
                    <a:pt x="4317"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5"/>
            <p:cNvSpPr/>
            <p:nvPr/>
          </p:nvSpPr>
          <p:spPr>
            <a:xfrm>
              <a:off x="4713125" y="4586975"/>
              <a:ext cx="57000" cy="57025"/>
            </a:xfrm>
            <a:custGeom>
              <a:rect b="b" l="l" r="r" t="t"/>
              <a:pathLst>
                <a:path extrusionOk="0" h="2281" w="2280">
                  <a:moveTo>
                    <a:pt x="1885" y="366"/>
                  </a:moveTo>
                  <a:lnTo>
                    <a:pt x="1885" y="1885"/>
                  </a:lnTo>
                  <a:lnTo>
                    <a:pt x="365" y="1885"/>
                  </a:lnTo>
                  <a:lnTo>
                    <a:pt x="365" y="366"/>
                  </a:lnTo>
                  <a:close/>
                  <a:moveTo>
                    <a:pt x="183" y="1"/>
                  </a:moveTo>
                  <a:cubicBezTo>
                    <a:pt x="91" y="1"/>
                    <a:pt x="0" y="62"/>
                    <a:pt x="0" y="183"/>
                  </a:cubicBezTo>
                  <a:lnTo>
                    <a:pt x="0" y="2068"/>
                  </a:lnTo>
                  <a:cubicBezTo>
                    <a:pt x="0" y="2189"/>
                    <a:pt x="91" y="2281"/>
                    <a:pt x="183" y="2281"/>
                  </a:cubicBezTo>
                  <a:lnTo>
                    <a:pt x="2098" y="2281"/>
                  </a:lnTo>
                  <a:cubicBezTo>
                    <a:pt x="2189" y="2281"/>
                    <a:pt x="2280" y="2189"/>
                    <a:pt x="2280" y="2068"/>
                  </a:cubicBezTo>
                  <a:lnTo>
                    <a:pt x="2280" y="183"/>
                  </a:lnTo>
                  <a:cubicBezTo>
                    <a:pt x="2280" y="62"/>
                    <a:pt x="2189" y="1"/>
                    <a:pt x="209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5"/>
            <p:cNvSpPr/>
            <p:nvPr/>
          </p:nvSpPr>
          <p:spPr>
            <a:xfrm>
              <a:off x="4403075" y="4840775"/>
              <a:ext cx="88950" cy="88950"/>
            </a:xfrm>
            <a:custGeom>
              <a:rect b="b" l="l" r="r" t="t"/>
              <a:pathLst>
                <a:path extrusionOk="0" h="3558" w="3558">
                  <a:moveTo>
                    <a:pt x="3192" y="366"/>
                  </a:moveTo>
                  <a:lnTo>
                    <a:pt x="3192" y="3162"/>
                  </a:lnTo>
                  <a:lnTo>
                    <a:pt x="366" y="3162"/>
                  </a:lnTo>
                  <a:lnTo>
                    <a:pt x="366" y="366"/>
                  </a:lnTo>
                  <a:close/>
                  <a:moveTo>
                    <a:pt x="214" y="1"/>
                  </a:moveTo>
                  <a:cubicBezTo>
                    <a:pt x="92" y="1"/>
                    <a:pt x="1" y="92"/>
                    <a:pt x="1" y="183"/>
                  </a:cubicBezTo>
                  <a:lnTo>
                    <a:pt x="1" y="3375"/>
                  </a:lnTo>
                  <a:cubicBezTo>
                    <a:pt x="1" y="3466"/>
                    <a:pt x="92" y="3557"/>
                    <a:pt x="214" y="3557"/>
                  </a:cubicBezTo>
                  <a:lnTo>
                    <a:pt x="3375" y="3557"/>
                  </a:lnTo>
                  <a:cubicBezTo>
                    <a:pt x="3466" y="3557"/>
                    <a:pt x="3557" y="3466"/>
                    <a:pt x="3557" y="3375"/>
                  </a:cubicBezTo>
                  <a:lnTo>
                    <a:pt x="3557" y="183"/>
                  </a:lnTo>
                  <a:cubicBezTo>
                    <a:pt x="3557" y="92"/>
                    <a:pt x="3466" y="1"/>
                    <a:pt x="337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5"/>
            <p:cNvSpPr/>
            <p:nvPr/>
          </p:nvSpPr>
          <p:spPr>
            <a:xfrm>
              <a:off x="4744275" y="3704750"/>
              <a:ext cx="73725" cy="73725"/>
            </a:xfrm>
            <a:custGeom>
              <a:rect b="b" l="l" r="r" t="t"/>
              <a:pathLst>
                <a:path extrusionOk="0" h="2949" w="2949">
                  <a:moveTo>
                    <a:pt x="2554" y="396"/>
                  </a:moveTo>
                  <a:lnTo>
                    <a:pt x="2554" y="2554"/>
                  </a:lnTo>
                  <a:lnTo>
                    <a:pt x="396" y="2554"/>
                  </a:lnTo>
                  <a:lnTo>
                    <a:pt x="396" y="396"/>
                  </a:lnTo>
                  <a:close/>
                  <a:moveTo>
                    <a:pt x="213" y="1"/>
                  </a:moveTo>
                  <a:cubicBezTo>
                    <a:pt x="92" y="1"/>
                    <a:pt x="1" y="92"/>
                    <a:pt x="1" y="213"/>
                  </a:cubicBezTo>
                  <a:lnTo>
                    <a:pt x="1" y="2736"/>
                  </a:lnTo>
                  <a:cubicBezTo>
                    <a:pt x="1" y="2858"/>
                    <a:pt x="92" y="2919"/>
                    <a:pt x="213" y="2949"/>
                  </a:cubicBezTo>
                  <a:lnTo>
                    <a:pt x="2736" y="2949"/>
                  </a:lnTo>
                  <a:cubicBezTo>
                    <a:pt x="2858" y="2949"/>
                    <a:pt x="2949" y="2858"/>
                    <a:pt x="2949" y="2736"/>
                  </a:cubicBezTo>
                  <a:lnTo>
                    <a:pt x="2949" y="213"/>
                  </a:lnTo>
                  <a:cubicBezTo>
                    <a:pt x="2949" y="92"/>
                    <a:pt x="2858" y="1"/>
                    <a:pt x="273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5"/>
            <p:cNvSpPr/>
            <p:nvPr/>
          </p:nvSpPr>
          <p:spPr>
            <a:xfrm>
              <a:off x="4355975" y="925825"/>
              <a:ext cx="88925" cy="88950"/>
            </a:xfrm>
            <a:custGeom>
              <a:rect b="b" l="l" r="r" t="t"/>
              <a:pathLst>
                <a:path extrusionOk="0" h="3558" w="3557">
                  <a:moveTo>
                    <a:pt x="3161" y="366"/>
                  </a:moveTo>
                  <a:lnTo>
                    <a:pt x="3161" y="3162"/>
                  </a:lnTo>
                  <a:lnTo>
                    <a:pt x="365" y="3162"/>
                  </a:lnTo>
                  <a:lnTo>
                    <a:pt x="365" y="366"/>
                  </a:lnTo>
                  <a:close/>
                  <a:moveTo>
                    <a:pt x="183" y="1"/>
                  </a:moveTo>
                  <a:cubicBezTo>
                    <a:pt x="92" y="1"/>
                    <a:pt x="0" y="62"/>
                    <a:pt x="0" y="183"/>
                  </a:cubicBezTo>
                  <a:lnTo>
                    <a:pt x="0" y="3344"/>
                  </a:lnTo>
                  <a:cubicBezTo>
                    <a:pt x="0" y="3466"/>
                    <a:pt x="92" y="3557"/>
                    <a:pt x="183" y="3557"/>
                  </a:cubicBezTo>
                  <a:lnTo>
                    <a:pt x="3344" y="3557"/>
                  </a:lnTo>
                  <a:cubicBezTo>
                    <a:pt x="3465" y="3557"/>
                    <a:pt x="3557" y="3466"/>
                    <a:pt x="3557" y="3344"/>
                  </a:cubicBezTo>
                  <a:lnTo>
                    <a:pt x="3557" y="183"/>
                  </a:lnTo>
                  <a:cubicBezTo>
                    <a:pt x="3557" y="62"/>
                    <a:pt x="3465" y="1"/>
                    <a:pt x="337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5"/>
            <p:cNvSpPr/>
            <p:nvPr/>
          </p:nvSpPr>
          <p:spPr>
            <a:xfrm>
              <a:off x="3878750" y="782975"/>
              <a:ext cx="152775" cy="152000"/>
            </a:xfrm>
            <a:custGeom>
              <a:rect b="b" l="l" r="r" t="t"/>
              <a:pathLst>
                <a:path extrusionOk="0" h="6080" w="6111">
                  <a:moveTo>
                    <a:pt x="5715" y="396"/>
                  </a:moveTo>
                  <a:lnTo>
                    <a:pt x="5715" y="5715"/>
                  </a:lnTo>
                  <a:lnTo>
                    <a:pt x="396" y="5715"/>
                  </a:lnTo>
                  <a:lnTo>
                    <a:pt x="396" y="396"/>
                  </a:lnTo>
                  <a:close/>
                  <a:moveTo>
                    <a:pt x="214" y="1"/>
                  </a:moveTo>
                  <a:cubicBezTo>
                    <a:pt x="92" y="1"/>
                    <a:pt x="1" y="92"/>
                    <a:pt x="1" y="183"/>
                  </a:cubicBezTo>
                  <a:lnTo>
                    <a:pt x="1" y="5897"/>
                  </a:lnTo>
                  <a:cubicBezTo>
                    <a:pt x="1" y="5989"/>
                    <a:pt x="92" y="6080"/>
                    <a:pt x="214" y="6080"/>
                  </a:cubicBezTo>
                  <a:lnTo>
                    <a:pt x="5928" y="6080"/>
                  </a:lnTo>
                  <a:cubicBezTo>
                    <a:pt x="6019" y="6080"/>
                    <a:pt x="6110" y="5989"/>
                    <a:pt x="6110" y="5897"/>
                  </a:cubicBezTo>
                  <a:lnTo>
                    <a:pt x="6110" y="183"/>
                  </a:lnTo>
                  <a:cubicBezTo>
                    <a:pt x="6110" y="92"/>
                    <a:pt x="6019" y="1"/>
                    <a:pt x="592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5"/>
            <p:cNvSpPr/>
            <p:nvPr/>
          </p:nvSpPr>
          <p:spPr>
            <a:xfrm>
              <a:off x="3497300" y="719900"/>
              <a:ext cx="275100" cy="4383825"/>
            </a:xfrm>
            <a:custGeom>
              <a:rect b="b" l="l" r="r" t="t"/>
              <a:pathLst>
                <a:path extrusionOk="0" h="175353" w="11004">
                  <a:moveTo>
                    <a:pt x="1338" y="1"/>
                  </a:moveTo>
                  <a:cubicBezTo>
                    <a:pt x="1246" y="1"/>
                    <a:pt x="1155" y="62"/>
                    <a:pt x="1155" y="183"/>
                  </a:cubicBezTo>
                  <a:lnTo>
                    <a:pt x="1155" y="16688"/>
                  </a:lnTo>
                  <a:cubicBezTo>
                    <a:pt x="1155" y="16779"/>
                    <a:pt x="1246" y="16870"/>
                    <a:pt x="1338" y="16870"/>
                  </a:cubicBezTo>
                  <a:lnTo>
                    <a:pt x="4651" y="16870"/>
                  </a:lnTo>
                  <a:lnTo>
                    <a:pt x="4651" y="23162"/>
                  </a:lnTo>
                  <a:lnTo>
                    <a:pt x="304" y="23162"/>
                  </a:lnTo>
                  <a:cubicBezTo>
                    <a:pt x="213" y="23162"/>
                    <a:pt x="122" y="23223"/>
                    <a:pt x="122" y="23345"/>
                  </a:cubicBezTo>
                  <a:lnTo>
                    <a:pt x="122" y="34226"/>
                  </a:lnTo>
                  <a:cubicBezTo>
                    <a:pt x="122" y="34317"/>
                    <a:pt x="213" y="34409"/>
                    <a:pt x="304" y="34409"/>
                  </a:cubicBezTo>
                  <a:lnTo>
                    <a:pt x="8511" y="34409"/>
                  </a:lnTo>
                  <a:lnTo>
                    <a:pt x="8511" y="42433"/>
                  </a:lnTo>
                  <a:lnTo>
                    <a:pt x="4863" y="42433"/>
                  </a:lnTo>
                  <a:cubicBezTo>
                    <a:pt x="4742" y="42463"/>
                    <a:pt x="4651" y="42524"/>
                    <a:pt x="4651" y="42646"/>
                  </a:cubicBezTo>
                  <a:lnTo>
                    <a:pt x="4651" y="45959"/>
                  </a:lnTo>
                  <a:lnTo>
                    <a:pt x="821" y="45959"/>
                  </a:lnTo>
                  <a:cubicBezTo>
                    <a:pt x="699" y="45959"/>
                    <a:pt x="638" y="46050"/>
                    <a:pt x="638" y="46141"/>
                  </a:cubicBezTo>
                  <a:lnTo>
                    <a:pt x="638" y="77722"/>
                  </a:lnTo>
                  <a:cubicBezTo>
                    <a:pt x="638" y="77844"/>
                    <a:pt x="699" y="77935"/>
                    <a:pt x="821" y="77935"/>
                  </a:cubicBezTo>
                  <a:lnTo>
                    <a:pt x="10639" y="77935"/>
                  </a:lnTo>
                  <a:lnTo>
                    <a:pt x="10639" y="81066"/>
                  </a:lnTo>
                  <a:lnTo>
                    <a:pt x="5471" y="81066"/>
                  </a:lnTo>
                  <a:cubicBezTo>
                    <a:pt x="5350" y="81066"/>
                    <a:pt x="5289" y="81127"/>
                    <a:pt x="5289" y="81248"/>
                  </a:cubicBezTo>
                  <a:lnTo>
                    <a:pt x="5289" y="95443"/>
                  </a:lnTo>
                  <a:lnTo>
                    <a:pt x="1003" y="95443"/>
                  </a:lnTo>
                  <a:cubicBezTo>
                    <a:pt x="882" y="95443"/>
                    <a:pt x="790" y="95534"/>
                    <a:pt x="790" y="95625"/>
                  </a:cubicBezTo>
                  <a:lnTo>
                    <a:pt x="790" y="101583"/>
                  </a:lnTo>
                  <a:cubicBezTo>
                    <a:pt x="790" y="101704"/>
                    <a:pt x="882" y="101796"/>
                    <a:pt x="1003" y="101796"/>
                  </a:cubicBezTo>
                  <a:lnTo>
                    <a:pt x="5015" y="101796"/>
                  </a:lnTo>
                  <a:lnTo>
                    <a:pt x="5015" y="123863"/>
                  </a:lnTo>
                  <a:lnTo>
                    <a:pt x="638" y="123863"/>
                  </a:lnTo>
                  <a:cubicBezTo>
                    <a:pt x="547" y="123863"/>
                    <a:pt x="456" y="123954"/>
                    <a:pt x="456" y="124045"/>
                  </a:cubicBezTo>
                  <a:lnTo>
                    <a:pt x="456" y="132130"/>
                  </a:lnTo>
                  <a:cubicBezTo>
                    <a:pt x="456" y="132222"/>
                    <a:pt x="547" y="132313"/>
                    <a:pt x="638" y="132313"/>
                  </a:cubicBezTo>
                  <a:lnTo>
                    <a:pt x="4316" y="132313"/>
                  </a:lnTo>
                  <a:lnTo>
                    <a:pt x="4316" y="136507"/>
                  </a:lnTo>
                  <a:lnTo>
                    <a:pt x="1003" y="136507"/>
                  </a:lnTo>
                  <a:cubicBezTo>
                    <a:pt x="882" y="136507"/>
                    <a:pt x="790" y="136598"/>
                    <a:pt x="790" y="136690"/>
                  </a:cubicBezTo>
                  <a:lnTo>
                    <a:pt x="790" y="145444"/>
                  </a:lnTo>
                  <a:cubicBezTo>
                    <a:pt x="790" y="145565"/>
                    <a:pt x="882" y="145656"/>
                    <a:pt x="1003" y="145656"/>
                  </a:cubicBezTo>
                  <a:lnTo>
                    <a:pt x="3617" y="145656"/>
                  </a:lnTo>
                  <a:lnTo>
                    <a:pt x="3617" y="155930"/>
                  </a:lnTo>
                  <a:cubicBezTo>
                    <a:pt x="3617" y="156021"/>
                    <a:pt x="3708" y="156112"/>
                    <a:pt x="3800" y="156112"/>
                  </a:cubicBezTo>
                  <a:lnTo>
                    <a:pt x="7690" y="156112"/>
                  </a:lnTo>
                  <a:lnTo>
                    <a:pt x="7690" y="164441"/>
                  </a:lnTo>
                  <a:lnTo>
                    <a:pt x="183" y="164441"/>
                  </a:lnTo>
                  <a:cubicBezTo>
                    <a:pt x="91" y="164441"/>
                    <a:pt x="0" y="164502"/>
                    <a:pt x="0" y="164623"/>
                  </a:cubicBezTo>
                  <a:lnTo>
                    <a:pt x="0" y="170307"/>
                  </a:lnTo>
                  <a:cubicBezTo>
                    <a:pt x="0" y="170429"/>
                    <a:pt x="91" y="170520"/>
                    <a:pt x="183" y="170520"/>
                  </a:cubicBezTo>
                  <a:lnTo>
                    <a:pt x="3982" y="170520"/>
                  </a:lnTo>
                  <a:lnTo>
                    <a:pt x="3982" y="175170"/>
                  </a:lnTo>
                  <a:cubicBezTo>
                    <a:pt x="3982" y="175262"/>
                    <a:pt x="4073" y="175353"/>
                    <a:pt x="4164" y="175353"/>
                  </a:cubicBezTo>
                  <a:cubicBezTo>
                    <a:pt x="4286" y="175353"/>
                    <a:pt x="4377" y="175262"/>
                    <a:pt x="4377" y="175170"/>
                  </a:cubicBezTo>
                  <a:lnTo>
                    <a:pt x="4377" y="170307"/>
                  </a:lnTo>
                  <a:cubicBezTo>
                    <a:pt x="4377" y="170216"/>
                    <a:pt x="4286" y="170125"/>
                    <a:pt x="4195" y="170125"/>
                  </a:cubicBezTo>
                  <a:lnTo>
                    <a:pt x="395" y="170125"/>
                  </a:lnTo>
                  <a:lnTo>
                    <a:pt x="395" y="164806"/>
                  </a:lnTo>
                  <a:lnTo>
                    <a:pt x="7903" y="164806"/>
                  </a:lnTo>
                  <a:cubicBezTo>
                    <a:pt x="8025" y="164806"/>
                    <a:pt x="8116" y="164714"/>
                    <a:pt x="8116" y="164623"/>
                  </a:cubicBezTo>
                  <a:lnTo>
                    <a:pt x="8116" y="155930"/>
                  </a:lnTo>
                  <a:cubicBezTo>
                    <a:pt x="8116" y="155808"/>
                    <a:pt x="8025" y="155748"/>
                    <a:pt x="7903" y="155748"/>
                  </a:cubicBezTo>
                  <a:lnTo>
                    <a:pt x="4012" y="155748"/>
                  </a:lnTo>
                  <a:lnTo>
                    <a:pt x="4012" y="145444"/>
                  </a:lnTo>
                  <a:cubicBezTo>
                    <a:pt x="4012" y="145352"/>
                    <a:pt x="3921" y="145261"/>
                    <a:pt x="3830" y="145261"/>
                  </a:cubicBezTo>
                  <a:lnTo>
                    <a:pt x="1186" y="145261"/>
                  </a:lnTo>
                  <a:lnTo>
                    <a:pt x="1186" y="136872"/>
                  </a:lnTo>
                  <a:lnTo>
                    <a:pt x="4529" y="136872"/>
                  </a:lnTo>
                  <a:cubicBezTo>
                    <a:pt x="4620" y="136872"/>
                    <a:pt x="4712" y="136781"/>
                    <a:pt x="4712" y="136690"/>
                  </a:cubicBezTo>
                  <a:lnTo>
                    <a:pt x="4712" y="132130"/>
                  </a:lnTo>
                  <a:cubicBezTo>
                    <a:pt x="4712" y="132009"/>
                    <a:pt x="4620" y="131918"/>
                    <a:pt x="4529" y="131918"/>
                  </a:cubicBezTo>
                  <a:lnTo>
                    <a:pt x="821" y="131918"/>
                  </a:lnTo>
                  <a:lnTo>
                    <a:pt x="821" y="124227"/>
                  </a:lnTo>
                  <a:lnTo>
                    <a:pt x="5198" y="124227"/>
                  </a:lnTo>
                  <a:cubicBezTo>
                    <a:pt x="5319" y="124227"/>
                    <a:pt x="5380" y="124167"/>
                    <a:pt x="5380" y="124045"/>
                  </a:cubicBezTo>
                  <a:lnTo>
                    <a:pt x="5380" y="101583"/>
                  </a:lnTo>
                  <a:cubicBezTo>
                    <a:pt x="5380" y="101492"/>
                    <a:pt x="5319" y="101400"/>
                    <a:pt x="5198" y="101400"/>
                  </a:cubicBezTo>
                  <a:lnTo>
                    <a:pt x="1186" y="101400"/>
                  </a:lnTo>
                  <a:lnTo>
                    <a:pt x="1186" y="95808"/>
                  </a:lnTo>
                  <a:lnTo>
                    <a:pt x="5471" y="95808"/>
                  </a:lnTo>
                  <a:cubicBezTo>
                    <a:pt x="5563" y="95808"/>
                    <a:pt x="5654" y="95716"/>
                    <a:pt x="5654" y="95625"/>
                  </a:cubicBezTo>
                  <a:lnTo>
                    <a:pt x="5654" y="81430"/>
                  </a:lnTo>
                  <a:lnTo>
                    <a:pt x="10821" y="81430"/>
                  </a:lnTo>
                  <a:cubicBezTo>
                    <a:pt x="10912" y="81430"/>
                    <a:pt x="11003" y="81339"/>
                    <a:pt x="11003" y="81248"/>
                  </a:cubicBezTo>
                  <a:lnTo>
                    <a:pt x="11003" y="77722"/>
                  </a:lnTo>
                  <a:cubicBezTo>
                    <a:pt x="11003" y="77631"/>
                    <a:pt x="10912" y="77540"/>
                    <a:pt x="10821" y="77540"/>
                  </a:cubicBezTo>
                  <a:lnTo>
                    <a:pt x="1003" y="77540"/>
                  </a:lnTo>
                  <a:lnTo>
                    <a:pt x="1003" y="46354"/>
                  </a:lnTo>
                  <a:lnTo>
                    <a:pt x="4833" y="46354"/>
                  </a:lnTo>
                  <a:cubicBezTo>
                    <a:pt x="4924" y="46354"/>
                    <a:pt x="5015" y="46263"/>
                    <a:pt x="5015" y="46141"/>
                  </a:cubicBezTo>
                  <a:lnTo>
                    <a:pt x="5015" y="42828"/>
                  </a:lnTo>
                  <a:lnTo>
                    <a:pt x="8693" y="42828"/>
                  </a:lnTo>
                  <a:cubicBezTo>
                    <a:pt x="8785" y="42828"/>
                    <a:pt x="8876" y="42737"/>
                    <a:pt x="8876" y="42646"/>
                  </a:cubicBezTo>
                  <a:lnTo>
                    <a:pt x="8876" y="34226"/>
                  </a:lnTo>
                  <a:cubicBezTo>
                    <a:pt x="8876" y="34105"/>
                    <a:pt x="8785" y="34044"/>
                    <a:pt x="8693" y="34044"/>
                  </a:cubicBezTo>
                  <a:lnTo>
                    <a:pt x="487" y="34044"/>
                  </a:lnTo>
                  <a:lnTo>
                    <a:pt x="487" y="23527"/>
                  </a:lnTo>
                  <a:lnTo>
                    <a:pt x="4863" y="23527"/>
                  </a:lnTo>
                  <a:cubicBezTo>
                    <a:pt x="4955" y="23527"/>
                    <a:pt x="5046" y="23436"/>
                    <a:pt x="5046" y="23345"/>
                  </a:cubicBezTo>
                  <a:lnTo>
                    <a:pt x="5046" y="16688"/>
                  </a:lnTo>
                  <a:cubicBezTo>
                    <a:pt x="5046" y="16566"/>
                    <a:pt x="4955" y="16475"/>
                    <a:pt x="4863" y="16475"/>
                  </a:cubicBezTo>
                  <a:lnTo>
                    <a:pt x="1520" y="16475"/>
                  </a:lnTo>
                  <a:lnTo>
                    <a:pt x="1520" y="183"/>
                  </a:lnTo>
                  <a:cubicBezTo>
                    <a:pt x="1520" y="62"/>
                    <a:pt x="1459" y="1"/>
                    <a:pt x="133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5"/>
            <p:cNvSpPr/>
            <p:nvPr/>
          </p:nvSpPr>
          <p:spPr>
            <a:xfrm>
              <a:off x="1827225" y="3372350"/>
              <a:ext cx="383600" cy="326225"/>
            </a:xfrm>
            <a:custGeom>
              <a:rect b="b" l="l" r="r" t="t"/>
              <a:pathLst>
                <a:path extrusionOk="0" h="13049" w="15344">
                  <a:moveTo>
                    <a:pt x="8143" y="0"/>
                  </a:moveTo>
                  <a:cubicBezTo>
                    <a:pt x="8109" y="0"/>
                    <a:pt x="8077" y="5"/>
                    <a:pt x="8048" y="14"/>
                  </a:cubicBezTo>
                  <a:cubicBezTo>
                    <a:pt x="7197" y="257"/>
                    <a:pt x="6073" y="2141"/>
                    <a:pt x="5130" y="3783"/>
                  </a:cubicBezTo>
                  <a:cubicBezTo>
                    <a:pt x="4188" y="5424"/>
                    <a:pt x="1270" y="8859"/>
                    <a:pt x="510" y="11169"/>
                  </a:cubicBezTo>
                  <a:cubicBezTo>
                    <a:pt x="1" y="12658"/>
                    <a:pt x="287" y="13048"/>
                    <a:pt x="668" y="13048"/>
                  </a:cubicBezTo>
                  <a:cubicBezTo>
                    <a:pt x="879" y="13048"/>
                    <a:pt x="1119" y="12929"/>
                    <a:pt x="1270" y="12810"/>
                  </a:cubicBezTo>
                  <a:cubicBezTo>
                    <a:pt x="3215" y="11503"/>
                    <a:pt x="5252" y="10318"/>
                    <a:pt x="7349" y="9284"/>
                  </a:cubicBezTo>
                  <a:cubicBezTo>
                    <a:pt x="8231" y="8859"/>
                    <a:pt x="9143" y="8494"/>
                    <a:pt x="10085" y="8160"/>
                  </a:cubicBezTo>
                  <a:lnTo>
                    <a:pt x="13428" y="9619"/>
                  </a:lnTo>
                  <a:lnTo>
                    <a:pt x="15343" y="5850"/>
                  </a:lnTo>
                  <a:cubicBezTo>
                    <a:pt x="15343" y="5850"/>
                    <a:pt x="13276" y="4634"/>
                    <a:pt x="12851" y="4208"/>
                  </a:cubicBezTo>
                  <a:cubicBezTo>
                    <a:pt x="12439" y="3797"/>
                    <a:pt x="9155" y="0"/>
                    <a:pt x="81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5"/>
            <p:cNvSpPr/>
            <p:nvPr/>
          </p:nvSpPr>
          <p:spPr>
            <a:xfrm>
              <a:off x="1826300" y="3367650"/>
              <a:ext cx="390600" cy="335600"/>
            </a:xfrm>
            <a:custGeom>
              <a:rect b="b" l="l" r="r" t="t"/>
              <a:pathLst>
                <a:path extrusionOk="0" h="13424" w="15624">
                  <a:moveTo>
                    <a:pt x="8207" y="384"/>
                  </a:moveTo>
                  <a:cubicBezTo>
                    <a:pt x="8541" y="384"/>
                    <a:pt x="9575" y="1053"/>
                    <a:pt x="12371" y="4092"/>
                  </a:cubicBezTo>
                  <a:cubicBezTo>
                    <a:pt x="12553" y="4305"/>
                    <a:pt x="12705" y="4457"/>
                    <a:pt x="12766" y="4518"/>
                  </a:cubicBezTo>
                  <a:cubicBezTo>
                    <a:pt x="13526" y="5095"/>
                    <a:pt x="14316" y="5612"/>
                    <a:pt x="15137" y="6098"/>
                  </a:cubicBezTo>
                  <a:lnTo>
                    <a:pt x="13405" y="9533"/>
                  </a:lnTo>
                  <a:lnTo>
                    <a:pt x="10243" y="8165"/>
                  </a:lnTo>
                  <a:cubicBezTo>
                    <a:pt x="10213" y="8150"/>
                    <a:pt x="10190" y="8143"/>
                    <a:pt x="10167" y="8143"/>
                  </a:cubicBezTo>
                  <a:cubicBezTo>
                    <a:pt x="10145" y="8143"/>
                    <a:pt x="10122" y="8150"/>
                    <a:pt x="10091" y="8165"/>
                  </a:cubicBezTo>
                  <a:cubicBezTo>
                    <a:pt x="9149" y="8469"/>
                    <a:pt x="8237" y="8864"/>
                    <a:pt x="7325" y="9290"/>
                  </a:cubicBezTo>
                  <a:cubicBezTo>
                    <a:pt x="5198" y="10354"/>
                    <a:pt x="3161" y="11539"/>
                    <a:pt x="1185" y="12846"/>
                  </a:cubicBezTo>
                  <a:cubicBezTo>
                    <a:pt x="1042" y="12966"/>
                    <a:pt x="823" y="13048"/>
                    <a:pt x="678" y="13048"/>
                  </a:cubicBezTo>
                  <a:cubicBezTo>
                    <a:pt x="638" y="13048"/>
                    <a:pt x="604" y="13042"/>
                    <a:pt x="578" y="13029"/>
                  </a:cubicBezTo>
                  <a:cubicBezTo>
                    <a:pt x="517" y="12968"/>
                    <a:pt x="274" y="12725"/>
                    <a:pt x="730" y="11418"/>
                  </a:cubicBezTo>
                  <a:cubicBezTo>
                    <a:pt x="1216" y="9898"/>
                    <a:pt x="2705" y="7861"/>
                    <a:pt x="3860" y="6220"/>
                  </a:cubicBezTo>
                  <a:cubicBezTo>
                    <a:pt x="4499" y="5369"/>
                    <a:pt x="5015" y="4639"/>
                    <a:pt x="5350" y="4062"/>
                  </a:cubicBezTo>
                  <a:cubicBezTo>
                    <a:pt x="6140" y="2694"/>
                    <a:pt x="7325" y="627"/>
                    <a:pt x="8146" y="384"/>
                  </a:cubicBezTo>
                  <a:close/>
                  <a:moveTo>
                    <a:pt x="8191" y="0"/>
                  </a:moveTo>
                  <a:cubicBezTo>
                    <a:pt x="8142" y="0"/>
                    <a:pt x="8097" y="7"/>
                    <a:pt x="8055" y="19"/>
                  </a:cubicBezTo>
                  <a:cubicBezTo>
                    <a:pt x="7143" y="293"/>
                    <a:pt x="6140" y="1934"/>
                    <a:pt x="5015" y="3880"/>
                  </a:cubicBezTo>
                  <a:cubicBezTo>
                    <a:pt x="4711" y="4427"/>
                    <a:pt x="4164" y="5156"/>
                    <a:pt x="3556" y="6007"/>
                  </a:cubicBezTo>
                  <a:cubicBezTo>
                    <a:pt x="2371" y="7679"/>
                    <a:pt x="881" y="9716"/>
                    <a:pt x="365" y="11296"/>
                  </a:cubicBezTo>
                  <a:cubicBezTo>
                    <a:pt x="0" y="12390"/>
                    <a:pt x="0" y="13059"/>
                    <a:pt x="365" y="13333"/>
                  </a:cubicBezTo>
                  <a:cubicBezTo>
                    <a:pt x="456" y="13393"/>
                    <a:pt x="578" y="13424"/>
                    <a:pt x="699" y="13424"/>
                  </a:cubicBezTo>
                  <a:cubicBezTo>
                    <a:pt x="973" y="13393"/>
                    <a:pt x="1246" y="13302"/>
                    <a:pt x="1459" y="13120"/>
                  </a:cubicBezTo>
                  <a:cubicBezTo>
                    <a:pt x="3374" y="11843"/>
                    <a:pt x="5410" y="10688"/>
                    <a:pt x="7477" y="9655"/>
                  </a:cubicBezTo>
                  <a:cubicBezTo>
                    <a:pt x="8359" y="9229"/>
                    <a:pt x="9240" y="8864"/>
                    <a:pt x="10152" y="8560"/>
                  </a:cubicBezTo>
                  <a:lnTo>
                    <a:pt x="13435" y="9989"/>
                  </a:lnTo>
                  <a:cubicBezTo>
                    <a:pt x="13458" y="9997"/>
                    <a:pt x="13481" y="10000"/>
                    <a:pt x="13503" y="10000"/>
                  </a:cubicBezTo>
                  <a:cubicBezTo>
                    <a:pt x="13570" y="10000"/>
                    <a:pt x="13632" y="9966"/>
                    <a:pt x="13678" y="9898"/>
                  </a:cubicBezTo>
                  <a:lnTo>
                    <a:pt x="15563" y="6129"/>
                  </a:lnTo>
                  <a:cubicBezTo>
                    <a:pt x="15623" y="6038"/>
                    <a:pt x="15593" y="5916"/>
                    <a:pt x="15502" y="5886"/>
                  </a:cubicBezTo>
                  <a:cubicBezTo>
                    <a:pt x="14651" y="5399"/>
                    <a:pt x="13830" y="4852"/>
                    <a:pt x="13040" y="4275"/>
                  </a:cubicBezTo>
                  <a:cubicBezTo>
                    <a:pt x="12979" y="4214"/>
                    <a:pt x="12857" y="4062"/>
                    <a:pt x="12675" y="3880"/>
                  </a:cubicBezTo>
                  <a:cubicBezTo>
                    <a:pt x="10184" y="1163"/>
                    <a:pt x="8853" y="0"/>
                    <a:pt x="819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5"/>
            <p:cNvSpPr/>
            <p:nvPr/>
          </p:nvSpPr>
          <p:spPr>
            <a:xfrm>
              <a:off x="1827225" y="3372375"/>
              <a:ext cx="295450" cy="326200"/>
            </a:xfrm>
            <a:custGeom>
              <a:rect b="b" l="l" r="r" t="t"/>
              <a:pathLst>
                <a:path extrusionOk="0" h="13048" w="11818">
                  <a:moveTo>
                    <a:pt x="8136" y="1"/>
                  </a:moveTo>
                  <a:cubicBezTo>
                    <a:pt x="8105" y="1"/>
                    <a:pt x="8075" y="5"/>
                    <a:pt x="8048" y="13"/>
                  </a:cubicBezTo>
                  <a:cubicBezTo>
                    <a:pt x="7197" y="256"/>
                    <a:pt x="6073" y="2140"/>
                    <a:pt x="5130" y="3782"/>
                  </a:cubicBezTo>
                  <a:cubicBezTo>
                    <a:pt x="4188" y="5423"/>
                    <a:pt x="1270" y="8858"/>
                    <a:pt x="510" y="11168"/>
                  </a:cubicBezTo>
                  <a:cubicBezTo>
                    <a:pt x="1" y="12657"/>
                    <a:pt x="287" y="13047"/>
                    <a:pt x="668" y="13047"/>
                  </a:cubicBezTo>
                  <a:cubicBezTo>
                    <a:pt x="879" y="13047"/>
                    <a:pt x="1119" y="12928"/>
                    <a:pt x="1270" y="12809"/>
                  </a:cubicBezTo>
                  <a:cubicBezTo>
                    <a:pt x="3215" y="11502"/>
                    <a:pt x="5252" y="10317"/>
                    <a:pt x="7349" y="9283"/>
                  </a:cubicBezTo>
                  <a:cubicBezTo>
                    <a:pt x="8139" y="8888"/>
                    <a:pt x="8778" y="8645"/>
                    <a:pt x="9203" y="8493"/>
                  </a:cubicBezTo>
                  <a:lnTo>
                    <a:pt x="7592" y="6882"/>
                  </a:lnTo>
                  <a:cubicBezTo>
                    <a:pt x="7592" y="6882"/>
                    <a:pt x="10024" y="4268"/>
                    <a:pt x="11817" y="3113"/>
                  </a:cubicBezTo>
                  <a:cubicBezTo>
                    <a:pt x="10655" y="1835"/>
                    <a:pt x="8826" y="1"/>
                    <a:pt x="81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5"/>
            <p:cNvSpPr/>
            <p:nvPr/>
          </p:nvSpPr>
          <p:spPr>
            <a:xfrm>
              <a:off x="1826300" y="3367550"/>
              <a:ext cx="301700" cy="335700"/>
            </a:xfrm>
            <a:custGeom>
              <a:rect b="b" l="l" r="r" t="t"/>
              <a:pathLst>
                <a:path extrusionOk="0" h="13428" w="12068">
                  <a:moveTo>
                    <a:pt x="8176" y="388"/>
                  </a:moveTo>
                  <a:cubicBezTo>
                    <a:pt x="8389" y="388"/>
                    <a:pt x="9119" y="662"/>
                    <a:pt x="11581" y="3276"/>
                  </a:cubicBezTo>
                  <a:cubicBezTo>
                    <a:pt x="9818" y="4461"/>
                    <a:pt x="7629" y="6832"/>
                    <a:pt x="7538" y="6954"/>
                  </a:cubicBezTo>
                  <a:cubicBezTo>
                    <a:pt x="7447" y="7014"/>
                    <a:pt x="7447" y="7136"/>
                    <a:pt x="7538" y="7197"/>
                  </a:cubicBezTo>
                  <a:lnTo>
                    <a:pt x="8936" y="8595"/>
                  </a:lnTo>
                  <a:cubicBezTo>
                    <a:pt x="8450" y="8808"/>
                    <a:pt x="7903" y="9051"/>
                    <a:pt x="7325" y="9294"/>
                  </a:cubicBezTo>
                  <a:cubicBezTo>
                    <a:pt x="5198" y="10358"/>
                    <a:pt x="3161" y="11543"/>
                    <a:pt x="1185" y="12850"/>
                  </a:cubicBezTo>
                  <a:cubicBezTo>
                    <a:pt x="1042" y="12970"/>
                    <a:pt x="823" y="13052"/>
                    <a:pt x="678" y="13052"/>
                  </a:cubicBezTo>
                  <a:cubicBezTo>
                    <a:pt x="638" y="13052"/>
                    <a:pt x="604" y="13046"/>
                    <a:pt x="578" y="13033"/>
                  </a:cubicBezTo>
                  <a:cubicBezTo>
                    <a:pt x="517" y="12972"/>
                    <a:pt x="274" y="12729"/>
                    <a:pt x="730" y="11422"/>
                  </a:cubicBezTo>
                  <a:cubicBezTo>
                    <a:pt x="1216" y="9902"/>
                    <a:pt x="2705" y="7865"/>
                    <a:pt x="3860" y="6224"/>
                  </a:cubicBezTo>
                  <a:cubicBezTo>
                    <a:pt x="4499" y="5373"/>
                    <a:pt x="5015" y="4643"/>
                    <a:pt x="5350" y="4066"/>
                  </a:cubicBezTo>
                  <a:cubicBezTo>
                    <a:pt x="6140" y="2698"/>
                    <a:pt x="7325" y="631"/>
                    <a:pt x="8146" y="388"/>
                  </a:cubicBezTo>
                  <a:close/>
                  <a:moveTo>
                    <a:pt x="8199" y="1"/>
                  </a:moveTo>
                  <a:cubicBezTo>
                    <a:pt x="8144" y="1"/>
                    <a:pt x="8097" y="9"/>
                    <a:pt x="8055" y="23"/>
                  </a:cubicBezTo>
                  <a:cubicBezTo>
                    <a:pt x="7143" y="297"/>
                    <a:pt x="6140" y="1938"/>
                    <a:pt x="5015" y="3884"/>
                  </a:cubicBezTo>
                  <a:cubicBezTo>
                    <a:pt x="4711" y="4431"/>
                    <a:pt x="4164" y="5160"/>
                    <a:pt x="3556" y="6011"/>
                  </a:cubicBezTo>
                  <a:cubicBezTo>
                    <a:pt x="2371" y="7683"/>
                    <a:pt x="881" y="9720"/>
                    <a:pt x="365" y="11300"/>
                  </a:cubicBezTo>
                  <a:cubicBezTo>
                    <a:pt x="0" y="12394"/>
                    <a:pt x="0" y="13063"/>
                    <a:pt x="365" y="13337"/>
                  </a:cubicBezTo>
                  <a:cubicBezTo>
                    <a:pt x="456" y="13397"/>
                    <a:pt x="578" y="13428"/>
                    <a:pt x="699" y="13428"/>
                  </a:cubicBezTo>
                  <a:cubicBezTo>
                    <a:pt x="973" y="13397"/>
                    <a:pt x="1246" y="13306"/>
                    <a:pt x="1459" y="13124"/>
                  </a:cubicBezTo>
                  <a:cubicBezTo>
                    <a:pt x="3374" y="11847"/>
                    <a:pt x="5410" y="10692"/>
                    <a:pt x="7508" y="9628"/>
                  </a:cubicBezTo>
                  <a:cubicBezTo>
                    <a:pt x="8176" y="9324"/>
                    <a:pt x="8815" y="9081"/>
                    <a:pt x="9362" y="8838"/>
                  </a:cubicBezTo>
                  <a:cubicBezTo>
                    <a:pt x="9423" y="8838"/>
                    <a:pt x="9453" y="8777"/>
                    <a:pt x="9483" y="8716"/>
                  </a:cubicBezTo>
                  <a:cubicBezTo>
                    <a:pt x="9483" y="8656"/>
                    <a:pt x="9453" y="8595"/>
                    <a:pt x="9423" y="8534"/>
                  </a:cubicBezTo>
                  <a:lnTo>
                    <a:pt x="7933" y="7075"/>
                  </a:lnTo>
                  <a:cubicBezTo>
                    <a:pt x="8450" y="6528"/>
                    <a:pt x="10456" y="4431"/>
                    <a:pt x="11976" y="3458"/>
                  </a:cubicBezTo>
                  <a:cubicBezTo>
                    <a:pt x="12037" y="3428"/>
                    <a:pt x="12067" y="3367"/>
                    <a:pt x="12067" y="3306"/>
                  </a:cubicBezTo>
                  <a:cubicBezTo>
                    <a:pt x="12067" y="3276"/>
                    <a:pt x="12067" y="3215"/>
                    <a:pt x="12006" y="3154"/>
                  </a:cubicBezTo>
                  <a:cubicBezTo>
                    <a:pt x="9505" y="518"/>
                    <a:pt x="8622" y="1"/>
                    <a:pt x="819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5"/>
            <p:cNvSpPr/>
            <p:nvPr/>
          </p:nvSpPr>
          <p:spPr>
            <a:xfrm>
              <a:off x="1831600" y="3372875"/>
              <a:ext cx="223450" cy="322025"/>
            </a:xfrm>
            <a:custGeom>
              <a:rect b="b" l="l" r="r" t="t"/>
              <a:pathLst>
                <a:path extrusionOk="0" h="12881" w="8938">
                  <a:moveTo>
                    <a:pt x="7934" y="0"/>
                  </a:moveTo>
                  <a:cubicBezTo>
                    <a:pt x="7911" y="0"/>
                    <a:pt x="7888" y="8"/>
                    <a:pt x="7873" y="23"/>
                  </a:cubicBezTo>
                  <a:cubicBezTo>
                    <a:pt x="7022" y="266"/>
                    <a:pt x="5898" y="2151"/>
                    <a:pt x="4955" y="3792"/>
                  </a:cubicBezTo>
                  <a:cubicBezTo>
                    <a:pt x="4013" y="5434"/>
                    <a:pt x="1095" y="8838"/>
                    <a:pt x="335" y="11178"/>
                  </a:cubicBezTo>
                  <a:cubicBezTo>
                    <a:pt x="1" y="12181"/>
                    <a:pt x="1" y="12668"/>
                    <a:pt x="183" y="12880"/>
                  </a:cubicBezTo>
                  <a:cubicBezTo>
                    <a:pt x="943" y="10570"/>
                    <a:pt x="3557" y="7136"/>
                    <a:pt x="5806" y="4400"/>
                  </a:cubicBezTo>
                  <a:cubicBezTo>
                    <a:pt x="7448" y="2364"/>
                    <a:pt x="8420" y="1148"/>
                    <a:pt x="8937" y="479"/>
                  </a:cubicBezTo>
                  <a:lnTo>
                    <a:pt x="8785" y="388"/>
                  </a:lnTo>
                  <a:lnTo>
                    <a:pt x="8572" y="236"/>
                  </a:lnTo>
                  <a:lnTo>
                    <a:pt x="8512" y="205"/>
                  </a:lnTo>
                  <a:lnTo>
                    <a:pt x="8390" y="145"/>
                  </a:lnTo>
                  <a:lnTo>
                    <a:pt x="8329" y="114"/>
                  </a:lnTo>
                  <a:lnTo>
                    <a:pt x="8177" y="53"/>
                  </a:lnTo>
                  <a:lnTo>
                    <a:pt x="8147" y="53"/>
                  </a:lnTo>
                  <a:cubicBezTo>
                    <a:pt x="8116" y="23"/>
                    <a:pt x="8056" y="23"/>
                    <a:pt x="8025" y="23"/>
                  </a:cubicBezTo>
                  <a:lnTo>
                    <a:pt x="7995" y="23"/>
                  </a:lnTo>
                  <a:cubicBezTo>
                    <a:pt x="7980" y="8"/>
                    <a:pt x="7957" y="0"/>
                    <a:pt x="79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5"/>
            <p:cNvSpPr/>
            <p:nvPr/>
          </p:nvSpPr>
          <p:spPr>
            <a:xfrm>
              <a:off x="1826300" y="3367550"/>
              <a:ext cx="233300" cy="331900"/>
            </a:xfrm>
            <a:custGeom>
              <a:rect b="b" l="l" r="r" t="t"/>
              <a:pathLst>
                <a:path extrusionOk="0" h="13276" w="9332">
                  <a:moveTo>
                    <a:pt x="8541" y="297"/>
                  </a:moveTo>
                  <a:lnTo>
                    <a:pt x="8511" y="510"/>
                  </a:lnTo>
                  <a:cubicBezTo>
                    <a:pt x="8541" y="510"/>
                    <a:pt x="8602" y="540"/>
                    <a:pt x="8632" y="570"/>
                  </a:cubicBezTo>
                  <a:lnTo>
                    <a:pt x="8693" y="601"/>
                  </a:lnTo>
                  <a:cubicBezTo>
                    <a:pt x="8754" y="631"/>
                    <a:pt x="8784" y="662"/>
                    <a:pt x="8876" y="722"/>
                  </a:cubicBezTo>
                  <a:cubicBezTo>
                    <a:pt x="8328" y="1422"/>
                    <a:pt x="7417" y="2637"/>
                    <a:pt x="5897" y="4461"/>
                  </a:cubicBezTo>
                  <a:cubicBezTo>
                    <a:pt x="3860" y="6923"/>
                    <a:pt x="1520" y="9932"/>
                    <a:pt x="486" y="12273"/>
                  </a:cubicBezTo>
                  <a:cubicBezTo>
                    <a:pt x="547" y="11969"/>
                    <a:pt x="638" y="11695"/>
                    <a:pt x="730" y="11422"/>
                  </a:cubicBezTo>
                  <a:cubicBezTo>
                    <a:pt x="1216" y="9902"/>
                    <a:pt x="2705" y="7865"/>
                    <a:pt x="3860" y="6224"/>
                  </a:cubicBezTo>
                  <a:cubicBezTo>
                    <a:pt x="4499" y="5373"/>
                    <a:pt x="5015" y="4643"/>
                    <a:pt x="5350" y="4066"/>
                  </a:cubicBezTo>
                  <a:cubicBezTo>
                    <a:pt x="6140" y="2698"/>
                    <a:pt x="7325" y="631"/>
                    <a:pt x="8146" y="388"/>
                  </a:cubicBezTo>
                  <a:lnTo>
                    <a:pt x="8207" y="388"/>
                  </a:lnTo>
                  <a:lnTo>
                    <a:pt x="8328" y="418"/>
                  </a:lnTo>
                  <a:lnTo>
                    <a:pt x="8450" y="479"/>
                  </a:lnTo>
                  <a:lnTo>
                    <a:pt x="8541" y="297"/>
                  </a:lnTo>
                  <a:close/>
                  <a:moveTo>
                    <a:pt x="8146" y="1"/>
                  </a:moveTo>
                  <a:cubicBezTo>
                    <a:pt x="8116" y="1"/>
                    <a:pt x="8085" y="8"/>
                    <a:pt x="8055" y="23"/>
                  </a:cubicBezTo>
                  <a:cubicBezTo>
                    <a:pt x="7143" y="297"/>
                    <a:pt x="6140" y="1938"/>
                    <a:pt x="5015" y="3884"/>
                  </a:cubicBezTo>
                  <a:cubicBezTo>
                    <a:pt x="4711" y="4431"/>
                    <a:pt x="4164" y="5160"/>
                    <a:pt x="3556" y="6011"/>
                  </a:cubicBezTo>
                  <a:cubicBezTo>
                    <a:pt x="2371" y="7653"/>
                    <a:pt x="881" y="9720"/>
                    <a:pt x="365" y="11300"/>
                  </a:cubicBezTo>
                  <a:cubicBezTo>
                    <a:pt x="30" y="12242"/>
                    <a:pt x="0" y="12881"/>
                    <a:pt x="243" y="13185"/>
                  </a:cubicBezTo>
                  <a:cubicBezTo>
                    <a:pt x="274" y="13245"/>
                    <a:pt x="334" y="13276"/>
                    <a:pt x="395" y="13276"/>
                  </a:cubicBezTo>
                  <a:lnTo>
                    <a:pt x="426" y="13276"/>
                  </a:lnTo>
                  <a:cubicBezTo>
                    <a:pt x="486" y="13276"/>
                    <a:pt x="547" y="13215"/>
                    <a:pt x="578" y="13154"/>
                  </a:cubicBezTo>
                  <a:cubicBezTo>
                    <a:pt x="1337" y="10783"/>
                    <a:pt x="4134" y="7197"/>
                    <a:pt x="6201" y="4704"/>
                  </a:cubicBezTo>
                  <a:cubicBezTo>
                    <a:pt x="7812" y="2729"/>
                    <a:pt x="8784" y="1482"/>
                    <a:pt x="9301" y="814"/>
                  </a:cubicBezTo>
                  <a:cubicBezTo>
                    <a:pt x="9332" y="783"/>
                    <a:pt x="9332" y="722"/>
                    <a:pt x="9332" y="662"/>
                  </a:cubicBezTo>
                  <a:cubicBezTo>
                    <a:pt x="9332" y="601"/>
                    <a:pt x="9301" y="570"/>
                    <a:pt x="9240" y="540"/>
                  </a:cubicBezTo>
                  <a:lnTo>
                    <a:pt x="9119" y="418"/>
                  </a:lnTo>
                  <a:lnTo>
                    <a:pt x="8906" y="297"/>
                  </a:lnTo>
                  <a:lnTo>
                    <a:pt x="8845" y="266"/>
                  </a:lnTo>
                  <a:lnTo>
                    <a:pt x="8693" y="175"/>
                  </a:lnTo>
                  <a:lnTo>
                    <a:pt x="8632" y="145"/>
                  </a:lnTo>
                  <a:cubicBezTo>
                    <a:pt x="8572" y="115"/>
                    <a:pt x="8511" y="84"/>
                    <a:pt x="8420" y="54"/>
                  </a:cubicBezTo>
                  <a:lnTo>
                    <a:pt x="8298" y="23"/>
                  </a:lnTo>
                  <a:lnTo>
                    <a:pt x="8237" y="23"/>
                  </a:lnTo>
                  <a:cubicBezTo>
                    <a:pt x="8207" y="8"/>
                    <a:pt x="8176" y="1"/>
                    <a:pt x="814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5"/>
            <p:cNvSpPr/>
            <p:nvPr/>
          </p:nvSpPr>
          <p:spPr>
            <a:xfrm>
              <a:off x="4450950" y="3558425"/>
              <a:ext cx="292600" cy="347000"/>
            </a:xfrm>
            <a:custGeom>
              <a:rect b="b" l="l" r="r" t="t"/>
              <a:pathLst>
                <a:path extrusionOk="0" h="13880" w="11704">
                  <a:moveTo>
                    <a:pt x="10948" y="1"/>
                  </a:moveTo>
                  <a:cubicBezTo>
                    <a:pt x="10352" y="1"/>
                    <a:pt x="9287" y="781"/>
                    <a:pt x="8420" y="1507"/>
                  </a:cubicBezTo>
                  <a:cubicBezTo>
                    <a:pt x="7326" y="2449"/>
                    <a:pt x="2949" y="5306"/>
                    <a:pt x="2949" y="5306"/>
                  </a:cubicBezTo>
                  <a:lnTo>
                    <a:pt x="1" y="10869"/>
                  </a:lnTo>
                  <a:cubicBezTo>
                    <a:pt x="1" y="10869"/>
                    <a:pt x="2510" y="13880"/>
                    <a:pt x="3805" y="13880"/>
                  </a:cubicBezTo>
                  <a:cubicBezTo>
                    <a:pt x="3824" y="13880"/>
                    <a:pt x="3843" y="13879"/>
                    <a:pt x="3861" y="13878"/>
                  </a:cubicBezTo>
                  <a:cubicBezTo>
                    <a:pt x="5168" y="13787"/>
                    <a:pt x="5411" y="12753"/>
                    <a:pt x="5685" y="12419"/>
                  </a:cubicBezTo>
                  <a:cubicBezTo>
                    <a:pt x="5958" y="12085"/>
                    <a:pt x="9028" y="8285"/>
                    <a:pt x="10244" y="5641"/>
                  </a:cubicBezTo>
                  <a:cubicBezTo>
                    <a:pt x="11430" y="2966"/>
                    <a:pt x="11703" y="929"/>
                    <a:pt x="11338" y="230"/>
                  </a:cubicBezTo>
                  <a:cubicBezTo>
                    <a:pt x="11262" y="70"/>
                    <a:pt x="11126" y="1"/>
                    <a:pt x="109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5"/>
            <p:cNvSpPr/>
            <p:nvPr/>
          </p:nvSpPr>
          <p:spPr>
            <a:xfrm>
              <a:off x="4446400" y="3553575"/>
              <a:ext cx="301700" cy="356375"/>
            </a:xfrm>
            <a:custGeom>
              <a:rect b="b" l="l" r="r" t="t"/>
              <a:pathLst>
                <a:path extrusionOk="0" h="14255" w="12068">
                  <a:moveTo>
                    <a:pt x="11149" y="389"/>
                  </a:moveTo>
                  <a:cubicBezTo>
                    <a:pt x="11176" y="389"/>
                    <a:pt x="11198" y="391"/>
                    <a:pt x="11216" y="394"/>
                  </a:cubicBezTo>
                  <a:cubicBezTo>
                    <a:pt x="11277" y="394"/>
                    <a:pt x="11338" y="455"/>
                    <a:pt x="11368" y="516"/>
                  </a:cubicBezTo>
                  <a:cubicBezTo>
                    <a:pt x="11672" y="1123"/>
                    <a:pt x="11399" y="3190"/>
                    <a:pt x="10244" y="5744"/>
                  </a:cubicBezTo>
                  <a:cubicBezTo>
                    <a:pt x="9545" y="7324"/>
                    <a:pt x="8086" y="9482"/>
                    <a:pt x="5897" y="12248"/>
                  </a:cubicBezTo>
                  <a:lnTo>
                    <a:pt x="5715" y="12491"/>
                  </a:lnTo>
                  <a:cubicBezTo>
                    <a:pt x="5654" y="12583"/>
                    <a:pt x="5593" y="12674"/>
                    <a:pt x="5532" y="12765"/>
                  </a:cubicBezTo>
                  <a:cubicBezTo>
                    <a:pt x="5289" y="13403"/>
                    <a:pt x="4712" y="13829"/>
                    <a:pt x="4043" y="13859"/>
                  </a:cubicBezTo>
                  <a:cubicBezTo>
                    <a:pt x="4022" y="13861"/>
                    <a:pt x="4001" y="13862"/>
                    <a:pt x="3979" y="13862"/>
                  </a:cubicBezTo>
                  <a:cubicBezTo>
                    <a:pt x="3017" y="13862"/>
                    <a:pt x="1169" y="11924"/>
                    <a:pt x="426" y="11032"/>
                  </a:cubicBezTo>
                  <a:lnTo>
                    <a:pt x="3283" y="5622"/>
                  </a:lnTo>
                  <a:cubicBezTo>
                    <a:pt x="3739" y="5288"/>
                    <a:pt x="7660" y="2734"/>
                    <a:pt x="8754" y="1853"/>
                  </a:cubicBezTo>
                  <a:cubicBezTo>
                    <a:pt x="10261" y="565"/>
                    <a:pt x="10904" y="389"/>
                    <a:pt x="11149" y="389"/>
                  </a:cubicBezTo>
                  <a:close/>
                  <a:moveTo>
                    <a:pt x="11109" y="0"/>
                  </a:moveTo>
                  <a:cubicBezTo>
                    <a:pt x="10780" y="0"/>
                    <a:pt x="10080" y="212"/>
                    <a:pt x="8481" y="1549"/>
                  </a:cubicBezTo>
                  <a:cubicBezTo>
                    <a:pt x="7387" y="2491"/>
                    <a:pt x="3070" y="5288"/>
                    <a:pt x="3010" y="5318"/>
                  </a:cubicBezTo>
                  <a:cubicBezTo>
                    <a:pt x="2979" y="5348"/>
                    <a:pt x="2979" y="5348"/>
                    <a:pt x="2949" y="5379"/>
                  </a:cubicBezTo>
                  <a:lnTo>
                    <a:pt x="31" y="10972"/>
                  </a:lnTo>
                  <a:cubicBezTo>
                    <a:pt x="0" y="11032"/>
                    <a:pt x="0" y="11124"/>
                    <a:pt x="61" y="11184"/>
                  </a:cubicBezTo>
                  <a:cubicBezTo>
                    <a:pt x="335" y="11488"/>
                    <a:pt x="2675" y="14254"/>
                    <a:pt x="4013" y="14254"/>
                  </a:cubicBezTo>
                  <a:lnTo>
                    <a:pt x="4073" y="14254"/>
                  </a:lnTo>
                  <a:cubicBezTo>
                    <a:pt x="4894" y="14194"/>
                    <a:pt x="5593" y="13707"/>
                    <a:pt x="5867" y="12947"/>
                  </a:cubicBezTo>
                  <a:cubicBezTo>
                    <a:pt x="5928" y="12887"/>
                    <a:pt x="5958" y="12795"/>
                    <a:pt x="6019" y="12704"/>
                  </a:cubicBezTo>
                  <a:lnTo>
                    <a:pt x="6201" y="12491"/>
                  </a:lnTo>
                  <a:cubicBezTo>
                    <a:pt x="8390" y="9695"/>
                    <a:pt x="9879" y="7476"/>
                    <a:pt x="10578" y="5896"/>
                  </a:cubicBezTo>
                  <a:cubicBezTo>
                    <a:pt x="11855" y="3099"/>
                    <a:pt x="12068" y="1032"/>
                    <a:pt x="11703" y="333"/>
                  </a:cubicBezTo>
                  <a:cubicBezTo>
                    <a:pt x="11612" y="151"/>
                    <a:pt x="11460" y="60"/>
                    <a:pt x="11308" y="29"/>
                  </a:cubicBezTo>
                  <a:cubicBezTo>
                    <a:pt x="11262" y="16"/>
                    <a:pt x="11199" y="0"/>
                    <a:pt x="1110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5"/>
            <p:cNvSpPr/>
            <p:nvPr/>
          </p:nvSpPr>
          <p:spPr>
            <a:xfrm>
              <a:off x="4539100" y="3558850"/>
              <a:ext cx="204450" cy="346525"/>
            </a:xfrm>
            <a:custGeom>
              <a:rect b="b" l="l" r="r" t="t"/>
              <a:pathLst>
                <a:path extrusionOk="0" h="13861" w="8178">
                  <a:moveTo>
                    <a:pt x="7508" y="1"/>
                  </a:moveTo>
                  <a:cubicBezTo>
                    <a:pt x="7296" y="1551"/>
                    <a:pt x="6901" y="3071"/>
                    <a:pt x="6293" y="4530"/>
                  </a:cubicBezTo>
                  <a:cubicBezTo>
                    <a:pt x="5381" y="6718"/>
                    <a:pt x="2007" y="11217"/>
                    <a:pt x="1" y="13831"/>
                  </a:cubicBezTo>
                  <a:cubicBezTo>
                    <a:pt x="122" y="13861"/>
                    <a:pt x="244" y="13861"/>
                    <a:pt x="365" y="13861"/>
                  </a:cubicBezTo>
                  <a:cubicBezTo>
                    <a:pt x="1642" y="13770"/>
                    <a:pt x="1916" y="12736"/>
                    <a:pt x="2159" y="12402"/>
                  </a:cubicBezTo>
                  <a:cubicBezTo>
                    <a:pt x="2432" y="12037"/>
                    <a:pt x="5502" y="8268"/>
                    <a:pt x="6718" y="5624"/>
                  </a:cubicBezTo>
                  <a:cubicBezTo>
                    <a:pt x="7934" y="2949"/>
                    <a:pt x="8177" y="882"/>
                    <a:pt x="7843" y="213"/>
                  </a:cubicBezTo>
                  <a:cubicBezTo>
                    <a:pt x="7782" y="92"/>
                    <a:pt x="7660" y="1"/>
                    <a:pt x="750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5"/>
            <p:cNvSpPr/>
            <p:nvPr/>
          </p:nvSpPr>
          <p:spPr>
            <a:xfrm>
              <a:off x="4533775" y="3553525"/>
              <a:ext cx="214325" cy="356425"/>
            </a:xfrm>
            <a:custGeom>
              <a:rect b="b" l="l" r="r" t="t"/>
              <a:pathLst>
                <a:path extrusionOk="0" h="14257" w="8573">
                  <a:moveTo>
                    <a:pt x="7904" y="518"/>
                  </a:moveTo>
                  <a:lnTo>
                    <a:pt x="7904" y="518"/>
                  </a:lnTo>
                  <a:cubicBezTo>
                    <a:pt x="8177" y="1156"/>
                    <a:pt x="7904" y="3223"/>
                    <a:pt x="6779" y="5746"/>
                  </a:cubicBezTo>
                  <a:cubicBezTo>
                    <a:pt x="6050" y="7326"/>
                    <a:pt x="4591" y="9484"/>
                    <a:pt x="2433" y="12250"/>
                  </a:cubicBezTo>
                  <a:cubicBezTo>
                    <a:pt x="2341" y="12372"/>
                    <a:pt x="2281" y="12463"/>
                    <a:pt x="2250" y="12493"/>
                  </a:cubicBezTo>
                  <a:cubicBezTo>
                    <a:pt x="2159" y="12585"/>
                    <a:pt x="2129" y="12676"/>
                    <a:pt x="2068" y="12767"/>
                  </a:cubicBezTo>
                  <a:cubicBezTo>
                    <a:pt x="1825" y="13405"/>
                    <a:pt x="1247" y="13831"/>
                    <a:pt x="578" y="13861"/>
                  </a:cubicBezTo>
                  <a:cubicBezTo>
                    <a:pt x="2585" y="11308"/>
                    <a:pt x="5806" y="6931"/>
                    <a:pt x="6688" y="4773"/>
                  </a:cubicBezTo>
                  <a:cubicBezTo>
                    <a:pt x="7265" y="3405"/>
                    <a:pt x="7661" y="1977"/>
                    <a:pt x="7904" y="518"/>
                  </a:cubicBezTo>
                  <a:close/>
                  <a:moveTo>
                    <a:pt x="7752" y="1"/>
                  </a:moveTo>
                  <a:cubicBezTo>
                    <a:pt x="7691" y="1"/>
                    <a:pt x="7661" y="1"/>
                    <a:pt x="7600" y="31"/>
                  </a:cubicBezTo>
                  <a:cubicBezTo>
                    <a:pt x="7569" y="62"/>
                    <a:pt x="7539" y="122"/>
                    <a:pt x="7539" y="183"/>
                  </a:cubicBezTo>
                  <a:cubicBezTo>
                    <a:pt x="7326" y="1703"/>
                    <a:pt x="6901" y="3192"/>
                    <a:pt x="6293" y="4651"/>
                  </a:cubicBezTo>
                  <a:cubicBezTo>
                    <a:pt x="5411" y="6809"/>
                    <a:pt x="2007" y="11369"/>
                    <a:pt x="31" y="13892"/>
                  </a:cubicBezTo>
                  <a:cubicBezTo>
                    <a:pt x="1" y="13952"/>
                    <a:pt x="1" y="14013"/>
                    <a:pt x="31" y="14074"/>
                  </a:cubicBezTo>
                  <a:cubicBezTo>
                    <a:pt x="31" y="14135"/>
                    <a:pt x="92" y="14165"/>
                    <a:pt x="153" y="14196"/>
                  </a:cubicBezTo>
                  <a:cubicBezTo>
                    <a:pt x="274" y="14226"/>
                    <a:pt x="396" y="14256"/>
                    <a:pt x="518" y="14256"/>
                  </a:cubicBezTo>
                  <a:lnTo>
                    <a:pt x="578" y="14256"/>
                  </a:lnTo>
                  <a:cubicBezTo>
                    <a:pt x="1399" y="14196"/>
                    <a:pt x="2098" y="13679"/>
                    <a:pt x="2372" y="12949"/>
                  </a:cubicBezTo>
                  <a:cubicBezTo>
                    <a:pt x="2433" y="12858"/>
                    <a:pt x="2463" y="12797"/>
                    <a:pt x="2524" y="12706"/>
                  </a:cubicBezTo>
                  <a:cubicBezTo>
                    <a:pt x="2554" y="12676"/>
                    <a:pt x="2615" y="12585"/>
                    <a:pt x="2706" y="12493"/>
                  </a:cubicBezTo>
                  <a:cubicBezTo>
                    <a:pt x="4895" y="9697"/>
                    <a:pt x="6384" y="7478"/>
                    <a:pt x="7083" y="5898"/>
                  </a:cubicBezTo>
                  <a:cubicBezTo>
                    <a:pt x="8360" y="3071"/>
                    <a:pt x="8573" y="1034"/>
                    <a:pt x="8208" y="335"/>
                  </a:cubicBezTo>
                  <a:cubicBezTo>
                    <a:pt x="8117" y="153"/>
                    <a:pt x="7934" y="31"/>
                    <a:pt x="775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5"/>
            <p:cNvSpPr/>
            <p:nvPr/>
          </p:nvSpPr>
          <p:spPr>
            <a:xfrm>
              <a:off x="2680400" y="2393175"/>
              <a:ext cx="991700" cy="743200"/>
            </a:xfrm>
            <a:custGeom>
              <a:rect b="b" l="l" r="r" t="t"/>
              <a:pathLst>
                <a:path extrusionOk="0" h="29728" w="39668">
                  <a:moveTo>
                    <a:pt x="33710" y="1"/>
                  </a:moveTo>
                  <a:lnTo>
                    <a:pt x="12341" y="2919"/>
                  </a:lnTo>
                  <a:cubicBezTo>
                    <a:pt x="12341" y="2919"/>
                    <a:pt x="12797" y="6080"/>
                    <a:pt x="9697" y="9606"/>
                  </a:cubicBezTo>
                  <a:cubicBezTo>
                    <a:pt x="6566" y="13162"/>
                    <a:pt x="1399" y="17843"/>
                    <a:pt x="1399" y="17843"/>
                  </a:cubicBezTo>
                  <a:cubicBezTo>
                    <a:pt x="457" y="19089"/>
                    <a:pt x="1" y="20670"/>
                    <a:pt x="122" y="22250"/>
                  </a:cubicBezTo>
                  <a:cubicBezTo>
                    <a:pt x="305" y="24834"/>
                    <a:pt x="5806" y="29728"/>
                    <a:pt x="5806" y="29728"/>
                  </a:cubicBezTo>
                  <a:cubicBezTo>
                    <a:pt x="5806" y="29728"/>
                    <a:pt x="7995" y="26384"/>
                    <a:pt x="10153" y="24652"/>
                  </a:cubicBezTo>
                  <a:cubicBezTo>
                    <a:pt x="12281" y="22919"/>
                    <a:pt x="15685" y="21582"/>
                    <a:pt x="15685" y="21582"/>
                  </a:cubicBezTo>
                  <a:lnTo>
                    <a:pt x="31308" y="26719"/>
                  </a:lnTo>
                  <a:cubicBezTo>
                    <a:pt x="31308" y="26719"/>
                    <a:pt x="37539" y="22767"/>
                    <a:pt x="38603" y="18846"/>
                  </a:cubicBezTo>
                  <a:cubicBezTo>
                    <a:pt x="39667" y="14895"/>
                    <a:pt x="37114" y="6019"/>
                    <a:pt x="35777" y="3922"/>
                  </a:cubicBezTo>
                  <a:cubicBezTo>
                    <a:pt x="34986" y="2676"/>
                    <a:pt x="34287" y="1369"/>
                    <a:pt x="3371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5"/>
            <p:cNvSpPr/>
            <p:nvPr/>
          </p:nvSpPr>
          <p:spPr>
            <a:xfrm>
              <a:off x="2675100" y="2388425"/>
              <a:ext cx="1000800" cy="752525"/>
            </a:xfrm>
            <a:custGeom>
              <a:rect b="b" l="l" r="r" t="t"/>
              <a:pathLst>
                <a:path extrusionOk="0" h="30101" w="40032">
                  <a:moveTo>
                    <a:pt x="33800" y="404"/>
                  </a:moveTo>
                  <a:cubicBezTo>
                    <a:pt x="34378" y="1741"/>
                    <a:pt x="35046" y="3018"/>
                    <a:pt x="35837" y="4233"/>
                  </a:cubicBezTo>
                  <a:cubicBezTo>
                    <a:pt x="37174" y="6300"/>
                    <a:pt x="39666" y="15145"/>
                    <a:pt x="38633" y="18975"/>
                  </a:cubicBezTo>
                  <a:cubicBezTo>
                    <a:pt x="37660" y="22562"/>
                    <a:pt x="32189" y="26240"/>
                    <a:pt x="31490" y="26696"/>
                  </a:cubicBezTo>
                  <a:lnTo>
                    <a:pt x="15958" y="21589"/>
                  </a:lnTo>
                  <a:lnTo>
                    <a:pt x="15836" y="21589"/>
                  </a:lnTo>
                  <a:cubicBezTo>
                    <a:pt x="15775" y="21589"/>
                    <a:pt x="12371" y="22957"/>
                    <a:pt x="10243" y="24690"/>
                  </a:cubicBezTo>
                  <a:cubicBezTo>
                    <a:pt x="8359" y="26209"/>
                    <a:pt x="6474" y="28915"/>
                    <a:pt x="5988" y="29644"/>
                  </a:cubicBezTo>
                  <a:cubicBezTo>
                    <a:pt x="5076" y="28793"/>
                    <a:pt x="699" y="24659"/>
                    <a:pt x="517" y="22410"/>
                  </a:cubicBezTo>
                  <a:cubicBezTo>
                    <a:pt x="426" y="20890"/>
                    <a:pt x="851" y="19370"/>
                    <a:pt x="1733" y="18155"/>
                  </a:cubicBezTo>
                  <a:cubicBezTo>
                    <a:pt x="2006" y="17911"/>
                    <a:pt x="6991" y="13352"/>
                    <a:pt x="10031" y="9948"/>
                  </a:cubicBezTo>
                  <a:cubicBezTo>
                    <a:pt x="12797" y="6817"/>
                    <a:pt x="12827" y="4051"/>
                    <a:pt x="12766" y="3291"/>
                  </a:cubicBezTo>
                  <a:lnTo>
                    <a:pt x="33800" y="404"/>
                  </a:lnTo>
                  <a:close/>
                  <a:moveTo>
                    <a:pt x="33937" y="1"/>
                  </a:moveTo>
                  <a:cubicBezTo>
                    <a:pt x="33923" y="1"/>
                    <a:pt x="33907" y="3"/>
                    <a:pt x="33891" y="8"/>
                  </a:cubicBezTo>
                  <a:lnTo>
                    <a:pt x="12523" y="2926"/>
                  </a:lnTo>
                  <a:cubicBezTo>
                    <a:pt x="12462" y="2957"/>
                    <a:pt x="12432" y="2957"/>
                    <a:pt x="12401" y="3018"/>
                  </a:cubicBezTo>
                  <a:cubicBezTo>
                    <a:pt x="12341" y="3048"/>
                    <a:pt x="12341" y="3109"/>
                    <a:pt x="12341" y="3139"/>
                  </a:cubicBezTo>
                  <a:cubicBezTo>
                    <a:pt x="12341" y="3170"/>
                    <a:pt x="12766" y="6270"/>
                    <a:pt x="9727" y="9674"/>
                  </a:cubicBezTo>
                  <a:cubicBezTo>
                    <a:pt x="6626" y="13170"/>
                    <a:pt x="1489" y="17851"/>
                    <a:pt x="1459" y="17881"/>
                  </a:cubicBezTo>
                  <a:lnTo>
                    <a:pt x="1429" y="17911"/>
                  </a:lnTo>
                  <a:cubicBezTo>
                    <a:pt x="456" y="19218"/>
                    <a:pt x="0" y="20829"/>
                    <a:pt x="122" y="22471"/>
                  </a:cubicBezTo>
                  <a:cubicBezTo>
                    <a:pt x="334" y="25085"/>
                    <a:pt x="5623" y="29857"/>
                    <a:pt x="5866" y="30070"/>
                  </a:cubicBezTo>
                  <a:cubicBezTo>
                    <a:pt x="5892" y="30095"/>
                    <a:pt x="5938" y="30099"/>
                    <a:pt x="5988" y="30100"/>
                  </a:cubicBezTo>
                  <a:lnTo>
                    <a:pt x="5988" y="30100"/>
                  </a:lnTo>
                  <a:cubicBezTo>
                    <a:pt x="6049" y="30070"/>
                    <a:pt x="6110" y="30039"/>
                    <a:pt x="6140" y="30009"/>
                  </a:cubicBezTo>
                  <a:cubicBezTo>
                    <a:pt x="6170" y="29978"/>
                    <a:pt x="8359" y="26665"/>
                    <a:pt x="10426" y="24963"/>
                  </a:cubicBezTo>
                  <a:cubicBezTo>
                    <a:pt x="12371" y="23383"/>
                    <a:pt x="15411" y="22136"/>
                    <a:pt x="15867" y="21954"/>
                  </a:cubicBezTo>
                  <a:lnTo>
                    <a:pt x="31460" y="27060"/>
                  </a:lnTo>
                  <a:cubicBezTo>
                    <a:pt x="31475" y="27076"/>
                    <a:pt x="31498" y="27083"/>
                    <a:pt x="31524" y="27083"/>
                  </a:cubicBezTo>
                  <a:cubicBezTo>
                    <a:pt x="31551" y="27083"/>
                    <a:pt x="31581" y="27076"/>
                    <a:pt x="31612" y="27060"/>
                  </a:cubicBezTo>
                  <a:cubicBezTo>
                    <a:pt x="31855" y="26909"/>
                    <a:pt x="37903" y="23018"/>
                    <a:pt x="38967" y="19066"/>
                  </a:cubicBezTo>
                  <a:cubicBezTo>
                    <a:pt x="40031" y="15145"/>
                    <a:pt x="37508" y="6148"/>
                    <a:pt x="36141" y="4021"/>
                  </a:cubicBezTo>
                  <a:cubicBezTo>
                    <a:pt x="35350" y="2774"/>
                    <a:pt x="34651" y="1467"/>
                    <a:pt x="34104" y="130"/>
                  </a:cubicBezTo>
                  <a:cubicBezTo>
                    <a:pt x="34054" y="55"/>
                    <a:pt x="34004" y="1"/>
                    <a:pt x="33937" y="1"/>
                  </a:cubicBezTo>
                  <a:close/>
                  <a:moveTo>
                    <a:pt x="5988" y="30100"/>
                  </a:moveTo>
                  <a:lnTo>
                    <a:pt x="5988" y="30100"/>
                  </a:lnTo>
                  <a:cubicBezTo>
                    <a:pt x="5988" y="30100"/>
                    <a:pt x="5988" y="30100"/>
                    <a:pt x="5988" y="30100"/>
                  </a:cubicBezTo>
                  <a:lnTo>
                    <a:pt x="6018" y="30100"/>
                  </a:lnTo>
                  <a:cubicBezTo>
                    <a:pt x="6008" y="30100"/>
                    <a:pt x="5998" y="30100"/>
                    <a:pt x="5988" y="3010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5"/>
            <p:cNvSpPr/>
            <p:nvPr/>
          </p:nvSpPr>
          <p:spPr>
            <a:xfrm>
              <a:off x="2146200" y="2931950"/>
              <a:ext cx="2378500" cy="955875"/>
            </a:xfrm>
            <a:custGeom>
              <a:rect b="b" l="l" r="r" t="t"/>
              <a:pathLst>
                <a:path extrusionOk="0" h="38235" w="95140">
                  <a:moveTo>
                    <a:pt x="34257" y="0"/>
                  </a:moveTo>
                  <a:cubicBezTo>
                    <a:pt x="34257" y="0"/>
                    <a:pt x="32554" y="6687"/>
                    <a:pt x="32980" y="9332"/>
                  </a:cubicBezTo>
                  <a:cubicBezTo>
                    <a:pt x="33223" y="10943"/>
                    <a:pt x="33770" y="12493"/>
                    <a:pt x="34591" y="13891"/>
                  </a:cubicBezTo>
                  <a:lnTo>
                    <a:pt x="30852" y="28694"/>
                  </a:lnTo>
                  <a:lnTo>
                    <a:pt x="1916" y="22706"/>
                  </a:lnTo>
                  <a:lnTo>
                    <a:pt x="1" y="28177"/>
                  </a:lnTo>
                  <a:cubicBezTo>
                    <a:pt x="1" y="28177"/>
                    <a:pt x="18299" y="32706"/>
                    <a:pt x="25168" y="34864"/>
                  </a:cubicBezTo>
                  <a:cubicBezTo>
                    <a:pt x="31527" y="36862"/>
                    <a:pt x="35230" y="38234"/>
                    <a:pt x="36299" y="38234"/>
                  </a:cubicBezTo>
                  <a:cubicBezTo>
                    <a:pt x="36385" y="38234"/>
                    <a:pt x="36454" y="38226"/>
                    <a:pt x="36506" y="38208"/>
                  </a:cubicBezTo>
                  <a:cubicBezTo>
                    <a:pt x="37023" y="37964"/>
                    <a:pt x="37509" y="37630"/>
                    <a:pt x="37904" y="37204"/>
                  </a:cubicBezTo>
                  <a:lnTo>
                    <a:pt x="46354" y="16687"/>
                  </a:lnTo>
                  <a:lnTo>
                    <a:pt x="66415" y="18086"/>
                  </a:lnTo>
                  <a:cubicBezTo>
                    <a:pt x="66415" y="18086"/>
                    <a:pt x="72494" y="23314"/>
                    <a:pt x="77236" y="26809"/>
                  </a:cubicBezTo>
                  <a:cubicBezTo>
                    <a:pt x="81978" y="30335"/>
                    <a:pt x="92312" y="36961"/>
                    <a:pt x="92312" y="36961"/>
                  </a:cubicBezTo>
                  <a:cubicBezTo>
                    <a:pt x="93255" y="36445"/>
                    <a:pt x="93984" y="35533"/>
                    <a:pt x="94288" y="34499"/>
                  </a:cubicBezTo>
                  <a:cubicBezTo>
                    <a:pt x="94622" y="33131"/>
                    <a:pt x="94926" y="31733"/>
                    <a:pt x="95139" y="30365"/>
                  </a:cubicBezTo>
                  <a:cubicBezTo>
                    <a:pt x="94653" y="29849"/>
                    <a:pt x="94106" y="29423"/>
                    <a:pt x="93498" y="29058"/>
                  </a:cubicBezTo>
                  <a:cubicBezTo>
                    <a:pt x="93163" y="28891"/>
                    <a:pt x="92753" y="28868"/>
                    <a:pt x="92354" y="28868"/>
                  </a:cubicBezTo>
                  <a:cubicBezTo>
                    <a:pt x="92205" y="28868"/>
                    <a:pt x="92057" y="28872"/>
                    <a:pt x="91915" y="28872"/>
                  </a:cubicBezTo>
                  <a:cubicBezTo>
                    <a:pt x="91678" y="28872"/>
                    <a:pt x="91459" y="28863"/>
                    <a:pt x="91279" y="28815"/>
                  </a:cubicBezTo>
                  <a:cubicBezTo>
                    <a:pt x="90671" y="28633"/>
                    <a:pt x="77145" y="15563"/>
                    <a:pt x="75625" y="14104"/>
                  </a:cubicBezTo>
                  <a:cubicBezTo>
                    <a:pt x="74075" y="12645"/>
                    <a:pt x="72099" y="9210"/>
                    <a:pt x="69850" y="8359"/>
                  </a:cubicBezTo>
                  <a:cubicBezTo>
                    <a:pt x="67631" y="7478"/>
                    <a:pt x="52464" y="3800"/>
                    <a:pt x="52464" y="3800"/>
                  </a:cubicBezTo>
                  <a:lnTo>
                    <a:pt x="52190" y="1550"/>
                  </a:lnTo>
                  <a:lnTo>
                    <a:pt x="34257"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5"/>
            <p:cNvSpPr/>
            <p:nvPr/>
          </p:nvSpPr>
          <p:spPr>
            <a:xfrm>
              <a:off x="2141650" y="2926625"/>
              <a:ext cx="2387600" cy="965850"/>
            </a:xfrm>
            <a:custGeom>
              <a:rect b="b" l="l" r="r" t="t"/>
              <a:pathLst>
                <a:path extrusionOk="0" h="38634" w="95504">
                  <a:moveTo>
                    <a:pt x="34591" y="396"/>
                  </a:moveTo>
                  <a:lnTo>
                    <a:pt x="52190" y="1915"/>
                  </a:lnTo>
                  <a:lnTo>
                    <a:pt x="52433" y="4013"/>
                  </a:lnTo>
                  <a:cubicBezTo>
                    <a:pt x="52433" y="4074"/>
                    <a:pt x="52494" y="4134"/>
                    <a:pt x="52585" y="4165"/>
                  </a:cubicBezTo>
                  <a:cubicBezTo>
                    <a:pt x="52737" y="4195"/>
                    <a:pt x="67783" y="7873"/>
                    <a:pt x="69971" y="8724"/>
                  </a:cubicBezTo>
                  <a:cubicBezTo>
                    <a:pt x="71400" y="9271"/>
                    <a:pt x="72768" y="10973"/>
                    <a:pt x="73953" y="12493"/>
                  </a:cubicBezTo>
                  <a:cubicBezTo>
                    <a:pt x="74500" y="13162"/>
                    <a:pt x="75047" y="13830"/>
                    <a:pt x="75655" y="14438"/>
                  </a:cubicBezTo>
                  <a:cubicBezTo>
                    <a:pt x="75959" y="14742"/>
                    <a:pt x="76749" y="15472"/>
                    <a:pt x="77783" y="16475"/>
                  </a:cubicBezTo>
                  <a:cubicBezTo>
                    <a:pt x="87327" y="25624"/>
                    <a:pt x="91005" y="29089"/>
                    <a:pt x="91400" y="29180"/>
                  </a:cubicBezTo>
                  <a:cubicBezTo>
                    <a:pt x="91704" y="29271"/>
                    <a:pt x="92008" y="29271"/>
                    <a:pt x="92342" y="29271"/>
                  </a:cubicBezTo>
                  <a:cubicBezTo>
                    <a:pt x="92452" y="29256"/>
                    <a:pt x="92562" y="29248"/>
                    <a:pt x="92672" y="29248"/>
                  </a:cubicBezTo>
                  <a:cubicBezTo>
                    <a:pt x="92986" y="29248"/>
                    <a:pt x="93296" y="29311"/>
                    <a:pt x="93589" y="29423"/>
                  </a:cubicBezTo>
                  <a:cubicBezTo>
                    <a:pt x="94136" y="29758"/>
                    <a:pt x="94652" y="30153"/>
                    <a:pt x="95108" y="30609"/>
                  </a:cubicBezTo>
                  <a:cubicBezTo>
                    <a:pt x="94896" y="31977"/>
                    <a:pt x="94622" y="33314"/>
                    <a:pt x="94288" y="34621"/>
                  </a:cubicBezTo>
                  <a:cubicBezTo>
                    <a:pt x="93984" y="35594"/>
                    <a:pt x="93345" y="36414"/>
                    <a:pt x="92494" y="36931"/>
                  </a:cubicBezTo>
                  <a:cubicBezTo>
                    <a:pt x="91431" y="36262"/>
                    <a:pt x="81947" y="30153"/>
                    <a:pt x="77540" y="26840"/>
                  </a:cubicBezTo>
                  <a:cubicBezTo>
                    <a:pt x="72889" y="23375"/>
                    <a:pt x="66810" y="18177"/>
                    <a:pt x="66749" y="18116"/>
                  </a:cubicBezTo>
                  <a:cubicBezTo>
                    <a:pt x="66688" y="18086"/>
                    <a:pt x="66658" y="18055"/>
                    <a:pt x="66628" y="18055"/>
                  </a:cubicBezTo>
                  <a:lnTo>
                    <a:pt x="46566" y="16657"/>
                  </a:lnTo>
                  <a:cubicBezTo>
                    <a:pt x="46475" y="16657"/>
                    <a:pt x="46384" y="16688"/>
                    <a:pt x="46354" y="16779"/>
                  </a:cubicBezTo>
                  <a:lnTo>
                    <a:pt x="37904" y="37265"/>
                  </a:lnTo>
                  <a:cubicBezTo>
                    <a:pt x="37539" y="37691"/>
                    <a:pt x="37113" y="37995"/>
                    <a:pt x="36627" y="38238"/>
                  </a:cubicBezTo>
                  <a:cubicBezTo>
                    <a:pt x="36592" y="38252"/>
                    <a:pt x="36542" y="38258"/>
                    <a:pt x="36479" y="38258"/>
                  </a:cubicBezTo>
                  <a:cubicBezTo>
                    <a:pt x="35835" y="38258"/>
                    <a:pt x="33773" y="37574"/>
                    <a:pt x="31004" y="36688"/>
                  </a:cubicBezTo>
                  <a:cubicBezTo>
                    <a:pt x="29484" y="36171"/>
                    <a:pt x="27600" y="35563"/>
                    <a:pt x="25441" y="34895"/>
                  </a:cubicBezTo>
                  <a:cubicBezTo>
                    <a:pt x="19028" y="32889"/>
                    <a:pt x="2462" y="28755"/>
                    <a:pt x="456" y="28268"/>
                  </a:cubicBezTo>
                  <a:lnTo>
                    <a:pt x="2219" y="23132"/>
                  </a:lnTo>
                  <a:lnTo>
                    <a:pt x="30973" y="29089"/>
                  </a:lnTo>
                  <a:cubicBezTo>
                    <a:pt x="31095" y="29089"/>
                    <a:pt x="31186" y="29028"/>
                    <a:pt x="31217" y="28937"/>
                  </a:cubicBezTo>
                  <a:lnTo>
                    <a:pt x="34955" y="14165"/>
                  </a:lnTo>
                  <a:cubicBezTo>
                    <a:pt x="34986" y="14104"/>
                    <a:pt x="34955" y="14043"/>
                    <a:pt x="34955" y="14013"/>
                  </a:cubicBezTo>
                  <a:cubicBezTo>
                    <a:pt x="34135" y="12615"/>
                    <a:pt x="33587" y="11095"/>
                    <a:pt x="33344" y="9514"/>
                  </a:cubicBezTo>
                  <a:cubicBezTo>
                    <a:pt x="32949" y="7174"/>
                    <a:pt x="34317" y="1429"/>
                    <a:pt x="34591" y="396"/>
                  </a:cubicBezTo>
                  <a:close/>
                  <a:moveTo>
                    <a:pt x="34469" y="1"/>
                  </a:moveTo>
                  <a:cubicBezTo>
                    <a:pt x="34378" y="1"/>
                    <a:pt x="34287" y="61"/>
                    <a:pt x="34256" y="152"/>
                  </a:cubicBezTo>
                  <a:cubicBezTo>
                    <a:pt x="34195" y="426"/>
                    <a:pt x="32524" y="6931"/>
                    <a:pt x="32980" y="9575"/>
                  </a:cubicBezTo>
                  <a:cubicBezTo>
                    <a:pt x="33223" y="11186"/>
                    <a:pt x="33770" y="12736"/>
                    <a:pt x="34591" y="14134"/>
                  </a:cubicBezTo>
                  <a:lnTo>
                    <a:pt x="30882" y="28664"/>
                  </a:lnTo>
                  <a:lnTo>
                    <a:pt x="2158" y="22706"/>
                  </a:lnTo>
                  <a:cubicBezTo>
                    <a:pt x="2067" y="22706"/>
                    <a:pt x="1976" y="22736"/>
                    <a:pt x="1946" y="22828"/>
                  </a:cubicBezTo>
                  <a:lnTo>
                    <a:pt x="31" y="28329"/>
                  </a:lnTo>
                  <a:cubicBezTo>
                    <a:pt x="0" y="28390"/>
                    <a:pt x="0" y="28451"/>
                    <a:pt x="31" y="28481"/>
                  </a:cubicBezTo>
                  <a:cubicBezTo>
                    <a:pt x="61" y="28542"/>
                    <a:pt x="91" y="28572"/>
                    <a:pt x="152" y="28572"/>
                  </a:cubicBezTo>
                  <a:cubicBezTo>
                    <a:pt x="335" y="28633"/>
                    <a:pt x="18542" y="33132"/>
                    <a:pt x="25320" y="35259"/>
                  </a:cubicBezTo>
                  <a:cubicBezTo>
                    <a:pt x="27478" y="35928"/>
                    <a:pt x="29362" y="36536"/>
                    <a:pt x="30882" y="37053"/>
                  </a:cubicBezTo>
                  <a:cubicBezTo>
                    <a:pt x="34165" y="38117"/>
                    <a:pt x="35776" y="38633"/>
                    <a:pt x="36475" y="38633"/>
                  </a:cubicBezTo>
                  <a:cubicBezTo>
                    <a:pt x="36566" y="38633"/>
                    <a:pt x="36688" y="38633"/>
                    <a:pt x="36749" y="38603"/>
                  </a:cubicBezTo>
                  <a:cubicBezTo>
                    <a:pt x="37326" y="38360"/>
                    <a:pt x="37812" y="37995"/>
                    <a:pt x="38208" y="37539"/>
                  </a:cubicBezTo>
                  <a:cubicBezTo>
                    <a:pt x="38238" y="37509"/>
                    <a:pt x="38238" y="37509"/>
                    <a:pt x="38238" y="37478"/>
                  </a:cubicBezTo>
                  <a:lnTo>
                    <a:pt x="46658" y="17083"/>
                  </a:lnTo>
                  <a:lnTo>
                    <a:pt x="66536" y="18451"/>
                  </a:lnTo>
                  <a:cubicBezTo>
                    <a:pt x="67114" y="18967"/>
                    <a:pt x="72859" y="23861"/>
                    <a:pt x="77297" y="27174"/>
                  </a:cubicBezTo>
                  <a:cubicBezTo>
                    <a:pt x="81977" y="30670"/>
                    <a:pt x="92282" y="37296"/>
                    <a:pt x="92373" y="37357"/>
                  </a:cubicBezTo>
                  <a:cubicBezTo>
                    <a:pt x="92403" y="37372"/>
                    <a:pt x="92434" y="37379"/>
                    <a:pt x="92464" y="37379"/>
                  </a:cubicBezTo>
                  <a:cubicBezTo>
                    <a:pt x="92494" y="37379"/>
                    <a:pt x="92525" y="37372"/>
                    <a:pt x="92555" y="37357"/>
                  </a:cubicBezTo>
                  <a:cubicBezTo>
                    <a:pt x="93589" y="36810"/>
                    <a:pt x="94318" y="35867"/>
                    <a:pt x="94652" y="34743"/>
                  </a:cubicBezTo>
                  <a:cubicBezTo>
                    <a:pt x="94987" y="33375"/>
                    <a:pt x="95291" y="31977"/>
                    <a:pt x="95504" y="30578"/>
                  </a:cubicBezTo>
                  <a:cubicBezTo>
                    <a:pt x="95504" y="30518"/>
                    <a:pt x="95504" y="30457"/>
                    <a:pt x="95443" y="30396"/>
                  </a:cubicBezTo>
                  <a:cubicBezTo>
                    <a:pt x="94956" y="29910"/>
                    <a:pt x="94379" y="29454"/>
                    <a:pt x="93771" y="29089"/>
                  </a:cubicBezTo>
                  <a:cubicBezTo>
                    <a:pt x="93410" y="28945"/>
                    <a:pt x="93030" y="28858"/>
                    <a:pt x="92647" y="28858"/>
                  </a:cubicBezTo>
                  <a:cubicBezTo>
                    <a:pt x="92545" y="28858"/>
                    <a:pt x="92444" y="28864"/>
                    <a:pt x="92342" y="28876"/>
                  </a:cubicBezTo>
                  <a:cubicBezTo>
                    <a:pt x="92069" y="28876"/>
                    <a:pt x="91795" y="28876"/>
                    <a:pt x="91522" y="28816"/>
                  </a:cubicBezTo>
                  <a:cubicBezTo>
                    <a:pt x="90914" y="28542"/>
                    <a:pt x="81917" y="19879"/>
                    <a:pt x="78056" y="16201"/>
                  </a:cubicBezTo>
                  <a:lnTo>
                    <a:pt x="75929" y="14134"/>
                  </a:lnTo>
                  <a:cubicBezTo>
                    <a:pt x="75321" y="13557"/>
                    <a:pt x="74774" y="12919"/>
                    <a:pt x="74257" y="12250"/>
                  </a:cubicBezTo>
                  <a:cubicBezTo>
                    <a:pt x="73041" y="10700"/>
                    <a:pt x="71643" y="8967"/>
                    <a:pt x="70123" y="8390"/>
                  </a:cubicBezTo>
                  <a:cubicBezTo>
                    <a:pt x="67965" y="7539"/>
                    <a:pt x="54378" y="4195"/>
                    <a:pt x="52798" y="3830"/>
                  </a:cubicBezTo>
                  <a:lnTo>
                    <a:pt x="52554" y="1733"/>
                  </a:lnTo>
                  <a:cubicBezTo>
                    <a:pt x="52554" y="1642"/>
                    <a:pt x="52494" y="1551"/>
                    <a:pt x="52402" y="1551"/>
                  </a:cubicBezTo>
                  <a:lnTo>
                    <a:pt x="34469"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5"/>
            <p:cNvSpPr/>
            <p:nvPr/>
          </p:nvSpPr>
          <p:spPr>
            <a:xfrm>
              <a:off x="2991975" y="2153050"/>
              <a:ext cx="579050" cy="835425"/>
            </a:xfrm>
            <a:custGeom>
              <a:rect b="b" l="l" r="r" t="t"/>
              <a:pathLst>
                <a:path extrusionOk="0" h="33417" w="23162">
                  <a:moveTo>
                    <a:pt x="21885" y="1"/>
                  </a:moveTo>
                  <a:lnTo>
                    <a:pt x="1368" y="1642"/>
                  </a:lnTo>
                  <a:lnTo>
                    <a:pt x="517" y="18269"/>
                  </a:lnTo>
                  <a:cubicBezTo>
                    <a:pt x="517" y="18269"/>
                    <a:pt x="851" y="27022"/>
                    <a:pt x="760" y="27296"/>
                  </a:cubicBezTo>
                  <a:cubicBezTo>
                    <a:pt x="699" y="27570"/>
                    <a:pt x="0" y="30792"/>
                    <a:pt x="426" y="31156"/>
                  </a:cubicBezTo>
                  <a:cubicBezTo>
                    <a:pt x="851" y="31491"/>
                    <a:pt x="16231" y="33406"/>
                    <a:pt x="16991" y="33406"/>
                  </a:cubicBezTo>
                  <a:cubicBezTo>
                    <a:pt x="17191" y="33406"/>
                    <a:pt x="17374" y="33416"/>
                    <a:pt x="17537" y="33416"/>
                  </a:cubicBezTo>
                  <a:cubicBezTo>
                    <a:pt x="17994" y="33416"/>
                    <a:pt x="18292" y="33334"/>
                    <a:pt x="18359" y="32706"/>
                  </a:cubicBezTo>
                  <a:cubicBezTo>
                    <a:pt x="18450" y="31855"/>
                    <a:pt x="18541" y="30974"/>
                    <a:pt x="18541" y="30974"/>
                  </a:cubicBezTo>
                  <a:lnTo>
                    <a:pt x="23162" y="12980"/>
                  </a:lnTo>
                  <a:lnTo>
                    <a:pt x="2188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5"/>
            <p:cNvSpPr/>
            <p:nvPr/>
          </p:nvSpPr>
          <p:spPr>
            <a:xfrm>
              <a:off x="2985875" y="2148350"/>
              <a:ext cx="589700" cy="844400"/>
            </a:xfrm>
            <a:custGeom>
              <a:rect b="b" l="l" r="r" t="t"/>
              <a:pathLst>
                <a:path extrusionOk="0" h="33776" w="23588">
                  <a:moveTo>
                    <a:pt x="21947" y="371"/>
                  </a:moveTo>
                  <a:lnTo>
                    <a:pt x="23223" y="13107"/>
                  </a:lnTo>
                  <a:lnTo>
                    <a:pt x="18603" y="31132"/>
                  </a:lnTo>
                  <a:lnTo>
                    <a:pt x="18421" y="32864"/>
                  </a:lnTo>
                  <a:cubicBezTo>
                    <a:pt x="18371" y="33307"/>
                    <a:pt x="18243" y="33391"/>
                    <a:pt x="17873" y="33391"/>
                  </a:cubicBezTo>
                  <a:cubicBezTo>
                    <a:pt x="17786" y="33391"/>
                    <a:pt x="17686" y="33387"/>
                    <a:pt x="17570" y="33381"/>
                  </a:cubicBezTo>
                  <a:lnTo>
                    <a:pt x="17235" y="33381"/>
                  </a:lnTo>
                  <a:cubicBezTo>
                    <a:pt x="16384" y="33381"/>
                    <a:pt x="1399" y="31496"/>
                    <a:pt x="791" y="31192"/>
                  </a:cubicBezTo>
                  <a:cubicBezTo>
                    <a:pt x="518" y="30888"/>
                    <a:pt x="1065" y="27970"/>
                    <a:pt x="1186" y="27545"/>
                  </a:cubicBezTo>
                  <a:cubicBezTo>
                    <a:pt x="1277" y="27271"/>
                    <a:pt x="1065" y="21131"/>
                    <a:pt x="943" y="18457"/>
                  </a:cubicBezTo>
                  <a:lnTo>
                    <a:pt x="1794" y="1982"/>
                  </a:lnTo>
                  <a:lnTo>
                    <a:pt x="21947" y="371"/>
                  </a:lnTo>
                  <a:close/>
                  <a:moveTo>
                    <a:pt x="22146" y="0"/>
                  </a:moveTo>
                  <a:cubicBezTo>
                    <a:pt x="22131" y="0"/>
                    <a:pt x="22115" y="2"/>
                    <a:pt x="22099" y="6"/>
                  </a:cubicBezTo>
                  <a:lnTo>
                    <a:pt x="1581" y="1617"/>
                  </a:lnTo>
                  <a:cubicBezTo>
                    <a:pt x="1490" y="1617"/>
                    <a:pt x="1429" y="1709"/>
                    <a:pt x="1429" y="1800"/>
                  </a:cubicBezTo>
                  <a:lnTo>
                    <a:pt x="578" y="18457"/>
                  </a:lnTo>
                  <a:lnTo>
                    <a:pt x="578" y="18487"/>
                  </a:lnTo>
                  <a:cubicBezTo>
                    <a:pt x="700" y="21891"/>
                    <a:pt x="882" y="27119"/>
                    <a:pt x="852" y="27423"/>
                  </a:cubicBezTo>
                  <a:cubicBezTo>
                    <a:pt x="822" y="27454"/>
                    <a:pt x="1" y="31040"/>
                    <a:pt x="548" y="31496"/>
                  </a:cubicBezTo>
                  <a:cubicBezTo>
                    <a:pt x="1126" y="31952"/>
                    <a:pt x="17114" y="33776"/>
                    <a:pt x="17235" y="33776"/>
                  </a:cubicBezTo>
                  <a:lnTo>
                    <a:pt x="17813" y="33776"/>
                  </a:lnTo>
                  <a:cubicBezTo>
                    <a:pt x="18299" y="33776"/>
                    <a:pt x="18725" y="33685"/>
                    <a:pt x="18785" y="32894"/>
                  </a:cubicBezTo>
                  <a:lnTo>
                    <a:pt x="18968" y="31223"/>
                  </a:lnTo>
                  <a:lnTo>
                    <a:pt x="23588" y="13198"/>
                  </a:lnTo>
                  <a:cubicBezTo>
                    <a:pt x="23588" y="13168"/>
                    <a:pt x="23588" y="13137"/>
                    <a:pt x="23588" y="13137"/>
                  </a:cubicBezTo>
                  <a:lnTo>
                    <a:pt x="22311" y="158"/>
                  </a:lnTo>
                  <a:cubicBezTo>
                    <a:pt x="22311" y="79"/>
                    <a:pt x="22243" y="0"/>
                    <a:pt x="2214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5"/>
            <p:cNvSpPr/>
            <p:nvPr/>
          </p:nvSpPr>
          <p:spPr>
            <a:xfrm>
              <a:off x="3306550" y="2637375"/>
              <a:ext cx="38375" cy="29400"/>
            </a:xfrm>
            <a:custGeom>
              <a:rect b="b" l="l" r="r" t="t"/>
              <a:pathLst>
                <a:path extrusionOk="0" h="1176" w="1535">
                  <a:moveTo>
                    <a:pt x="1249" y="0"/>
                  </a:moveTo>
                  <a:cubicBezTo>
                    <a:pt x="1209" y="0"/>
                    <a:pt x="1167" y="15"/>
                    <a:pt x="1125" y="51"/>
                  </a:cubicBezTo>
                  <a:lnTo>
                    <a:pt x="122" y="810"/>
                  </a:lnTo>
                  <a:cubicBezTo>
                    <a:pt x="31" y="871"/>
                    <a:pt x="1" y="993"/>
                    <a:pt x="92" y="1084"/>
                  </a:cubicBezTo>
                  <a:cubicBezTo>
                    <a:pt x="122" y="1145"/>
                    <a:pt x="183" y="1175"/>
                    <a:pt x="244" y="1175"/>
                  </a:cubicBezTo>
                  <a:cubicBezTo>
                    <a:pt x="274" y="1175"/>
                    <a:pt x="305" y="1145"/>
                    <a:pt x="335" y="1114"/>
                  </a:cubicBezTo>
                  <a:lnTo>
                    <a:pt x="1338" y="355"/>
                  </a:lnTo>
                  <a:cubicBezTo>
                    <a:pt x="1534" y="257"/>
                    <a:pt x="1414" y="0"/>
                    <a:pt x="124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5"/>
            <p:cNvSpPr/>
            <p:nvPr/>
          </p:nvSpPr>
          <p:spPr>
            <a:xfrm>
              <a:off x="3010200" y="2675000"/>
              <a:ext cx="285775" cy="209850"/>
            </a:xfrm>
            <a:custGeom>
              <a:rect b="b" l="l" r="r" t="t"/>
              <a:pathLst>
                <a:path extrusionOk="0" h="8394" w="11431">
                  <a:moveTo>
                    <a:pt x="11144" y="0"/>
                  </a:moveTo>
                  <a:cubicBezTo>
                    <a:pt x="11099" y="0"/>
                    <a:pt x="11050" y="19"/>
                    <a:pt x="11004" y="65"/>
                  </a:cubicBezTo>
                  <a:cubicBezTo>
                    <a:pt x="8633" y="1828"/>
                    <a:pt x="4499" y="4837"/>
                    <a:pt x="3648" y="5354"/>
                  </a:cubicBezTo>
                  <a:cubicBezTo>
                    <a:pt x="2402" y="6175"/>
                    <a:pt x="1216" y="7087"/>
                    <a:pt x="92" y="8059"/>
                  </a:cubicBezTo>
                  <a:cubicBezTo>
                    <a:pt x="1" y="8120"/>
                    <a:pt x="1" y="8242"/>
                    <a:pt x="61" y="8333"/>
                  </a:cubicBezTo>
                  <a:cubicBezTo>
                    <a:pt x="92" y="8363"/>
                    <a:pt x="153" y="8394"/>
                    <a:pt x="183" y="8394"/>
                  </a:cubicBezTo>
                  <a:cubicBezTo>
                    <a:pt x="244" y="8394"/>
                    <a:pt x="274" y="8394"/>
                    <a:pt x="335" y="8363"/>
                  </a:cubicBezTo>
                  <a:cubicBezTo>
                    <a:pt x="1429" y="7391"/>
                    <a:pt x="2615" y="6509"/>
                    <a:pt x="3830" y="5689"/>
                  </a:cubicBezTo>
                  <a:cubicBezTo>
                    <a:pt x="4651" y="5202"/>
                    <a:pt x="8299" y="2527"/>
                    <a:pt x="11217" y="369"/>
                  </a:cubicBezTo>
                  <a:cubicBezTo>
                    <a:pt x="11431" y="250"/>
                    <a:pt x="11309" y="0"/>
                    <a:pt x="1114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5"/>
            <p:cNvSpPr/>
            <p:nvPr/>
          </p:nvSpPr>
          <p:spPr>
            <a:xfrm>
              <a:off x="3118875" y="2554625"/>
              <a:ext cx="223025" cy="217775"/>
            </a:xfrm>
            <a:custGeom>
              <a:rect b="b" l="l" r="r" t="t"/>
              <a:pathLst>
                <a:path extrusionOk="0" h="8711" w="8921">
                  <a:moveTo>
                    <a:pt x="8646" y="1"/>
                  </a:moveTo>
                  <a:cubicBezTo>
                    <a:pt x="8598" y="1"/>
                    <a:pt x="8550" y="24"/>
                    <a:pt x="8511" y="78"/>
                  </a:cubicBezTo>
                  <a:cubicBezTo>
                    <a:pt x="8450" y="139"/>
                    <a:pt x="2857" y="6035"/>
                    <a:pt x="91" y="8376"/>
                  </a:cubicBezTo>
                  <a:cubicBezTo>
                    <a:pt x="0" y="8467"/>
                    <a:pt x="0" y="8589"/>
                    <a:pt x="61" y="8649"/>
                  </a:cubicBezTo>
                  <a:cubicBezTo>
                    <a:pt x="91" y="8710"/>
                    <a:pt x="152" y="8710"/>
                    <a:pt x="213" y="8710"/>
                  </a:cubicBezTo>
                  <a:cubicBezTo>
                    <a:pt x="243" y="8710"/>
                    <a:pt x="304" y="8710"/>
                    <a:pt x="334" y="8680"/>
                  </a:cubicBezTo>
                  <a:cubicBezTo>
                    <a:pt x="3131" y="6309"/>
                    <a:pt x="8724" y="412"/>
                    <a:pt x="8784" y="351"/>
                  </a:cubicBezTo>
                  <a:cubicBezTo>
                    <a:pt x="8920" y="193"/>
                    <a:pt x="8786" y="1"/>
                    <a:pt x="864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5"/>
            <p:cNvSpPr/>
            <p:nvPr/>
          </p:nvSpPr>
          <p:spPr>
            <a:xfrm>
              <a:off x="3139375" y="2874000"/>
              <a:ext cx="168725" cy="52650"/>
            </a:xfrm>
            <a:custGeom>
              <a:rect b="b" l="l" r="r" t="t"/>
              <a:pathLst>
                <a:path extrusionOk="0" h="2106" w="6749">
                  <a:moveTo>
                    <a:pt x="6554" y="0"/>
                  </a:moveTo>
                  <a:cubicBezTo>
                    <a:pt x="6538" y="0"/>
                    <a:pt x="6522" y="3"/>
                    <a:pt x="6505" y="8"/>
                  </a:cubicBezTo>
                  <a:cubicBezTo>
                    <a:pt x="4651" y="495"/>
                    <a:pt x="2068" y="1224"/>
                    <a:pt x="153" y="1710"/>
                  </a:cubicBezTo>
                  <a:cubicBezTo>
                    <a:pt x="62" y="1741"/>
                    <a:pt x="1" y="1832"/>
                    <a:pt x="31" y="1954"/>
                  </a:cubicBezTo>
                  <a:cubicBezTo>
                    <a:pt x="62" y="2045"/>
                    <a:pt x="122" y="2075"/>
                    <a:pt x="214" y="2106"/>
                  </a:cubicBezTo>
                  <a:lnTo>
                    <a:pt x="274" y="2075"/>
                  </a:lnTo>
                  <a:cubicBezTo>
                    <a:pt x="2189" y="1589"/>
                    <a:pt x="4773" y="859"/>
                    <a:pt x="6597" y="373"/>
                  </a:cubicBezTo>
                  <a:cubicBezTo>
                    <a:pt x="6688" y="343"/>
                    <a:pt x="6749" y="251"/>
                    <a:pt x="6718" y="130"/>
                  </a:cubicBezTo>
                  <a:cubicBezTo>
                    <a:pt x="6693" y="55"/>
                    <a:pt x="6627" y="0"/>
                    <a:pt x="655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5"/>
            <p:cNvSpPr/>
            <p:nvPr/>
          </p:nvSpPr>
          <p:spPr>
            <a:xfrm>
              <a:off x="3327825" y="2851950"/>
              <a:ext cx="61575" cy="23025"/>
            </a:xfrm>
            <a:custGeom>
              <a:rect b="b" l="l" r="r" t="t"/>
              <a:pathLst>
                <a:path extrusionOk="0" h="921" w="2463">
                  <a:moveTo>
                    <a:pt x="2268" y="1"/>
                  </a:moveTo>
                  <a:cubicBezTo>
                    <a:pt x="2252" y="1"/>
                    <a:pt x="2236" y="3"/>
                    <a:pt x="2220" y="9"/>
                  </a:cubicBezTo>
                  <a:lnTo>
                    <a:pt x="183" y="556"/>
                  </a:lnTo>
                  <a:cubicBezTo>
                    <a:pt x="62" y="586"/>
                    <a:pt x="1" y="677"/>
                    <a:pt x="31" y="799"/>
                  </a:cubicBezTo>
                  <a:cubicBezTo>
                    <a:pt x="62" y="860"/>
                    <a:pt x="153" y="921"/>
                    <a:pt x="244" y="921"/>
                  </a:cubicBezTo>
                  <a:lnTo>
                    <a:pt x="274" y="921"/>
                  </a:lnTo>
                  <a:lnTo>
                    <a:pt x="2311" y="373"/>
                  </a:lnTo>
                  <a:cubicBezTo>
                    <a:pt x="2402" y="343"/>
                    <a:pt x="2463" y="222"/>
                    <a:pt x="2433" y="130"/>
                  </a:cubicBezTo>
                  <a:cubicBezTo>
                    <a:pt x="2408" y="55"/>
                    <a:pt x="2341" y="1"/>
                    <a:pt x="226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5"/>
            <p:cNvSpPr/>
            <p:nvPr/>
          </p:nvSpPr>
          <p:spPr>
            <a:xfrm>
              <a:off x="4309625" y="1319800"/>
              <a:ext cx="250775" cy="280850"/>
            </a:xfrm>
            <a:custGeom>
              <a:rect b="b" l="l" r="r" t="t"/>
              <a:pathLst>
                <a:path extrusionOk="0" h="11234" w="10031">
                  <a:moveTo>
                    <a:pt x="5842" y="0"/>
                  </a:moveTo>
                  <a:cubicBezTo>
                    <a:pt x="5507" y="0"/>
                    <a:pt x="4012" y="2570"/>
                    <a:pt x="4012" y="2570"/>
                  </a:cubicBezTo>
                  <a:lnTo>
                    <a:pt x="0" y="9197"/>
                  </a:lnTo>
                  <a:lnTo>
                    <a:pt x="2097" y="11233"/>
                  </a:lnTo>
                  <a:cubicBezTo>
                    <a:pt x="3131" y="10868"/>
                    <a:pt x="4073" y="10382"/>
                    <a:pt x="4955" y="9713"/>
                  </a:cubicBezTo>
                  <a:cubicBezTo>
                    <a:pt x="6566" y="8589"/>
                    <a:pt x="6961" y="7738"/>
                    <a:pt x="6961" y="7738"/>
                  </a:cubicBezTo>
                  <a:cubicBezTo>
                    <a:pt x="6961" y="7738"/>
                    <a:pt x="9909" y="7464"/>
                    <a:pt x="9970" y="7069"/>
                  </a:cubicBezTo>
                  <a:cubicBezTo>
                    <a:pt x="10031" y="6643"/>
                    <a:pt x="6566" y="6522"/>
                    <a:pt x="6566" y="6522"/>
                  </a:cubicBezTo>
                  <a:cubicBezTo>
                    <a:pt x="6566" y="6522"/>
                    <a:pt x="9970" y="4333"/>
                    <a:pt x="9818" y="3908"/>
                  </a:cubicBezTo>
                  <a:cubicBezTo>
                    <a:pt x="9803" y="3859"/>
                    <a:pt x="9737" y="3838"/>
                    <a:pt x="9632" y="3838"/>
                  </a:cubicBezTo>
                  <a:cubicBezTo>
                    <a:pt x="8892" y="3838"/>
                    <a:pt x="6231" y="4911"/>
                    <a:pt x="6231" y="4911"/>
                  </a:cubicBezTo>
                  <a:cubicBezTo>
                    <a:pt x="6231" y="4911"/>
                    <a:pt x="8146" y="2388"/>
                    <a:pt x="8298" y="1780"/>
                  </a:cubicBezTo>
                  <a:cubicBezTo>
                    <a:pt x="8345" y="1546"/>
                    <a:pt x="8248" y="1474"/>
                    <a:pt x="8111" y="1474"/>
                  </a:cubicBezTo>
                  <a:cubicBezTo>
                    <a:pt x="7891" y="1474"/>
                    <a:pt x="7569" y="1659"/>
                    <a:pt x="7569" y="1659"/>
                  </a:cubicBezTo>
                  <a:lnTo>
                    <a:pt x="4620" y="4637"/>
                  </a:lnTo>
                  <a:cubicBezTo>
                    <a:pt x="4620" y="4637"/>
                    <a:pt x="5563" y="1659"/>
                    <a:pt x="5806" y="1111"/>
                  </a:cubicBezTo>
                  <a:cubicBezTo>
                    <a:pt x="6049" y="808"/>
                    <a:pt x="6049" y="382"/>
                    <a:pt x="5897" y="48"/>
                  </a:cubicBezTo>
                  <a:cubicBezTo>
                    <a:pt x="5886" y="15"/>
                    <a:pt x="5867" y="0"/>
                    <a:pt x="58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5"/>
            <p:cNvSpPr/>
            <p:nvPr/>
          </p:nvSpPr>
          <p:spPr>
            <a:xfrm>
              <a:off x="4304300" y="1315500"/>
              <a:ext cx="259900" cy="291225"/>
            </a:xfrm>
            <a:custGeom>
              <a:rect b="b" l="l" r="r" t="t"/>
              <a:pathLst>
                <a:path extrusionOk="0" h="11649" w="10396">
                  <a:moveTo>
                    <a:pt x="5958" y="432"/>
                  </a:moveTo>
                  <a:lnTo>
                    <a:pt x="5958" y="432"/>
                  </a:lnTo>
                  <a:cubicBezTo>
                    <a:pt x="6049" y="736"/>
                    <a:pt x="6049" y="828"/>
                    <a:pt x="5867" y="1192"/>
                  </a:cubicBezTo>
                  <a:cubicBezTo>
                    <a:pt x="5593" y="1739"/>
                    <a:pt x="4681" y="4657"/>
                    <a:pt x="4651" y="4779"/>
                  </a:cubicBezTo>
                  <a:cubicBezTo>
                    <a:pt x="4608" y="4909"/>
                    <a:pt x="4719" y="5024"/>
                    <a:pt x="4830" y="5024"/>
                  </a:cubicBezTo>
                  <a:cubicBezTo>
                    <a:pt x="4875" y="5024"/>
                    <a:pt x="4920" y="5005"/>
                    <a:pt x="4955" y="4961"/>
                  </a:cubicBezTo>
                  <a:lnTo>
                    <a:pt x="7873" y="2013"/>
                  </a:lnTo>
                  <a:cubicBezTo>
                    <a:pt x="8025" y="1922"/>
                    <a:pt x="8177" y="1891"/>
                    <a:pt x="8329" y="1861"/>
                  </a:cubicBezTo>
                  <a:cubicBezTo>
                    <a:pt x="8329" y="1891"/>
                    <a:pt x="8329" y="1922"/>
                    <a:pt x="8329" y="1952"/>
                  </a:cubicBezTo>
                  <a:cubicBezTo>
                    <a:pt x="8238" y="2347"/>
                    <a:pt x="7052" y="3989"/>
                    <a:pt x="6292" y="4992"/>
                  </a:cubicBezTo>
                  <a:cubicBezTo>
                    <a:pt x="6232" y="5083"/>
                    <a:pt x="6232" y="5174"/>
                    <a:pt x="6292" y="5235"/>
                  </a:cubicBezTo>
                  <a:cubicBezTo>
                    <a:pt x="6315" y="5279"/>
                    <a:pt x="6369" y="5308"/>
                    <a:pt x="6433" y="5308"/>
                  </a:cubicBezTo>
                  <a:cubicBezTo>
                    <a:pt x="6456" y="5308"/>
                    <a:pt x="6481" y="5304"/>
                    <a:pt x="6505" y="5296"/>
                  </a:cubicBezTo>
                  <a:cubicBezTo>
                    <a:pt x="7782" y="4779"/>
                    <a:pt x="9301" y="4262"/>
                    <a:pt x="9788" y="4232"/>
                  </a:cubicBezTo>
                  <a:lnTo>
                    <a:pt x="9788" y="4232"/>
                  </a:lnTo>
                  <a:cubicBezTo>
                    <a:pt x="9453" y="4657"/>
                    <a:pt x="7994" y="5721"/>
                    <a:pt x="6657" y="6572"/>
                  </a:cubicBezTo>
                  <a:cubicBezTo>
                    <a:pt x="6596" y="6603"/>
                    <a:pt x="6566" y="6694"/>
                    <a:pt x="6596" y="6785"/>
                  </a:cubicBezTo>
                  <a:cubicBezTo>
                    <a:pt x="6596" y="6846"/>
                    <a:pt x="6687" y="6907"/>
                    <a:pt x="6748" y="6907"/>
                  </a:cubicBezTo>
                  <a:cubicBezTo>
                    <a:pt x="7812" y="6937"/>
                    <a:pt x="8876" y="7059"/>
                    <a:pt x="9909" y="7271"/>
                  </a:cubicBezTo>
                  <a:cubicBezTo>
                    <a:pt x="8998" y="7515"/>
                    <a:pt x="8086" y="7667"/>
                    <a:pt x="7143" y="7727"/>
                  </a:cubicBezTo>
                  <a:cubicBezTo>
                    <a:pt x="7083" y="7758"/>
                    <a:pt x="7022" y="7788"/>
                    <a:pt x="6991" y="7849"/>
                  </a:cubicBezTo>
                  <a:cubicBezTo>
                    <a:pt x="6991" y="7849"/>
                    <a:pt x="6566" y="8700"/>
                    <a:pt x="5046" y="9794"/>
                  </a:cubicBezTo>
                  <a:cubicBezTo>
                    <a:pt x="4225" y="10372"/>
                    <a:pt x="3314" y="10888"/>
                    <a:pt x="2341" y="11253"/>
                  </a:cubicBezTo>
                  <a:lnTo>
                    <a:pt x="456" y="9338"/>
                  </a:lnTo>
                  <a:lnTo>
                    <a:pt x="4408" y="2834"/>
                  </a:lnTo>
                  <a:cubicBezTo>
                    <a:pt x="4864" y="2013"/>
                    <a:pt x="5380" y="1192"/>
                    <a:pt x="5958" y="432"/>
                  </a:cubicBezTo>
                  <a:close/>
                  <a:moveTo>
                    <a:pt x="6034" y="1"/>
                  </a:moveTo>
                  <a:cubicBezTo>
                    <a:pt x="5880" y="1"/>
                    <a:pt x="5488" y="233"/>
                    <a:pt x="4073" y="2682"/>
                  </a:cubicBezTo>
                  <a:lnTo>
                    <a:pt x="61" y="9278"/>
                  </a:lnTo>
                  <a:cubicBezTo>
                    <a:pt x="0" y="9369"/>
                    <a:pt x="31" y="9460"/>
                    <a:pt x="92" y="9521"/>
                  </a:cubicBezTo>
                  <a:lnTo>
                    <a:pt x="2159" y="11588"/>
                  </a:lnTo>
                  <a:cubicBezTo>
                    <a:pt x="2189" y="11618"/>
                    <a:pt x="2250" y="11618"/>
                    <a:pt x="2280" y="11618"/>
                  </a:cubicBezTo>
                  <a:cubicBezTo>
                    <a:pt x="2310" y="11648"/>
                    <a:pt x="2341" y="11648"/>
                    <a:pt x="2341" y="11648"/>
                  </a:cubicBezTo>
                  <a:cubicBezTo>
                    <a:pt x="3405" y="11253"/>
                    <a:pt x="4377" y="10737"/>
                    <a:pt x="5289" y="10068"/>
                  </a:cubicBezTo>
                  <a:cubicBezTo>
                    <a:pt x="6080" y="9551"/>
                    <a:pt x="6748" y="8882"/>
                    <a:pt x="7295" y="8092"/>
                  </a:cubicBezTo>
                  <a:cubicBezTo>
                    <a:pt x="10274" y="7819"/>
                    <a:pt x="10335" y="7423"/>
                    <a:pt x="10365" y="7271"/>
                  </a:cubicBezTo>
                  <a:cubicBezTo>
                    <a:pt x="10365" y="7211"/>
                    <a:pt x="10335" y="7119"/>
                    <a:pt x="10305" y="7059"/>
                  </a:cubicBezTo>
                  <a:cubicBezTo>
                    <a:pt x="10061" y="6755"/>
                    <a:pt x="8450" y="6603"/>
                    <a:pt x="7356" y="6542"/>
                  </a:cubicBezTo>
                  <a:cubicBezTo>
                    <a:pt x="10396" y="4536"/>
                    <a:pt x="10274" y="4171"/>
                    <a:pt x="10213" y="4049"/>
                  </a:cubicBezTo>
                  <a:cubicBezTo>
                    <a:pt x="10183" y="3989"/>
                    <a:pt x="10153" y="3928"/>
                    <a:pt x="10061" y="3898"/>
                  </a:cubicBezTo>
                  <a:cubicBezTo>
                    <a:pt x="10012" y="3873"/>
                    <a:pt x="9939" y="3861"/>
                    <a:pt x="9848" y="3861"/>
                  </a:cubicBezTo>
                  <a:cubicBezTo>
                    <a:pt x="9269" y="3861"/>
                    <a:pt x="7937" y="4320"/>
                    <a:pt x="6991" y="4688"/>
                  </a:cubicBezTo>
                  <a:cubicBezTo>
                    <a:pt x="7569" y="3928"/>
                    <a:pt x="8572" y="2499"/>
                    <a:pt x="8694" y="2013"/>
                  </a:cubicBezTo>
                  <a:cubicBezTo>
                    <a:pt x="8754" y="1861"/>
                    <a:pt x="8694" y="1679"/>
                    <a:pt x="8572" y="1557"/>
                  </a:cubicBezTo>
                  <a:cubicBezTo>
                    <a:pt x="8503" y="1505"/>
                    <a:pt x="8417" y="1485"/>
                    <a:pt x="8325" y="1485"/>
                  </a:cubicBezTo>
                  <a:cubicBezTo>
                    <a:pt x="8093" y="1485"/>
                    <a:pt x="7821" y="1613"/>
                    <a:pt x="7691" y="1679"/>
                  </a:cubicBezTo>
                  <a:lnTo>
                    <a:pt x="7630" y="1709"/>
                  </a:lnTo>
                  <a:lnTo>
                    <a:pt x="5259" y="4171"/>
                  </a:lnTo>
                  <a:cubicBezTo>
                    <a:pt x="5532" y="3229"/>
                    <a:pt x="6019" y="1770"/>
                    <a:pt x="6201" y="1405"/>
                  </a:cubicBezTo>
                  <a:cubicBezTo>
                    <a:pt x="6414" y="1101"/>
                    <a:pt x="6475" y="676"/>
                    <a:pt x="6323" y="341"/>
                  </a:cubicBezTo>
                  <a:lnTo>
                    <a:pt x="6292" y="189"/>
                  </a:lnTo>
                  <a:cubicBezTo>
                    <a:pt x="6262" y="98"/>
                    <a:pt x="6171" y="37"/>
                    <a:pt x="6080" y="7"/>
                  </a:cubicBezTo>
                  <a:cubicBezTo>
                    <a:pt x="6067" y="4"/>
                    <a:pt x="6052" y="1"/>
                    <a:pt x="603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5"/>
            <p:cNvSpPr/>
            <p:nvPr/>
          </p:nvSpPr>
          <p:spPr>
            <a:xfrm>
              <a:off x="4355200" y="1441225"/>
              <a:ext cx="146700" cy="141950"/>
            </a:xfrm>
            <a:custGeom>
              <a:rect b="b" l="l" r="r" t="t"/>
              <a:pathLst>
                <a:path extrusionOk="0" h="5678" w="5868">
                  <a:moveTo>
                    <a:pt x="5715" y="0"/>
                  </a:moveTo>
                  <a:cubicBezTo>
                    <a:pt x="5337" y="0"/>
                    <a:pt x="4303" y="667"/>
                    <a:pt x="3192" y="1391"/>
                  </a:cubicBezTo>
                  <a:cubicBezTo>
                    <a:pt x="2220" y="1999"/>
                    <a:pt x="1126" y="2425"/>
                    <a:pt x="1" y="2668"/>
                  </a:cubicBezTo>
                  <a:lnTo>
                    <a:pt x="366" y="5677"/>
                  </a:lnTo>
                  <a:cubicBezTo>
                    <a:pt x="366" y="5677"/>
                    <a:pt x="2189" y="4948"/>
                    <a:pt x="2858" y="4066"/>
                  </a:cubicBezTo>
                  <a:cubicBezTo>
                    <a:pt x="3527" y="3215"/>
                    <a:pt x="3861" y="2212"/>
                    <a:pt x="4044" y="2060"/>
                  </a:cubicBezTo>
                  <a:cubicBezTo>
                    <a:pt x="4256" y="1938"/>
                    <a:pt x="5867" y="601"/>
                    <a:pt x="5867" y="145"/>
                  </a:cubicBezTo>
                  <a:cubicBezTo>
                    <a:pt x="5867" y="45"/>
                    <a:pt x="5813" y="0"/>
                    <a:pt x="571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5"/>
            <p:cNvSpPr/>
            <p:nvPr/>
          </p:nvSpPr>
          <p:spPr>
            <a:xfrm>
              <a:off x="4349900" y="1436350"/>
              <a:ext cx="156550" cy="151375"/>
            </a:xfrm>
            <a:custGeom>
              <a:rect b="b" l="l" r="r" t="t"/>
              <a:pathLst>
                <a:path extrusionOk="0" h="6055" w="6262">
                  <a:moveTo>
                    <a:pt x="5942" y="0"/>
                  </a:moveTo>
                  <a:cubicBezTo>
                    <a:pt x="5580" y="0"/>
                    <a:pt x="4882" y="380"/>
                    <a:pt x="3313" y="1434"/>
                  </a:cubicBezTo>
                  <a:cubicBezTo>
                    <a:pt x="2341" y="2042"/>
                    <a:pt x="1277" y="2437"/>
                    <a:pt x="152" y="2681"/>
                  </a:cubicBezTo>
                  <a:cubicBezTo>
                    <a:pt x="61" y="2711"/>
                    <a:pt x="0" y="2802"/>
                    <a:pt x="0" y="2893"/>
                  </a:cubicBezTo>
                  <a:cubicBezTo>
                    <a:pt x="25" y="2994"/>
                    <a:pt x="92" y="3053"/>
                    <a:pt x="184" y="3053"/>
                  </a:cubicBezTo>
                  <a:cubicBezTo>
                    <a:pt x="202" y="3053"/>
                    <a:pt x="222" y="3051"/>
                    <a:pt x="243" y="3045"/>
                  </a:cubicBezTo>
                  <a:cubicBezTo>
                    <a:pt x="1398" y="2802"/>
                    <a:pt x="2493" y="2377"/>
                    <a:pt x="3496" y="1738"/>
                  </a:cubicBezTo>
                  <a:cubicBezTo>
                    <a:pt x="4073" y="1374"/>
                    <a:pt x="5471" y="431"/>
                    <a:pt x="5867" y="371"/>
                  </a:cubicBezTo>
                  <a:lnTo>
                    <a:pt x="5867" y="371"/>
                  </a:lnTo>
                  <a:cubicBezTo>
                    <a:pt x="5745" y="766"/>
                    <a:pt x="4529" y="1890"/>
                    <a:pt x="4164" y="2103"/>
                  </a:cubicBezTo>
                  <a:cubicBezTo>
                    <a:pt x="4043" y="2194"/>
                    <a:pt x="3952" y="2377"/>
                    <a:pt x="3769" y="2741"/>
                  </a:cubicBezTo>
                  <a:cubicBezTo>
                    <a:pt x="3526" y="3258"/>
                    <a:pt x="3252" y="3714"/>
                    <a:pt x="2918" y="4140"/>
                  </a:cubicBezTo>
                  <a:cubicBezTo>
                    <a:pt x="2280" y="4960"/>
                    <a:pt x="547" y="5690"/>
                    <a:pt x="517" y="5690"/>
                  </a:cubicBezTo>
                  <a:cubicBezTo>
                    <a:pt x="426" y="5720"/>
                    <a:pt x="395" y="5842"/>
                    <a:pt x="426" y="5933"/>
                  </a:cubicBezTo>
                  <a:cubicBezTo>
                    <a:pt x="456" y="6024"/>
                    <a:pt x="517" y="6054"/>
                    <a:pt x="608" y="6054"/>
                  </a:cubicBezTo>
                  <a:lnTo>
                    <a:pt x="669" y="6054"/>
                  </a:lnTo>
                  <a:cubicBezTo>
                    <a:pt x="730" y="6024"/>
                    <a:pt x="2523" y="5264"/>
                    <a:pt x="3222" y="4383"/>
                  </a:cubicBezTo>
                  <a:cubicBezTo>
                    <a:pt x="3556" y="3927"/>
                    <a:pt x="3830" y="3440"/>
                    <a:pt x="4073" y="2924"/>
                  </a:cubicBezTo>
                  <a:cubicBezTo>
                    <a:pt x="4164" y="2741"/>
                    <a:pt x="4256" y="2589"/>
                    <a:pt x="4377" y="2407"/>
                  </a:cubicBezTo>
                  <a:cubicBezTo>
                    <a:pt x="4408" y="2407"/>
                    <a:pt x="6262" y="948"/>
                    <a:pt x="6262" y="310"/>
                  </a:cubicBezTo>
                  <a:cubicBezTo>
                    <a:pt x="6262" y="219"/>
                    <a:pt x="6201" y="97"/>
                    <a:pt x="6110" y="36"/>
                  </a:cubicBezTo>
                  <a:cubicBezTo>
                    <a:pt x="6063" y="13"/>
                    <a:pt x="6008" y="0"/>
                    <a:pt x="594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5"/>
            <p:cNvSpPr/>
            <p:nvPr/>
          </p:nvSpPr>
          <p:spPr>
            <a:xfrm>
              <a:off x="4264775" y="1533000"/>
              <a:ext cx="117050" cy="123875"/>
            </a:xfrm>
            <a:custGeom>
              <a:rect b="b" l="l" r="r" t="t"/>
              <a:pathLst>
                <a:path extrusionOk="0" h="4955" w="4682">
                  <a:moveTo>
                    <a:pt x="2129" y="0"/>
                  </a:moveTo>
                  <a:lnTo>
                    <a:pt x="1" y="1885"/>
                  </a:lnTo>
                  <a:lnTo>
                    <a:pt x="2736" y="4954"/>
                  </a:lnTo>
                  <a:lnTo>
                    <a:pt x="4682" y="3283"/>
                  </a:lnTo>
                  <a:lnTo>
                    <a:pt x="212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5"/>
            <p:cNvSpPr/>
            <p:nvPr/>
          </p:nvSpPr>
          <p:spPr>
            <a:xfrm>
              <a:off x="4260225" y="1528425"/>
              <a:ext cx="126925" cy="133000"/>
            </a:xfrm>
            <a:custGeom>
              <a:rect b="b" l="l" r="r" t="t"/>
              <a:pathLst>
                <a:path extrusionOk="0" h="5320" w="5077">
                  <a:moveTo>
                    <a:pt x="2280" y="457"/>
                  </a:moveTo>
                  <a:lnTo>
                    <a:pt x="4590" y="3435"/>
                  </a:lnTo>
                  <a:lnTo>
                    <a:pt x="2949" y="4864"/>
                  </a:lnTo>
                  <a:lnTo>
                    <a:pt x="456" y="2068"/>
                  </a:lnTo>
                  <a:lnTo>
                    <a:pt x="2280" y="457"/>
                  </a:lnTo>
                  <a:close/>
                  <a:moveTo>
                    <a:pt x="2341" y="1"/>
                  </a:moveTo>
                  <a:cubicBezTo>
                    <a:pt x="2280" y="1"/>
                    <a:pt x="2219" y="1"/>
                    <a:pt x="2189" y="31"/>
                  </a:cubicBezTo>
                  <a:lnTo>
                    <a:pt x="61" y="1916"/>
                  </a:lnTo>
                  <a:cubicBezTo>
                    <a:pt x="0" y="1946"/>
                    <a:pt x="0" y="1976"/>
                    <a:pt x="0" y="2037"/>
                  </a:cubicBezTo>
                  <a:cubicBezTo>
                    <a:pt x="0" y="2098"/>
                    <a:pt x="0" y="2128"/>
                    <a:pt x="31" y="2189"/>
                  </a:cubicBezTo>
                  <a:lnTo>
                    <a:pt x="2766" y="5259"/>
                  </a:lnTo>
                  <a:cubicBezTo>
                    <a:pt x="2827" y="5289"/>
                    <a:pt x="2858" y="5320"/>
                    <a:pt x="2918" y="5320"/>
                  </a:cubicBezTo>
                  <a:cubicBezTo>
                    <a:pt x="2979" y="5320"/>
                    <a:pt x="3010" y="5289"/>
                    <a:pt x="3040" y="5259"/>
                  </a:cubicBezTo>
                  <a:lnTo>
                    <a:pt x="4985" y="3587"/>
                  </a:lnTo>
                  <a:cubicBezTo>
                    <a:pt x="5046" y="3527"/>
                    <a:pt x="5077" y="3405"/>
                    <a:pt x="5016" y="3344"/>
                  </a:cubicBezTo>
                  <a:lnTo>
                    <a:pt x="2463" y="61"/>
                  </a:lnTo>
                  <a:cubicBezTo>
                    <a:pt x="2432" y="31"/>
                    <a:pt x="2402" y="1"/>
                    <a:pt x="234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5"/>
            <p:cNvSpPr/>
            <p:nvPr/>
          </p:nvSpPr>
          <p:spPr>
            <a:xfrm>
              <a:off x="3446375" y="1580100"/>
              <a:ext cx="897450" cy="1284250"/>
            </a:xfrm>
            <a:custGeom>
              <a:rect b="b" l="l" r="r" t="t"/>
              <a:pathLst>
                <a:path extrusionOk="0" h="51370" w="35898">
                  <a:moveTo>
                    <a:pt x="32767" y="1"/>
                  </a:moveTo>
                  <a:lnTo>
                    <a:pt x="17265" y="10882"/>
                  </a:lnTo>
                  <a:lnTo>
                    <a:pt x="4074" y="17569"/>
                  </a:lnTo>
                  <a:cubicBezTo>
                    <a:pt x="4074" y="17569"/>
                    <a:pt x="1429" y="19089"/>
                    <a:pt x="1004" y="19849"/>
                  </a:cubicBezTo>
                  <a:cubicBezTo>
                    <a:pt x="578" y="20609"/>
                    <a:pt x="1" y="22980"/>
                    <a:pt x="153" y="23709"/>
                  </a:cubicBezTo>
                  <a:cubicBezTo>
                    <a:pt x="274" y="24439"/>
                    <a:pt x="1612" y="27174"/>
                    <a:pt x="1612" y="27174"/>
                  </a:cubicBezTo>
                  <a:cubicBezTo>
                    <a:pt x="1612" y="27174"/>
                    <a:pt x="1551" y="28451"/>
                    <a:pt x="3223" y="32980"/>
                  </a:cubicBezTo>
                  <a:cubicBezTo>
                    <a:pt x="4894" y="37813"/>
                    <a:pt x="6323" y="42767"/>
                    <a:pt x="7478" y="47752"/>
                  </a:cubicBezTo>
                  <a:cubicBezTo>
                    <a:pt x="7752" y="48937"/>
                    <a:pt x="7904" y="50153"/>
                    <a:pt x="7964" y="51369"/>
                  </a:cubicBezTo>
                  <a:cubicBezTo>
                    <a:pt x="7964" y="51369"/>
                    <a:pt x="10031" y="46141"/>
                    <a:pt x="9970" y="40791"/>
                  </a:cubicBezTo>
                  <a:cubicBezTo>
                    <a:pt x="9879" y="35472"/>
                    <a:pt x="6809" y="27964"/>
                    <a:pt x="6809" y="27964"/>
                  </a:cubicBezTo>
                  <a:cubicBezTo>
                    <a:pt x="6809" y="27964"/>
                    <a:pt x="18299" y="20214"/>
                    <a:pt x="20305" y="18572"/>
                  </a:cubicBezTo>
                  <a:cubicBezTo>
                    <a:pt x="22311" y="16900"/>
                    <a:pt x="35898" y="3587"/>
                    <a:pt x="35898" y="3587"/>
                  </a:cubicBezTo>
                  <a:lnTo>
                    <a:pt x="32767"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5"/>
            <p:cNvSpPr/>
            <p:nvPr/>
          </p:nvSpPr>
          <p:spPr>
            <a:xfrm>
              <a:off x="3441050" y="1575250"/>
              <a:ext cx="907350" cy="1293650"/>
            </a:xfrm>
            <a:custGeom>
              <a:rect b="b" l="l" r="r" t="t"/>
              <a:pathLst>
                <a:path extrusionOk="0" h="51746" w="36294">
                  <a:moveTo>
                    <a:pt x="32919" y="438"/>
                  </a:moveTo>
                  <a:lnTo>
                    <a:pt x="35837" y="3781"/>
                  </a:lnTo>
                  <a:cubicBezTo>
                    <a:pt x="34439" y="5149"/>
                    <a:pt x="22281" y="17034"/>
                    <a:pt x="20427" y="18614"/>
                  </a:cubicBezTo>
                  <a:cubicBezTo>
                    <a:pt x="18451" y="20256"/>
                    <a:pt x="7053" y="27946"/>
                    <a:pt x="6931" y="28006"/>
                  </a:cubicBezTo>
                  <a:cubicBezTo>
                    <a:pt x="6870" y="28067"/>
                    <a:pt x="6840" y="28158"/>
                    <a:pt x="6870" y="28250"/>
                  </a:cubicBezTo>
                  <a:cubicBezTo>
                    <a:pt x="6901" y="28310"/>
                    <a:pt x="9940" y="35757"/>
                    <a:pt x="10001" y="40985"/>
                  </a:cubicBezTo>
                  <a:cubicBezTo>
                    <a:pt x="10062" y="44967"/>
                    <a:pt x="8907" y="48919"/>
                    <a:pt x="8329" y="50621"/>
                  </a:cubicBezTo>
                  <a:cubicBezTo>
                    <a:pt x="8238" y="49709"/>
                    <a:pt x="8086" y="48797"/>
                    <a:pt x="7904" y="47916"/>
                  </a:cubicBezTo>
                  <a:cubicBezTo>
                    <a:pt x="6718" y="42900"/>
                    <a:pt x="5290" y="37976"/>
                    <a:pt x="3618" y="33113"/>
                  </a:cubicBezTo>
                  <a:cubicBezTo>
                    <a:pt x="1977" y="28706"/>
                    <a:pt x="2007" y="27368"/>
                    <a:pt x="2007" y="27368"/>
                  </a:cubicBezTo>
                  <a:cubicBezTo>
                    <a:pt x="2007" y="27338"/>
                    <a:pt x="2007" y="27307"/>
                    <a:pt x="2007" y="27277"/>
                  </a:cubicBezTo>
                  <a:cubicBezTo>
                    <a:pt x="2007" y="27277"/>
                    <a:pt x="670" y="24541"/>
                    <a:pt x="548" y="23873"/>
                  </a:cubicBezTo>
                  <a:cubicBezTo>
                    <a:pt x="426" y="23204"/>
                    <a:pt x="1034" y="20833"/>
                    <a:pt x="1399" y="20134"/>
                  </a:cubicBezTo>
                  <a:cubicBezTo>
                    <a:pt x="1703" y="19557"/>
                    <a:pt x="3679" y="18341"/>
                    <a:pt x="4408" y="17915"/>
                  </a:cubicBezTo>
                  <a:lnTo>
                    <a:pt x="17570" y="11228"/>
                  </a:lnTo>
                  <a:lnTo>
                    <a:pt x="32919" y="438"/>
                  </a:lnTo>
                  <a:close/>
                  <a:moveTo>
                    <a:pt x="32951" y="0"/>
                  </a:moveTo>
                  <a:cubicBezTo>
                    <a:pt x="32910" y="0"/>
                    <a:pt x="32869" y="15"/>
                    <a:pt x="32828" y="43"/>
                  </a:cubicBezTo>
                  <a:lnTo>
                    <a:pt x="17357" y="10924"/>
                  </a:lnTo>
                  <a:lnTo>
                    <a:pt x="4196" y="17581"/>
                  </a:lnTo>
                  <a:cubicBezTo>
                    <a:pt x="3922" y="17763"/>
                    <a:pt x="1460" y="19192"/>
                    <a:pt x="1065" y="19921"/>
                  </a:cubicBezTo>
                  <a:cubicBezTo>
                    <a:pt x="639" y="20681"/>
                    <a:pt x="1" y="23143"/>
                    <a:pt x="153" y="23933"/>
                  </a:cubicBezTo>
                  <a:cubicBezTo>
                    <a:pt x="305" y="24633"/>
                    <a:pt x="1460" y="27064"/>
                    <a:pt x="1642" y="27429"/>
                  </a:cubicBezTo>
                  <a:cubicBezTo>
                    <a:pt x="1642" y="27703"/>
                    <a:pt x="1733" y="29162"/>
                    <a:pt x="3253" y="33235"/>
                  </a:cubicBezTo>
                  <a:cubicBezTo>
                    <a:pt x="4925" y="38067"/>
                    <a:pt x="6354" y="42992"/>
                    <a:pt x="7509" y="47976"/>
                  </a:cubicBezTo>
                  <a:cubicBezTo>
                    <a:pt x="7782" y="49162"/>
                    <a:pt x="7934" y="50347"/>
                    <a:pt x="7965" y="51563"/>
                  </a:cubicBezTo>
                  <a:cubicBezTo>
                    <a:pt x="7965" y="51654"/>
                    <a:pt x="8025" y="51715"/>
                    <a:pt x="8117" y="51745"/>
                  </a:cubicBezTo>
                  <a:lnTo>
                    <a:pt x="8177" y="51745"/>
                  </a:lnTo>
                  <a:cubicBezTo>
                    <a:pt x="8238" y="51745"/>
                    <a:pt x="8299" y="51715"/>
                    <a:pt x="8360" y="51654"/>
                  </a:cubicBezTo>
                  <a:cubicBezTo>
                    <a:pt x="8360" y="51563"/>
                    <a:pt x="10427" y="46335"/>
                    <a:pt x="10366" y="41016"/>
                  </a:cubicBezTo>
                  <a:cubicBezTo>
                    <a:pt x="10305" y="36092"/>
                    <a:pt x="7691" y="29314"/>
                    <a:pt x="7265" y="28250"/>
                  </a:cubicBezTo>
                  <a:cubicBezTo>
                    <a:pt x="8603" y="27368"/>
                    <a:pt x="18755" y="20499"/>
                    <a:pt x="20640" y="18918"/>
                  </a:cubicBezTo>
                  <a:cubicBezTo>
                    <a:pt x="22646" y="17246"/>
                    <a:pt x="36111" y="4055"/>
                    <a:pt x="36233" y="3933"/>
                  </a:cubicBezTo>
                  <a:cubicBezTo>
                    <a:pt x="36293" y="3872"/>
                    <a:pt x="36293" y="3751"/>
                    <a:pt x="36233" y="3690"/>
                  </a:cubicBezTo>
                  <a:lnTo>
                    <a:pt x="33102" y="73"/>
                  </a:lnTo>
                  <a:cubicBezTo>
                    <a:pt x="33052" y="23"/>
                    <a:pt x="33001" y="0"/>
                    <a:pt x="3295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5"/>
            <p:cNvSpPr/>
            <p:nvPr/>
          </p:nvSpPr>
          <p:spPr>
            <a:xfrm>
              <a:off x="3557900" y="2427750"/>
              <a:ext cx="23775" cy="35375"/>
            </a:xfrm>
            <a:custGeom>
              <a:rect b="b" l="l" r="r" t="t"/>
              <a:pathLst>
                <a:path extrusionOk="0" h="1415" w="951">
                  <a:moveTo>
                    <a:pt x="260" y="1"/>
                  </a:moveTo>
                  <a:cubicBezTo>
                    <a:pt x="131" y="1"/>
                    <a:pt x="1" y="133"/>
                    <a:pt x="99" y="290"/>
                  </a:cubicBezTo>
                  <a:cubicBezTo>
                    <a:pt x="221" y="563"/>
                    <a:pt x="342" y="806"/>
                    <a:pt x="433" y="989"/>
                  </a:cubicBezTo>
                  <a:cubicBezTo>
                    <a:pt x="494" y="1110"/>
                    <a:pt x="585" y="1232"/>
                    <a:pt x="585" y="1262"/>
                  </a:cubicBezTo>
                  <a:cubicBezTo>
                    <a:pt x="585" y="1353"/>
                    <a:pt x="677" y="1414"/>
                    <a:pt x="768" y="1414"/>
                  </a:cubicBezTo>
                  <a:lnTo>
                    <a:pt x="798" y="1414"/>
                  </a:lnTo>
                  <a:cubicBezTo>
                    <a:pt x="889" y="1384"/>
                    <a:pt x="950" y="1293"/>
                    <a:pt x="950" y="1201"/>
                  </a:cubicBezTo>
                  <a:cubicBezTo>
                    <a:pt x="889" y="1049"/>
                    <a:pt x="829" y="928"/>
                    <a:pt x="768" y="806"/>
                  </a:cubicBezTo>
                  <a:cubicBezTo>
                    <a:pt x="677" y="654"/>
                    <a:pt x="555" y="411"/>
                    <a:pt x="433" y="138"/>
                  </a:cubicBezTo>
                  <a:cubicBezTo>
                    <a:pt x="401" y="41"/>
                    <a:pt x="331" y="1"/>
                    <a:pt x="26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5"/>
            <p:cNvSpPr/>
            <p:nvPr/>
          </p:nvSpPr>
          <p:spPr>
            <a:xfrm>
              <a:off x="3490500" y="2108950"/>
              <a:ext cx="79775" cy="314650"/>
            </a:xfrm>
            <a:custGeom>
              <a:rect b="b" l="l" r="r" t="t"/>
              <a:pathLst>
                <a:path extrusionOk="0" h="12586" w="3191">
                  <a:moveTo>
                    <a:pt x="242" y="0"/>
                  </a:moveTo>
                  <a:cubicBezTo>
                    <a:pt x="118" y="0"/>
                    <a:pt x="1" y="119"/>
                    <a:pt x="59" y="275"/>
                  </a:cubicBezTo>
                  <a:lnTo>
                    <a:pt x="2339" y="5534"/>
                  </a:lnTo>
                  <a:lnTo>
                    <a:pt x="485" y="5169"/>
                  </a:lnTo>
                  <a:cubicBezTo>
                    <a:pt x="474" y="5167"/>
                    <a:pt x="464" y="5167"/>
                    <a:pt x="454" y="5167"/>
                  </a:cubicBezTo>
                  <a:cubicBezTo>
                    <a:pt x="289" y="5167"/>
                    <a:pt x="190" y="5389"/>
                    <a:pt x="333" y="5503"/>
                  </a:cubicBezTo>
                  <a:lnTo>
                    <a:pt x="2765" y="7570"/>
                  </a:lnTo>
                  <a:cubicBezTo>
                    <a:pt x="2491" y="8665"/>
                    <a:pt x="2369" y="9820"/>
                    <a:pt x="2339" y="10975"/>
                  </a:cubicBezTo>
                  <a:cubicBezTo>
                    <a:pt x="2339" y="11461"/>
                    <a:pt x="2400" y="11978"/>
                    <a:pt x="2552" y="12464"/>
                  </a:cubicBezTo>
                  <a:cubicBezTo>
                    <a:pt x="2582" y="12525"/>
                    <a:pt x="2673" y="12586"/>
                    <a:pt x="2734" y="12586"/>
                  </a:cubicBezTo>
                  <a:lnTo>
                    <a:pt x="2795" y="12555"/>
                  </a:lnTo>
                  <a:cubicBezTo>
                    <a:pt x="2886" y="12525"/>
                    <a:pt x="2947" y="12434"/>
                    <a:pt x="2917" y="12312"/>
                  </a:cubicBezTo>
                  <a:cubicBezTo>
                    <a:pt x="2765" y="11887"/>
                    <a:pt x="2704" y="11400"/>
                    <a:pt x="2704" y="10944"/>
                  </a:cubicBezTo>
                  <a:cubicBezTo>
                    <a:pt x="2734" y="9789"/>
                    <a:pt x="2886" y="8634"/>
                    <a:pt x="3160" y="7510"/>
                  </a:cubicBezTo>
                  <a:cubicBezTo>
                    <a:pt x="3190" y="7449"/>
                    <a:pt x="3160" y="7388"/>
                    <a:pt x="3099" y="7327"/>
                  </a:cubicBezTo>
                  <a:lnTo>
                    <a:pt x="1154" y="5686"/>
                  </a:lnTo>
                  <a:lnTo>
                    <a:pt x="2613" y="5990"/>
                  </a:lnTo>
                  <a:cubicBezTo>
                    <a:pt x="2626" y="5992"/>
                    <a:pt x="2639" y="5994"/>
                    <a:pt x="2652" y="5994"/>
                  </a:cubicBezTo>
                  <a:cubicBezTo>
                    <a:pt x="2785" y="5994"/>
                    <a:pt x="2881" y="5858"/>
                    <a:pt x="2825" y="5747"/>
                  </a:cubicBezTo>
                  <a:lnTo>
                    <a:pt x="424" y="123"/>
                  </a:lnTo>
                  <a:cubicBezTo>
                    <a:pt x="381" y="37"/>
                    <a:pt x="310" y="0"/>
                    <a:pt x="24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5"/>
            <p:cNvSpPr/>
            <p:nvPr/>
          </p:nvSpPr>
          <p:spPr>
            <a:xfrm>
              <a:off x="3718425" y="1987875"/>
              <a:ext cx="25850" cy="43625"/>
            </a:xfrm>
            <a:custGeom>
              <a:rect b="b" l="l" r="r" t="t"/>
              <a:pathLst>
                <a:path extrusionOk="0" h="1745" w="1034">
                  <a:moveTo>
                    <a:pt x="810" y="1"/>
                  </a:moveTo>
                  <a:cubicBezTo>
                    <a:pt x="736" y="1"/>
                    <a:pt x="661" y="35"/>
                    <a:pt x="639" y="103"/>
                  </a:cubicBezTo>
                  <a:lnTo>
                    <a:pt x="61" y="1471"/>
                  </a:lnTo>
                  <a:cubicBezTo>
                    <a:pt x="0" y="1593"/>
                    <a:pt x="61" y="1684"/>
                    <a:pt x="152" y="1745"/>
                  </a:cubicBezTo>
                  <a:lnTo>
                    <a:pt x="243" y="1745"/>
                  </a:lnTo>
                  <a:cubicBezTo>
                    <a:pt x="304" y="1745"/>
                    <a:pt x="365" y="1684"/>
                    <a:pt x="395" y="1623"/>
                  </a:cubicBezTo>
                  <a:lnTo>
                    <a:pt x="973" y="255"/>
                  </a:lnTo>
                  <a:cubicBezTo>
                    <a:pt x="1034" y="164"/>
                    <a:pt x="973" y="42"/>
                    <a:pt x="882" y="12"/>
                  </a:cubicBezTo>
                  <a:cubicBezTo>
                    <a:pt x="859" y="4"/>
                    <a:pt x="834" y="1"/>
                    <a:pt x="81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5"/>
            <p:cNvSpPr/>
            <p:nvPr/>
          </p:nvSpPr>
          <p:spPr>
            <a:xfrm>
              <a:off x="3609000" y="2051225"/>
              <a:ext cx="107150" cy="233325"/>
            </a:xfrm>
            <a:custGeom>
              <a:rect b="b" l="l" r="r" t="t"/>
              <a:pathLst>
                <a:path extrusionOk="0" h="9333" w="4286">
                  <a:moveTo>
                    <a:pt x="183" y="1"/>
                  </a:moveTo>
                  <a:cubicBezTo>
                    <a:pt x="92" y="1"/>
                    <a:pt x="0" y="62"/>
                    <a:pt x="0" y="183"/>
                  </a:cubicBezTo>
                  <a:lnTo>
                    <a:pt x="122" y="9119"/>
                  </a:lnTo>
                  <a:cubicBezTo>
                    <a:pt x="122" y="9211"/>
                    <a:pt x="183" y="9302"/>
                    <a:pt x="274" y="9332"/>
                  </a:cubicBezTo>
                  <a:lnTo>
                    <a:pt x="304" y="9332"/>
                  </a:lnTo>
                  <a:cubicBezTo>
                    <a:pt x="395" y="9332"/>
                    <a:pt x="456" y="9271"/>
                    <a:pt x="487" y="9211"/>
                  </a:cubicBezTo>
                  <a:lnTo>
                    <a:pt x="4225" y="396"/>
                  </a:lnTo>
                  <a:cubicBezTo>
                    <a:pt x="4286" y="255"/>
                    <a:pt x="4160" y="141"/>
                    <a:pt x="4042" y="141"/>
                  </a:cubicBezTo>
                  <a:cubicBezTo>
                    <a:pt x="3981" y="141"/>
                    <a:pt x="3922" y="172"/>
                    <a:pt x="3891" y="244"/>
                  </a:cubicBezTo>
                  <a:lnTo>
                    <a:pt x="487" y="8238"/>
                  </a:lnTo>
                  <a:lnTo>
                    <a:pt x="365" y="183"/>
                  </a:lnTo>
                  <a:cubicBezTo>
                    <a:pt x="365" y="62"/>
                    <a:pt x="274" y="1"/>
                    <a:pt x="18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5"/>
            <p:cNvSpPr/>
            <p:nvPr/>
          </p:nvSpPr>
          <p:spPr>
            <a:xfrm>
              <a:off x="3297450" y="2199400"/>
              <a:ext cx="189225" cy="148975"/>
            </a:xfrm>
            <a:custGeom>
              <a:rect b="b" l="l" r="r" t="t"/>
              <a:pathLst>
                <a:path extrusionOk="0" h="5959" w="7569">
                  <a:moveTo>
                    <a:pt x="6262" y="1"/>
                  </a:moveTo>
                  <a:lnTo>
                    <a:pt x="0" y="244"/>
                  </a:lnTo>
                  <a:lnTo>
                    <a:pt x="1520" y="2949"/>
                  </a:lnTo>
                  <a:lnTo>
                    <a:pt x="3830" y="5958"/>
                  </a:lnTo>
                  <a:cubicBezTo>
                    <a:pt x="4438" y="5715"/>
                    <a:pt x="4985" y="5320"/>
                    <a:pt x="5441" y="4803"/>
                  </a:cubicBezTo>
                  <a:cubicBezTo>
                    <a:pt x="6383" y="3861"/>
                    <a:pt x="7325" y="1885"/>
                    <a:pt x="7447" y="1490"/>
                  </a:cubicBezTo>
                  <a:cubicBezTo>
                    <a:pt x="7569" y="1126"/>
                    <a:pt x="6262" y="1"/>
                    <a:pt x="626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5"/>
            <p:cNvSpPr/>
            <p:nvPr/>
          </p:nvSpPr>
          <p:spPr>
            <a:xfrm>
              <a:off x="3292875" y="2195600"/>
              <a:ext cx="198350" cy="157325"/>
            </a:xfrm>
            <a:custGeom>
              <a:rect b="b" l="l" r="r" t="t"/>
              <a:pathLst>
                <a:path extrusionOk="0" h="6293" w="7934">
                  <a:moveTo>
                    <a:pt x="6384" y="366"/>
                  </a:moveTo>
                  <a:cubicBezTo>
                    <a:pt x="6961" y="882"/>
                    <a:pt x="7448" y="1460"/>
                    <a:pt x="7448" y="1612"/>
                  </a:cubicBezTo>
                  <a:cubicBezTo>
                    <a:pt x="7326" y="2007"/>
                    <a:pt x="6384" y="3952"/>
                    <a:pt x="5502" y="4834"/>
                  </a:cubicBezTo>
                  <a:cubicBezTo>
                    <a:pt x="5077" y="5259"/>
                    <a:pt x="4590" y="5624"/>
                    <a:pt x="4074" y="5867"/>
                  </a:cubicBezTo>
                  <a:lnTo>
                    <a:pt x="1855" y="3010"/>
                  </a:lnTo>
                  <a:lnTo>
                    <a:pt x="517" y="609"/>
                  </a:lnTo>
                  <a:lnTo>
                    <a:pt x="6384" y="366"/>
                  </a:lnTo>
                  <a:close/>
                  <a:moveTo>
                    <a:pt x="6445" y="1"/>
                  </a:moveTo>
                  <a:lnTo>
                    <a:pt x="183" y="244"/>
                  </a:lnTo>
                  <a:cubicBezTo>
                    <a:pt x="122" y="244"/>
                    <a:pt x="62" y="305"/>
                    <a:pt x="31" y="335"/>
                  </a:cubicBezTo>
                  <a:cubicBezTo>
                    <a:pt x="1" y="396"/>
                    <a:pt x="1" y="487"/>
                    <a:pt x="31" y="548"/>
                  </a:cubicBezTo>
                  <a:lnTo>
                    <a:pt x="1551" y="3192"/>
                  </a:lnTo>
                  <a:cubicBezTo>
                    <a:pt x="1551" y="3192"/>
                    <a:pt x="1551" y="3223"/>
                    <a:pt x="1551" y="3223"/>
                  </a:cubicBezTo>
                  <a:lnTo>
                    <a:pt x="3861" y="6232"/>
                  </a:lnTo>
                  <a:cubicBezTo>
                    <a:pt x="3891" y="6262"/>
                    <a:pt x="3952" y="6293"/>
                    <a:pt x="4013" y="6293"/>
                  </a:cubicBezTo>
                  <a:lnTo>
                    <a:pt x="4043" y="6293"/>
                  </a:lnTo>
                  <a:cubicBezTo>
                    <a:pt x="4712" y="6050"/>
                    <a:pt x="5290" y="5655"/>
                    <a:pt x="5776" y="5138"/>
                  </a:cubicBezTo>
                  <a:cubicBezTo>
                    <a:pt x="6718" y="4196"/>
                    <a:pt x="7660" y="2189"/>
                    <a:pt x="7812" y="1764"/>
                  </a:cubicBezTo>
                  <a:cubicBezTo>
                    <a:pt x="7934" y="1308"/>
                    <a:pt x="7083" y="487"/>
                    <a:pt x="6566" y="62"/>
                  </a:cubicBezTo>
                  <a:cubicBezTo>
                    <a:pt x="6536" y="1"/>
                    <a:pt x="6475" y="1"/>
                    <a:pt x="644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5"/>
            <p:cNvSpPr/>
            <p:nvPr/>
          </p:nvSpPr>
          <p:spPr>
            <a:xfrm>
              <a:off x="3154575" y="1716125"/>
              <a:ext cx="405825" cy="563600"/>
            </a:xfrm>
            <a:custGeom>
              <a:rect b="b" l="l" r="r" t="t"/>
              <a:pathLst>
                <a:path extrusionOk="0" h="22544" w="16233">
                  <a:moveTo>
                    <a:pt x="8093" y="0"/>
                  </a:moveTo>
                  <a:cubicBezTo>
                    <a:pt x="7845" y="0"/>
                    <a:pt x="5704" y="27"/>
                    <a:pt x="4560" y="943"/>
                  </a:cubicBezTo>
                  <a:cubicBezTo>
                    <a:pt x="3344" y="1946"/>
                    <a:pt x="1" y="5198"/>
                    <a:pt x="487" y="8754"/>
                  </a:cubicBezTo>
                  <a:cubicBezTo>
                    <a:pt x="943" y="12311"/>
                    <a:pt x="3800" y="12371"/>
                    <a:pt x="3800" y="12371"/>
                  </a:cubicBezTo>
                  <a:cubicBezTo>
                    <a:pt x="3800" y="12371"/>
                    <a:pt x="2736" y="13070"/>
                    <a:pt x="2736" y="13830"/>
                  </a:cubicBezTo>
                  <a:cubicBezTo>
                    <a:pt x="2736" y="14590"/>
                    <a:pt x="3618" y="15077"/>
                    <a:pt x="3800" y="15168"/>
                  </a:cubicBezTo>
                  <a:cubicBezTo>
                    <a:pt x="4651" y="15715"/>
                    <a:pt x="5472" y="16384"/>
                    <a:pt x="6201" y="17113"/>
                  </a:cubicBezTo>
                  <a:cubicBezTo>
                    <a:pt x="7356" y="18268"/>
                    <a:pt x="8876" y="21520"/>
                    <a:pt x="8876" y="21520"/>
                  </a:cubicBezTo>
                  <a:cubicBezTo>
                    <a:pt x="9211" y="21946"/>
                    <a:pt x="9667" y="22280"/>
                    <a:pt x="10153" y="22463"/>
                  </a:cubicBezTo>
                  <a:cubicBezTo>
                    <a:pt x="10285" y="22517"/>
                    <a:pt x="10404" y="22544"/>
                    <a:pt x="10513" y="22544"/>
                  </a:cubicBezTo>
                  <a:cubicBezTo>
                    <a:pt x="11131" y="22544"/>
                    <a:pt x="11425" y="21682"/>
                    <a:pt x="11916" y="20183"/>
                  </a:cubicBezTo>
                  <a:cubicBezTo>
                    <a:pt x="12493" y="18450"/>
                    <a:pt x="14013" y="15046"/>
                    <a:pt x="14013" y="15046"/>
                  </a:cubicBezTo>
                  <a:cubicBezTo>
                    <a:pt x="14469" y="14712"/>
                    <a:pt x="14864" y="14286"/>
                    <a:pt x="15168" y="13770"/>
                  </a:cubicBezTo>
                  <a:cubicBezTo>
                    <a:pt x="15594" y="13010"/>
                    <a:pt x="15685" y="12371"/>
                    <a:pt x="15472" y="11095"/>
                  </a:cubicBezTo>
                  <a:cubicBezTo>
                    <a:pt x="15229" y="10031"/>
                    <a:pt x="14925" y="8967"/>
                    <a:pt x="14530" y="7934"/>
                  </a:cubicBezTo>
                  <a:cubicBezTo>
                    <a:pt x="14530" y="7934"/>
                    <a:pt x="15867" y="7052"/>
                    <a:pt x="16050" y="6262"/>
                  </a:cubicBezTo>
                  <a:cubicBezTo>
                    <a:pt x="16232" y="5441"/>
                    <a:pt x="12311" y="4165"/>
                    <a:pt x="12311" y="4165"/>
                  </a:cubicBezTo>
                  <a:cubicBezTo>
                    <a:pt x="12220" y="3465"/>
                    <a:pt x="12098" y="2766"/>
                    <a:pt x="11916" y="2128"/>
                  </a:cubicBezTo>
                  <a:cubicBezTo>
                    <a:pt x="11673" y="1459"/>
                    <a:pt x="8116" y="0"/>
                    <a:pt x="8116" y="0"/>
                  </a:cubicBezTo>
                  <a:cubicBezTo>
                    <a:pt x="8116" y="0"/>
                    <a:pt x="8108" y="0"/>
                    <a:pt x="80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5"/>
            <p:cNvSpPr/>
            <p:nvPr/>
          </p:nvSpPr>
          <p:spPr>
            <a:xfrm>
              <a:off x="3148500" y="1711550"/>
              <a:ext cx="416450" cy="573000"/>
            </a:xfrm>
            <a:custGeom>
              <a:rect b="b" l="l" r="r" t="t"/>
              <a:pathLst>
                <a:path extrusionOk="0" h="22920" w="16658">
                  <a:moveTo>
                    <a:pt x="8299" y="396"/>
                  </a:moveTo>
                  <a:cubicBezTo>
                    <a:pt x="10001" y="1095"/>
                    <a:pt x="11824" y="2007"/>
                    <a:pt x="11976" y="2372"/>
                  </a:cubicBezTo>
                  <a:cubicBezTo>
                    <a:pt x="12159" y="3010"/>
                    <a:pt x="12280" y="3679"/>
                    <a:pt x="12372" y="4348"/>
                  </a:cubicBezTo>
                  <a:cubicBezTo>
                    <a:pt x="12372" y="4439"/>
                    <a:pt x="12432" y="4500"/>
                    <a:pt x="12493" y="4530"/>
                  </a:cubicBezTo>
                  <a:cubicBezTo>
                    <a:pt x="14499" y="5168"/>
                    <a:pt x="16171" y="6050"/>
                    <a:pt x="16110" y="6384"/>
                  </a:cubicBezTo>
                  <a:cubicBezTo>
                    <a:pt x="15958" y="6992"/>
                    <a:pt x="15016" y="7721"/>
                    <a:pt x="14651" y="7965"/>
                  </a:cubicBezTo>
                  <a:cubicBezTo>
                    <a:pt x="14590" y="8025"/>
                    <a:pt x="14560" y="8117"/>
                    <a:pt x="14590" y="8177"/>
                  </a:cubicBezTo>
                  <a:cubicBezTo>
                    <a:pt x="14955" y="9211"/>
                    <a:pt x="15290" y="10244"/>
                    <a:pt x="15502" y="11308"/>
                  </a:cubicBezTo>
                  <a:cubicBezTo>
                    <a:pt x="15746" y="12615"/>
                    <a:pt x="15624" y="13193"/>
                    <a:pt x="15229" y="13861"/>
                  </a:cubicBezTo>
                  <a:cubicBezTo>
                    <a:pt x="14955" y="14348"/>
                    <a:pt x="14590" y="14743"/>
                    <a:pt x="14135" y="15077"/>
                  </a:cubicBezTo>
                  <a:cubicBezTo>
                    <a:pt x="14104" y="15108"/>
                    <a:pt x="14074" y="15138"/>
                    <a:pt x="14074" y="15168"/>
                  </a:cubicBezTo>
                  <a:cubicBezTo>
                    <a:pt x="14043" y="15199"/>
                    <a:pt x="12554" y="18573"/>
                    <a:pt x="11976" y="20305"/>
                  </a:cubicBezTo>
                  <a:cubicBezTo>
                    <a:pt x="11581" y="21460"/>
                    <a:pt x="11308" y="22311"/>
                    <a:pt x="10913" y="22494"/>
                  </a:cubicBezTo>
                  <a:cubicBezTo>
                    <a:pt x="10844" y="22521"/>
                    <a:pt x="10776" y="22536"/>
                    <a:pt x="10708" y="22536"/>
                  </a:cubicBezTo>
                  <a:cubicBezTo>
                    <a:pt x="10624" y="22536"/>
                    <a:pt x="10540" y="22514"/>
                    <a:pt x="10457" y="22463"/>
                  </a:cubicBezTo>
                  <a:cubicBezTo>
                    <a:pt x="10001" y="22281"/>
                    <a:pt x="9606" y="22007"/>
                    <a:pt x="9271" y="21643"/>
                  </a:cubicBezTo>
                  <a:lnTo>
                    <a:pt x="9271" y="21612"/>
                  </a:lnTo>
                  <a:cubicBezTo>
                    <a:pt x="9210" y="21491"/>
                    <a:pt x="7751" y="18330"/>
                    <a:pt x="6566" y="17144"/>
                  </a:cubicBezTo>
                  <a:cubicBezTo>
                    <a:pt x="5837" y="16415"/>
                    <a:pt x="5046" y="15776"/>
                    <a:pt x="4195" y="15229"/>
                  </a:cubicBezTo>
                  <a:lnTo>
                    <a:pt x="4074" y="15168"/>
                  </a:lnTo>
                  <a:cubicBezTo>
                    <a:pt x="3830" y="15016"/>
                    <a:pt x="3192" y="14560"/>
                    <a:pt x="3192" y="14013"/>
                  </a:cubicBezTo>
                  <a:cubicBezTo>
                    <a:pt x="3192" y="13466"/>
                    <a:pt x="3861" y="12889"/>
                    <a:pt x="4134" y="12706"/>
                  </a:cubicBezTo>
                  <a:cubicBezTo>
                    <a:pt x="4286" y="12615"/>
                    <a:pt x="4226" y="12372"/>
                    <a:pt x="4043" y="12372"/>
                  </a:cubicBezTo>
                  <a:cubicBezTo>
                    <a:pt x="3952" y="12372"/>
                    <a:pt x="1338" y="12250"/>
                    <a:pt x="912" y="8907"/>
                  </a:cubicBezTo>
                  <a:cubicBezTo>
                    <a:pt x="396" y="5047"/>
                    <a:pt x="4438" y="1673"/>
                    <a:pt x="4925" y="1278"/>
                  </a:cubicBezTo>
                  <a:cubicBezTo>
                    <a:pt x="5989" y="396"/>
                    <a:pt x="8025" y="396"/>
                    <a:pt x="8299" y="396"/>
                  </a:cubicBezTo>
                  <a:close/>
                  <a:moveTo>
                    <a:pt x="8324" y="1"/>
                  </a:moveTo>
                  <a:cubicBezTo>
                    <a:pt x="8015" y="1"/>
                    <a:pt x="5887" y="28"/>
                    <a:pt x="4681" y="1004"/>
                  </a:cubicBezTo>
                  <a:cubicBezTo>
                    <a:pt x="4195" y="1369"/>
                    <a:pt x="1" y="4895"/>
                    <a:pt x="548" y="8968"/>
                  </a:cubicBezTo>
                  <a:cubicBezTo>
                    <a:pt x="882" y="11764"/>
                    <a:pt x="2706" y="12494"/>
                    <a:pt x="3587" y="12676"/>
                  </a:cubicBezTo>
                  <a:cubicBezTo>
                    <a:pt x="3253" y="12980"/>
                    <a:pt x="2827" y="13466"/>
                    <a:pt x="2827" y="14013"/>
                  </a:cubicBezTo>
                  <a:cubicBezTo>
                    <a:pt x="2827" y="14804"/>
                    <a:pt x="3587" y="15290"/>
                    <a:pt x="3891" y="15472"/>
                  </a:cubicBezTo>
                  <a:lnTo>
                    <a:pt x="4013" y="15564"/>
                  </a:lnTo>
                  <a:cubicBezTo>
                    <a:pt x="4833" y="16080"/>
                    <a:pt x="5593" y="16719"/>
                    <a:pt x="6292" y="17418"/>
                  </a:cubicBezTo>
                  <a:cubicBezTo>
                    <a:pt x="7417" y="18542"/>
                    <a:pt x="8937" y="21764"/>
                    <a:pt x="8967" y="21825"/>
                  </a:cubicBezTo>
                  <a:cubicBezTo>
                    <a:pt x="9302" y="22281"/>
                    <a:pt x="9788" y="22615"/>
                    <a:pt x="10335" y="22828"/>
                  </a:cubicBezTo>
                  <a:cubicBezTo>
                    <a:pt x="10457" y="22889"/>
                    <a:pt x="10609" y="22919"/>
                    <a:pt x="10730" y="22919"/>
                  </a:cubicBezTo>
                  <a:cubicBezTo>
                    <a:pt x="10852" y="22919"/>
                    <a:pt x="10973" y="22889"/>
                    <a:pt x="11095" y="22828"/>
                  </a:cubicBezTo>
                  <a:cubicBezTo>
                    <a:pt x="11612" y="22585"/>
                    <a:pt x="11885" y="21764"/>
                    <a:pt x="12341" y="20427"/>
                  </a:cubicBezTo>
                  <a:cubicBezTo>
                    <a:pt x="12888" y="18816"/>
                    <a:pt x="14226" y="15776"/>
                    <a:pt x="14408" y="15351"/>
                  </a:cubicBezTo>
                  <a:cubicBezTo>
                    <a:pt x="14894" y="14986"/>
                    <a:pt x="15290" y="14560"/>
                    <a:pt x="15594" y="14044"/>
                  </a:cubicBezTo>
                  <a:cubicBezTo>
                    <a:pt x="16049" y="13193"/>
                    <a:pt x="16110" y="12463"/>
                    <a:pt x="15898" y="11217"/>
                  </a:cubicBezTo>
                  <a:cubicBezTo>
                    <a:pt x="15685" y="10183"/>
                    <a:pt x="15381" y="9180"/>
                    <a:pt x="15016" y="8177"/>
                  </a:cubicBezTo>
                  <a:cubicBezTo>
                    <a:pt x="15350" y="7934"/>
                    <a:pt x="16323" y="7205"/>
                    <a:pt x="16475" y="6475"/>
                  </a:cubicBezTo>
                  <a:cubicBezTo>
                    <a:pt x="16657" y="5594"/>
                    <a:pt x="13800" y="4530"/>
                    <a:pt x="12736" y="4196"/>
                  </a:cubicBezTo>
                  <a:cubicBezTo>
                    <a:pt x="12645" y="3527"/>
                    <a:pt x="12524" y="2858"/>
                    <a:pt x="12341" y="2220"/>
                  </a:cubicBezTo>
                  <a:cubicBezTo>
                    <a:pt x="12068" y="1521"/>
                    <a:pt x="9028" y="275"/>
                    <a:pt x="8451" y="1"/>
                  </a:cubicBezTo>
                  <a:lnTo>
                    <a:pt x="8359" y="1"/>
                  </a:lnTo>
                  <a:cubicBezTo>
                    <a:pt x="8354" y="1"/>
                    <a:pt x="8342" y="1"/>
                    <a:pt x="832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5"/>
            <p:cNvSpPr/>
            <p:nvPr/>
          </p:nvSpPr>
          <p:spPr>
            <a:xfrm>
              <a:off x="3423575" y="1821975"/>
              <a:ext cx="26625" cy="33750"/>
            </a:xfrm>
            <a:custGeom>
              <a:rect b="b" l="l" r="r" t="t"/>
              <a:pathLst>
                <a:path extrusionOk="0" h="1350" w="1065">
                  <a:moveTo>
                    <a:pt x="232" y="1"/>
                  </a:moveTo>
                  <a:cubicBezTo>
                    <a:pt x="203" y="1"/>
                    <a:pt x="176" y="7"/>
                    <a:pt x="153" y="22"/>
                  </a:cubicBezTo>
                  <a:cubicBezTo>
                    <a:pt x="1" y="113"/>
                    <a:pt x="31" y="478"/>
                    <a:pt x="244" y="842"/>
                  </a:cubicBezTo>
                  <a:cubicBezTo>
                    <a:pt x="424" y="1150"/>
                    <a:pt x="668" y="1350"/>
                    <a:pt x="831" y="1350"/>
                  </a:cubicBezTo>
                  <a:cubicBezTo>
                    <a:pt x="862" y="1350"/>
                    <a:pt x="889" y="1343"/>
                    <a:pt x="913" y="1329"/>
                  </a:cubicBezTo>
                  <a:cubicBezTo>
                    <a:pt x="1065" y="1238"/>
                    <a:pt x="1004" y="873"/>
                    <a:pt x="791" y="508"/>
                  </a:cubicBezTo>
                  <a:cubicBezTo>
                    <a:pt x="612" y="200"/>
                    <a:pt x="389" y="1"/>
                    <a:pt x="23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5"/>
            <p:cNvSpPr/>
            <p:nvPr/>
          </p:nvSpPr>
          <p:spPr>
            <a:xfrm>
              <a:off x="3393175" y="1787500"/>
              <a:ext cx="45400" cy="37300"/>
            </a:xfrm>
            <a:custGeom>
              <a:rect b="b" l="l" r="r" t="t"/>
              <a:pathLst>
                <a:path extrusionOk="0" h="1492" w="1816">
                  <a:moveTo>
                    <a:pt x="1550" y="1"/>
                  </a:moveTo>
                  <a:cubicBezTo>
                    <a:pt x="1541" y="1"/>
                    <a:pt x="1531" y="1"/>
                    <a:pt x="1521" y="3"/>
                  </a:cubicBezTo>
                  <a:cubicBezTo>
                    <a:pt x="791" y="33"/>
                    <a:pt x="183" y="550"/>
                    <a:pt x="1" y="1279"/>
                  </a:cubicBezTo>
                  <a:cubicBezTo>
                    <a:pt x="1" y="1370"/>
                    <a:pt x="62" y="1462"/>
                    <a:pt x="153" y="1492"/>
                  </a:cubicBezTo>
                  <a:lnTo>
                    <a:pt x="183" y="1492"/>
                  </a:lnTo>
                  <a:cubicBezTo>
                    <a:pt x="275" y="1492"/>
                    <a:pt x="366" y="1431"/>
                    <a:pt x="396" y="1340"/>
                  </a:cubicBezTo>
                  <a:cubicBezTo>
                    <a:pt x="518" y="793"/>
                    <a:pt x="1004" y="398"/>
                    <a:pt x="1582" y="398"/>
                  </a:cubicBezTo>
                  <a:cubicBezTo>
                    <a:pt x="1816" y="368"/>
                    <a:pt x="1796" y="1"/>
                    <a:pt x="155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5"/>
            <p:cNvSpPr/>
            <p:nvPr/>
          </p:nvSpPr>
          <p:spPr>
            <a:xfrm>
              <a:off x="3036800" y="1622800"/>
              <a:ext cx="543350" cy="472950"/>
            </a:xfrm>
            <a:custGeom>
              <a:rect b="b" l="l" r="r" t="t"/>
              <a:pathLst>
                <a:path extrusionOk="0" h="18918" w="21734">
                  <a:moveTo>
                    <a:pt x="11614" y="0"/>
                  </a:moveTo>
                  <a:cubicBezTo>
                    <a:pt x="9832" y="0"/>
                    <a:pt x="8815" y="1545"/>
                    <a:pt x="8815" y="1545"/>
                  </a:cubicBezTo>
                  <a:cubicBezTo>
                    <a:pt x="8937" y="1211"/>
                    <a:pt x="8937" y="846"/>
                    <a:pt x="8815" y="511"/>
                  </a:cubicBezTo>
                  <a:cubicBezTo>
                    <a:pt x="8745" y="276"/>
                    <a:pt x="8565" y="141"/>
                    <a:pt x="8259" y="141"/>
                  </a:cubicBezTo>
                  <a:cubicBezTo>
                    <a:pt x="7773" y="141"/>
                    <a:pt x="6969" y="481"/>
                    <a:pt x="5776" y="1302"/>
                  </a:cubicBezTo>
                  <a:cubicBezTo>
                    <a:pt x="3861" y="2670"/>
                    <a:pt x="760" y="7715"/>
                    <a:pt x="456" y="8657"/>
                  </a:cubicBezTo>
                  <a:cubicBezTo>
                    <a:pt x="183" y="9600"/>
                    <a:pt x="0" y="10177"/>
                    <a:pt x="3101" y="14098"/>
                  </a:cubicBezTo>
                  <a:cubicBezTo>
                    <a:pt x="6171" y="17989"/>
                    <a:pt x="7235" y="17351"/>
                    <a:pt x="7478" y="17594"/>
                  </a:cubicBezTo>
                  <a:cubicBezTo>
                    <a:pt x="7610" y="17727"/>
                    <a:pt x="7885" y="17918"/>
                    <a:pt x="8376" y="17918"/>
                  </a:cubicBezTo>
                  <a:cubicBezTo>
                    <a:pt x="8672" y="17918"/>
                    <a:pt x="9046" y="17849"/>
                    <a:pt x="9514" y="17655"/>
                  </a:cubicBezTo>
                  <a:cubicBezTo>
                    <a:pt x="10730" y="17107"/>
                    <a:pt x="11308" y="16135"/>
                    <a:pt x="11247" y="15892"/>
                  </a:cubicBezTo>
                  <a:cubicBezTo>
                    <a:pt x="11186" y="15648"/>
                    <a:pt x="8937" y="15314"/>
                    <a:pt x="8329" y="13733"/>
                  </a:cubicBezTo>
                  <a:cubicBezTo>
                    <a:pt x="7858" y="12445"/>
                    <a:pt x="8478" y="11702"/>
                    <a:pt x="9135" y="11702"/>
                  </a:cubicBezTo>
                  <a:cubicBezTo>
                    <a:pt x="9284" y="11702"/>
                    <a:pt x="9435" y="11740"/>
                    <a:pt x="9575" y="11819"/>
                  </a:cubicBezTo>
                  <a:cubicBezTo>
                    <a:pt x="10335" y="12214"/>
                    <a:pt x="11672" y="14949"/>
                    <a:pt x="11946" y="15770"/>
                  </a:cubicBezTo>
                  <a:cubicBezTo>
                    <a:pt x="12250" y="16591"/>
                    <a:pt x="12979" y="18354"/>
                    <a:pt x="15563" y="18688"/>
                  </a:cubicBezTo>
                  <a:cubicBezTo>
                    <a:pt x="16651" y="18840"/>
                    <a:pt x="17739" y="18918"/>
                    <a:pt x="18673" y="18918"/>
                  </a:cubicBezTo>
                  <a:cubicBezTo>
                    <a:pt x="19984" y="18918"/>
                    <a:pt x="20993" y="18764"/>
                    <a:pt x="21277" y="18445"/>
                  </a:cubicBezTo>
                  <a:cubicBezTo>
                    <a:pt x="21733" y="17928"/>
                    <a:pt x="21034" y="15588"/>
                    <a:pt x="20578" y="13885"/>
                  </a:cubicBezTo>
                  <a:cubicBezTo>
                    <a:pt x="20092" y="12214"/>
                    <a:pt x="19241" y="11667"/>
                    <a:pt x="19241" y="11667"/>
                  </a:cubicBezTo>
                  <a:lnTo>
                    <a:pt x="18633" y="11971"/>
                  </a:lnTo>
                  <a:cubicBezTo>
                    <a:pt x="18055" y="12275"/>
                    <a:pt x="15685" y="14433"/>
                    <a:pt x="15685" y="14433"/>
                  </a:cubicBezTo>
                  <a:cubicBezTo>
                    <a:pt x="15590" y="14450"/>
                    <a:pt x="15495" y="14459"/>
                    <a:pt x="15402" y="14459"/>
                  </a:cubicBezTo>
                  <a:cubicBezTo>
                    <a:pt x="15014" y="14459"/>
                    <a:pt x="14641" y="14313"/>
                    <a:pt x="14347" y="14068"/>
                  </a:cubicBezTo>
                  <a:cubicBezTo>
                    <a:pt x="13678" y="13551"/>
                    <a:pt x="10031" y="10390"/>
                    <a:pt x="10031" y="10390"/>
                  </a:cubicBezTo>
                  <a:cubicBezTo>
                    <a:pt x="10031" y="10390"/>
                    <a:pt x="10001" y="9995"/>
                    <a:pt x="10608" y="8870"/>
                  </a:cubicBezTo>
                  <a:cubicBezTo>
                    <a:pt x="11186" y="7776"/>
                    <a:pt x="10943" y="7533"/>
                    <a:pt x="10487" y="7320"/>
                  </a:cubicBezTo>
                  <a:cubicBezTo>
                    <a:pt x="10031" y="7077"/>
                    <a:pt x="9089" y="7259"/>
                    <a:pt x="10244" y="6074"/>
                  </a:cubicBezTo>
                  <a:cubicBezTo>
                    <a:pt x="11277" y="5132"/>
                    <a:pt x="12432" y="4341"/>
                    <a:pt x="13678" y="3764"/>
                  </a:cubicBezTo>
                  <a:cubicBezTo>
                    <a:pt x="14499" y="3338"/>
                    <a:pt x="14438" y="3004"/>
                    <a:pt x="14438" y="3004"/>
                  </a:cubicBezTo>
                  <a:cubicBezTo>
                    <a:pt x="14438" y="3004"/>
                    <a:pt x="15776" y="1484"/>
                    <a:pt x="13071" y="329"/>
                  </a:cubicBezTo>
                  <a:cubicBezTo>
                    <a:pt x="12541" y="94"/>
                    <a:pt x="12054" y="0"/>
                    <a:pt x="1161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5"/>
            <p:cNvSpPr/>
            <p:nvPr/>
          </p:nvSpPr>
          <p:spPr>
            <a:xfrm>
              <a:off x="3030725" y="1618225"/>
              <a:ext cx="553225" cy="481675"/>
            </a:xfrm>
            <a:custGeom>
              <a:rect b="b" l="l" r="r" t="t"/>
              <a:pathLst>
                <a:path extrusionOk="0" h="19267" w="22129">
                  <a:moveTo>
                    <a:pt x="11844" y="367"/>
                  </a:moveTo>
                  <a:cubicBezTo>
                    <a:pt x="12260" y="367"/>
                    <a:pt x="12720" y="452"/>
                    <a:pt x="13222" y="664"/>
                  </a:cubicBezTo>
                  <a:cubicBezTo>
                    <a:pt x="14134" y="1059"/>
                    <a:pt x="14651" y="1545"/>
                    <a:pt x="14773" y="2062"/>
                  </a:cubicBezTo>
                  <a:cubicBezTo>
                    <a:pt x="14833" y="2427"/>
                    <a:pt x="14742" y="2761"/>
                    <a:pt x="14529" y="3065"/>
                  </a:cubicBezTo>
                  <a:cubicBezTo>
                    <a:pt x="14499" y="3096"/>
                    <a:pt x="14499" y="3156"/>
                    <a:pt x="14499" y="3187"/>
                  </a:cubicBezTo>
                  <a:cubicBezTo>
                    <a:pt x="14499" y="3187"/>
                    <a:pt x="14469" y="3460"/>
                    <a:pt x="13830" y="3764"/>
                  </a:cubicBezTo>
                  <a:cubicBezTo>
                    <a:pt x="12554" y="4372"/>
                    <a:pt x="11368" y="5163"/>
                    <a:pt x="10365" y="6135"/>
                  </a:cubicBezTo>
                  <a:cubicBezTo>
                    <a:pt x="9848" y="6622"/>
                    <a:pt x="9666" y="6926"/>
                    <a:pt x="9757" y="7199"/>
                  </a:cubicBezTo>
                  <a:cubicBezTo>
                    <a:pt x="9818" y="7442"/>
                    <a:pt x="10092" y="7503"/>
                    <a:pt x="10335" y="7564"/>
                  </a:cubicBezTo>
                  <a:cubicBezTo>
                    <a:pt x="10426" y="7594"/>
                    <a:pt x="10517" y="7625"/>
                    <a:pt x="10639" y="7655"/>
                  </a:cubicBezTo>
                  <a:cubicBezTo>
                    <a:pt x="10851" y="7777"/>
                    <a:pt x="10943" y="7868"/>
                    <a:pt x="10973" y="7959"/>
                  </a:cubicBezTo>
                  <a:cubicBezTo>
                    <a:pt x="11034" y="8141"/>
                    <a:pt x="10943" y="8476"/>
                    <a:pt x="10669" y="8992"/>
                  </a:cubicBezTo>
                  <a:cubicBezTo>
                    <a:pt x="10061" y="10117"/>
                    <a:pt x="10061" y="10543"/>
                    <a:pt x="10061" y="10603"/>
                  </a:cubicBezTo>
                  <a:cubicBezTo>
                    <a:pt x="10061" y="10634"/>
                    <a:pt x="10092" y="10695"/>
                    <a:pt x="10122" y="10725"/>
                  </a:cubicBezTo>
                  <a:cubicBezTo>
                    <a:pt x="10152" y="10755"/>
                    <a:pt x="13800" y="13886"/>
                    <a:pt x="14438" y="14403"/>
                  </a:cubicBezTo>
                  <a:cubicBezTo>
                    <a:pt x="14774" y="14691"/>
                    <a:pt x="15204" y="14827"/>
                    <a:pt x="15625" y="14827"/>
                  </a:cubicBezTo>
                  <a:cubicBezTo>
                    <a:pt x="15737" y="14827"/>
                    <a:pt x="15849" y="14817"/>
                    <a:pt x="15958" y="14798"/>
                  </a:cubicBezTo>
                  <a:cubicBezTo>
                    <a:pt x="15988" y="14768"/>
                    <a:pt x="16019" y="14768"/>
                    <a:pt x="16049" y="14737"/>
                  </a:cubicBezTo>
                  <a:cubicBezTo>
                    <a:pt x="16687" y="14160"/>
                    <a:pt x="18511" y="12549"/>
                    <a:pt x="18967" y="12336"/>
                  </a:cubicBezTo>
                  <a:lnTo>
                    <a:pt x="19453" y="12093"/>
                  </a:lnTo>
                  <a:cubicBezTo>
                    <a:pt x="20061" y="12640"/>
                    <a:pt x="20457" y="13339"/>
                    <a:pt x="20639" y="14129"/>
                  </a:cubicBezTo>
                  <a:lnTo>
                    <a:pt x="20730" y="14524"/>
                  </a:lnTo>
                  <a:cubicBezTo>
                    <a:pt x="21125" y="15923"/>
                    <a:pt x="21733" y="18081"/>
                    <a:pt x="21368" y="18476"/>
                  </a:cubicBezTo>
                  <a:cubicBezTo>
                    <a:pt x="21166" y="18715"/>
                    <a:pt x="20238" y="18865"/>
                    <a:pt x="18895" y="18865"/>
                  </a:cubicBezTo>
                  <a:cubicBezTo>
                    <a:pt x="18022" y="18865"/>
                    <a:pt x="16974" y="18802"/>
                    <a:pt x="15836" y="18658"/>
                  </a:cubicBezTo>
                  <a:cubicBezTo>
                    <a:pt x="13253" y="18324"/>
                    <a:pt x="12614" y="16531"/>
                    <a:pt x="12371" y="15862"/>
                  </a:cubicBezTo>
                  <a:cubicBezTo>
                    <a:pt x="12128" y="15224"/>
                    <a:pt x="10760" y="12275"/>
                    <a:pt x="9879" y="11789"/>
                  </a:cubicBezTo>
                  <a:cubicBezTo>
                    <a:pt x="9727" y="11698"/>
                    <a:pt x="9544" y="11667"/>
                    <a:pt x="9362" y="11667"/>
                  </a:cubicBezTo>
                  <a:cubicBezTo>
                    <a:pt x="9119" y="11667"/>
                    <a:pt x="8845" y="11758"/>
                    <a:pt x="8633" y="11941"/>
                  </a:cubicBezTo>
                  <a:cubicBezTo>
                    <a:pt x="8177" y="12366"/>
                    <a:pt x="8055" y="13126"/>
                    <a:pt x="8389" y="13947"/>
                  </a:cubicBezTo>
                  <a:cubicBezTo>
                    <a:pt x="8815" y="15163"/>
                    <a:pt x="10183" y="15679"/>
                    <a:pt x="10912" y="15983"/>
                  </a:cubicBezTo>
                  <a:cubicBezTo>
                    <a:pt x="11064" y="16044"/>
                    <a:pt x="11216" y="16105"/>
                    <a:pt x="11277" y="16135"/>
                  </a:cubicBezTo>
                  <a:cubicBezTo>
                    <a:pt x="10973" y="16834"/>
                    <a:pt x="10365" y="17351"/>
                    <a:pt x="9666" y="17625"/>
                  </a:cubicBezTo>
                  <a:cubicBezTo>
                    <a:pt x="9222" y="17817"/>
                    <a:pt x="8873" y="17885"/>
                    <a:pt x="8600" y="17885"/>
                  </a:cubicBezTo>
                  <a:cubicBezTo>
                    <a:pt x="8181" y="17885"/>
                    <a:pt x="7941" y="17723"/>
                    <a:pt x="7812" y="17594"/>
                  </a:cubicBezTo>
                  <a:cubicBezTo>
                    <a:pt x="7721" y="17534"/>
                    <a:pt x="7599" y="17473"/>
                    <a:pt x="7478" y="17473"/>
                  </a:cubicBezTo>
                  <a:cubicBezTo>
                    <a:pt x="7052" y="17412"/>
                    <a:pt x="5927" y="17230"/>
                    <a:pt x="3465" y="14129"/>
                  </a:cubicBezTo>
                  <a:cubicBezTo>
                    <a:pt x="426" y="10299"/>
                    <a:pt x="608" y="9722"/>
                    <a:pt x="882" y="8871"/>
                  </a:cubicBezTo>
                  <a:cubicBezTo>
                    <a:pt x="1155" y="7898"/>
                    <a:pt x="4256" y="2944"/>
                    <a:pt x="6110" y="1637"/>
                  </a:cubicBezTo>
                  <a:cubicBezTo>
                    <a:pt x="7496" y="664"/>
                    <a:pt x="8182" y="489"/>
                    <a:pt x="8494" y="489"/>
                  </a:cubicBezTo>
                  <a:cubicBezTo>
                    <a:pt x="8572" y="489"/>
                    <a:pt x="8627" y="500"/>
                    <a:pt x="8663" y="512"/>
                  </a:cubicBezTo>
                  <a:cubicBezTo>
                    <a:pt x="8754" y="542"/>
                    <a:pt x="8815" y="634"/>
                    <a:pt x="8845" y="725"/>
                  </a:cubicBezTo>
                  <a:cubicBezTo>
                    <a:pt x="8937" y="998"/>
                    <a:pt x="8937" y="1333"/>
                    <a:pt x="8845" y="1637"/>
                  </a:cubicBezTo>
                  <a:cubicBezTo>
                    <a:pt x="8804" y="1783"/>
                    <a:pt x="8920" y="1900"/>
                    <a:pt x="9036" y="1900"/>
                  </a:cubicBezTo>
                  <a:cubicBezTo>
                    <a:pt x="9089" y="1900"/>
                    <a:pt x="9142" y="1876"/>
                    <a:pt x="9180" y="1819"/>
                  </a:cubicBezTo>
                  <a:cubicBezTo>
                    <a:pt x="9228" y="1746"/>
                    <a:pt x="10174" y="367"/>
                    <a:pt x="11844" y="367"/>
                  </a:cubicBezTo>
                  <a:close/>
                  <a:moveTo>
                    <a:pt x="11869" y="0"/>
                  </a:moveTo>
                  <a:cubicBezTo>
                    <a:pt x="10912" y="0"/>
                    <a:pt x="9977" y="385"/>
                    <a:pt x="9301" y="1120"/>
                  </a:cubicBezTo>
                  <a:cubicBezTo>
                    <a:pt x="9301" y="968"/>
                    <a:pt x="9271" y="786"/>
                    <a:pt x="9210" y="634"/>
                  </a:cubicBezTo>
                  <a:cubicBezTo>
                    <a:pt x="9180" y="421"/>
                    <a:pt x="8997" y="238"/>
                    <a:pt x="8815" y="178"/>
                  </a:cubicBezTo>
                  <a:cubicBezTo>
                    <a:pt x="8720" y="148"/>
                    <a:pt x="8613" y="132"/>
                    <a:pt x="8496" y="132"/>
                  </a:cubicBezTo>
                  <a:cubicBezTo>
                    <a:pt x="7905" y="132"/>
                    <a:pt x="7039" y="521"/>
                    <a:pt x="5897" y="1333"/>
                  </a:cubicBezTo>
                  <a:cubicBezTo>
                    <a:pt x="3982" y="2670"/>
                    <a:pt x="821" y="7777"/>
                    <a:pt x="517" y="8780"/>
                  </a:cubicBezTo>
                  <a:cubicBezTo>
                    <a:pt x="213" y="9783"/>
                    <a:pt x="0" y="10391"/>
                    <a:pt x="3161" y="14372"/>
                  </a:cubicBezTo>
                  <a:cubicBezTo>
                    <a:pt x="5715" y="17564"/>
                    <a:pt x="6900" y="17777"/>
                    <a:pt x="7417" y="17868"/>
                  </a:cubicBezTo>
                  <a:lnTo>
                    <a:pt x="7569" y="17898"/>
                  </a:lnTo>
                  <a:cubicBezTo>
                    <a:pt x="7739" y="18068"/>
                    <a:pt x="8061" y="18273"/>
                    <a:pt x="8594" y="18273"/>
                  </a:cubicBezTo>
                  <a:cubicBezTo>
                    <a:pt x="8919" y="18273"/>
                    <a:pt x="9323" y="18197"/>
                    <a:pt x="9818" y="17990"/>
                  </a:cubicBezTo>
                  <a:cubicBezTo>
                    <a:pt x="11064" y="17442"/>
                    <a:pt x="11763" y="16379"/>
                    <a:pt x="11672" y="16014"/>
                  </a:cubicBezTo>
                  <a:cubicBezTo>
                    <a:pt x="11642" y="15862"/>
                    <a:pt x="11429" y="15771"/>
                    <a:pt x="11064" y="15619"/>
                  </a:cubicBezTo>
                  <a:cubicBezTo>
                    <a:pt x="10335" y="15345"/>
                    <a:pt x="9119" y="14889"/>
                    <a:pt x="8754" y="13825"/>
                  </a:cubicBezTo>
                  <a:cubicBezTo>
                    <a:pt x="8481" y="13157"/>
                    <a:pt x="8541" y="12549"/>
                    <a:pt x="8906" y="12245"/>
                  </a:cubicBezTo>
                  <a:cubicBezTo>
                    <a:pt x="9030" y="12121"/>
                    <a:pt x="9196" y="12059"/>
                    <a:pt x="9360" y="12059"/>
                  </a:cubicBezTo>
                  <a:cubicBezTo>
                    <a:pt x="9478" y="12059"/>
                    <a:pt x="9595" y="12090"/>
                    <a:pt x="9696" y="12154"/>
                  </a:cubicBezTo>
                  <a:cubicBezTo>
                    <a:pt x="10365" y="12488"/>
                    <a:pt x="11672" y="15072"/>
                    <a:pt x="12007" y="16014"/>
                  </a:cubicBezTo>
                  <a:cubicBezTo>
                    <a:pt x="12280" y="16743"/>
                    <a:pt x="12949" y="18658"/>
                    <a:pt x="15776" y="19053"/>
                  </a:cubicBezTo>
                  <a:cubicBezTo>
                    <a:pt x="16809" y="19175"/>
                    <a:pt x="17873" y="19266"/>
                    <a:pt x="18937" y="19266"/>
                  </a:cubicBezTo>
                  <a:cubicBezTo>
                    <a:pt x="20244" y="19266"/>
                    <a:pt x="21338" y="19114"/>
                    <a:pt x="21672" y="18749"/>
                  </a:cubicBezTo>
                  <a:cubicBezTo>
                    <a:pt x="22128" y="18202"/>
                    <a:pt x="21733" y="16622"/>
                    <a:pt x="21125" y="14403"/>
                  </a:cubicBezTo>
                  <a:lnTo>
                    <a:pt x="21004" y="14038"/>
                  </a:lnTo>
                  <a:cubicBezTo>
                    <a:pt x="20517" y="12275"/>
                    <a:pt x="19605" y="11728"/>
                    <a:pt x="19575" y="11698"/>
                  </a:cubicBezTo>
                  <a:cubicBezTo>
                    <a:pt x="19545" y="11682"/>
                    <a:pt x="19514" y="11675"/>
                    <a:pt x="19484" y="11675"/>
                  </a:cubicBezTo>
                  <a:cubicBezTo>
                    <a:pt x="19453" y="11675"/>
                    <a:pt x="19423" y="11682"/>
                    <a:pt x="19393" y="11698"/>
                  </a:cubicBezTo>
                  <a:lnTo>
                    <a:pt x="18815" y="12002"/>
                  </a:lnTo>
                  <a:cubicBezTo>
                    <a:pt x="18238" y="12275"/>
                    <a:pt x="16171" y="14160"/>
                    <a:pt x="15836" y="14433"/>
                  </a:cubicBezTo>
                  <a:cubicBezTo>
                    <a:pt x="15763" y="14444"/>
                    <a:pt x="15691" y="14449"/>
                    <a:pt x="15620" y="14449"/>
                  </a:cubicBezTo>
                  <a:cubicBezTo>
                    <a:pt x="15277" y="14449"/>
                    <a:pt x="14958" y="14331"/>
                    <a:pt x="14681" y="14129"/>
                  </a:cubicBezTo>
                  <a:cubicBezTo>
                    <a:pt x="14104" y="13643"/>
                    <a:pt x="11003" y="10968"/>
                    <a:pt x="10456" y="10512"/>
                  </a:cubicBezTo>
                  <a:cubicBezTo>
                    <a:pt x="10578" y="10026"/>
                    <a:pt x="10760" y="9600"/>
                    <a:pt x="11003" y="9175"/>
                  </a:cubicBezTo>
                  <a:cubicBezTo>
                    <a:pt x="11338" y="8536"/>
                    <a:pt x="11429" y="8141"/>
                    <a:pt x="11338" y="7837"/>
                  </a:cubicBezTo>
                  <a:cubicBezTo>
                    <a:pt x="11247" y="7594"/>
                    <a:pt x="11064" y="7412"/>
                    <a:pt x="10821" y="7321"/>
                  </a:cubicBezTo>
                  <a:cubicBezTo>
                    <a:pt x="10700" y="7290"/>
                    <a:pt x="10548" y="7229"/>
                    <a:pt x="10426" y="7199"/>
                  </a:cubicBezTo>
                  <a:cubicBezTo>
                    <a:pt x="10335" y="7199"/>
                    <a:pt x="10213" y="7138"/>
                    <a:pt x="10122" y="7108"/>
                  </a:cubicBezTo>
                  <a:cubicBezTo>
                    <a:pt x="10122" y="7077"/>
                    <a:pt x="10092" y="6956"/>
                    <a:pt x="10639" y="6409"/>
                  </a:cubicBezTo>
                  <a:cubicBezTo>
                    <a:pt x="11642" y="5467"/>
                    <a:pt x="12766" y="4707"/>
                    <a:pt x="14013" y="4129"/>
                  </a:cubicBezTo>
                  <a:cubicBezTo>
                    <a:pt x="14712" y="3764"/>
                    <a:pt x="14864" y="3430"/>
                    <a:pt x="14894" y="3248"/>
                  </a:cubicBezTo>
                  <a:cubicBezTo>
                    <a:pt x="15137" y="2883"/>
                    <a:pt x="15259" y="2427"/>
                    <a:pt x="15168" y="2001"/>
                  </a:cubicBezTo>
                  <a:cubicBezTo>
                    <a:pt x="15016" y="1333"/>
                    <a:pt x="14408" y="786"/>
                    <a:pt x="13374" y="330"/>
                  </a:cubicBezTo>
                  <a:cubicBezTo>
                    <a:pt x="12890" y="109"/>
                    <a:pt x="12376" y="0"/>
                    <a:pt x="1186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5"/>
            <p:cNvSpPr/>
            <p:nvPr/>
          </p:nvSpPr>
          <p:spPr>
            <a:xfrm>
              <a:off x="3466125" y="1966700"/>
              <a:ext cx="70250" cy="20050"/>
            </a:xfrm>
            <a:custGeom>
              <a:rect b="b" l="l" r="r" t="t"/>
              <a:pathLst>
                <a:path extrusionOk="0" h="802" w="2810">
                  <a:moveTo>
                    <a:pt x="187" y="0"/>
                  </a:moveTo>
                  <a:cubicBezTo>
                    <a:pt x="138" y="0"/>
                    <a:pt x="92" y="23"/>
                    <a:pt x="62" y="69"/>
                  </a:cubicBezTo>
                  <a:cubicBezTo>
                    <a:pt x="1" y="129"/>
                    <a:pt x="1" y="251"/>
                    <a:pt x="62" y="342"/>
                  </a:cubicBezTo>
                  <a:cubicBezTo>
                    <a:pt x="452" y="649"/>
                    <a:pt x="944" y="802"/>
                    <a:pt x="1445" y="802"/>
                  </a:cubicBezTo>
                  <a:cubicBezTo>
                    <a:pt x="1490" y="802"/>
                    <a:pt x="1536" y="801"/>
                    <a:pt x="1582" y="798"/>
                  </a:cubicBezTo>
                  <a:cubicBezTo>
                    <a:pt x="1916" y="798"/>
                    <a:pt x="2250" y="768"/>
                    <a:pt x="2585" y="707"/>
                  </a:cubicBezTo>
                  <a:cubicBezTo>
                    <a:pt x="2809" y="623"/>
                    <a:pt x="2749" y="305"/>
                    <a:pt x="2546" y="305"/>
                  </a:cubicBezTo>
                  <a:cubicBezTo>
                    <a:pt x="2530" y="305"/>
                    <a:pt x="2512" y="307"/>
                    <a:pt x="2493" y="312"/>
                  </a:cubicBezTo>
                  <a:cubicBezTo>
                    <a:pt x="2153" y="399"/>
                    <a:pt x="1853" y="432"/>
                    <a:pt x="1595" y="432"/>
                  </a:cubicBezTo>
                  <a:cubicBezTo>
                    <a:pt x="769" y="432"/>
                    <a:pt x="358" y="92"/>
                    <a:pt x="335" y="69"/>
                  </a:cubicBezTo>
                  <a:cubicBezTo>
                    <a:pt x="290" y="23"/>
                    <a:pt x="237" y="0"/>
                    <a:pt x="1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5"/>
            <p:cNvSpPr/>
            <p:nvPr/>
          </p:nvSpPr>
          <p:spPr>
            <a:xfrm>
              <a:off x="2435725" y="2100625"/>
              <a:ext cx="848050" cy="873900"/>
            </a:xfrm>
            <a:custGeom>
              <a:rect b="b" l="l" r="r" t="t"/>
              <a:pathLst>
                <a:path extrusionOk="0" h="34956" w="33922">
                  <a:moveTo>
                    <a:pt x="30730" y="1"/>
                  </a:moveTo>
                  <a:lnTo>
                    <a:pt x="28816" y="1216"/>
                  </a:lnTo>
                  <a:cubicBezTo>
                    <a:pt x="28816" y="1216"/>
                    <a:pt x="21004" y="1216"/>
                    <a:pt x="20457" y="1733"/>
                  </a:cubicBezTo>
                  <a:cubicBezTo>
                    <a:pt x="19910" y="2280"/>
                    <a:pt x="5016" y="15502"/>
                    <a:pt x="4864" y="16171"/>
                  </a:cubicBezTo>
                  <a:cubicBezTo>
                    <a:pt x="4712" y="16870"/>
                    <a:pt x="0" y="32949"/>
                    <a:pt x="0" y="32949"/>
                  </a:cubicBezTo>
                  <a:lnTo>
                    <a:pt x="5076" y="34955"/>
                  </a:lnTo>
                  <a:lnTo>
                    <a:pt x="12007" y="19575"/>
                  </a:lnTo>
                  <a:lnTo>
                    <a:pt x="20578" y="15259"/>
                  </a:lnTo>
                  <a:lnTo>
                    <a:pt x="20578" y="15259"/>
                  </a:lnTo>
                  <a:cubicBezTo>
                    <a:pt x="20578" y="15259"/>
                    <a:pt x="20426" y="17387"/>
                    <a:pt x="18694" y="20335"/>
                  </a:cubicBezTo>
                  <a:cubicBezTo>
                    <a:pt x="16961" y="23253"/>
                    <a:pt x="11156" y="29545"/>
                    <a:pt x="11156" y="29545"/>
                  </a:cubicBezTo>
                  <a:cubicBezTo>
                    <a:pt x="11156" y="29545"/>
                    <a:pt x="17083" y="24530"/>
                    <a:pt x="20700" y="22858"/>
                  </a:cubicBezTo>
                  <a:cubicBezTo>
                    <a:pt x="24317" y="21186"/>
                    <a:pt x="26566" y="22128"/>
                    <a:pt x="29454" y="18511"/>
                  </a:cubicBezTo>
                  <a:cubicBezTo>
                    <a:pt x="32311" y="14894"/>
                    <a:pt x="33922" y="11976"/>
                    <a:pt x="33861" y="9089"/>
                  </a:cubicBezTo>
                  <a:cubicBezTo>
                    <a:pt x="33770" y="6232"/>
                    <a:pt x="30730" y="1"/>
                    <a:pt x="30730"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5"/>
            <p:cNvSpPr/>
            <p:nvPr/>
          </p:nvSpPr>
          <p:spPr>
            <a:xfrm>
              <a:off x="2431175" y="2096075"/>
              <a:ext cx="857925" cy="883000"/>
            </a:xfrm>
            <a:custGeom>
              <a:rect b="b" l="l" r="r" t="t"/>
              <a:pathLst>
                <a:path extrusionOk="0" h="35320" w="34317">
                  <a:moveTo>
                    <a:pt x="30821" y="456"/>
                  </a:moveTo>
                  <a:cubicBezTo>
                    <a:pt x="31338" y="1520"/>
                    <a:pt x="33800" y="6748"/>
                    <a:pt x="33861" y="9271"/>
                  </a:cubicBezTo>
                  <a:cubicBezTo>
                    <a:pt x="33922" y="11885"/>
                    <a:pt x="32615" y="14651"/>
                    <a:pt x="29484" y="18572"/>
                  </a:cubicBezTo>
                  <a:cubicBezTo>
                    <a:pt x="27660" y="20912"/>
                    <a:pt x="26019" y="21307"/>
                    <a:pt x="24165" y="21763"/>
                  </a:cubicBezTo>
                  <a:cubicBezTo>
                    <a:pt x="23010" y="22007"/>
                    <a:pt x="21885" y="22402"/>
                    <a:pt x="20821" y="22858"/>
                  </a:cubicBezTo>
                  <a:cubicBezTo>
                    <a:pt x="18511" y="23921"/>
                    <a:pt x="15198" y="26414"/>
                    <a:pt x="13131" y="28025"/>
                  </a:cubicBezTo>
                  <a:cubicBezTo>
                    <a:pt x="14985" y="25958"/>
                    <a:pt x="17903" y="22554"/>
                    <a:pt x="19058" y="20608"/>
                  </a:cubicBezTo>
                  <a:cubicBezTo>
                    <a:pt x="20791" y="17660"/>
                    <a:pt x="20943" y="15532"/>
                    <a:pt x="20943" y="15441"/>
                  </a:cubicBezTo>
                  <a:cubicBezTo>
                    <a:pt x="20967" y="15322"/>
                    <a:pt x="20878" y="15240"/>
                    <a:pt x="20765" y="15240"/>
                  </a:cubicBezTo>
                  <a:cubicBezTo>
                    <a:pt x="20734" y="15240"/>
                    <a:pt x="20702" y="15246"/>
                    <a:pt x="20669" y="15259"/>
                  </a:cubicBezTo>
                  <a:lnTo>
                    <a:pt x="12128" y="19605"/>
                  </a:lnTo>
                  <a:cubicBezTo>
                    <a:pt x="12097" y="19605"/>
                    <a:pt x="12067" y="19636"/>
                    <a:pt x="12037" y="19696"/>
                  </a:cubicBezTo>
                  <a:lnTo>
                    <a:pt x="5167" y="34894"/>
                  </a:lnTo>
                  <a:lnTo>
                    <a:pt x="426" y="33010"/>
                  </a:lnTo>
                  <a:cubicBezTo>
                    <a:pt x="973" y="31216"/>
                    <a:pt x="5137" y="17022"/>
                    <a:pt x="5228" y="16414"/>
                  </a:cubicBezTo>
                  <a:cubicBezTo>
                    <a:pt x="5532" y="15745"/>
                    <a:pt x="14499" y="7690"/>
                    <a:pt x="18298" y="4286"/>
                  </a:cubicBezTo>
                  <a:cubicBezTo>
                    <a:pt x="19696" y="3009"/>
                    <a:pt x="20608" y="2189"/>
                    <a:pt x="20760" y="2067"/>
                  </a:cubicBezTo>
                  <a:cubicBezTo>
                    <a:pt x="21095" y="1763"/>
                    <a:pt x="25198" y="1581"/>
                    <a:pt x="28967" y="1581"/>
                  </a:cubicBezTo>
                  <a:cubicBezTo>
                    <a:pt x="28998" y="1581"/>
                    <a:pt x="29028" y="1581"/>
                    <a:pt x="29058" y="1550"/>
                  </a:cubicBezTo>
                  <a:lnTo>
                    <a:pt x="30821" y="456"/>
                  </a:lnTo>
                  <a:close/>
                  <a:moveTo>
                    <a:pt x="30973" y="0"/>
                  </a:moveTo>
                  <a:cubicBezTo>
                    <a:pt x="30943" y="0"/>
                    <a:pt x="30882" y="0"/>
                    <a:pt x="30821" y="31"/>
                  </a:cubicBezTo>
                  <a:lnTo>
                    <a:pt x="28937" y="1216"/>
                  </a:lnTo>
                  <a:cubicBezTo>
                    <a:pt x="27022" y="1216"/>
                    <a:pt x="21064" y="1277"/>
                    <a:pt x="20517" y="1793"/>
                  </a:cubicBezTo>
                  <a:cubicBezTo>
                    <a:pt x="20396" y="1945"/>
                    <a:pt x="19423" y="2797"/>
                    <a:pt x="18085" y="4012"/>
                  </a:cubicBezTo>
                  <a:cubicBezTo>
                    <a:pt x="8420" y="12675"/>
                    <a:pt x="4985" y="15897"/>
                    <a:pt x="4894" y="16323"/>
                  </a:cubicBezTo>
                  <a:cubicBezTo>
                    <a:pt x="4772" y="16991"/>
                    <a:pt x="61" y="32919"/>
                    <a:pt x="30" y="33071"/>
                  </a:cubicBezTo>
                  <a:cubicBezTo>
                    <a:pt x="0" y="33162"/>
                    <a:pt x="30" y="33283"/>
                    <a:pt x="122" y="33314"/>
                  </a:cubicBezTo>
                  <a:lnTo>
                    <a:pt x="5198" y="35320"/>
                  </a:lnTo>
                  <a:lnTo>
                    <a:pt x="5289" y="35320"/>
                  </a:lnTo>
                  <a:cubicBezTo>
                    <a:pt x="5350" y="35320"/>
                    <a:pt x="5441" y="35289"/>
                    <a:pt x="5471" y="35229"/>
                  </a:cubicBezTo>
                  <a:lnTo>
                    <a:pt x="12401" y="19909"/>
                  </a:lnTo>
                  <a:lnTo>
                    <a:pt x="20547" y="15775"/>
                  </a:lnTo>
                  <a:lnTo>
                    <a:pt x="20547" y="15775"/>
                  </a:lnTo>
                  <a:cubicBezTo>
                    <a:pt x="20244" y="17417"/>
                    <a:pt x="19636" y="18997"/>
                    <a:pt x="18754" y="20426"/>
                  </a:cubicBezTo>
                  <a:cubicBezTo>
                    <a:pt x="17052" y="23314"/>
                    <a:pt x="11307" y="29545"/>
                    <a:pt x="11246" y="29605"/>
                  </a:cubicBezTo>
                  <a:cubicBezTo>
                    <a:pt x="11104" y="29748"/>
                    <a:pt x="11221" y="29927"/>
                    <a:pt x="11365" y="29927"/>
                  </a:cubicBezTo>
                  <a:cubicBezTo>
                    <a:pt x="11406" y="29927"/>
                    <a:pt x="11449" y="29912"/>
                    <a:pt x="11490" y="29879"/>
                  </a:cubicBezTo>
                  <a:cubicBezTo>
                    <a:pt x="11550" y="29818"/>
                    <a:pt x="17447" y="24864"/>
                    <a:pt x="21003" y="23222"/>
                  </a:cubicBezTo>
                  <a:cubicBezTo>
                    <a:pt x="22037" y="22766"/>
                    <a:pt x="23131" y="22402"/>
                    <a:pt x="24256" y="22159"/>
                  </a:cubicBezTo>
                  <a:cubicBezTo>
                    <a:pt x="26201" y="21672"/>
                    <a:pt x="27873" y="21247"/>
                    <a:pt x="29818" y="18815"/>
                  </a:cubicBezTo>
                  <a:cubicBezTo>
                    <a:pt x="33010" y="14833"/>
                    <a:pt x="34317" y="11976"/>
                    <a:pt x="34256" y="9271"/>
                  </a:cubicBezTo>
                  <a:cubicBezTo>
                    <a:pt x="34195" y="6414"/>
                    <a:pt x="31247" y="365"/>
                    <a:pt x="31095" y="91"/>
                  </a:cubicBezTo>
                  <a:cubicBezTo>
                    <a:pt x="31095" y="61"/>
                    <a:pt x="31034" y="0"/>
                    <a:pt x="30973"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5"/>
            <p:cNvSpPr/>
            <p:nvPr/>
          </p:nvSpPr>
          <p:spPr>
            <a:xfrm>
              <a:off x="2945600" y="2356625"/>
              <a:ext cx="20550" cy="130050"/>
            </a:xfrm>
            <a:custGeom>
              <a:rect b="b" l="l" r="r" t="t"/>
              <a:pathLst>
                <a:path extrusionOk="0" h="5202" w="822">
                  <a:moveTo>
                    <a:pt x="273" y="1"/>
                  </a:moveTo>
                  <a:cubicBezTo>
                    <a:pt x="162" y="1"/>
                    <a:pt x="45" y="80"/>
                    <a:pt x="62" y="217"/>
                  </a:cubicBezTo>
                  <a:cubicBezTo>
                    <a:pt x="457" y="3135"/>
                    <a:pt x="1" y="4958"/>
                    <a:pt x="1" y="4958"/>
                  </a:cubicBezTo>
                  <a:cubicBezTo>
                    <a:pt x="1" y="5049"/>
                    <a:pt x="62" y="5171"/>
                    <a:pt x="153" y="5201"/>
                  </a:cubicBezTo>
                  <a:lnTo>
                    <a:pt x="183" y="5201"/>
                  </a:lnTo>
                  <a:cubicBezTo>
                    <a:pt x="274" y="5201"/>
                    <a:pt x="366" y="5141"/>
                    <a:pt x="396" y="5049"/>
                  </a:cubicBezTo>
                  <a:cubicBezTo>
                    <a:pt x="396" y="4989"/>
                    <a:pt x="822" y="3165"/>
                    <a:pt x="457" y="156"/>
                  </a:cubicBezTo>
                  <a:cubicBezTo>
                    <a:pt x="444" y="49"/>
                    <a:pt x="360" y="1"/>
                    <a:pt x="27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5"/>
            <p:cNvSpPr/>
            <p:nvPr/>
          </p:nvSpPr>
          <p:spPr>
            <a:xfrm>
              <a:off x="3139375" y="2539775"/>
              <a:ext cx="28725" cy="38075"/>
            </a:xfrm>
            <a:custGeom>
              <a:rect b="b" l="l" r="r" t="t"/>
              <a:pathLst>
                <a:path extrusionOk="0" h="1523" w="1149">
                  <a:moveTo>
                    <a:pt x="885" y="0"/>
                  </a:moveTo>
                  <a:cubicBezTo>
                    <a:pt x="826" y="0"/>
                    <a:pt x="768" y="28"/>
                    <a:pt x="730" y="94"/>
                  </a:cubicBezTo>
                  <a:cubicBezTo>
                    <a:pt x="335" y="793"/>
                    <a:pt x="62" y="1249"/>
                    <a:pt x="62" y="1249"/>
                  </a:cubicBezTo>
                  <a:cubicBezTo>
                    <a:pt x="1" y="1341"/>
                    <a:pt x="31" y="1462"/>
                    <a:pt x="122" y="1493"/>
                  </a:cubicBezTo>
                  <a:cubicBezTo>
                    <a:pt x="153" y="1523"/>
                    <a:pt x="183" y="1523"/>
                    <a:pt x="214" y="1523"/>
                  </a:cubicBezTo>
                  <a:cubicBezTo>
                    <a:pt x="274" y="1523"/>
                    <a:pt x="335" y="1493"/>
                    <a:pt x="366" y="1432"/>
                  </a:cubicBezTo>
                  <a:cubicBezTo>
                    <a:pt x="366" y="1432"/>
                    <a:pt x="670" y="1006"/>
                    <a:pt x="1065" y="307"/>
                  </a:cubicBezTo>
                  <a:cubicBezTo>
                    <a:pt x="1149" y="139"/>
                    <a:pt x="1015" y="0"/>
                    <a:pt x="88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5"/>
            <p:cNvSpPr/>
            <p:nvPr/>
          </p:nvSpPr>
          <p:spPr>
            <a:xfrm>
              <a:off x="3163700" y="2134625"/>
              <a:ext cx="82100" cy="393850"/>
            </a:xfrm>
            <a:custGeom>
              <a:rect b="b" l="l" r="r" t="t"/>
              <a:pathLst>
                <a:path extrusionOk="0" h="15754" w="3284">
                  <a:moveTo>
                    <a:pt x="229" y="1"/>
                  </a:moveTo>
                  <a:cubicBezTo>
                    <a:pt x="214" y="1"/>
                    <a:pt x="198" y="3"/>
                    <a:pt x="183" y="8"/>
                  </a:cubicBezTo>
                  <a:cubicBezTo>
                    <a:pt x="61" y="8"/>
                    <a:pt x="0" y="130"/>
                    <a:pt x="31" y="221"/>
                  </a:cubicBezTo>
                  <a:lnTo>
                    <a:pt x="882" y="4507"/>
                  </a:lnTo>
                  <a:cubicBezTo>
                    <a:pt x="912" y="4537"/>
                    <a:pt x="943" y="4598"/>
                    <a:pt x="973" y="4628"/>
                  </a:cubicBezTo>
                  <a:lnTo>
                    <a:pt x="2584" y="5480"/>
                  </a:lnTo>
                  <a:lnTo>
                    <a:pt x="1490" y="5814"/>
                  </a:lnTo>
                  <a:cubicBezTo>
                    <a:pt x="1429" y="5814"/>
                    <a:pt x="1399" y="5875"/>
                    <a:pt x="1368" y="5905"/>
                  </a:cubicBezTo>
                  <a:cubicBezTo>
                    <a:pt x="1338" y="5966"/>
                    <a:pt x="1338" y="6027"/>
                    <a:pt x="1368" y="6057"/>
                  </a:cubicBezTo>
                  <a:cubicBezTo>
                    <a:pt x="1399" y="6118"/>
                    <a:pt x="2858" y="9948"/>
                    <a:pt x="1855" y="12258"/>
                  </a:cubicBezTo>
                  <a:cubicBezTo>
                    <a:pt x="1429" y="13170"/>
                    <a:pt x="882" y="14264"/>
                    <a:pt x="213" y="15449"/>
                  </a:cubicBezTo>
                  <a:cubicBezTo>
                    <a:pt x="152" y="15540"/>
                    <a:pt x="183" y="15662"/>
                    <a:pt x="274" y="15723"/>
                  </a:cubicBezTo>
                  <a:cubicBezTo>
                    <a:pt x="304" y="15723"/>
                    <a:pt x="335" y="15753"/>
                    <a:pt x="396" y="15753"/>
                  </a:cubicBezTo>
                  <a:cubicBezTo>
                    <a:pt x="456" y="15723"/>
                    <a:pt x="487" y="15692"/>
                    <a:pt x="517" y="15632"/>
                  </a:cubicBezTo>
                  <a:cubicBezTo>
                    <a:pt x="1216" y="14416"/>
                    <a:pt x="1763" y="13322"/>
                    <a:pt x="2159" y="12410"/>
                  </a:cubicBezTo>
                  <a:cubicBezTo>
                    <a:pt x="3162" y="10252"/>
                    <a:pt x="2098" y="6939"/>
                    <a:pt x="1794" y="6118"/>
                  </a:cubicBezTo>
                  <a:lnTo>
                    <a:pt x="3131" y="5692"/>
                  </a:lnTo>
                  <a:cubicBezTo>
                    <a:pt x="3222" y="5662"/>
                    <a:pt x="3253" y="5601"/>
                    <a:pt x="3253" y="5540"/>
                  </a:cubicBezTo>
                  <a:cubicBezTo>
                    <a:pt x="3283" y="5449"/>
                    <a:pt x="3222" y="5388"/>
                    <a:pt x="3162" y="5358"/>
                  </a:cubicBezTo>
                  <a:lnTo>
                    <a:pt x="1247" y="4324"/>
                  </a:lnTo>
                  <a:lnTo>
                    <a:pt x="396" y="160"/>
                  </a:lnTo>
                  <a:cubicBezTo>
                    <a:pt x="370" y="60"/>
                    <a:pt x="304" y="1"/>
                    <a:pt x="22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5"/>
            <p:cNvSpPr/>
            <p:nvPr/>
          </p:nvSpPr>
          <p:spPr>
            <a:xfrm>
              <a:off x="2415975" y="2924350"/>
              <a:ext cx="126925" cy="107175"/>
            </a:xfrm>
            <a:custGeom>
              <a:rect b="b" l="l" r="r" t="t"/>
              <a:pathLst>
                <a:path extrusionOk="0" h="4287" w="5077">
                  <a:moveTo>
                    <a:pt x="821" y="0"/>
                  </a:moveTo>
                  <a:lnTo>
                    <a:pt x="0" y="2432"/>
                  </a:lnTo>
                  <a:lnTo>
                    <a:pt x="4499" y="4286"/>
                  </a:lnTo>
                  <a:lnTo>
                    <a:pt x="5076" y="1794"/>
                  </a:lnTo>
                  <a:lnTo>
                    <a:pt x="82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5"/>
            <p:cNvSpPr/>
            <p:nvPr/>
          </p:nvSpPr>
          <p:spPr>
            <a:xfrm>
              <a:off x="2410650" y="2919775"/>
              <a:ext cx="136800" cy="117050"/>
            </a:xfrm>
            <a:custGeom>
              <a:rect b="b" l="l" r="r" t="t"/>
              <a:pathLst>
                <a:path extrusionOk="0" h="4682" w="5472">
                  <a:moveTo>
                    <a:pt x="1125" y="457"/>
                  </a:moveTo>
                  <a:lnTo>
                    <a:pt x="5076" y="2098"/>
                  </a:lnTo>
                  <a:lnTo>
                    <a:pt x="4590" y="4226"/>
                  </a:lnTo>
                  <a:lnTo>
                    <a:pt x="456" y="2524"/>
                  </a:lnTo>
                  <a:lnTo>
                    <a:pt x="1125" y="457"/>
                  </a:lnTo>
                  <a:close/>
                  <a:moveTo>
                    <a:pt x="943" y="1"/>
                  </a:moveTo>
                  <a:cubicBezTo>
                    <a:pt x="882" y="31"/>
                    <a:pt x="851" y="62"/>
                    <a:pt x="851" y="123"/>
                  </a:cubicBezTo>
                  <a:lnTo>
                    <a:pt x="31" y="2585"/>
                  </a:lnTo>
                  <a:cubicBezTo>
                    <a:pt x="0" y="2676"/>
                    <a:pt x="61" y="2767"/>
                    <a:pt x="152" y="2828"/>
                  </a:cubicBezTo>
                  <a:lnTo>
                    <a:pt x="4651" y="4682"/>
                  </a:lnTo>
                  <a:lnTo>
                    <a:pt x="4712" y="4682"/>
                  </a:lnTo>
                  <a:cubicBezTo>
                    <a:pt x="4742" y="4682"/>
                    <a:pt x="4772" y="4682"/>
                    <a:pt x="4803" y="4651"/>
                  </a:cubicBezTo>
                  <a:cubicBezTo>
                    <a:pt x="4864" y="4621"/>
                    <a:pt x="4894" y="4591"/>
                    <a:pt x="4894" y="4530"/>
                  </a:cubicBezTo>
                  <a:lnTo>
                    <a:pt x="5472" y="2037"/>
                  </a:lnTo>
                  <a:cubicBezTo>
                    <a:pt x="5472" y="1946"/>
                    <a:pt x="5441" y="1855"/>
                    <a:pt x="5350" y="1825"/>
                  </a:cubicBezTo>
                  <a:lnTo>
                    <a:pt x="1095"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5"/>
            <p:cNvSpPr/>
            <p:nvPr/>
          </p:nvSpPr>
          <p:spPr>
            <a:xfrm>
              <a:off x="2339225" y="3088475"/>
              <a:ext cx="215075" cy="156575"/>
            </a:xfrm>
            <a:custGeom>
              <a:rect b="b" l="l" r="r" t="t"/>
              <a:pathLst>
                <a:path extrusionOk="0" h="6263" w="8603">
                  <a:moveTo>
                    <a:pt x="1246" y="1"/>
                  </a:moveTo>
                  <a:lnTo>
                    <a:pt x="0" y="2402"/>
                  </a:lnTo>
                  <a:lnTo>
                    <a:pt x="790" y="2828"/>
                  </a:lnTo>
                  <a:lnTo>
                    <a:pt x="1550" y="1429"/>
                  </a:lnTo>
                  <a:lnTo>
                    <a:pt x="7265" y="4408"/>
                  </a:lnTo>
                  <a:lnTo>
                    <a:pt x="6505" y="5837"/>
                  </a:lnTo>
                  <a:lnTo>
                    <a:pt x="7325" y="6262"/>
                  </a:lnTo>
                  <a:lnTo>
                    <a:pt x="8602" y="3831"/>
                  </a:lnTo>
                  <a:lnTo>
                    <a:pt x="1246"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5"/>
            <p:cNvSpPr/>
            <p:nvPr/>
          </p:nvSpPr>
          <p:spPr>
            <a:xfrm>
              <a:off x="2333125" y="3083925"/>
              <a:ext cx="225725" cy="165675"/>
            </a:xfrm>
            <a:custGeom>
              <a:rect b="b" l="l" r="r" t="t"/>
              <a:pathLst>
                <a:path extrusionOk="0" h="6627" w="9029">
                  <a:moveTo>
                    <a:pt x="1582" y="426"/>
                  </a:moveTo>
                  <a:lnTo>
                    <a:pt x="8573" y="4104"/>
                  </a:lnTo>
                  <a:lnTo>
                    <a:pt x="7478" y="6171"/>
                  </a:lnTo>
                  <a:lnTo>
                    <a:pt x="7022" y="5928"/>
                  </a:lnTo>
                  <a:lnTo>
                    <a:pt x="7691" y="4681"/>
                  </a:lnTo>
                  <a:cubicBezTo>
                    <a:pt x="7691" y="4621"/>
                    <a:pt x="7691" y="4590"/>
                    <a:pt x="7691" y="4529"/>
                  </a:cubicBezTo>
                  <a:cubicBezTo>
                    <a:pt x="7661" y="4469"/>
                    <a:pt x="7630" y="4438"/>
                    <a:pt x="7569" y="4408"/>
                  </a:cubicBezTo>
                  <a:lnTo>
                    <a:pt x="1855" y="1429"/>
                  </a:lnTo>
                  <a:cubicBezTo>
                    <a:pt x="1830" y="1412"/>
                    <a:pt x="1802" y="1405"/>
                    <a:pt x="1774" y="1405"/>
                  </a:cubicBezTo>
                  <a:cubicBezTo>
                    <a:pt x="1703" y="1405"/>
                    <a:pt x="1634" y="1454"/>
                    <a:pt x="1612" y="1520"/>
                  </a:cubicBezTo>
                  <a:lnTo>
                    <a:pt x="943" y="2766"/>
                  </a:lnTo>
                  <a:lnTo>
                    <a:pt x="487" y="2523"/>
                  </a:lnTo>
                  <a:lnTo>
                    <a:pt x="1582" y="426"/>
                  </a:lnTo>
                  <a:close/>
                  <a:moveTo>
                    <a:pt x="1430" y="0"/>
                  </a:moveTo>
                  <a:cubicBezTo>
                    <a:pt x="1399" y="31"/>
                    <a:pt x="1338" y="61"/>
                    <a:pt x="1338" y="92"/>
                  </a:cubicBezTo>
                  <a:lnTo>
                    <a:pt x="62" y="2523"/>
                  </a:lnTo>
                  <a:cubicBezTo>
                    <a:pt x="1" y="2614"/>
                    <a:pt x="62" y="2736"/>
                    <a:pt x="153" y="2797"/>
                  </a:cubicBezTo>
                  <a:lnTo>
                    <a:pt x="943" y="3222"/>
                  </a:lnTo>
                  <a:lnTo>
                    <a:pt x="1095" y="3222"/>
                  </a:lnTo>
                  <a:cubicBezTo>
                    <a:pt x="1126" y="3192"/>
                    <a:pt x="1186" y="3162"/>
                    <a:pt x="1217" y="3101"/>
                  </a:cubicBezTo>
                  <a:lnTo>
                    <a:pt x="1855" y="1855"/>
                  </a:lnTo>
                  <a:lnTo>
                    <a:pt x="7235" y="4651"/>
                  </a:lnTo>
                  <a:lnTo>
                    <a:pt x="6597" y="5928"/>
                  </a:lnTo>
                  <a:cubicBezTo>
                    <a:pt x="6536" y="6019"/>
                    <a:pt x="6566" y="6140"/>
                    <a:pt x="6658" y="6171"/>
                  </a:cubicBezTo>
                  <a:lnTo>
                    <a:pt x="7478" y="6596"/>
                  </a:lnTo>
                  <a:cubicBezTo>
                    <a:pt x="7509" y="6627"/>
                    <a:pt x="7539" y="6627"/>
                    <a:pt x="7569" y="6627"/>
                  </a:cubicBezTo>
                  <a:lnTo>
                    <a:pt x="7600" y="6627"/>
                  </a:lnTo>
                  <a:cubicBezTo>
                    <a:pt x="7661" y="6596"/>
                    <a:pt x="7691" y="6566"/>
                    <a:pt x="7721" y="6535"/>
                  </a:cubicBezTo>
                  <a:lnTo>
                    <a:pt x="8998" y="4104"/>
                  </a:lnTo>
                  <a:cubicBezTo>
                    <a:pt x="9028" y="4013"/>
                    <a:pt x="8998" y="3891"/>
                    <a:pt x="8907" y="3830"/>
                  </a:cubicBezTo>
                  <a:lnTo>
                    <a:pt x="1582"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5"/>
            <p:cNvSpPr/>
            <p:nvPr/>
          </p:nvSpPr>
          <p:spPr>
            <a:xfrm>
              <a:off x="1865050" y="3045975"/>
              <a:ext cx="874650" cy="792125"/>
            </a:xfrm>
            <a:custGeom>
              <a:rect b="b" l="l" r="r" t="t"/>
              <a:pathLst>
                <a:path extrusionOk="0" h="31685" w="34986">
                  <a:moveTo>
                    <a:pt x="10911" y="1"/>
                  </a:moveTo>
                  <a:cubicBezTo>
                    <a:pt x="10092" y="1"/>
                    <a:pt x="9308" y="453"/>
                    <a:pt x="8906" y="1214"/>
                  </a:cubicBezTo>
                  <a:lnTo>
                    <a:pt x="578" y="17142"/>
                  </a:lnTo>
                  <a:cubicBezTo>
                    <a:pt x="0" y="18236"/>
                    <a:pt x="426" y="19634"/>
                    <a:pt x="1550" y="20212"/>
                  </a:cubicBezTo>
                  <a:lnTo>
                    <a:pt x="23010" y="31428"/>
                  </a:lnTo>
                  <a:cubicBezTo>
                    <a:pt x="23349" y="31602"/>
                    <a:pt x="23710" y="31685"/>
                    <a:pt x="24066" y="31685"/>
                  </a:cubicBezTo>
                  <a:cubicBezTo>
                    <a:pt x="24890" y="31685"/>
                    <a:pt x="25686" y="31240"/>
                    <a:pt x="26110" y="30455"/>
                  </a:cubicBezTo>
                  <a:lnTo>
                    <a:pt x="34408" y="14558"/>
                  </a:lnTo>
                  <a:cubicBezTo>
                    <a:pt x="34986" y="13433"/>
                    <a:pt x="34560" y="12066"/>
                    <a:pt x="33435" y="11488"/>
                  </a:cubicBezTo>
                  <a:lnTo>
                    <a:pt x="11976" y="272"/>
                  </a:lnTo>
                  <a:cubicBezTo>
                    <a:pt x="11634" y="87"/>
                    <a:pt x="11269" y="1"/>
                    <a:pt x="10911" y="1"/>
                  </a:cubicBezTo>
                  <a:close/>
                </a:path>
              </a:pathLst>
            </a:custGeom>
            <a:solidFill>
              <a:srgbClr val="A3A3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5"/>
            <p:cNvSpPr/>
            <p:nvPr/>
          </p:nvSpPr>
          <p:spPr>
            <a:xfrm>
              <a:off x="1859725" y="3041150"/>
              <a:ext cx="885300" cy="801925"/>
            </a:xfrm>
            <a:custGeom>
              <a:rect b="b" l="l" r="r" t="t"/>
              <a:pathLst>
                <a:path extrusionOk="0" h="32077" w="35412">
                  <a:moveTo>
                    <a:pt x="11051" y="403"/>
                  </a:moveTo>
                  <a:cubicBezTo>
                    <a:pt x="11076" y="403"/>
                    <a:pt x="11100" y="403"/>
                    <a:pt x="11125" y="404"/>
                  </a:cubicBezTo>
                  <a:cubicBezTo>
                    <a:pt x="11460" y="404"/>
                    <a:pt x="11794" y="465"/>
                    <a:pt x="12098" y="617"/>
                  </a:cubicBezTo>
                  <a:lnTo>
                    <a:pt x="33557" y="11833"/>
                  </a:lnTo>
                  <a:cubicBezTo>
                    <a:pt x="34560" y="12380"/>
                    <a:pt x="34955" y="13626"/>
                    <a:pt x="34439" y="14660"/>
                  </a:cubicBezTo>
                  <a:lnTo>
                    <a:pt x="26141" y="30557"/>
                  </a:lnTo>
                  <a:cubicBezTo>
                    <a:pt x="25761" y="31275"/>
                    <a:pt x="25029" y="31685"/>
                    <a:pt x="24281" y="31685"/>
                  </a:cubicBezTo>
                  <a:cubicBezTo>
                    <a:pt x="23952" y="31685"/>
                    <a:pt x="23620" y="31605"/>
                    <a:pt x="23314" y="31438"/>
                  </a:cubicBezTo>
                  <a:lnTo>
                    <a:pt x="1855" y="20253"/>
                  </a:lnTo>
                  <a:cubicBezTo>
                    <a:pt x="821" y="19706"/>
                    <a:pt x="426" y="18429"/>
                    <a:pt x="973" y="17426"/>
                  </a:cubicBezTo>
                  <a:lnTo>
                    <a:pt x="9271" y="1499"/>
                  </a:lnTo>
                  <a:cubicBezTo>
                    <a:pt x="9624" y="851"/>
                    <a:pt x="10291" y="403"/>
                    <a:pt x="11051" y="403"/>
                  </a:cubicBezTo>
                  <a:close/>
                  <a:moveTo>
                    <a:pt x="11139" y="0"/>
                  </a:moveTo>
                  <a:cubicBezTo>
                    <a:pt x="10245" y="0"/>
                    <a:pt x="9383" y="488"/>
                    <a:pt x="8937" y="1316"/>
                  </a:cubicBezTo>
                  <a:lnTo>
                    <a:pt x="639" y="17244"/>
                  </a:lnTo>
                  <a:cubicBezTo>
                    <a:pt x="0" y="18429"/>
                    <a:pt x="456" y="19918"/>
                    <a:pt x="1672" y="20557"/>
                  </a:cubicBezTo>
                  <a:lnTo>
                    <a:pt x="23132" y="31773"/>
                  </a:lnTo>
                  <a:cubicBezTo>
                    <a:pt x="23496" y="31955"/>
                    <a:pt x="23891" y="32046"/>
                    <a:pt x="24287" y="32077"/>
                  </a:cubicBezTo>
                  <a:cubicBezTo>
                    <a:pt x="25198" y="32046"/>
                    <a:pt x="26050" y="31560"/>
                    <a:pt x="26475" y="30739"/>
                  </a:cubicBezTo>
                  <a:lnTo>
                    <a:pt x="34773" y="14842"/>
                  </a:lnTo>
                  <a:cubicBezTo>
                    <a:pt x="35411" y="13626"/>
                    <a:pt x="34955" y="12137"/>
                    <a:pt x="33740" y="11499"/>
                  </a:cubicBezTo>
                  <a:lnTo>
                    <a:pt x="12280" y="283"/>
                  </a:lnTo>
                  <a:cubicBezTo>
                    <a:pt x="11914" y="91"/>
                    <a:pt x="11524" y="0"/>
                    <a:pt x="1113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5"/>
            <p:cNvSpPr/>
            <p:nvPr/>
          </p:nvSpPr>
          <p:spPr>
            <a:xfrm>
              <a:off x="2369600" y="2985125"/>
              <a:ext cx="202925" cy="243200"/>
            </a:xfrm>
            <a:custGeom>
              <a:rect b="b" l="l" r="r" t="t"/>
              <a:pathLst>
                <a:path extrusionOk="0" h="9728" w="8117">
                  <a:moveTo>
                    <a:pt x="1855" y="1"/>
                  </a:moveTo>
                  <a:lnTo>
                    <a:pt x="244" y="3618"/>
                  </a:lnTo>
                  <a:cubicBezTo>
                    <a:pt x="244" y="3618"/>
                    <a:pt x="1" y="5229"/>
                    <a:pt x="244" y="5715"/>
                  </a:cubicBezTo>
                  <a:cubicBezTo>
                    <a:pt x="487" y="6171"/>
                    <a:pt x="2980" y="7326"/>
                    <a:pt x="2980" y="7326"/>
                  </a:cubicBezTo>
                  <a:cubicBezTo>
                    <a:pt x="2980" y="7326"/>
                    <a:pt x="2919" y="8603"/>
                    <a:pt x="3314" y="8937"/>
                  </a:cubicBezTo>
                  <a:cubicBezTo>
                    <a:pt x="3831" y="9241"/>
                    <a:pt x="4408" y="9515"/>
                    <a:pt x="4986" y="9728"/>
                  </a:cubicBezTo>
                  <a:lnTo>
                    <a:pt x="5715" y="7478"/>
                  </a:lnTo>
                  <a:cubicBezTo>
                    <a:pt x="5837" y="7904"/>
                    <a:pt x="6019" y="8329"/>
                    <a:pt x="6202" y="8755"/>
                  </a:cubicBezTo>
                  <a:cubicBezTo>
                    <a:pt x="6315" y="9014"/>
                    <a:pt x="6532" y="9109"/>
                    <a:pt x="6798" y="9109"/>
                  </a:cubicBezTo>
                  <a:cubicBezTo>
                    <a:pt x="7030" y="9109"/>
                    <a:pt x="7300" y="9037"/>
                    <a:pt x="7569" y="8937"/>
                  </a:cubicBezTo>
                  <a:cubicBezTo>
                    <a:pt x="8117" y="8694"/>
                    <a:pt x="7083" y="7539"/>
                    <a:pt x="7083" y="7083"/>
                  </a:cubicBezTo>
                  <a:cubicBezTo>
                    <a:pt x="7083" y="6597"/>
                    <a:pt x="7235" y="4895"/>
                    <a:pt x="7235" y="4895"/>
                  </a:cubicBezTo>
                  <a:lnTo>
                    <a:pt x="6354" y="1855"/>
                  </a:lnTo>
                  <a:lnTo>
                    <a:pt x="185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5"/>
            <p:cNvSpPr/>
            <p:nvPr/>
          </p:nvSpPr>
          <p:spPr>
            <a:xfrm>
              <a:off x="2365800" y="2981050"/>
              <a:ext cx="203700" cy="252600"/>
            </a:xfrm>
            <a:custGeom>
              <a:rect b="b" l="l" r="r" t="t"/>
              <a:pathLst>
                <a:path extrusionOk="0" h="10104" w="8148">
                  <a:moveTo>
                    <a:pt x="2098" y="438"/>
                  </a:moveTo>
                  <a:lnTo>
                    <a:pt x="6354" y="2170"/>
                  </a:lnTo>
                  <a:lnTo>
                    <a:pt x="7266" y="5088"/>
                  </a:lnTo>
                  <a:cubicBezTo>
                    <a:pt x="7235" y="5362"/>
                    <a:pt x="7083" y="6790"/>
                    <a:pt x="7083" y="7246"/>
                  </a:cubicBezTo>
                  <a:cubicBezTo>
                    <a:pt x="7144" y="7550"/>
                    <a:pt x="7266" y="7824"/>
                    <a:pt x="7418" y="8097"/>
                  </a:cubicBezTo>
                  <a:cubicBezTo>
                    <a:pt x="7570" y="8340"/>
                    <a:pt x="7782" y="8736"/>
                    <a:pt x="7752" y="8887"/>
                  </a:cubicBezTo>
                  <a:cubicBezTo>
                    <a:pt x="7752" y="8887"/>
                    <a:pt x="7721" y="8918"/>
                    <a:pt x="7691" y="8918"/>
                  </a:cubicBezTo>
                  <a:cubicBezTo>
                    <a:pt x="7372" y="9056"/>
                    <a:pt x="7142" y="9105"/>
                    <a:pt x="6976" y="9105"/>
                  </a:cubicBezTo>
                  <a:cubicBezTo>
                    <a:pt x="6666" y="9105"/>
                    <a:pt x="6576" y="8936"/>
                    <a:pt x="6536" y="8857"/>
                  </a:cubicBezTo>
                  <a:cubicBezTo>
                    <a:pt x="6354" y="8432"/>
                    <a:pt x="6202" y="8036"/>
                    <a:pt x="6080" y="7611"/>
                  </a:cubicBezTo>
                  <a:cubicBezTo>
                    <a:pt x="6050" y="7520"/>
                    <a:pt x="5989" y="7459"/>
                    <a:pt x="5898" y="7459"/>
                  </a:cubicBezTo>
                  <a:cubicBezTo>
                    <a:pt x="5807" y="7459"/>
                    <a:pt x="5746" y="7520"/>
                    <a:pt x="5715" y="7611"/>
                  </a:cubicBezTo>
                  <a:lnTo>
                    <a:pt x="5047" y="9647"/>
                  </a:lnTo>
                  <a:cubicBezTo>
                    <a:pt x="4560" y="9465"/>
                    <a:pt x="4074" y="9222"/>
                    <a:pt x="3618" y="8948"/>
                  </a:cubicBezTo>
                  <a:cubicBezTo>
                    <a:pt x="3375" y="8766"/>
                    <a:pt x="3314" y="8006"/>
                    <a:pt x="3344" y="7520"/>
                  </a:cubicBezTo>
                  <a:cubicBezTo>
                    <a:pt x="3375" y="7429"/>
                    <a:pt x="3314" y="7337"/>
                    <a:pt x="3253" y="7307"/>
                  </a:cubicBezTo>
                  <a:cubicBezTo>
                    <a:pt x="2037" y="6790"/>
                    <a:pt x="761" y="6121"/>
                    <a:pt x="578" y="5787"/>
                  </a:cubicBezTo>
                  <a:cubicBezTo>
                    <a:pt x="427" y="5483"/>
                    <a:pt x="487" y="4450"/>
                    <a:pt x="578" y="3842"/>
                  </a:cubicBezTo>
                  <a:lnTo>
                    <a:pt x="2098" y="438"/>
                  </a:lnTo>
                  <a:close/>
                  <a:moveTo>
                    <a:pt x="2000" y="1"/>
                  </a:moveTo>
                  <a:cubicBezTo>
                    <a:pt x="1933" y="1"/>
                    <a:pt x="1870" y="35"/>
                    <a:pt x="1825" y="103"/>
                  </a:cubicBezTo>
                  <a:lnTo>
                    <a:pt x="214" y="3720"/>
                  </a:lnTo>
                  <a:cubicBezTo>
                    <a:pt x="214" y="3751"/>
                    <a:pt x="214" y="3751"/>
                    <a:pt x="214" y="3781"/>
                  </a:cubicBezTo>
                  <a:cubicBezTo>
                    <a:pt x="214" y="3963"/>
                    <a:pt x="1" y="5514"/>
                    <a:pt x="244" y="5970"/>
                  </a:cubicBezTo>
                  <a:cubicBezTo>
                    <a:pt x="487" y="6456"/>
                    <a:pt x="2341" y="7337"/>
                    <a:pt x="2949" y="7611"/>
                  </a:cubicBezTo>
                  <a:cubicBezTo>
                    <a:pt x="2919" y="8006"/>
                    <a:pt x="2949" y="8948"/>
                    <a:pt x="3344" y="9252"/>
                  </a:cubicBezTo>
                  <a:cubicBezTo>
                    <a:pt x="3892" y="9587"/>
                    <a:pt x="4469" y="9860"/>
                    <a:pt x="5077" y="10103"/>
                  </a:cubicBezTo>
                  <a:lnTo>
                    <a:pt x="5138" y="10103"/>
                  </a:lnTo>
                  <a:cubicBezTo>
                    <a:pt x="5168" y="10103"/>
                    <a:pt x="5199" y="10073"/>
                    <a:pt x="5229" y="10073"/>
                  </a:cubicBezTo>
                  <a:cubicBezTo>
                    <a:pt x="5259" y="10043"/>
                    <a:pt x="5290" y="10012"/>
                    <a:pt x="5320" y="9951"/>
                  </a:cubicBezTo>
                  <a:lnTo>
                    <a:pt x="5867" y="8249"/>
                  </a:lnTo>
                  <a:cubicBezTo>
                    <a:pt x="5959" y="8523"/>
                    <a:pt x="6050" y="8766"/>
                    <a:pt x="6171" y="9009"/>
                  </a:cubicBezTo>
                  <a:cubicBezTo>
                    <a:pt x="6293" y="9252"/>
                    <a:pt x="6523" y="9482"/>
                    <a:pt x="6959" y="9482"/>
                  </a:cubicBezTo>
                  <a:cubicBezTo>
                    <a:pt x="7178" y="9482"/>
                    <a:pt x="7448" y="9424"/>
                    <a:pt x="7782" y="9283"/>
                  </a:cubicBezTo>
                  <a:cubicBezTo>
                    <a:pt x="7904" y="9222"/>
                    <a:pt x="7995" y="9131"/>
                    <a:pt x="8025" y="9009"/>
                  </a:cubicBezTo>
                  <a:cubicBezTo>
                    <a:pt x="8147" y="8705"/>
                    <a:pt x="7934" y="8310"/>
                    <a:pt x="7691" y="7915"/>
                  </a:cubicBezTo>
                  <a:cubicBezTo>
                    <a:pt x="7570" y="7702"/>
                    <a:pt x="7478" y="7489"/>
                    <a:pt x="7418" y="7246"/>
                  </a:cubicBezTo>
                  <a:cubicBezTo>
                    <a:pt x="7418" y="6790"/>
                    <a:pt x="7570" y="5088"/>
                    <a:pt x="7570" y="5088"/>
                  </a:cubicBezTo>
                  <a:cubicBezTo>
                    <a:pt x="7570" y="5058"/>
                    <a:pt x="7570" y="5058"/>
                    <a:pt x="7570" y="5027"/>
                  </a:cubicBezTo>
                  <a:lnTo>
                    <a:pt x="6688" y="1988"/>
                  </a:lnTo>
                  <a:cubicBezTo>
                    <a:pt x="6688" y="1927"/>
                    <a:pt x="6627" y="1897"/>
                    <a:pt x="6597" y="1866"/>
                  </a:cubicBezTo>
                  <a:lnTo>
                    <a:pt x="2068" y="12"/>
                  </a:lnTo>
                  <a:cubicBezTo>
                    <a:pt x="2045" y="4"/>
                    <a:pt x="2022" y="1"/>
                    <a:pt x="200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5"/>
            <p:cNvSpPr/>
            <p:nvPr/>
          </p:nvSpPr>
          <p:spPr>
            <a:xfrm>
              <a:off x="3203975" y="2077075"/>
              <a:ext cx="187725" cy="261425"/>
            </a:xfrm>
            <a:custGeom>
              <a:rect b="b" l="l" r="r" t="t"/>
              <a:pathLst>
                <a:path extrusionOk="0" h="10457" w="7509">
                  <a:moveTo>
                    <a:pt x="1064" y="0"/>
                  </a:moveTo>
                  <a:lnTo>
                    <a:pt x="0" y="943"/>
                  </a:lnTo>
                  <a:lnTo>
                    <a:pt x="3739" y="10456"/>
                  </a:lnTo>
                  <a:lnTo>
                    <a:pt x="7508" y="6414"/>
                  </a:lnTo>
                  <a:cubicBezTo>
                    <a:pt x="7508" y="6414"/>
                    <a:pt x="3496" y="547"/>
                    <a:pt x="106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5"/>
            <p:cNvSpPr/>
            <p:nvPr/>
          </p:nvSpPr>
          <p:spPr>
            <a:xfrm>
              <a:off x="3198650" y="2072200"/>
              <a:ext cx="197600" cy="271625"/>
            </a:xfrm>
            <a:custGeom>
              <a:rect b="b" l="l" r="r" t="t"/>
              <a:pathLst>
                <a:path extrusionOk="0" h="10865" w="7904">
                  <a:moveTo>
                    <a:pt x="1338" y="378"/>
                  </a:moveTo>
                  <a:cubicBezTo>
                    <a:pt x="3466" y="986"/>
                    <a:pt x="6870" y="5758"/>
                    <a:pt x="7448" y="6578"/>
                  </a:cubicBezTo>
                  <a:lnTo>
                    <a:pt x="4043" y="10287"/>
                  </a:lnTo>
                  <a:lnTo>
                    <a:pt x="457" y="1168"/>
                  </a:lnTo>
                  <a:lnTo>
                    <a:pt x="1338" y="378"/>
                  </a:lnTo>
                  <a:close/>
                  <a:moveTo>
                    <a:pt x="1255" y="0"/>
                  </a:moveTo>
                  <a:cubicBezTo>
                    <a:pt x="1214" y="0"/>
                    <a:pt x="1177" y="22"/>
                    <a:pt x="1156" y="43"/>
                  </a:cubicBezTo>
                  <a:lnTo>
                    <a:pt x="92" y="986"/>
                  </a:lnTo>
                  <a:cubicBezTo>
                    <a:pt x="31" y="1046"/>
                    <a:pt x="1" y="1107"/>
                    <a:pt x="31" y="1198"/>
                  </a:cubicBezTo>
                  <a:lnTo>
                    <a:pt x="3770" y="10743"/>
                  </a:lnTo>
                  <a:cubicBezTo>
                    <a:pt x="3800" y="10803"/>
                    <a:pt x="3861" y="10834"/>
                    <a:pt x="3922" y="10864"/>
                  </a:cubicBezTo>
                  <a:lnTo>
                    <a:pt x="3983" y="10864"/>
                  </a:lnTo>
                  <a:cubicBezTo>
                    <a:pt x="4013" y="10864"/>
                    <a:pt x="4074" y="10834"/>
                    <a:pt x="4104" y="10803"/>
                  </a:cubicBezTo>
                  <a:lnTo>
                    <a:pt x="7843" y="6730"/>
                  </a:lnTo>
                  <a:cubicBezTo>
                    <a:pt x="7904" y="6670"/>
                    <a:pt x="7904" y="6578"/>
                    <a:pt x="7843" y="6518"/>
                  </a:cubicBezTo>
                  <a:cubicBezTo>
                    <a:pt x="7691" y="6274"/>
                    <a:pt x="3800" y="560"/>
                    <a:pt x="1308" y="13"/>
                  </a:cubicBezTo>
                  <a:cubicBezTo>
                    <a:pt x="1290" y="4"/>
                    <a:pt x="1272" y="0"/>
                    <a:pt x="125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5"/>
            <p:cNvSpPr/>
            <p:nvPr/>
          </p:nvSpPr>
          <p:spPr>
            <a:xfrm>
              <a:off x="3448650" y="2167500"/>
              <a:ext cx="45625" cy="145150"/>
            </a:xfrm>
            <a:custGeom>
              <a:rect b="b" l="l" r="r" t="t"/>
              <a:pathLst>
                <a:path extrusionOk="0" h="5806" w="1825">
                  <a:moveTo>
                    <a:pt x="943" y="0"/>
                  </a:moveTo>
                  <a:lnTo>
                    <a:pt x="1" y="2858"/>
                  </a:lnTo>
                  <a:lnTo>
                    <a:pt x="1825" y="5806"/>
                  </a:lnTo>
                  <a:cubicBezTo>
                    <a:pt x="1825" y="5806"/>
                    <a:pt x="1612" y="2371"/>
                    <a:pt x="9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5"/>
            <p:cNvSpPr/>
            <p:nvPr/>
          </p:nvSpPr>
          <p:spPr>
            <a:xfrm>
              <a:off x="3444100" y="2162175"/>
              <a:ext cx="54725" cy="155050"/>
            </a:xfrm>
            <a:custGeom>
              <a:rect b="b" l="l" r="r" t="t"/>
              <a:pathLst>
                <a:path extrusionOk="0" h="6202" w="2189">
                  <a:moveTo>
                    <a:pt x="1125" y="882"/>
                  </a:moveTo>
                  <a:cubicBezTo>
                    <a:pt x="1429" y="2311"/>
                    <a:pt x="1642" y="3770"/>
                    <a:pt x="1763" y="5259"/>
                  </a:cubicBezTo>
                  <a:lnTo>
                    <a:pt x="396" y="3040"/>
                  </a:lnTo>
                  <a:lnTo>
                    <a:pt x="1125" y="882"/>
                  </a:lnTo>
                  <a:close/>
                  <a:moveTo>
                    <a:pt x="1125" y="1"/>
                  </a:moveTo>
                  <a:cubicBezTo>
                    <a:pt x="1064" y="1"/>
                    <a:pt x="973" y="61"/>
                    <a:pt x="943" y="153"/>
                  </a:cubicBezTo>
                  <a:lnTo>
                    <a:pt x="31" y="3010"/>
                  </a:lnTo>
                  <a:cubicBezTo>
                    <a:pt x="0" y="3071"/>
                    <a:pt x="0" y="3131"/>
                    <a:pt x="31" y="3162"/>
                  </a:cubicBezTo>
                  <a:lnTo>
                    <a:pt x="1855" y="6110"/>
                  </a:lnTo>
                  <a:cubicBezTo>
                    <a:pt x="1885" y="6171"/>
                    <a:pt x="1946" y="6201"/>
                    <a:pt x="2007" y="6201"/>
                  </a:cubicBezTo>
                  <a:lnTo>
                    <a:pt x="2067" y="6201"/>
                  </a:lnTo>
                  <a:cubicBezTo>
                    <a:pt x="2159" y="6171"/>
                    <a:pt x="2189" y="6080"/>
                    <a:pt x="2189" y="5988"/>
                  </a:cubicBezTo>
                  <a:cubicBezTo>
                    <a:pt x="2189" y="5958"/>
                    <a:pt x="2007" y="2523"/>
                    <a:pt x="1307" y="153"/>
                  </a:cubicBezTo>
                  <a:cubicBezTo>
                    <a:pt x="1307" y="61"/>
                    <a:pt x="1216" y="31"/>
                    <a:pt x="112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5"/>
            <p:cNvSpPr/>
            <p:nvPr/>
          </p:nvSpPr>
          <p:spPr>
            <a:xfrm>
              <a:off x="2411400" y="2220700"/>
              <a:ext cx="981800" cy="206675"/>
            </a:xfrm>
            <a:custGeom>
              <a:rect b="b" l="l" r="r" t="t"/>
              <a:pathLst>
                <a:path extrusionOk="0" h="8267" w="39272">
                  <a:moveTo>
                    <a:pt x="6262" y="0"/>
                  </a:moveTo>
                  <a:lnTo>
                    <a:pt x="1" y="3678"/>
                  </a:lnTo>
                  <a:cubicBezTo>
                    <a:pt x="1" y="3678"/>
                    <a:pt x="6141" y="6413"/>
                    <a:pt x="6749" y="6505"/>
                  </a:cubicBezTo>
                  <a:cubicBezTo>
                    <a:pt x="7156" y="6545"/>
                    <a:pt x="10878" y="7009"/>
                    <a:pt x="14041" y="7009"/>
                  </a:cubicBezTo>
                  <a:cubicBezTo>
                    <a:pt x="15598" y="7009"/>
                    <a:pt x="17020" y="6897"/>
                    <a:pt x="17843" y="6565"/>
                  </a:cubicBezTo>
                  <a:cubicBezTo>
                    <a:pt x="19938" y="5712"/>
                    <a:pt x="22672" y="3823"/>
                    <a:pt x="25014" y="3823"/>
                  </a:cubicBezTo>
                  <a:cubicBezTo>
                    <a:pt x="25424" y="3823"/>
                    <a:pt x="25822" y="3881"/>
                    <a:pt x="26202" y="4012"/>
                  </a:cubicBezTo>
                  <a:cubicBezTo>
                    <a:pt x="28599" y="4850"/>
                    <a:pt x="31435" y="8266"/>
                    <a:pt x="34345" y="8266"/>
                  </a:cubicBezTo>
                  <a:cubicBezTo>
                    <a:pt x="34498" y="8266"/>
                    <a:pt x="34651" y="8257"/>
                    <a:pt x="34804" y="8237"/>
                  </a:cubicBezTo>
                  <a:cubicBezTo>
                    <a:pt x="37873" y="7842"/>
                    <a:pt x="39271" y="5108"/>
                    <a:pt x="39272" y="5106"/>
                  </a:cubicBezTo>
                  <a:lnTo>
                    <a:pt x="39272" y="5106"/>
                  </a:lnTo>
                  <a:cubicBezTo>
                    <a:pt x="39272" y="5107"/>
                    <a:pt x="38860" y="5867"/>
                    <a:pt x="36975" y="5867"/>
                  </a:cubicBezTo>
                  <a:cubicBezTo>
                    <a:pt x="36567" y="5867"/>
                    <a:pt x="36090" y="5831"/>
                    <a:pt x="35533" y="5745"/>
                  </a:cubicBezTo>
                  <a:cubicBezTo>
                    <a:pt x="32403" y="5289"/>
                    <a:pt x="28633" y="1216"/>
                    <a:pt x="25655" y="760"/>
                  </a:cubicBezTo>
                  <a:cubicBezTo>
                    <a:pt x="25442" y="725"/>
                    <a:pt x="25219" y="710"/>
                    <a:pt x="24988" y="710"/>
                  </a:cubicBezTo>
                  <a:cubicBezTo>
                    <a:pt x="22285" y="710"/>
                    <a:pt x="18399" y="2874"/>
                    <a:pt x="15049" y="2874"/>
                  </a:cubicBezTo>
                  <a:cubicBezTo>
                    <a:pt x="14634" y="2874"/>
                    <a:pt x="14226" y="2841"/>
                    <a:pt x="13831" y="2766"/>
                  </a:cubicBezTo>
                  <a:cubicBezTo>
                    <a:pt x="11186" y="2188"/>
                    <a:pt x="8663" y="1277"/>
                    <a:pt x="626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5"/>
            <p:cNvSpPr/>
            <p:nvPr/>
          </p:nvSpPr>
          <p:spPr>
            <a:xfrm>
              <a:off x="2406075" y="2216325"/>
              <a:ext cx="992500" cy="215625"/>
            </a:xfrm>
            <a:custGeom>
              <a:rect b="b" l="l" r="r" t="t"/>
              <a:pathLst>
                <a:path extrusionOk="0" h="8625" w="39700">
                  <a:moveTo>
                    <a:pt x="6506" y="388"/>
                  </a:moveTo>
                  <a:cubicBezTo>
                    <a:pt x="8876" y="1634"/>
                    <a:pt x="11399" y="2546"/>
                    <a:pt x="14013" y="3123"/>
                  </a:cubicBezTo>
                  <a:cubicBezTo>
                    <a:pt x="14418" y="3198"/>
                    <a:pt x="14832" y="3232"/>
                    <a:pt x="15254" y="3232"/>
                  </a:cubicBezTo>
                  <a:cubicBezTo>
                    <a:pt x="17051" y="3232"/>
                    <a:pt x="18981" y="2626"/>
                    <a:pt x="20852" y="2060"/>
                  </a:cubicBezTo>
                  <a:cubicBezTo>
                    <a:pt x="22453" y="1543"/>
                    <a:pt x="23967" y="1070"/>
                    <a:pt x="25206" y="1070"/>
                  </a:cubicBezTo>
                  <a:cubicBezTo>
                    <a:pt x="25425" y="1070"/>
                    <a:pt x="25636" y="1085"/>
                    <a:pt x="25837" y="1117"/>
                  </a:cubicBezTo>
                  <a:cubicBezTo>
                    <a:pt x="27266" y="1330"/>
                    <a:pt x="28968" y="2455"/>
                    <a:pt x="30579" y="3549"/>
                  </a:cubicBezTo>
                  <a:cubicBezTo>
                    <a:pt x="32312" y="4674"/>
                    <a:pt x="34075" y="5859"/>
                    <a:pt x="35716" y="6133"/>
                  </a:cubicBezTo>
                  <a:cubicBezTo>
                    <a:pt x="36232" y="6205"/>
                    <a:pt x="36682" y="6235"/>
                    <a:pt x="37073" y="6235"/>
                  </a:cubicBezTo>
                  <a:cubicBezTo>
                    <a:pt x="37834" y="6235"/>
                    <a:pt x="38374" y="6121"/>
                    <a:pt x="38755" y="5981"/>
                  </a:cubicBezTo>
                  <a:lnTo>
                    <a:pt x="38755" y="5981"/>
                  </a:lnTo>
                  <a:cubicBezTo>
                    <a:pt x="37844" y="7196"/>
                    <a:pt x="36476" y="7987"/>
                    <a:pt x="34986" y="8199"/>
                  </a:cubicBezTo>
                  <a:cubicBezTo>
                    <a:pt x="34835" y="8219"/>
                    <a:pt x="34683" y="8229"/>
                    <a:pt x="34532" y="8229"/>
                  </a:cubicBezTo>
                  <a:cubicBezTo>
                    <a:pt x="32834" y="8229"/>
                    <a:pt x="31164" y="7031"/>
                    <a:pt x="29546" y="5859"/>
                  </a:cubicBezTo>
                  <a:cubicBezTo>
                    <a:pt x="28451" y="5099"/>
                    <a:pt x="27448" y="4339"/>
                    <a:pt x="26445" y="4005"/>
                  </a:cubicBezTo>
                  <a:cubicBezTo>
                    <a:pt x="26050" y="3883"/>
                    <a:pt x="25625" y="3822"/>
                    <a:pt x="25199" y="3822"/>
                  </a:cubicBezTo>
                  <a:cubicBezTo>
                    <a:pt x="23527" y="3822"/>
                    <a:pt x="21643" y="4765"/>
                    <a:pt x="19971" y="5616"/>
                  </a:cubicBezTo>
                  <a:cubicBezTo>
                    <a:pt x="19272" y="5950"/>
                    <a:pt x="18603" y="6285"/>
                    <a:pt x="17965" y="6558"/>
                  </a:cubicBezTo>
                  <a:cubicBezTo>
                    <a:pt x="17199" y="6862"/>
                    <a:pt x="15866" y="6970"/>
                    <a:pt x="14360" y="6970"/>
                  </a:cubicBezTo>
                  <a:cubicBezTo>
                    <a:pt x="11800" y="6970"/>
                    <a:pt x="8740" y="6658"/>
                    <a:pt x="7114" y="6467"/>
                  </a:cubicBezTo>
                  <a:lnTo>
                    <a:pt x="6992" y="6467"/>
                  </a:lnTo>
                  <a:cubicBezTo>
                    <a:pt x="6566" y="6406"/>
                    <a:pt x="3071" y="4917"/>
                    <a:pt x="639" y="3822"/>
                  </a:cubicBezTo>
                  <a:lnTo>
                    <a:pt x="6506" y="388"/>
                  </a:lnTo>
                  <a:close/>
                  <a:moveTo>
                    <a:pt x="6464" y="0"/>
                  </a:moveTo>
                  <a:cubicBezTo>
                    <a:pt x="6430" y="0"/>
                    <a:pt x="6399" y="8"/>
                    <a:pt x="6384" y="23"/>
                  </a:cubicBezTo>
                  <a:lnTo>
                    <a:pt x="123" y="3701"/>
                  </a:lnTo>
                  <a:cubicBezTo>
                    <a:pt x="31" y="3762"/>
                    <a:pt x="1" y="3822"/>
                    <a:pt x="1" y="3883"/>
                  </a:cubicBezTo>
                  <a:cubicBezTo>
                    <a:pt x="1" y="3944"/>
                    <a:pt x="62" y="4035"/>
                    <a:pt x="123" y="4066"/>
                  </a:cubicBezTo>
                  <a:cubicBezTo>
                    <a:pt x="761" y="4339"/>
                    <a:pt x="6323" y="6801"/>
                    <a:pt x="6931" y="6862"/>
                  </a:cubicBezTo>
                  <a:lnTo>
                    <a:pt x="7053" y="6862"/>
                  </a:lnTo>
                  <a:cubicBezTo>
                    <a:pt x="8660" y="7049"/>
                    <a:pt x="11656" y="7351"/>
                    <a:pt x="14228" y="7351"/>
                  </a:cubicBezTo>
                  <a:cubicBezTo>
                    <a:pt x="15840" y="7351"/>
                    <a:pt x="17285" y="7232"/>
                    <a:pt x="18117" y="6892"/>
                  </a:cubicBezTo>
                  <a:cubicBezTo>
                    <a:pt x="18725" y="6649"/>
                    <a:pt x="19424" y="6345"/>
                    <a:pt x="20123" y="5950"/>
                  </a:cubicBezTo>
                  <a:cubicBezTo>
                    <a:pt x="21793" y="5115"/>
                    <a:pt x="23621" y="4201"/>
                    <a:pt x="25224" y="4201"/>
                  </a:cubicBezTo>
                  <a:cubicBezTo>
                    <a:pt x="25605" y="4201"/>
                    <a:pt x="25973" y="4253"/>
                    <a:pt x="26324" y="4370"/>
                  </a:cubicBezTo>
                  <a:cubicBezTo>
                    <a:pt x="27266" y="4704"/>
                    <a:pt x="28269" y="5433"/>
                    <a:pt x="29333" y="6193"/>
                  </a:cubicBezTo>
                  <a:cubicBezTo>
                    <a:pt x="31005" y="7379"/>
                    <a:pt x="32737" y="8625"/>
                    <a:pt x="34530" y="8625"/>
                  </a:cubicBezTo>
                  <a:cubicBezTo>
                    <a:pt x="34682" y="8625"/>
                    <a:pt x="34865" y="8625"/>
                    <a:pt x="35017" y="8595"/>
                  </a:cubicBezTo>
                  <a:cubicBezTo>
                    <a:pt x="38148" y="8199"/>
                    <a:pt x="39576" y="5464"/>
                    <a:pt x="39637" y="5373"/>
                  </a:cubicBezTo>
                  <a:cubicBezTo>
                    <a:pt x="39699" y="5227"/>
                    <a:pt x="39576" y="5095"/>
                    <a:pt x="39454" y="5095"/>
                  </a:cubicBezTo>
                  <a:cubicBezTo>
                    <a:pt x="39397" y="5095"/>
                    <a:pt x="39341" y="5123"/>
                    <a:pt x="39303" y="5190"/>
                  </a:cubicBezTo>
                  <a:cubicBezTo>
                    <a:pt x="39303" y="5190"/>
                    <a:pt x="38899" y="5856"/>
                    <a:pt x="37171" y="5856"/>
                  </a:cubicBezTo>
                  <a:cubicBezTo>
                    <a:pt x="36778" y="5856"/>
                    <a:pt x="36317" y="5822"/>
                    <a:pt x="35777" y="5737"/>
                  </a:cubicBezTo>
                  <a:cubicBezTo>
                    <a:pt x="34227" y="5494"/>
                    <a:pt x="32494" y="4400"/>
                    <a:pt x="30761" y="3215"/>
                  </a:cubicBezTo>
                  <a:cubicBezTo>
                    <a:pt x="29029" y="2060"/>
                    <a:pt x="27387" y="965"/>
                    <a:pt x="25868" y="753"/>
                  </a:cubicBezTo>
                  <a:cubicBezTo>
                    <a:pt x="25643" y="713"/>
                    <a:pt x="25408" y="696"/>
                    <a:pt x="25163" y="696"/>
                  </a:cubicBezTo>
                  <a:cubicBezTo>
                    <a:pt x="23881" y="696"/>
                    <a:pt x="22338" y="1184"/>
                    <a:pt x="20731" y="1695"/>
                  </a:cubicBezTo>
                  <a:cubicBezTo>
                    <a:pt x="18871" y="2265"/>
                    <a:pt x="16970" y="2856"/>
                    <a:pt x="15227" y="2856"/>
                  </a:cubicBezTo>
                  <a:cubicBezTo>
                    <a:pt x="14834" y="2856"/>
                    <a:pt x="14449" y="2826"/>
                    <a:pt x="14074" y="2759"/>
                  </a:cubicBezTo>
                  <a:cubicBezTo>
                    <a:pt x="11460" y="2181"/>
                    <a:pt x="8937" y="1269"/>
                    <a:pt x="6566" y="23"/>
                  </a:cubicBezTo>
                  <a:cubicBezTo>
                    <a:pt x="6536" y="8"/>
                    <a:pt x="6498" y="0"/>
                    <a:pt x="646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2" name="Google Shape;932;p5"/>
          <p:cNvSpPr/>
          <p:nvPr/>
        </p:nvSpPr>
        <p:spPr>
          <a:xfrm>
            <a:off x="2100075" y="1429050"/>
            <a:ext cx="2856600" cy="804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5"/>
          <p:cNvSpPr/>
          <p:nvPr/>
        </p:nvSpPr>
        <p:spPr>
          <a:xfrm>
            <a:off x="2138186" y="1497300"/>
            <a:ext cx="2780400" cy="66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5"/>
          <p:cNvSpPr/>
          <p:nvPr/>
        </p:nvSpPr>
        <p:spPr>
          <a:xfrm>
            <a:off x="713100" y="763850"/>
            <a:ext cx="1290000" cy="1290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5"/>
          <p:cNvSpPr/>
          <p:nvPr/>
        </p:nvSpPr>
        <p:spPr>
          <a:xfrm>
            <a:off x="743316" y="794066"/>
            <a:ext cx="1229498" cy="1229498"/>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5"/>
          <p:cNvSpPr txBox="1"/>
          <p:nvPr>
            <p:ph type="title"/>
          </p:nvPr>
        </p:nvSpPr>
        <p:spPr>
          <a:xfrm>
            <a:off x="2220025" y="540075"/>
            <a:ext cx="3854700" cy="957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de"/>
              <a:t>Projektplan</a:t>
            </a:r>
            <a:endParaRPr/>
          </a:p>
        </p:txBody>
      </p:sp>
      <p:sp>
        <p:nvSpPr>
          <p:cNvPr id="937" name="Google Shape;937;p5"/>
          <p:cNvSpPr txBox="1"/>
          <p:nvPr>
            <p:ph idx="2" type="title"/>
          </p:nvPr>
        </p:nvSpPr>
        <p:spPr>
          <a:xfrm>
            <a:off x="713100" y="1073725"/>
            <a:ext cx="1290000" cy="670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9600"/>
              <a:buNone/>
            </a:pPr>
            <a:r>
              <a:rPr lang="de"/>
              <a:t>01</a:t>
            </a:r>
            <a:endParaRPr/>
          </a:p>
        </p:txBody>
      </p:sp>
      <p:sp>
        <p:nvSpPr>
          <p:cNvPr id="938" name="Google Shape;938;p5"/>
          <p:cNvSpPr txBox="1"/>
          <p:nvPr>
            <p:ph idx="1" type="subTitle"/>
          </p:nvPr>
        </p:nvSpPr>
        <p:spPr>
          <a:xfrm>
            <a:off x="2220025" y="1591933"/>
            <a:ext cx="2608800" cy="552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1200"/>
              </a:spcAft>
              <a:buSzPts val="1400"/>
              <a:buNone/>
            </a:pPr>
            <a:r>
              <a:rPr lang="de">
                <a:solidFill>
                  <a:schemeClr val="lt1"/>
                </a:solidFill>
              </a:rPr>
              <a:t>Gib hier einen Untertitel ein, wenn du es brauchst</a:t>
            </a:r>
            <a:endParaRPr>
              <a:solidFill>
                <a:schemeClr val="lt1"/>
              </a:solidFill>
            </a:endParaRPr>
          </a:p>
        </p:txBody>
      </p:sp>
      <p:sp>
        <p:nvSpPr>
          <p:cNvPr id="939" name="Google Shape;939;p5"/>
          <p:cNvSpPr/>
          <p:nvPr/>
        </p:nvSpPr>
        <p:spPr>
          <a:xfrm flipH="1">
            <a:off x="352216" y="2850396"/>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5"/>
          <p:cNvSpPr/>
          <p:nvPr/>
        </p:nvSpPr>
        <p:spPr>
          <a:xfrm flipH="1">
            <a:off x="7839693" y="-39510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 name="Shape 944"/>
        <p:cNvGrpSpPr/>
        <p:nvPr/>
      </p:nvGrpSpPr>
      <p:grpSpPr>
        <a:xfrm>
          <a:off x="0" y="0"/>
          <a:ext cx="0" cy="0"/>
          <a:chOff x="0" y="0"/>
          <a:chExt cx="0" cy="0"/>
        </a:xfrm>
      </p:grpSpPr>
      <p:sp>
        <p:nvSpPr>
          <p:cNvPr id="945" name="Google Shape;945;p7"/>
          <p:cNvSpPr/>
          <p:nvPr/>
        </p:nvSpPr>
        <p:spPr>
          <a:xfrm>
            <a:off x="4572000" y="836850"/>
            <a:ext cx="3858900" cy="187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7"/>
          <p:cNvSpPr txBox="1"/>
          <p:nvPr>
            <p:ph type="title"/>
          </p:nvPr>
        </p:nvSpPr>
        <p:spPr>
          <a:xfrm>
            <a:off x="4572000" y="980725"/>
            <a:ext cx="3858900" cy="147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de">
                <a:solidFill>
                  <a:schemeClr val="lt1"/>
                </a:solidFill>
              </a:rPr>
              <a:t>Über das</a:t>
            </a:r>
            <a:endParaRPr>
              <a:solidFill>
                <a:schemeClr val="lt1"/>
              </a:solidFill>
            </a:endParaRPr>
          </a:p>
          <a:p>
            <a:pPr indent="0" lvl="0" marL="0" rtl="0" algn="ctr">
              <a:lnSpc>
                <a:spcPct val="100000"/>
              </a:lnSpc>
              <a:spcBef>
                <a:spcPts val="0"/>
              </a:spcBef>
              <a:spcAft>
                <a:spcPts val="0"/>
              </a:spcAft>
              <a:buSzPts val="4200"/>
              <a:buNone/>
            </a:pPr>
            <a:r>
              <a:rPr lang="de">
                <a:solidFill>
                  <a:schemeClr val="lt1"/>
                </a:solidFill>
              </a:rPr>
              <a:t>Projekt</a:t>
            </a:r>
            <a:endParaRPr>
              <a:solidFill>
                <a:schemeClr val="lt1"/>
              </a:solidFill>
            </a:endParaRPr>
          </a:p>
        </p:txBody>
      </p:sp>
      <p:sp>
        <p:nvSpPr>
          <p:cNvPr id="947" name="Google Shape;947;p7"/>
          <p:cNvSpPr txBox="1"/>
          <p:nvPr>
            <p:ph idx="1" type="subTitle"/>
          </p:nvPr>
        </p:nvSpPr>
        <p:spPr>
          <a:xfrm>
            <a:off x="4572000" y="2803075"/>
            <a:ext cx="3858900" cy="151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100"/>
              <a:buNone/>
            </a:pPr>
            <a:r>
              <a:rPr lang="de"/>
              <a:t>Hier kannst du eine kurze Beschreibung des Themas geben, über das du sprechen möchtest. Wenn du zum Beispiel über den Merkur sprechen willst, könntest du sagen, dass er der kleinste Planet im gesamten Sonnensystem ist</a:t>
            </a:r>
            <a:endParaRPr/>
          </a:p>
        </p:txBody>
      </p:sp>
      <p:sp>
        <p:nvSpPr>
          <p:cNvPr id="948" name="Google Shape;948;p7"/>
          <p:cNvSpPr/>
          <p:nvPr/>
        </p:nvSpPr>
        <p:spPr>
          <a:xfrm>
            <a:off x="7938702" y="38485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7"/>
          <p:cNvSpPr/>
          <p:nvPr/>
        </p:nvSpPr>
        <p:spPr>
          <a:xfrm>
            <a:off x="4102052" y="-670652"/>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0" name="Google Shape;950;p7"/>
          <p:cNvGrpSpPr/>
          <p:nvPr/>
        </p:nvGrpSpPr>
        <p:grpSpPr>
          <a:xfrm>
            <a:off x="194725" y="881950"/>
            <a:ext cx="3816000" cy="3436078"/>
            <a:chOff x="194725" y="881950"/>
            <a:chExt cx="3816000" cy="3436078"/>
          </a:xfrm>
        </p:grpSpPr>
        <p:sp>
          <p:nvSpPr>
            <p:cNvPr id="951" name="Google Shape;951;p7"/>
            <p:cNvSpPr/>
            <p:nvPr/>
          </p:nvSpPr>
          <p:spPr>
            <a:xfrm>
              <a:off x="194725" y="887114"/>
              <a:ext cx="3816000" cy="2937365"/>
            </a:xfrm>
            <a:custGeom>
              <a:rect b="b" l="l" r="r" t="t"/>
              <a:pathLst>
                <a:path extrusionOk="0" h="38108" w="49507">
                  <a:moveTo>
                    <a:pt x="38356" y="0"/>
                  </a:moveTo>
                  <a:cubicBezTo>
                    <a:pt x="38147" y="0"/>
                    <a:pt x="37935" y="6"/>
                    <a:pt x="37719" y="17"/>
                  </a:cubicBezTo>
                  <a:cubicBezTo>
                    <a:pt x="32087" y="302"/>
                    <a:pt x="30337" y="5196"/>
                    <a:pt x="29635" y="7553"/>
                  </a:cubicBezTo>
                  <a:cubicBezTo>
                    <a:pt x="28492" y="11411"/>
                    <a:pt x="27694" y="13328"/>
                    <a:pt x="24801" y="13518"/>
                  </a:cubicBezTo>
                  <a:cubicBezTo>
                    <a:pt x="24690" y="13526"/>
                    <a:pt x="24581" y="13529"/>
                    <a:pt x="24475" y="13529"/>
                  </a:cubicBezTo>
                  <a:cubicBezTo>
                    <a:pt x="21705" y="13529"/>
                    <a:pt x="20576" y="11028"/>
                    <a:pt x="17514" y="8482"/>
                  </a:cubicBezTo>
                  <a:cubicBezTo>
                    <a:pt x="16083" y="7290"/>
                    <a:pt x="14309" y="6589"/>
                    <a:pt x="12458" y="6589"/>
                  </a:cubicBezTo>
                  <a:cubicBezTo>
                    <a:pt x="9518" y="6589"/>
                    <a:pt x="6384" y="8357"/>
                    <a:pt x="4120" y="12733"/>
                  </a:cubicBezTo>
                  <a:cubicBezTo>
                    <a:pt x="0" y="20734"/>
                    <a:pt x="4620" y="28806"/>
                    <a:pt x="12418" y="34759"/>
                  </a:cubicBezTo>
                  <a:cubicBezTo>
                    <a:pt x="15439" y="37063"/>
                    <a:pt x="18465" y="38108"/>
                    <a:pt x="22148" y="38108"/>
                  </a:cubicBezTo>
                  <a:cubicBezTo>
                    <a:pt x="23910" y="38108"/>
                    <a:pt x="25822" y="37869"/>
                    <a:pt x="27956" y="37414"/>
                  </a:cubicBezTo>
                  <a:cubicBezTo>
                    <a:pt x="39434" y="34973"/>
                    <a:pt x="46744" y="25877"/>
                    <a:pt x="48518" y="15388"/>
                  </a:cubicBezTo>
                  <a:cubicBezTo>
                    <a:pt x="49506" y="9585"/>
                    <a:pt x="47099" y="0"/>
                    <a:pt x="38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7"/>
            <p:cNvSpPr/>
            <p:nvPr/>
          </p:nvSpPr>
          <p:spPr>
            <a:xfrm>
              <a:off x="1309779" y="3792073"/>
              <a:ext cx="382702" cy="523219"/>
            </a:xfrm>
            <a:custGeom>
              <a:rect b="b" l="l" r="r" t="t"/>
              <a:pathLst>
                <a:path extrusionOk="0" h="6788" w="4965">
                  <a:moveTo>
                    <a:pt x="0" y="1"/>
                  </a:moveTo>
                  <a:lnTo>
                    <a:pt x="0" y="6788"/>
                  </a:lnTo>
                  <a:lnTo>
                    <a:pt x="4965" y="6788"/>
                  </a:lnTo>
                  <a:lnTo>
                    <a:pt x="4965"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7"/>
            <p:cNvSpPr/>
            <p:nvPr/>
          </p:nvSpPr>
          <p:spPr>
            <a:xfrm>
              <a:off x="1309779" y="3792073"/>
              <a:ext cx="382702" cy="523219"/>
            </a:xfrm>
            <a:custGeom>
              <a:rect b="b" l="l" r="r" t="t"/>
              <a:pathLst>
                <a:path extrusionOk="0" h="6788" w="4965">
                  <a:moveTo>
                    <a:pt x="0" y="1"/>
                  </a:moveTo>
                  <a:lnTo>
                    <a:pt x="0" y="6788"/>
                  </a:lnTo>
                  <a:lnTo>
                    <a:pt x="4965" y="6788"/>
                  </a:lnTo>
                  <a:lnTo>
                    <a:pt x="496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7"/>
            <p:cNvSpPr/>
            <p:nvPr/>
          </p:nvSpPr>
          <p:spPr>
            <a:xfrm>
              <a:off x="1976067" y="3065275"/>
              <a:ext cx="382702" cy="1250006"/>
            </a:xfrm>
            <a:custGeom>
              <a:rect b="b" l="l" r="r" t="t"/>
              <a:pathLst>
                <a:path extrusionOk="0" h="16217" w="4965">
                  <a:moveTo>
                    <a:pt x="0" y="0"/>
                  </a:moveTo>
                  <a:lnTo>
                    <a:pt x="0" y="16217"/>
                  </a:lnTo>
                  <a:lnTo>
                    <a:pt x="4965" y="16217"/>
                  </a:lnTo>
                  <a:lnTo>
                    <a:pt x="4965"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7"/>
            <p:cNvSpPr/>
            <p:nvPr/>
          </p:nvSpPr>
          <p:spPr>
            <a:xfrm>
              <a:off x="1976067" y="3065275"/>
              <a:ext cx="382702" cy="1250006"/>
            </a:xfrm>
            <a:custGeom>
              <a:rect b="b" l="l" r="r" t="t"/>
              <a:pathLst>
                <a:path extrusionOk="0" h="16217" w="4965">
                  <a:moveTo>
                    <a:pt x="0" y="0"/>
                  </a:moveTo>
                  <a:lnTo>
                    <a:pt x="0" y="16217"/>
                  </a:lnTo>
                  <a:lnTo>
                    <a:pt x="4965" y="16217"/>
                  </a:lnTo>
                  <a:lnTo>
                    <a:pt x="4965"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7"/>
            <p:cNvSpPr/>
            <p:nvPr/>
          </p:nvSpPr>
          <p:spPr>
            <a:xfrm>
              <a:off x="2658851" y="2775218"/>
              <a:ext cx="382779" cy="1540058"/>
            </a:xfrm>
            <a:custGeom>
              <a:rect b="b" l="l" r="r" t="t"/>
              <a:pathLst>
                <a:path extrusionOk="0" h="19980" w="4966">
                  <a:moveTo>
                    <a:pt x="0" y="1"/>
                  </a:moveTo>
                  <a:lnTo>
                    <a:pt x="0" y="19980"/>
                  </a:lnTo>
                  <a:lnTo>
                    <a:pt x="4965" y="19980"/>
                  </a:lnTo>
                  <a:lnTo>
                    <a:pt x="4965"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7"/>
            <p:cNvSpPr/>
            <p:nvPr/>
          </p:nvSpPr>
          <p:spPr>
            <a:xfrm>
              <a:off x="2658851" y="2775218"/>
              <a:ext cx="382779" cy="1540058"/>
            </a:xfrm>
            <a:custGeom>
              <a:rect b="b" l="l" r="r" t="t"/>
              <a:pathLst>
                <a:path extrusionOk="0" h="19980" w="4966">
                  <a:moveTo>
                    <a:pt x="0" y="1"/>
                  </a:moveTo>
                  <a:lnTo>
                    <a:pt x="0" y="19980"/>
                  </a:lnTo>
                  <a:lnTo>
                    <a:pt x="4965" y="19980"/>
                  </a:lnTo>
                  <a:lnTo>
                    <a:pt x="496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7"/>
            <p:cNvSpPr/>
            <p:nvPr/>
          </p:nvSpPr>
          <p:spPr>
            <a:xfrm>
              <a:off x="3341635" y="2267716"/>
              <a:ext cx="382779" cy="2047553"/>
            </a:xfrm>
            <a:custGeom>
              <a:rect b="b" l="l" r="r" t="t"/>
              <a:pathLst>
                <a:path extrusionOk="0" h="26564" w="4966">
                  <a:moveTo>
                    <a:pt x="1" y="1"/>
                  </a:moveTo>
                  <a:lnTo>
                    <a:pt x="1" y="26564"/>
                  </a:lnTo>
                  <a:lnTo>
                    <a:pt x="4965" y="26564"/>
                  </a:lnTo>
                  <a:lnTo>
                    <a:pt x="4965"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7"/>
            <p:cNvSpPr/>
            <p:nvPr/>
          </p:nvSpPr>
          <p:spPr>
            <a:xfrm>
              <a:off x="3341635" y="2267716"/>
              <a:ext cx="382779" cy="2047553"/>
            </a:xfrm>
            <a:custGeom>
              <a:rect b="b" l="l" r="r" t="t"/>
              <a:pathLst>
                <a:path extrusionOk="0" h="26564" w="4966">
                  <a:moveTo>
                    <a:pt x="1" y="1"/>
                  </a:moveTo>
                  <a:lnTo>
                    <a:pt x="1" y="26564"/>
                  </a:lnTo>
                  <a:lnTo>
                    <a:pt x="4965" y="26564"/>
                  </a:lnTo>
                  <a:lnTo>
                    <a:pt x="496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7"/>
            <p:cNvSpPr/>
            <p:nvPr/>
          </p:nvSpPr>
          <p:spPr>
            <a:xfrm>
              <a:off x="431441" y="1583080"/>
              <a:ext cx="3415877" cy="10175"/>
            </a:xfrm>
            <a:custGeom>
              <a:rect b="b" l="l" r="r" t="t"/>
              <a:pathLst>
                <a:path extrusionOk="0" h="132" w="44316">
                  <a:moveTo>
                    <a:pt x="37" y="1"/>
                  </a:moveTo>
                  <a:cubicBezTo>
                    <a:pt x="13" y="1"/>
                    <a:pt x="1" y="13"/>
                    <a:pt x="1" y="36"/>
                  </a:cubicBezTo>
                  <a:cubicBezTo>
                    <a:pt x="1" y="60"/>
                    <a:pt x="13" y="72"/>
                    <a:pt x="37" y="72"/>
                  </a:cubicBezTo>
                  <a:lnTo>
                    <a:pt x="656" y="72"/>
                  </a:lnTo>
                  <a:cubicBezTo>
                    <a:pt x="679" y="72"/>
                    <a:pt x="703" y="60"/>
                    <a:pt x="703" y="36"/>
                  </a:cubicBezTo>
                  <a:cubicBezTo>
                    <a:pt x="703" y="13"/>
                    <a:pt x="679" y="1"/>
                    <a:pt x="656" y="1"/>
                  </a:cubicBezTo>
                  <a:close/>
                  <a:moveTo>
                    <a:pt x="1287" y="1"/>
                  </a:moveTo>
                  <a:cubicBezTo>
                    <a:pt x="1263" y="1"/>
                    <a:pt x="1239" y="13"/>
                    <a:pt x="1239" y="36"/>
                  </a:cubicBezTo>
                  <a:cubicBezTo>
                    <a:pt x="1251" y="60"/>
                    <a:pt x="1263" y="72"/>
                    <a:pt x="1287" y="72"/>
                  </a:cubicBezTo>
                  <a:lnTo>
                    <a:pt x="1906" y="72"/>
                  </a:lnTo>
                  <a:cubicBezTo>
                    <a:pt x="1930" y="72"/>
                    <a:pt x="1942" y="60"/>
                    <a:pt x="1942" y="36"/>
                  </a:cubicBezTo>
                  <a:cubicBezTo>
                    <a:pt x="1942" y="13"/>
                    <a:pt x="1930" y="1"/>
                    <a:pt x="1906" y="1"/>
                  </a:cubicBezTo>
                  <a:close/>
                  <a:moveTo>
                    <a:pt x="2525" y="1"/>
                  </a:moveTo>
                  <a:cubicBezTo>
                    <a:pt x="2513" y="1"/>
                    <a:pt x="2489" y="25"/>
                    <a:pt x="2489" y="36"/>
                  </a:cubicBezTo>
                  <a:cubicBezTo>
                    <a:pt x="2489" y="60"/>
                    <a:pt x="2513" y="72"/>
                    <a:pt x="2537" y="72"/>
                  </a:cubicBezTo>
                  <a:lnTo>
                    <a:pt x="3156" y="72"/>
                  </a:lnTo>
                  <a:lnTo>
                    <a:pt x="3156" y="84"/>
                  </a:lnTo>
                  <a:cubicBezTo>
                    <a:pt x="3180" y="84"/>
                    <a:pt x="3192" y="60"/>
                    <a:pt x="3192" y="36"/>
                  </a:cubicBezTo>
                  <a:cubicBezTo>
                    <a:pt x="3192" y="13"/>
                    <a:pt x="3180" y="1"/>
                    <a:pt x="3156" y="1"/>
                  </a:cubicBezTo>
                  <a:close/>
                  <a:moveTo>
                    <a:pt x="3775" y="1"/>
                  </a:moveTo>
                  <a:cubicBezTo>
                    <a:pt x="3763" y="1"/>
                    <a:pt x="3739" y="25"/>
                    <a:pt x="3739" y="36"/>
                  </a:cubicBezTo>
                  <a:cubicBezTo>
                    <a:pt x="3739" y="60"/>
                    <a:pt x="3763" y="72"/>
                    <a:pt x="3775" y="72"/>
                  </a:cubicBezTo>
                  <a:lnTo>
                    <a:pt x="4406" y="72"/>
                  </a:lnTo>
                  <a:lnTo>
                    <a:pt x="4406" y="84"/>
                  </a:lnTo>
                  <a:cubicBezTo>
                    <a:pt x="4430" y="84"/>
                    <a:pt x="4442" y="60"/>
                    <a:pt x="4442" y="36"/>
                  </a:cubicBezTo>
                  <a:cubicBezTo>
                    <a:pt x="4442" y="25"/>
                    <a:pt x="4430" y="1"/>
                    <a:pt x="4406" y="1"/>
                  </a:cubicBezTo>
                  <a:close/>
                  <a:moveTo>
                    <a:pt x="5025" y="1"/>
                  </a:moveTo>
                  <a:cubicBezTo>
                    <a:pt x="5001" y="1"/>
                    <a:pt x="4990" y="25"/>
                    <a:pt x="4990" y="48"/>
                  </a:cubicBezTo>
                  <a:cubicBezTo>
                    <a:pt x="4990" y="60"/>
                    <a:pt x="5013" y="84"/>
                    <a:pt x="5025" y="84"/>
                  </a:cubicBezTo>
                  <a:lnTo>
                    <a:pt x="5656" y="84"/>
                  </a:lnTo>
                  <a:cubicBezTo>
                    <a:pt x="5680" y="84"/>
                    <a:pt x="5692" y="60"/>
                    <a:pt x="5692" y="48"/>
                  </a:cubicBezTo>
                  <a:cubicBezTo>
                    <a:pt x="5692" y="25"/>
                    <a:pt x="5680" y="1"/>
                    <a:pt x="5656" y="1"/>
                  </a:cubicBezTo>
                  <a:close/>
                  <a:moveTo>
                    <a:pt x="6275" y="1"/>
                  </a:moveTo>
                  <a:cubicBezTo>
                    <a:pt x="6252" y="1"/>
                    <a:pt x="6240" y="25"/>
                    <a:pt x="6240" y="48"/>
                  </a:cubicBezTo>
                  <a:cubicBezTo>
                    <a:pt x="6240" y="60"/>
                    <a:pt x="6252" y="84"/>
                    <a:pt x="6275" y="84"/>
                  </a:cubicBezTo>
                  <a:lnTo>
                    <a:pt x="6906" y="84"/>
                  </a:lnTo>
                  <a:cubicBezTo>
                    <a:pt x="6918" y="84"/>
                    <a:pt x="6942" y="60"/>
                    <a:pt x="6942" y="48"/>
                  </a:cubicBezTo>
                  <a:cubicBezTo>
                    <a:pt x="6942" y="25"/>
                    <a:pt x="6918" y="1"/>
                    <a:pt x="6906" y="1"/>
                  </a:cubicBezTo>
                  <a:close/>
                  <a:moveTo>
                    <a:pt x="7526" y="1"/>
                  </a:moveTo>
                  <a:cubicBezTo>
                    <a:pt x="7502" y="13"/>
                    <a:pt x="7490" y="25"/>
                    <a:pt x="7490" y="48"/>
                  </a:cubicBezTo>
                  <a:cubicBezTo>
                    <a:pt x="7490" y="60"/>
                    <a:pt x="7502" y="84"/>
                    <a:pt x="7526" y="84"/>
                  </a:cubicBezTo>
                  <a:lnTo>
                    <a:pt x="8157" y="84"/>
                  </a:lnTo>
                  <a:cubicBezTo>
                    <a:pt x="8169" y="84"/>
                    <a:pt x="8192" y="72"/>
                    <a:pt x="8192" y="48"/>
                  </a:cubicBezTo>
                  <a:cubicBezTo>
                    <a:pt x="8192" y="25"/>
                    <a:pt x="8169" y="1"/>
                    <a:pt x="8157" y="1"/>
                  </a:cubicBezTo>
                  <a:close/>
                  <a:moveTo>
                    <a:pt x="8776" y="13"/>
                  </a:moveTo>
                  <a:cubicBezTo>
                    <a:pt x="8752" y="13"/>
                    <a:pt x="8740" y="25"/>
                    <a:pt x="8740" y="48"/>
                  </a:cubicBezTo>
                  <a:cubicBezTo>
                    <a:pt x="8740" y="72"/>
                    <a:pt x="8752" y="84"/>
                    <a:pt x="8776" y="84"/>
                  </a:cubicBezTo>
                  <a:lnTo>
                    <a:pt x="9407" y="84"/>
                  </a:lnTo>
                  <a:cubicBezTo>
                    <a:pt x="9419" y="84"/>
                    <a:pt x="9442" y="72"/>
                    <a:pt x="9442" y="48"/>
                  </a:cubicBezTo>
                  <a:cubicBezTo>
                    <a:pt x="9442" y="25"/>
                    <a:pt x="9419" y="13"/>
                    <a:pt x="9395" y="13"/>
                  </a:cubicBezTo>
                  <a:close/>
                  <a:moveTo>
                    <a:pt x="10026" y="13"/>
                  </a:moveTo>
                  <a:cubicBezTo>
                    <a:pt x="10002" y="13"/>
                    <a:pt x="9990" y="25"/>
                    <a:pt x="9990" y="48"/>
                  </a:cubicBezTo>
                  <a:cubicBezTo>
                    <a:pt x="9990" y="72"/>
                    <a:pt x="10002" y="84"/>
                    <a:pt x="10026" y="84"/>
                  </a:cubicBezTo>
                  <a:lnTo>
                    <a:pt x="10645" y="84"/>
                  </a:lnTo>
                  <a:cubicBezTo>
                    <a:pt x="10669" y="84"/>
                    <a:pt x="10693" y="72"/>
                    <a:pt x="10693" y="48"/>
                  </a:cubicBezTo>
                  <a:cubicBezTo>
                    <a:pt x="10693" y="25"/>
                    <a:pt x="10669" y="13"/>
                    <a:pt x="10645" y="13"/>
                  </a:cubicBezTo>
                  <a:close/>
                  <a:moveTo>
                    <a:pt x="11276" y="13"/>
                  </a:moveTo>
                  <a:cubicBezTo>
                    <a:pt x="11252" y="13"/>
                    <a:pt x="11240" y="25"/>
                    <a:pt x="11240" y="48"/>
                  </a:cubicBezTo>
                  <a:cubicBezTo>
                    <a:pt x="11240" y="72"/>
                    <a:pt x="11252" y="84"/>
                    <a:pt x="11276" y="84"/>
                  </a:cubicBezTo>
                  <a:lnTo>
                    <a:pt x="11895" y="84"/>
                  </a:lnTo>
                  <a:cubicBezTo>
                    <a:pt x="11919" y="84"/>
                    <a:pt x="11943" y="72"/>
                    <a:pt x="11943" y="48"/>
                  </a:cubicBezTo>
                  <a:cubicBezTo>
                    <a:pt x="11943" y="25"/>
                    <a:pt x="11919" y="13"/>
                    <a:pt x="11895" y="13"/>
                  </a:cubicBezTo>
                  <a:close/>
                  <a:moveTo>
                    <a:pt x="12526" y="13"/>
                  </a:moveTo>
                  <a:cubicBezTo>
                    <a:pt x="12502" y="13"/>
                    <a:pt x="12479" y="36"/>
                    <a:pt x="12479" y="48"/>
                  </a:cubicBezTo>
                  <a:cubicBezTo>
                    <a:pt x="12490" y="72"/>
                    <a:pt x="12502" y="84"/>
                    <a:pt x="12526" y="84"/>
                  </a:cubicBezTo>
                  <a:lnTo>
                    <a:pt x="13145" y="84"/>
                  </a:lnTo>
                  <a:lnTo>
                    <a:pt x="13145" y="96"/>
                  </a:lnTo>
                  <a:cubicBezTo>
                    <a:pt x="13169" y="96"/>
                    <a:pt x="13181" y="72"/>
                    <a:pt x="13181" y="48"/>
                  </a:cubicBezTo>
                  <a:cubicBezTo>
                    <a:pt x="13181" y="25"/>
                    <a:pt x="13169" y="13"/>
                    <a:pt x="13145" y="13"/>
                  </a:cubicBezTo>
                  <a:close/>
                  <a:moveTo>
                    <a:pt x="13764" y="13"/>
                  </a:moveTo>
                  <a:cubicBezTo>
                    <a:pt x="13753" y="13"/>
                    <a:pt x="13729" y="36"/>
                    <a:pt x="13729" y="48"/>
                  </a:cubicBezTo>
                  <a:cubicBezTo>
                    <a:pt x="13729" y="72"/>
                    <a:pt x="13753" y="84"/>
                    <a:pt x="13776" y="84"/>
                  </a:cubicBezTo>
                  <a:lnTo>
                    <a:pt x="14395" y="84"/>
                  </a:lnTo>
                  <a:lnTo>
                    <a:pt x="14395" y="96"/>
                  </a:lnTo>
                  <a:cubicBezTo>
                    <a:pt x="14419" y="96"/>
                    <a:pt x="14431" y="72"/>
                    <a:pt x="14431" y="48"/>
                  </a:cubicBezTo>
                  <a:cubicBezTo>
                    <a:pt x="14431" y="36"/>
                    <a:pt x="14419" y="13"/>
                    <a:pt x="14395" y="13"/>
                  </a:cubicBezTo>
                  <a:close/>
                  <a:moveTo>
                    <a:pt x="15015" y="13"/>
                  </a:moveTo>
                  <a:cubicBezTo>
                    <a:pt x="15003" y="13"/>
                    <a:pt x="14979" y="36"/>
                    <a:pt x="14979" y="60"/>
                  </a:cubicBezTo>
                  <a:cubicBezTo>
                    <a:pt x="14979" y="72"/>
                    <a:pt x="15003" y="96"/>
                    <a:pt x="15015" y="96"/>
                  </a:cubicBezTo>
                  <a:lnTo>
                    <a:pt x="15646" y="96"/>
                  </a:lnTo>
                  <a:cubicBezTo>
                    <a:pt x="15669" y="96"/>
                    <a:pt x="15681" y="72"/>
                    <a:pt x="15681" y="60"/>
                  </a:cubicBezTo>
                  <a:cubicBezTo>
                    <a:pt x="15681" y="36"/>
                    <a:pt x="15669" y="13"/>
                    <a:pt x="15646" y="13"/>
                  </a:cubicBezTo>
                  <a:close/>
                  <a:moveTo>
                    <a:pt x="16265" y="13"/>
                  </a:moveTo>
                  <a:cubicBezTo>
                    <a:pt x="16241" y="13"/>
                    <a:pt x="16229" y="36"/>
                    <a:pt x="16229" y="60"/>
                  </a:cubicBezTo>
                  <a:cubicBezTo>
                    <a:pt x="16229" y="72"/>
                    <a:pt x="16253" y="96"/>
                    <a:pt x="16265" y="96"/>
                  </a:cubicBezTo>
                  <a:lnTo>
                    <a:pt x="16896" y="96"/>
                  </a:lnTo>
                  <a:cubicBezTo>
                    <a:pt x="16920" y="96"/>
                    <a:pt x="16932" y="72"/>
                    <a:pt x="16932" y="60"/>
                  </a:cubicBezTo>
                  <a:cubicBezTo>
                    <a:pt x="16932" y="36"/>
                    <a:pt x="16920" y="13"/>
                    <a:pt x="16896" y="13"/>
                  </a:cubicBezTo>
                  <a:close/>
                  <a:moveTo>
                    <a:pt x="17515" y="13"/>
                  </a:moveTo>
                  <a:cubicBezTo>
                    <a:pt x="17491" y="25"/>
                    <a:pt x="17479" y="36"/>
                    <a:pt x="17479" y="60"/>
                  </a:cubicBezTo>
                  <a:cubicBezTo>
                    <a:pt x="17479" y="72"/>
                    <a:pt x="17491" y="96"/>
                    <a:pt x="17515" y="96"/>
                  </a:cubicBezTo>
                  <a:lnTo>
                    <a:pt x="18146" y="96"/>
                  </a:lnTo>
                  <a:cubicBezTo>
                    <a:pt x="18158" y="96"/>
                    <a:pt x="18182" y="84"/>
                    <a:pt x="18182" y="60"/>
                  </a:cubicBezTo>
                  <a:cubicBezTo>
                    <a:pt x="18182" y="36"/>
                    <a:pt x="18158" y="13"/>
                    <a:pt x="18146" y="13"/>
                  </a:cubicBezTo>
                  <a:close/>
                  <a:moveTo>
                    <a:pt x="18765" y="25"/>
                  </a:moveTo>
                  <a:cubicBezTo>
                    <a:pt x="18741" y="25"/>
                    <a:pt x="18729" y="36"/>
                    <a:pt x="18729" y="60"/>
                  </a:cubicBezTo>
                  <a:cubicBezTo>
                    <a:pt x="18729" y="84"/>
                    <a:pt x="18741" y="96"/>
                    <a:pt x="18765" y="96"/>
                  </a:cubicBezTo>
                  <a:lnTo>
                    <a:pt x="19396" y="96"/>
                  </a:lnTo>
                  <a:cubicBezTo>
                    <a:pt x="19408" y="96"/>
                    <a:pt x="19432" y="84"/>
                    <a:pt x="19432" y="60"/>
                  </a:cubicBezTo>
                  <a:cubicBezTo>
                    <a:pt x="19432" y="36"/>
                    <a:pt x="19408" y="25"/>
                    <a:pt x="19384" y="25"/>
                  </a:cubicBezTo>
                  <a:close/>
                  <a:moveTo>
                    <a:pt x="20015" y="25"/>
                  </a:moveTo>
                  <a:cubicBezTo>
                    <a:pt x="19991" y="25"/>
                    <a:pt x="19980" y="36"/>
                    <a:pt x="19980" y="60"/>
                  </a:cubicBezTo>
                  <a:cubicBezTo>
                    <a:pt x="19980" y="84"/>
                    <a:pt x="19991" y="96"/>
                    <a:pt x="20015" y="96"/>
                  </a:cubicBezTo>
                  <a:lnTo>
                    <a:pt x="20634" y="96"/>
                  </a:lnTo>
                  <a:cubicBezTo>
                    <a:pt x="20658" y="96"/>
                    <a:pt x="20682" y="84"/>
                    <a:pt x="20682" y="60"/>
                  </a:cubicBezTo>
                  <a:cubicBezTo>
                    <a:pt x="20682" y="36"/>
                    <a:pt x="20658" y="25"/>
                    <a:pt x="20634" y="25"/>
                  </a:cubicBezTo>
                  <a:close/>
                  <a:moveTo>
                    <a:pt x="21265" y="25"/>
                  </a:moveTo>
                  <a:cubicBezTo>
                    <a:pt x="21242" y="25"/>
                    <a:pt x="21230" y="36"/>
                    <a:pt x="21230" y="60"/>
                  </a:cubicBezTo>
                  <a:cubicBezTo>
                    <a:pt x="21230" y="84"/>
                    <a:pt x="21242" y="96"/>
                    <a:pt x="21265" y="96"/>
                  </a:cubicBezTo>
                  <a:lnTo>
                    <a:pt x="21885" y="96"/>
                  </a:lnTo>
                  <a:cubicBezTo>
                    <a:pt x="21908" y="96"/>
                    <a:pt x="21932" y="84"/>
                    <a:pt x="21932" y="60"/>
                  </a:cubicBezTo>
                  <a:cubicBezTo>
                    <a:pt x="21932" y="36"/>
                    <a:pt x="21908" y="25"/>
                    <a:pt x="21885" y="25"/>
                  </a:cubicBezTo>
                  <a:close/>
                  <a:moveTo>
                    <a:pt x="22516" y="25"/>
                  </a:moveTo>
                  <a:cubicBezTo>
                    <a:pt x="22492" y="25"/>
                    <a:pt x="22468" y="48"/>
                    <a:pt x="22468" y="60"/>
                  </a:cubicBezTo>
                  <a:cubicBezTo>
                    <a:pt x="22480" y="84"/>
                    <a:pt x="22492" y="96"/>
                    <a:pt x="22516" y="96"/>
                  </a:cubicBezTo>
                  <a:lnTo>
                    <a:pt x="23135" y="96"/>
                  </a:lnTo>
                  <a:lnTo>
                    <a:pt x="23135" y="108"/>
                  </a:lnTo>
                  <a:cubicBezTo>
                    <a:pt x="23158" y="108"/>
                    <a:pt x="23170" y="84"/>
                    <a:pt x="23170" y="60"/>
                  </a:cubicBezTo>
                  <a:cubicBezTo>
                    <a:pt x="23170" y="36"/>
                    <a:pt x="23158" y="25"/>
                    <a:pt x="23135" y="25"/>
                  </a:cubicBezTo>
                  <a:close/>
                  <a:moveTo>
                    <a:pt x="23754" y="25"/>
                  </a:moveTo>
                  <a:cubicBezTo>
                    <a:pt x="23742" y="25"/>
                    <a:pt x="23718" y="48"/>
                    <a:pt x="23718" y="60"/>
                  </a:cubicBezTo>
                  <a:cubicBezTo>
                    <a:pt x="23718" y="84"/>
                    <a:pt x="23742" y="96"/>
                    <a:pt x="23766" y="96"/>
                  </a:cubicBezTo>
                  <a:lnTo>
                    <a:pt x="24385" y="96"/>
                  </a:lnTo>
                  <a:lnTo>
                    <a:pt x="24385" y="108"/>
                  </a:lnTo>
                  <a:cubicBezTo>
                    <a:pt x="24409" y="108"/>
                    <a:pt x="24421" y="84"/>
                    <a:pt x="24421" y="60"/>
                  </a:cubicBezTo>
                  <a:cubicBezTo>
                    <a:pt x="24421" y="48"/>
                    <a:pt x="24409" y="25"/>
                    <a:pt x="24385" y="25"/>
                  </a:cubicBezTo>
                  <a:close/>
                  <a:moveTo>
                    <a:pt x="25004" y="25"/>
                  </a:moveTo>
                  <a:cubicBezTo>
                    <a:pt x="24992" y="25"/>
                    <a:pt x="24968" y="48"/>
                    <a:pt x="24968" y="72"/>
                  </a:cubicBezTo>
                  <a:cubicBezTo>
                    <a:pt x="24968" y="84"/>
                    <a:pt x="24992" y="108"/>
                    <a:pt x="25004" y="108"/>
                  </a:cubicBezTo>
                  <a:lnTo>
                    <a:pt x="25635" y="108"/>
                  </a:lnTo>
                  <a:cubicBezTo>
                    <a:pt x="25659" y="108"/>
                    <a:pt x="25671" y="84"/>
                    <a:pt x="25671" y="72"/>
                  </a:cubicBezTo>
                  <a:cubicBezTo>
                    <a:pt x="25671" y="48"/>
                    <a:pt x="25659" y="25"/>
                    <a:pt x="25635" y="25"/>
                  </a:cubicBezTo>
                  <a:close/>
                  <a:moveTo>
                    <a:pt x="26254" y="25"/>
                  </a:moveTo>
                  <a:cubicBezTo>
                    <a:pt x="26230" y="25"/>
                    <a:pt x="26218" y="48"/>
                    <a:pt x="26218" y="72"/>
                  </a:cubicBezTo>
                  <a:cubicBezTo>
                    <a:pt x="26218" y="84"/>
                    <a:pt x="26242" y="108"/>
                    <a:pt x="26254" y="108"/>
                  </a:cubicBezTo>
                  <a:lnTo>
                    <a:pt x="26885" y="108"/>
                  </a:lnTo>
                  <a:cubicBezTo>
                    <a:pt x="26909" y="108"/>
                    <a:pt x="26921" y="84"/>
                    <a:pt x="26921" y="72"/>
                  </a:cubicBezTo>
                  <a:cubicBezTo>
                    <a:pt x="26921" y="48"/>
                    <a:pt x="26909" y="25"/>
                    <a:pt x="26885" y="25"/>
                  </a:cubicBezTo>
                  <a:close/>
                  <a:moveTo>
                    <a:pt x="27504" y="25"/>
                  </a:moveTo>
                  <a:cubicBezTo>
                    <a:pt x="27480" y="36"/>
                    <a:pt x="27469" y="48"/>
                    <a:pt x="27469" y="72"/>
                  </a:cubicBezTo>
                  <a:cubicBezTo>
                    <a:pt x="27469" y="84"/>
                    <a:pt x="27480" y="108"/>
                    <a:pt x="27504" y="108"/>
                  </a:cubicBezTo>
                  <a:lnTo>
                    <a:pt x="28135" y="108"/>
                  </a:lnTo>
                  <a:cubicBezTo>
                    <a:pt x="28147" y="108"/>
                    <a:pt x="28171" y="96"/>
                    <a:pt x="28171" y="72"/>
                  </a:cubicBezTo>
                  <a:cubicBezTo>
                    <a:pt x="28171" y="48"/>
                    <a:pt x="28147" y="25"/>
                    <a:pt x="28135" y="25"/>
                  </a:cubicBezTo>
                  <a:close/>
                  <a:moveTo>
                    <a:pt x="28754" y="36"/>
                  </a:moveTo>
                  <a:cubicBezTo>
                    <a:pt x="28731" y="36"/>
                    <a:pt x="28719" y="48"/>
                    <a:pt x="28719" y="72"/>
                  </a:cubicBezTo>
                  <a:cubicBezTo>
                    <a:pt x="28719" y="96"/>
                    <a:pt x="28731" y="108"/>
                    <a:pt x="28754" y="108"/>
                  </a:cubicBezTo>
                  <a:lnTo>
                    <a:pt x="29385" y="108"/>
                  </a:lnTo>
                  <a:cubicBezTo>
                    <a:pt x="29397" y="108"/>
                    <a:pt x="29421" y="96"/>
                    <a:pt x="29421" y="72"/>
                  </a:cubicBezTo>
                  <a:cubicBezTo>
                    <a:pt x="29421" y="48"/>
                    <a:pt x="29397" y="36"/>
                    <a:pt x="29374" y="36"/>
                  </a:cubicBezTo>
                  <a:close/>
                  <a:moveTo>
                    <a:pt x="30005" y="36"/>
                  </a:moveTo>
                  <a:cubicBezTo>
                    <a:pt x="29981" y="36"/>
                    <a:pt x="29969" y="48"/>
                    <a:pt x="29969" y="72"/>
                  </a:cubicBezTo>
                  <a:cubicBezTo>
                    <a:pt x="29969" y="96"/>
                    <a:pt x="29981" y="108"/>
                    <a:pt x="30005" y="108"/>
                  </a:cubicBezTo>
                  <a:lnTo>
                    <a:pt x="30624" y="108"/>
                  </a:lnTo>
                  <a:cubicBezTo>
                    <a:pt x="30648" y="108"/>
                    <a:pt x="30671" y="96"/>
                    <a:pt x="30671" y="72"/>
                  </a:cubicBezTo>
                  <a:cubicBezTo>
                    <a:pt x="30671" y="48"/>
                    <a:pt x="30648" y="36"/>
                    <a:pt x="30624" y="36"/>
                  </a:cubicBezTo>
                  <a:close/>
                  <a:moveTo>
                    <a:pt x="31255" y="36"/>
                  </a:moveTo>
                  <a:cubicBezTo>
                    <a:pt x="31231" y="36"/>
                    <a:pt x="31219" y="48"/>
                    <a:pt x="31219" y="72"/>
                  </a:cubicBezTo>
                  <a:cubicBezTo>
                    <a:pt x="31219" y="96"/>
                    <a:pt x="31231" y="108"/>
                    <a:pt x="31255" y="108"/>
                  </a:cubicBezTo>
                  <a:lnTo>
                    <a:pt x="31874" y="108"/>
                  </a:lnTo>
                  <a:cubicBezTo>
                    <a:pt x="31898" y="108"/>
                    <a:pt x="31921" y="96"/>
                    <a:pt x="31921" y="72"/>
                  </a:cubicBezTo>
                  <a:cubicBezTo>
                    <a:pt x="31921" y="48"/>
                    <a:pt x="31898" y="36"/>
                    <a:pt x="31874" y="36"/>
                  </a:cubicBezTo>
                  <a:close/>
                  <a:moveTo>
                    <a:pt x="32505" y="36"/>
                  </a:moveTo>
                  <a:cubicBezTo>
                    <a:pt x="32481" y="36"/>
                    <a:pt x="32457" y="60"/>
                    <a:pt x="32457" y="72"/>
                  </a:cubicBezTo>
                  <a:cubicBezTo>
                    <a:pt x="32469" y="96"/>
                    <a:pt x="32481" y="108"/>
                    <a:pt x="32505" y="108"/>
                  </a:cubicBezTo>
                  <a:lnTo>
                    <a:pt x="33124" y="108"/>
                  </a:lnTo>
                  <a:lnTo>
                    <a:pt x="33124" y="120"/>
                  </a:lnTo>
                  <a:cubicBezTo>
                    <a:pt x="33148" y="120"/>
                    <a:pt x="33160" y="96"/>
                    <a:pt x="33160" y="72"/>
                  </a:cubicBezTo>
                  <a:cubicBezTo>
                    <a:pt x="33160" y="48"/>
                    <a:pt x="33148" y="36"/>
                    <a:pt x="33124" y="36"/>
                  </a:cubicBezTo>
                  <a:close/>
                  <a:moveTo>
                    <a:pt x="33743" y="36"/>
                  </a:moveTo>
                  <a:cubicBezTo>
                    <a:pt x="33731" y="36"/>
                    <a:pt x="33707" y="60"/>
                    <a:pt x="33707" y="72"/>
                  </a:cubicBezTo>
                  <a:cubicBezTo>
                    <a:pt x="33707" y="96"/>
                    <a:pt x="33731" y="108"/>
                    <a:pt x="33755" y="108"/>
                  </a:cubicBezTo>
                  <a:lnTo>
                    <a:pt x="34374" y="108"/>
                  </a:lnTo>
                  <a:lnTo>
                    <a:pt x="34374" y="120"/>
                  </a:lnTo>
                  <a:cubicBezTo>
                    <a:pt x="34398" y="120"/>
                    <a:pt x="34410" y="96"/>
                    <a:pt x="34410" y="72"/>
                  </a:cubicBezTo>
                  <a:cubicBezTo>
                    <a:pt x="34410" y="60"/>
                    <a:pt x="34398" y="36"/>
                    <a:pt x="34374" y="36"/>
                  </a:cubicBezTo>
                  <a:close/>
                  <a:moveTo>
                    <a:pt x="34993" y="36"/>
                  </a:moveTo>
                  <a:cubicBezTo>
                    <a:pt x="34981" y="36"/>
                    <a:pt x="34958" y="60"/>
                    <a:pt x="34958" y="84"/>
                  </a:cubicBezTo>
                  <a:cubicBezTo>
                    <a:pt x="34958" y="96"/>
                    <a:pt x="34981" y="120"/>
                    <a:pt x="34993" y="120"/>
                  </a:cubicBezTo>
                  <a:lnTo>
                    <a:pt x="35624" y="120"/>
                  </a:lnTo>
                  <a:cubicBezTo>
                    <a:pt x="35648" y="120"/>
                    <a:pt x="35660" y="96"/>
                    <a:pt x="35660" y="84"/>
                  </a:cubicBezTo>
                  <a:cubicBezTo>
                    <a:pt x="35660" y="60"/>
                    <a:pt x="35648" y="36"/>
                    <a:pt x="35624" y="36"/>
                  </a:cubicBezTo>
                  <a:close/>
                  <a:moveTo>
                    <a:pt x="36243" y="36"/>
                  </a:moveTo>
                  <a:cubicBezTo>
                    <a:pt x="36220" y="36"/>
                    <a:pt x="36208" y="60"/>
                    <a:pt x="36208" y="84"/>
                  </a:cubicBezTo>
                  <a:cubicBezTo>
                    <a:pt x="36208" y="96"/>
                    <a:pt x="36232" y="120"/>
                    <a:pt x="36243" y="120"/>
                  </a:cubicBezTo>
                  <a:lnTo>
                    <a:pt x="36874" y="120"/>
                  </a:lnTo>
                  <a:cubicBezTo>
                    <a:pt x="36898" y="120"/>
                    <a:pt x="36910" y="96"/>
                    <a:pt x="36910" y="84"/>
                  </a:cubicBezTo>
                  <a:cubicBezTo>
                    <a:pt x="36910" y="60"/>
                    <a:pt x="36898" y="36"/>
                    <a:pt x="36874" y="36"/>
                  </a:cubicBezTo>
                  <a:close/>
                  <a:moveTo>
                    <a:pt x="37494" y="36"/>
                  </a:moveTo>
                  <a:cubicBezTo>
                    <a:pt x="37470" y="48"/>
                    <a:pt x="37458" y="60"/>
                    <a:pt x="37458" y="84"/>
                  </a:cubicBezTo>
                  <a:cubicBezTo>
                    <a:pt x="37458" y="96"/>
                    <a:pt x="37470" y="120"/>
                    <a:pt x="37494" y="120"/>
                  </a:cubicBezTo>
                  <a:lnTo>
                    <a:pt x="38125" y="120"/>
                  </a:lnTo>
                  <a:cubicBezTo>
                    <a:pt x="38137" y="120"/>
                    <a:pt x="38160" y="108"/>
                    <a:pt x="38160" y="84"/>
                  </a:cubicBezTo>
                  <a:cubicBezTo>
                    <a:pt x="38160" y="60"/>
                    <a:pt x="38137" y="36"/>
                    <a:pt x="38125" y="36"/>
                  </a:cubicBezTo>
                  <a:close/>
                  <a:moveTo>
                    <a:pt x="38744" y="48"/>
                  </a:moveTo>
                  <a:cubicBezTo>
                    <a:pt x="38720" y="48"/>
                    <a:pt x="38708" y="60"/>
                    <a:pt x="38708" y="84"/>
                  </a:cubicBezTo>
                  <a:cubicBezTo>
                    <a:pt x="38708" y="108"/>
                    <a:pt x="38720" y="120"/>
                    <a:pt x="38744" y="120"/>
                  </a:cubicBezTo>
                  <a:lnTo>
                    <a:pt x="39375" y="120"/>
                  </a:lnTo>
                  <a:cubicBezTo>
                    <a:pt x="39387" y="120"/>
                    <a:pt x="39411" y="108"/>
                    <a:pt x="39411" y="84"/>
                  </a:cubicBezTo>
                  <a:cubicBezTo>
                    <a:pt x="39411" y="60"/>
                    <a:pt x="39387" y="48"/>
                    <a:pt x="39363" y="48"/>
                  </a:cubicBezTo>
                  <a:close/>
                  <a:moveTo>
                    <a:pt x="39994" y="48"/>
                  </a:moveTo>
                  <a:cubicBezTo>
                    <a:pt x="39970" y="48"/>
                    <a:pt x="39958" y="60"/>
                    <a:pt x="39958" y="84"/>
                  </a:cubicBezTo>
                  <a:cubicBezTo>
                    <a:pt x="39958" y="108"/>
                    <a:pt x="39970" y="120"/>
                    <a:pt x="39994" y="120"/>
                  </a:cubicBezTo>
                  <a:lnTo>
                    <a:pt x="40625" y="120"/>
                  </a:lnTo>
                  <a:cubicBezTo>
                    <a:pt x="40637" y="120"/>
                    <a:pt x="40661" y="108"/>
                    <a:pt x="40661" y="84"/>
                  </a:cubicBezTo>
                  <a:cubicBezTo>
                    <a:pt x="40661" y="60"/>
                    <a:pt x="40637" y="48"/>
                    <a:pt x="40613" y="48"/>
                  </a:cubicBezTo>
                  <a:close/>
                  <a:moveTo>
                    <a:pt x="41244" y="48"/>
                  </a:moveTo>
                  <a:cubicBezTo>
                    <a:pt x="41220" y="48"/>
                    <a:pt x="41208" y="60"/>
                    <a:pt x="41208" y="84"/>
                  </a:cubicBezTo>
                  <a:cubicBezTo>
                    <a:pt x="41208" y="108"/>
                    <a:pt x="41220" y="120"/>
                    <a:pt x="41244" y="120"/>
                  </a:cubicBezTo>
                  <a:lnTo>
                    <a:pt x="41863" y="120"/>
                  </a:lnTo>
                  <a:cubicBezTo>
                    <a:pt x="41887" y="120"/>
                    <a:pt x="41911" y="108"/>
                    <a:pt x="41911" y="84"/>
                  </a:cubicBezTo>
                  <a:cubicBezTo>
                    <a:pt x="41911" y="60"/>
                    <a:pt x="41887" y="48"/>
                    <a:pt x="41863" y="48"/>
                  </a:cubicBezTo>
                  <a:close/>
                  <a:moveTo>
                    <a:pt x="43732" y="48"/>
                  </a:moveTo>
                  <a:cubicBezTo>
                    <a:pt x="43721" y="48"/>
                    <a:pt x="43697" y="72"/>
                    <a:pt x="43697" y="84"/>
                  </a:cubicBezTo>
                  <a:cubicBezTo>
                    <a:pt x="43697" y="108"/>
                    <a:pt x="43721" y="120"/>
                    <a:pt x="43744" y="120"/>
                  </a:cubicBezTo>
                  <a:lnTo>
                    <a:pt x="44280" y="120"/>
                  </a:lnTo>
                  <a:cubicBezTo>
                    <a:pt x="44304" y="120"/>
                    <a:pt x="44316" y="108"/>
                    <a:pt x="44316" y="84"/>
                  </a:cubicBezTo>
                  <a:cubicBezTo>
                    <a:pt x="44316" y="60"/>
                    <a:pt x="44304" y="48"/>
                    <a:pt x="44280" y="48"/>
                  </a:cubicBezTo>
                  <a:close/>
                  <a:moveTo>
                    <a:pt x="42494" y="48"/>
                  </a:moveTo>
                  <a:cubicBezTo>
                    <a:pt x="42470" y="48"/>
                    <a:pt x="42459" y="72"/>
                    <a:pt x="42459" y="84"/>
                  </a:cubicBezTo>
                  <a:cubicBezTo>
                    <a:pt x="42459" y="108"/>
                    <a:pt x="42470" y="120"/>
                    <a:pt x="42494" y="120"/>
                  </a:cubicBezTo>
                  <a:lnTo>
                    <a:pt x="43113" y="120"/>
                  </a:lnTo>
                  <a:lnTo>
                    <a:pt x="43113" y="132"/>
                  </a:lnTo>
                  <a:cubicBezTo>
                    <a:pt x="43137" y="132"/>
                    <a:pt x="43161" y="108"/>
                    <a:pt x="43161" y="84"/>
                  </a:cubicBezTo>
                  <a:cubicBezTo>
                    <a:pt x="43161" y="60"/>
                    <a:pt x="43137" y="48"/>
                    <a:pt x="43113" y="48"/>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7"/>
            <p:cNvSpPr/>
            <p:nvPr/>
          </p:nvSpPr>
          <p:spPr>
            <a:xfrm>
              <a:off x="431441" y="2265018"/>
              <a:ext cx="3416802" cy="6475"/>
            </a:xfrm>
            <a:custGeom>
              <a:rect b="b" l="l" r="r" t="t"/>
              <a:pathLst>
                <a:path extrusionOk="0" h="84" w="44328">
                  <a:moveTo>
                    <a:pt x="37" y="0"/>
                  </a:moveTo>
                  <a:cubicBezTo>
                    <a:pt x="13" y="0"/>
                    <a:pt x="1" y="24"/>
                    <a:pt x="1" y="36"/>
                  </a:cubicBezTo>
                  <a:cubicBezTo>
                    <a:pt x="1" y="60"/>
                    <a:pt x="13" y="83"/>
                    <a:pt x="37" y="83"/>
                  </a:cubicBezTo>
                  <a:lnTo>
                    <a:pt x="584" y="83"/>
                  </a:lnTo>
                  <a:cubicBezTo>
                    <a:pt x="608" y="71"/>
                    <a:pt x="620" y="60"/>
                    <a:pt x="620" y="36"/>
                  </a:cubicBezTo>
                  <a:cubicBezTo>
                    <a:pt x="620" y="12"/>
                    <a:pt x="596" y="0"/>
                    <a:pt x="572" y="0"/>
                  </a:cubicBezTo>
                  <a:close/>
                  <a:moveTo>
                    <a:pt x="1203" y="0"/>
                  </a:moveTo>
                  <a:cubicBezTo>
                    <a:pt x="1180" y="0"/>
                    <a:pt x="1168" y="24"/>
                    <a:pt x="1168" y="36"/>
                  </a:cubicBezTo>
                  <a:cubicBezTo>
                    <a:pt x="1168" y="60"/>
                    <a:pt x="1180" y="83"/>
                    <a:pt x="1203" y="83"/>
                  </a:cubicBezTo>
                  <a:lnTo>
                    <a:pt x="1834" y="83"/>
                  </a:lnTo>
                  <a:cubicBezTo>
                    <a:pt x="1858" y="71"/>
                    <a:pt x="1870" y="60"/>
                    <a:pt x="1870" y="36"/>
                  </a:cubicBezTo>
                  <a:cubicBezTo>
                    <a:pt x="1870" y="12"/>
                    <a:pt x="1846" y="0"/>
                    <a:pt x="1822" y="0"/>
                  </a:cubicBezTo>
                  <a:close/>
                  <a:moveTo>
                    <a:pt x="2454" y="0"/>
                  </a:moveTo>
                  <a:cubicBezTo>
                    <a:pt x="2430" y="0"/>
                    <a:pt x="2418" y="24"/>
                    <a:pt x="2418" y="36"/>
                  </a:cubicBezTo>
                  <a:cubicBezTo>
                    <a:pt x="2418" y="60"/>
                    <a:pt x="2430" y="83"/>
                    <a:pt x="2454" y="83"/>
                  </a:cubicBezTo>
                  <a:lnTo>
                    <a:pt x="3085" y="83"/>
                  </a:lnTo>
                  <a:cubicBezTo>
                    <a:pt x="3108" y="71"/>
                    <a:pt x="3120" y="60"/>
                    <a:pt x="3120" y="36"/>
                  </a:cubicBezTo>
                  <a:cubicBezTo>
                    <a:pt x="3120" y="12"/>
                    <a:pt x="3096" y="0"/>
                    <a:pt x="3073" y="0"/>
                  </a:cubicBezTo>
                  <a:close/>
                  <a:moveTo>
                    <a:pt x="3704" y="0"/>
                  </a:moveTo>
                  <a:cubicBezTo>
                    <a:pt x="3680" y="0"/>
                    <a:pt x="3668" y="24"/>
                    <a:pt x="3668" y="36"/>
                  </a:cubicBezTo>
                  <a:cubicBezTo>
                    <a:pt x="3668" y="60"/>
                    <a:pt x="3680" y="83"/>
                    <a:pt x="3704" y="83"/>
                  </a:cubicBezTo>
                  <a:lnTo>
                    <a:pt x="4335" y="83"/>
                  </a:lnTo>
                  <a:cubicBezTo>
                    <a:pt x="4359" y="71"/>
                    <a:pt x="4370" y="60"/>
                    <a:pt x="4370" y="36"/>
                  </a:cubicBezTo>
                  <a:cubicBezTo>
                    <a:pt x="4370" y="12"/>
                    <a:pt x="4347" y="0"/>
                    <a:pt x="4323" y="0"/>
                  </a:cubicBezTo>
                  <a:close/>
                  <a:moveTo>
                    <a:pt x="4942" y="0"/>
                  </a:moveTo>
                  <a:cubicBezTo>
                    <a:pt x="4930" y="0"/>
                    <a:pt x="4918" y="24"/>
                    <a:pt x="4918" y="36"/>
                  </a:cubicBezTo>
                  <a:cubicBezTo>
                    <a:pt x="4906" y="60"/>
                    <a:pt x="4930" y="83"/>
                    <a:pt x="4942" y="83"/>
                  </a:cubicBezTo>
                  <a:lnTo>
                    <a:pt x="5585" y="83"/>
                  </a:lnTo>
                  <a:cubicBezTo>
                    <a:pt x="5609" y="71"/>
                    <a:pt x="5621" y="60"/>
                    <a:pt x="5621" y="36"/>
                  </a:cubicBezTo>
                  <a:cubicBezTo>
                    <a:pt x="5609" y="12"/>
                    <a:pt x="5597" y="0"/>
                    <a:pt x="5573" y="0"/>
                  </a:cubicBezTo>
                  <a:close/>
                  <a:moveTo>
                    <a:pt x="6192" y="0"/>
                  </a:moveTo>
                  <a:cubicBezTo>
                    <a:pt x="6180" y="0"/>
                    <a:pt x="6168" y="24"/>
                    <a:pt x="6168" y="36"/>
                  </a:cubicBezTo>
                  <a:cubicBezTo>
                    <a:pt x="6156" y="60"/>
                    <a:pt x="6180" y="83"/>
                    <a:pt x="6192" y="83"/>
                  </a:cubicBezTo>
                  <a:lnTo>
                    <a:pt x="6835" y="83"/>
                  </a:lnTo>
                  <a:cubicBezTo>
                    <a:pt x="6859" y="71"/>
                    <a:pt x="6871" y="60"/>
                    <a:pt x="6871" y="36"/>
                  </a:cubicBezTo>
                  <a:cubicBezTo>
                    <a:pt x="6859" y="12"/>
                    <a:pt x="6847" y="0"/>
                    <a:pt x="6823" y="0"/>
                  </a:cubicBezTo>
                  <a:close/>
                  <a:moveTo>
                    <a:pt x="7442" y="0"/>
                  </a:moveTo>
                  <a:cubicBezTo>
                    <a:pt x="7430" y="0"/>
                    <a:pt x="7418" y="24"/>
                    <a:pt x="7407" y="36"/>
                  </a:cubicBezTo>
                  <a:cubicBezTo>
                    <a:pt x="7407" y="60"/>
                    <a:pt x="7418" y="83"/>
                    <a:pt x="7442" y="83"/>
                  </a:cubicBezTo>
                  <a:lnTo>
                    <a:pt x="8085" y="83"/>
                  </a:lnTo>
                  <a:cubicBezTo>
                    <a:pt x="8109" y="71"/>
                    <a:pt x="8121" y="60"/>
                    <a:pt x="8121" y="36"/>
                  </a:cubicBezTo>
                  <a:cubicBezTo>
                    <a:pt x="8109" y="12"/>
                    <a:pt x="8085" y="0"/>
                    <a:pt x="8073" y="0"/>
                  </a:cubicBezTo>
                  <a:close/>
                  <a:moveTo>
                    <a:pt x="8692" y="0"/>
                  </a:moveTo>
                  <a:cubicBezTo>
                    <a:pt x="8680" y="0"/>
                    <a:pt x="8669" y="24"/>
                    <a:pt x="8657" y="36"/>
                  </a:cubicBezTo>
                  <a:cubicBezTo>
                    <a:pt x="8657" y="60"/>
                    <a:pt x="8669" y="83"/>
                    <a:pt x="8692" y="83"/>
                  </a:cubicBezTo>
                  <a:lnTo>
                    <a:pt x="9335" y="83"/>
                  </a:lnTo>
                  <a:cubicBezTo>
                    <a:pt x="9347" y="71"/>
                    <a:pt x="9371" y="60"/>
                    <a:pt x="9359" y="36"/>
                  </a:cubicBezTo>
                  <a:cubicBezTo>
                    <a:pt x="9359" y="12"/>
                    <a:pt x="9335" y="0"/>
                    <a:pt x="9323" y="0"/>
                  </a:cubicBezTo>
                  <a:close/>
                  <a:moveTo>
                    <a:pt x="9943" y="0"/>
                  </a:moveTo>
                  <a:cubicBezTo>
                    <a:pt x="9931" y="0"/>
                    <a:pt x="9907" y="24"/>
                    <a:pt x="9907" y="36"/>
                  </a:cubicBezTo>
                  <a:cubicBezTo>
                    <a:pt x="9907" y="60"/>
                    <a:pt x="9919" y="83"/>
                    <a:pt x="9943" y="83"/>
                  </a:cubicBezTo>
                  <a:lnTo>
                    <a:pt x="10585" y="83"/>
                  </a:lnTo>
                  <a:cubicBezTo>
                    <a:pt x="10597" y="71"/>
                    <a:pt x="10621" y="60"/>
                    <a:pt x="10609" y="36"/>
                  </a:cubicBezTo>
                  <a:cubicBezTo>
                    <a:pt x="10609" y="12"/>
                    <a:pt x="10585" y="0"/>
                    <a:pt x="10562" y="0"/>
                  </a:cubicBezTo>
                  <a:close/>
                  <a:moveTo>
                    <a:pt x="11193" y="0"/>
                  </a:moveTo>
                  <a:cubicBezTo>
                    <a:pt x="11169" y="0"/>
                    <a:pt x="11157" y="24"/>
                    <a:pt x="11157" y="36"/>
                  </a:cubicBezTo>
                  <a:cubicBezTo>
                    <a:pt x="11157" y="60"/>
                    <a:pt x="11169" y="83"/>
                    <a:pt x="11193" y="83"/>
                  </a:cubicBezTo>
                  <a:lnTo>
                    <a:pt x="11824" y="83"/>
                  </a:lnTo>
                  <a:cubicBezTo>
                    <a:pt x="11848" y="71"/>
                    <a:pt x="11859" y="60"/>
                    <a:pt x="11859" y="36"/>
                  </a:cubicBezTo>
                  <a:cubicBezTo>
                    <a:pt x="11859" y="12"/>
                    <a:pt x="11836" y="0"/>
                    <a:pt x="11812" y="0"/>
                  </a:cubicBezTo>
                  <a:close/>
                  <a:moveTo>
                    <a:pt x="12443" y="0"/>
                  </a:moveTo>
                  <a:cubicBezTo>
                    <a:pt x="12419" y="0"/>
                    <a:pt x="12407" y="24"/>
                    <a:pt x="12407" y="36"/>
                  </a:cubicBezTo>
                  <a:cubicBezTo>
                    <a:pt x="12407" y="60"/>
                    <a:pt x="12419" y="83"/>
                    <a:pt x="12443" y="83"/>
                  </a:cubicBezTo>
                  <a:lnTo>
                    <a:pt x="13074" y="83"/>
                  </a:lnTo>
                  <a:cubicBezTo>
                    <a:pt x="13098" y="71"/>
                    <a:pt x="13110" y="60"/>
                    <a:pt x="13110" y="36"/>
                  </a:cubicBezTo>
                  <a:cubicBezTo>
                    <a:pt x="13110" y="12"/>
                    <a:pt x="13086" y="0"/>
                    <a:pt x="13062" y="0"/>
                  </a:cubicBezTo>
                  <a:close/>
                  <a:moveTo>
                    <a:pt x="13693" y="0"/>
                  </a:moveTo>
                  <a:cubicBezTo>
                    <a:pt x="13669" y="0"/>
                    <a:pt x="13657" y="24"/>
                    <a:pt x="13657" y="36"/>
                  </a:cubicBezTo>
                  <a:cubicBezTo>
                    <a:pt x="13657" y="60"/>
                    <a:pt x="13669" y="83"/>
                    <a:pt x="13693" y="83"/>
                  </a:cubicBezTo>
                  <a:lnTo>
                    <a:pt x="14324" y="83"/>
                  </a:lnTo>
                  <a:cubicBezTo>
                    <a:pt x="14348" y="71"/>
                    <a:pt x="14360" y="60"/>
                    <a:pt x="14360" y="36"/>
                  </a:cubicBezTo>
                  <a:cubicBezTo>
                    <a:pt x="14360" y="12"/>
                    <a:pt x="14336" y="0"/>
                    <a:pt x="14312" y="0"/>
                  </a:cubicBezTo>
                  <a:close/>
                  <a:moveTo>
                    <a:pt x="14931" y="0"/>
                  </a:moveTo>
                  <a:cubicBezTo>
                    <a:pt x="14919" y="0"/>
                    <a:pt x="14907" y="24"/>
                    <a:pt x="14907" y="36"/>
                  </a:cubicBezTo>
                  <a:cubicBezTo>
                    <a:pt x="14896" y="60"/>
                    <a:pt x="14919" y="83"/>
                    <a:pt x="14931" y="83"/>
                  </a:cubicBezTo>
                  <a:lnTo>
                    <a:pt x="15574" y="83"/>
                  </a:lnTo>
                  <a:cubicBezTo>
                    <a:pt x="15598" y="71"/>
                    <a:pt x="15610" y="60"/>
                    <a:pt x="15610" y="36"/>
                  </a:cubicBezTo>
                  <a:cubicBezTo>
                    <a:pt x="15598" y="12"/>
                    <a:pt x="15586" y="0"/>
                    <a:pt x="15562" y="0"/>
                  </a:cubicBezTo>
                  <a:close/>
                  <a:moveTo>
                    <a:pt x="16181" y="0"/>
                  </a:moveTo>
                  <a:cubicBezTo>
                    <a:pt x="16170" y="0"/>
                    <a:pt x="16158" y="24"/>
                    <a:pt x="16158" y="36"/>
                  </a:cubicBezTo>
                  <a:cubicBezTo>
                    <a:pt x="16146" y="60"/>
                    <a:pt x="16170" y="83"/>
                    <a:pt x="16181" y="83"/>
                  </a:cubicBezTo>
                  <a:lnTo>
                    <a:pt x="16824" y="83"/>
                  </a:lnTo>
                  <a:cubicBezTo>
                    <a:pt x="16848" y="71"/>
                    <a:pt x="16860" y="60"/>
                    <a:pt x="16860" y="36"/>
                  </a:cubicBezTo>
                  <a:cubicBezTo>
                    <a:pt x="16848" y="12"/>
                    <a:pt x="16836" y="0"/>
                    <a:pt x="16812" y="0"/>
                  </a:cubicBezTo>
                  <a:close/>
                  <a:moveTo>
                    <a:pt x="17432" y="0"/>
                  </a:moveTo>
                  <a:cubicBezTo>
                    <a:pt x="17420" y="0"/>
                    <a:pt x="17408" y="24"/>
                    <a:pt x="17396" y="36"/>
                  </a:cubicBezTo>
                  <a:cubicBezTo>
                    <a:pt x="17396" y="60"/>
                    <a:pt x="17408" y="83"/>
                    <a:pt x="17432" y="83"/>
                  </a:cubicBezTo>
                  <a:lnTo>
                    <a:pt x="18075" y="83"/>
                  </a:lnTo>
                  <a:cubicBezTo>
                    <a:pt x="18098" y="71"/>
                    <a:pt x="18110" y="60"/>
                    <a:pt x="18110" y="36"/>
                  </a:cubicBezTo>
                  <a:cubicBezTo>
                    <a:pt x="18098" y="12"/>
                    <a:pt x="18075" y="0"/>
                    <a:pt x="18063" y="0"/>
                  </a:cubicBezTo>
                  <a:close/>
                  <a:moveTo>
                    <a:pt x="18682" y="0"/>
                  </a:moveTo>
                  <a:cubicBezTo>
                    <a:pt x="18670" y="0"/>
                    <a:pt x="18658" y="24"/>
                    <a:pt x="18646" y="36"/>
                  </a:cubicBezTo>
                  <a:cubicBezTo>
                    <a:pt x="18646" y="60"/>
                    <a:pt x="18658" y="83"/>
                    <a:pt x="18682" y="83"/>
                  </a:cubicBezTo>
                  <a:lnTo>
                    <a:pt x="19325" y="83"/>
                  </a:lnTo>
                  <a:cubicBezTo>
                    <a:pt x="19337" y="71"/>
                    <a:pt x="19360" y="60"/>
                    <a:pt x="19348" y="36"/>
                  </a:cubicBezTo>
                  <a:cubicBezTo>
                    <a:pt x="19348" y="12"/>
                    <a:pt x="19325" y="0"/>
                    <a:pt x="19313" y="0"/>
                  </a:cubicBezTo>
                  <a:close/>
                  <a:moveTo>
                    <a:pt x="19932" y="0"/>
                  </a:moveTo>
                  <a:cubicBezTo>
                    <a:pt x="19920" y="0"/>
                    <a:pt x="19896" y="24"/>
                    <a:pt x="19896" y="36"/>
                  </a:cubicBezTo>
                  <a:cubicBezTo>
                    <a:pt x="19896" y="60"/>
                    <a:pt x="19908" y="83"/>
                    <a:pt x="19932" y="83"/>
                  </a:cubicBezTo>
                  <a:lnTo>
                    <a:pt x="20575" y="83"/>
                  </a:lnTo>
                  <a:cubicBezTo>
                    <a:pt x="20587" y="71"/>
                    <a:pt x="20611" y="60"/>
                    <a:pt x="20599" y="36"/>
                  </a:cubicBezTo>
                  <a:cubicBezTo>
                    <a:pt x="20599" y="12"/>
                    <a:pt x="20575" y="0"/>
                    <a:pt x="20551" y="0"/>
                  </a:cubicBezTo>
                  <a:close/>
                  <a:moveTo>
                    <a:pt x="21182" y="0"/>
                  </a:moveTo>
                  <a:cubicBezTo>
                    <a:pt x="21158" y="0"/>
                    <a:pt x="21146" y="24"/>
                    <a:pt x="21146" y="36"/>
                  </a:cubicBezTo>
                  <a:cubicBezTo>
                    <a:pt x="21146" y="60"/>
                    <a:pt x="21158" y="83"/>
                    <a:pt x="21182" y="83"/>
                  </a:cubicBezTo>
                  <a:lnTo>
                    <a:pt x="21813" y="83"/>
                  </a:lnTo>
                  <a:cubicBezTo>
                    <a:pt x="21837" y="71"/>
                    <a:pt x="21849" y="60"/>
                    <a:pt x="21849" y="36"/>
                  </a:cubicBezTo>
                  <a:cubicBezTo>
                    <a:pt x="21849" y="12"/>
                    <a:pt x="21825" y="0"/>
                    <a:pt x="21801" y="0"/>
                  </a:cubicBezTo>
                  <a:close/>
                  <a:moveTo>
                    <a:pt x="22432" y="0"/>
                  </a:moveTo>
                  <a:cubicBezTo>
                    <a:pt x="22408" y="0"/>
                    <a:pt x="22396" y="24"/>
                    <a:pt x="22396" y="36"/>
                  </a:cubicBezTo>
                  <a:cubicBezTo>
                    <a:pt x="22396" y="60"/>
                    <a:pt x="22408" y="83"/>
                    <a:pt x="22432" y="83"/>
                  </a:cubicBezTo>
                  <a:lnTo>
                    <a:pt x="23063" y="83"/>
                  </a:lnTo>
                  <a:cubicBezTo>
                    <a:pt x="23087" y="71"/>
                    <a:pt x="23099" y="60"/>
                    <a:pt x="23099" y="36"/>
                  </a:cubicBezTo>
                  <a:cubicBezTo>
                    <a:pt x="23099" y="12"/>
                    <a:pt x="23075" y="0"/>
                    <a:pt x="23051" y="0"/>
                  </a:cubicBezTo>
                  <a:close/>
                  <a:moveTo>
                    <a:pt x="23682" y="0"/>
                  </a:moveTo>
                  <a:cubicBezTo>
                    <a:pt x="23659" y="0"/>
                    <a:pt x="23647" y="24"/>
                    <a:pt x="23647" y="36"/>
                  </a:cubicBezTo>
                  <a:cubicBezTo>
                    <a:pt x="23647" y="60"/>
                    <a:pt x="23659" y="83"/>
                    <a:pt x="23682" y="83"/>
                  </a:cubicBezTo>
                  <a:lnTo>
                    <a:pt x="24313" y="83"/>
                  </a:lnTo>
                  <a:cubicBezTo>
                    <a:pt x="24337" y="71"/>
                    <a:pt x="24349" y="60"/>
                    <a:pt x="24349" y="36"/>
                  </a:cubicBezTo>
                  <a:cubicBezTo>
                    <a:pt x="24349" y="12"/>
                    <a:pt x="24325" y="0"/>
                    <a:pt x="24301" y="0"/>
                  </a:cubicBezTo>
                  <a:close/>
                  <a:moveTo>
                    <a:pt x="24921" y="0"/>
                  </a:moveTo>
                  <a:cubicBezTo>
                    <a:pt x="24909" y="0"/>
                    <a:pt x="24897" y="24"/>
                    <a:pt x="24897" y="36"/>
                  </a:cubicBezTo>
                  <a:cubicBezTo>
                    <a:pt x="24885" y="60"/>
                    <a:pt x="24909" y="83"/>
                    <a:pt x="24921" y="83"/>
                  </a:cubicBezTo>
                  <a:lnTo>
                    <a:pt x="25564" y="83"/>
                  </a:lnTo>
                  <a:cubicBezTo>
                    <a:pt x="25587" y="71"/>
                    <a:pt x="25599" y="60"/>
                    <a:pt x="25599" y="36"/>
                  </a:cubicBezTo>
                  <a:cubicBezTo>
                    <a:pt x="25587" y="12"/>
                    <a:pt x="25575" y="0"/>
                    <a:pt x="25552" y="0"/>
                  </a:cubicBezTo>
                  <a:close/>
                  <a:moveTo>
                    <a:pt x="26171" y="0"/>
                  </a:moveTo>
                  <a:cubicBezTo>
                    <a:pt x="26159" y="0"/>
                    <a:pt x="26147" y="24"/>
                    <a:pt x="26147" y="36"/>
                  </a:cubicBezTo>
                  <a:cubicBezTo>
                    <a:pt x="26135" y="60"/>
                    <a:pt x="26159" y="83"/>
                    <a:pt x="26171" y="83"/>
                  </a:cubicBezTo>
                  <a:lnTo>
                    <a:pt x="26814" y="83"/>
                  </a:lnTo>
                  <a:cubicBezTo>
                    <a:pt x="26838" y="71"/>
                    <a:pt x="26849" y="60"/>
                    <a:pt x="26849" y="36"/>
                  </a:cubicBezTo>
                  <a:cubicBezTo>
                    <a:pt x="26838" y="12"/>
                    <a:pt x="26826" y="0"/>
                    <a:pt x="26802" y="0"/>
                  </a:cubicBezTo>
                  <a:close/>
                  <a:moveTo>
                    <a:pt x="27421" y="0"/>
                  </a:moveTo>
                  <a:cubicBezTo>
                    <a:pt x="27409" y="0"/>
                    <a:pt x="27397" y="24"/>
                    <a:pt x="27385" y="36"/>
                  </a:cubicBezTo>
                  <a:cubicBezTo>
                    <a:pt x="27385" y="60"/>
                    <a:pt x="27397" y="83"/>
                    <a:pt x="27421" y="83"/>
                  </a:cubicBezTo>
                  <a:lnTo>
                    <a:pt x="28064" y="83"/>
                  </a:lnTo>
                  <a:cubicBezTo>
                    <a:pt x="28088" y="71"/>
                    <a:pt x="28100" y="60"/>
                    <a:pt x="28100" y="36"/>
                  </a:cubicBezTo>
                  <a:cubicBezTo>
                    <a:pt x="28088" y="12"/>
                    <a:pt x="28064" y="0"/>
                    <a:pt x="28052" y="0"/>
                  </a:cubicBezTo>
                  <a:close/>
                  <a:moveTo>
                    <a:pt x="28671" y="0"/>
                  </a:moveTo>
                  <a:cubicBezTo>
                    <a:pt x="28659" y="0"/>
                    <a:pt x="28647" y="24"/>
                    <a:pt x="28635" y="36"/>
                  </a:cubicBezTo>
                  <a:cubicBezTo>
                    <a:pt x="28635" y="60"/>
                    <a:pt x="28647" y="83"/>
                    <a:pt x="28671" y="83"/>
                  </a:cubicBezTo>
                  <a:lnTo>
                    <a:pt x="29314" y="83"/>
                  </a:lnTo>
                  <a:cubicBezTo>
                    <a:pt x="29326" y="71"/>
                    <a:pt x="29350" y="60"/>
                    <a:pt x="29338" y="36"/>
                  </a:cubicBezTo>
                  <a:cubicBezTo>
                    <a:pt x="29338" y="12"/>
                    <a:pt x="29314" y="0"/>
                    <a:pt x="29302" y="0"/>
                  </a:cubicBezTo>
                  <a:close/>
                  <a:moveTo>
                    <a:pt x="29921" y="0"/>
                  </a:moveTo>
                  <a:cubicBezTo>
                    <a:pt x="29909" y="0"/>
                    <a:pt x="29886" y="24"/>
                    <a:pt x="29886" y="36"/>
                  </a:cubicBezTo>
                  <a:cubicBezTo>
                    <a:pt x="29886" y="60"/>
                    <a:pt x="29897" y="83"/>
                    <a:pt x="29921" y="83"/>
                  </a:cubicBezTo>
                  <a:lnTo>
                    <a:pt x="30564" y="83"/>
                  </a:lnTo>
                  <a:cubicBezTo>
                    <a:pt x="30576" y="71"/>
                    <a:pt x="30600" y="60"/>
                    <a:pt x="30588" y="36"/>
                  </a:cubicBezTo>
                  <a:cubicBezTo>
                    <a:pt x="30588" y="12"/>
                    <a:pt x="30564" y="0"/>
                    <a:pt x="30540" y="0"/>
                  </a:cubicBezTo>
                  <a:close/>
                  <a:moveTo>
                    <a:pt x="31171" y="0"/>
                  </a:moveTo>
                  <a:cubicBezTo>
                    <a:pt x="31148" y="0"/>
                    <a:pt x="31136" y="24"/>
                    <a:pt x="31136" y="36"/>
                  </a:cubicBezTo>
                  <a:cubicBezTo>
                    <a:pt x="31136" y="60"/>
                    <a:pt x="31148" y="83"/>
                    <a:pt x="31171" y="83"/>
                  </a:cubicBezTo>
                  <a:lnTo>
                    <a:pt x="31802" y="83"/>
                  </a:lnTo>
                  <a:cubicBezTo>
                    <a:pt x="31826" y="71"/>
                    <a:pt x="31838" y="60"/>
                    <a:pt x="31838" y="36"/>
                  </a:cubicBezTo>
                  <a:cubicBezTo>
                    <a:pt x="31838" y="12"/>
                    <a:pt x="31814" y="0"/>
                    <a:pt x="31791" y="0"/>
                  </a:cubicBezTo>
                  <a:close/>
                  <a:moveTo>
                    <a:pt x="32422" y="0"/>
                  </a:moveTo>
                  <a:cubicBezTo>
                    <a:pt x="32398" y="0"/>
                    <a:pt x="32386" y="24"/>
                    <a:pt x="32386" y="36"/>
                  </a:cubicBezTo>
                  <a:cubicBezTo>
                    <a:pt x="32386" y="60"/>
                    <a:pt x="32398" y="83"/>
                    <a:pt x="32422" y="83"/>
                  </a:cubicBezTo>
                  <a:lnTo>
                    <a:pt x="33053" y="83"/>
                  </a:lnTo>
                  <a:cubicBezTo>
                    <a:pt x="33076" y="71"/>
                    <a:pt x="33088" y="60"/>
                    <a:pt x="33088" y="36"/>
                  </a:cubicBezTo>
                  <a:cubicBezTo>
                    <a:pt x="33088" y="12"/>
                    <a:pt x="33064" y="0"/>
                    <a:pt x="33041" y="0"/>
                  </a:cubicBezTo>
                  <a:close/>
                  <a:moveTo>
                    <a:pt x="33672" y="0"/>
                  </a:moveTo>
                  <a:cubicBezTo>
                    <a:pt x="33648" y="0"/>
                    <a:pt x="33636" y="24"/>
                    <a:pt x="33636" y="36"/>
                  </a:cubicBezTo>
                  <a:cubicBezTo>
                    <a:pt x="33636" y="60"/>
                    <a:pt x="33648" y="83"/>
                    <a:pt x="33672" y="83"/>
                  </a:cubicBezTo>
                  <a:lnTo>
                    <a:pt x="34303" y="83"/>
                  </a:lnTo>
                  <a:cubicBezTo>
                    <a:pt x="34327" y="71"/>
                    <a:pt x="34338" y="60"/>
                    <a:pt x="34338" y="36"/>
                  </a:cubicBezTo>
                  <a:cubicBezTo>
                    <a:pt x="34338" y="12"/>
                    <a:pt x="34315" y="0"/>
                    <a:pt x="34291" y="0"/>
                  </a:cubicBezTo>
                  <a:close/>
                  <a:moveTo>
                    <a:pt x="34910" y="0"/>
                  </a:moveTo>
                  <a:cubicBezTo>
                    <a:pt x="34898" y="0"/>
                    <a:pt x="34886" y="24"/>
                    <a:pt x="34886" y="36"/>
                  </a:cubicBezTo>
                  <a:cubicBezTo>
                    <a:pt x="34874" y="60"/>
                    <a:pt x="34898" y="83"/>
                    <a:pt x="34910" y="83"/>
                  </a:cubicBezTo>
                  <a:lnTo>
                    <a:pt x="35553" y="83"/>
                  </a:lnTo>
                  <a:cubicBezTo>
                    <a:pt x="35577" y="71"/>
                    <a:pt x="35589" y="60"/>
                    <a:pt x="35589" y="36"/>
                  </a:cubicBezTo>
                  <a:cubicBezTo>
                    <a:pt x="35577" y="12"/>
                    <a:pt x="35565" y="0"/>
                    <a:pt x="35541" y="0"/>
                  </a:cubicBezTo>
                  <a:close/>
                  <a:moveTo>
                    <a:pt x="36160" y="0"/>
                  </a:moveTo>
                  <a:cubicBezTo>
                    <a:pt x="36148" y="0"/>
                    <a:pt x="36136" y="24"/>
                    <a:pt x="36136" y="36"/>
                  </a:cubicBezTo>
                  <a:cubicBezTo>
                    <a:pt x="36124" y="60"/>
                    <a:pt x="36148" y="83"/>
                    <a:pt x="36160" y="83"/>
                  </a:cubicBezTo>
                  <a:lnTo>
                    <a:pt x="36803" y="83"/>
                  </a:lnTo>
                  <a:cubicBezTo>
                    <a:pt x="36827" y="71"/>
                    <a:pt x="36839" y="60"/>
                    <a:pt x="36839" y="36"/>
                  </a:cubicBezTo>
                  <a:cubicBezTo>
                    <a:pt x="36827" y="12"/>
                    <a:pt x="36815" y="0"/>
                    <a:pt x="36791" y="0"/>
                  </a:cubicBezTo>
                  <a:close/>
                  <a:moveTo>
                    <a:pt x="37410" y="0"/>
                  </a:moveTo>
                  <a:cubicBezTo>
                    <a:pt x="37398" y="0"/>
                    <a:pt x="37386" y="24"/>
                    <a:pt x="37375" y="36"/>
                  </a:cubicBezTo>
                  <a:cubicBezTo>
                    <a:pt x="37375" y="60"/>
                    <a:pt x="37386" y="83"/>
                    <a:pt x="37410" y="83"/>
                  </a:cubicBezTo>
                  <a:lnTo>
                    <a:pt x="38053" y="83"/>
                  </a:lnTo>
                  <a:cubicBezTo>
                    <a:pt x="38077" y="71"/>
                    <a:pt x="38089" y="60"/>
                    <a:pt x="38089" y="36"/>
                  </a:cubicBezTo>
                  <a:cubicBezTo>
                    <a:pt x="38077" y="12"/>
                    <a:pt x="38053" y="0"/>
                    <a:pt x="38041" y="0"/>
                  </a:cubicBezTo>
                  <a:close/>
                  <a:moveTo>
                    <a:pt x="38660" y="0"/>
                  </a:moveTo>
                  <a:cubicBezTo>
                    <a:pt x="38649" y="0"/>
                    <a:pt x="38637" y="24"/>
                    <a:pt x="38625" y="36"/>
                  </a:cubicBezTo>
                  <a:cubicBezTo>
                    <a:pt x="38625" y="60"/>
                    <a:pt x="38637" y="83"/>
                    <a:pt x="38660" y="83"/>
                  </a:cubicBezTo>
                  <a:lnTo>
                    <a:pt x="39303" y="83"/>
                  </a:lnTo>
                  <a:cubicBezTo>
                    <a:pt x="39315" y="71"/>
                    <a:pt x="39339" y="60"/>
                    <a:pt x="39327" y="36"/>
                  </a:cubicBezTo>
                  <a:cubicBezTo>
                    <a:pt x="39327" y="12"/>
                    <a:pt x="39303" y="0"/>
                    <a:pt x="39291" y="0"/>
                  </a:cubicBezTo>
                  <a:close/>
                  <a:moveTo>
                    <a:pt x="39911" y="0"/>
                  </a:moveTo>
                  <a:cubicBezTo>
                    <a:pt x="39899" y="0"/>
                    <a:pt x="39875" y="24"/>
                    <a:pt x="39875" y="36"/>
                  </a:cubicBezTo>
                  <a:cubicBezTo>
                    <a:pt x="39875" y="60"/>
                    <a:pt x="39887" y="83"/>
                    <a:pt x="39911" y="83"/>
                  </a:cubicBezTo>
                  <a:lnTo>
                    <a:pt x="40554" y="83"/>
                  </a:lnTo>
                  <a:cubicBezTo>
                    <a:pt x="40565" y="71"/>
                    <a:pt x="40589" y="60"/>
                    <a:pt x="40577" y="36"/>
                  </a:cubicBezTo>
                  <a:cubicBezTo>
                    <a:pt x="40577" y="12"/>
                    <a:pt x="40554" y="0"/>
                    <a:pt x="40530" y="0"/>
                  </a:cubicBezTo>
                  <a:close/>
                  <a:moveTo>
                    <a:pt x="41161" y="0"/>
                  </a:moveTo>
                  <a:cubicBezTo>
                    <a:pt x="41137" y="0"/>
                    <a:pt x="41125" y="24"/>
                    <a:pt x="41125" y="36"/>
                  </a:cubicBezTo>
                  <a:cubicBezTo>
                    <a:pt x="41125" y="60"/>
                    <a:pt x="41137" y="83"/>
                    <a:pt x="41161" y="83"/>
                  </a:cubicBezTo>
                  <a:lnTo>
                    <a:pt x="41792" y="83"/>
                  </a:lnTo>
                  <a:cubicBezTo>
                    <a:pt x="41816" y="71"/>
                    <a:pt x="41827" y="60"/>
                    <a:pt x="41827" y="36"/>
                  </a:cubicBezTo>
                  <a:cubicBezTo>
                    <a:pt x="41827" y="12"/>
                    <a:pt x="41804" y="0"/>
                    <a:pt x="41780" y="0"/>
                  </a:cubicBezTo>
                  <a:close/>
                  <a:moveTo>
                    <a:pt x="42411" y="0"/>
                  </a:moveTo>
                  <a:cubicBezTo>
                    <a:pt x="42387" y="0"/>
                    <a:pt x="42375" y="24"/>
                    <a:pt x="42375" y="36"/>
                  </a:cubicBezTo>
                  <a:cubicBezTo>
                    <a:pt x="42375" y="60"/>
                    <a:pt x="42387" y="83"/>
                    <a:pt x="42411" y="83"/>
                  </a:cubicBezTo>
                  <a:lnTo>
                    <a:pt x="43042" y="83"/>
                  </a:lnTo>
                  <a:cubicBezTo>
                    <a:pt x="43066" y="71"/>
                    <a:pt x="43078" y="60"/>
                    <a:pt x="43078" y="36"/>
                  </a:cubicBezTo>
                  <a:cubicBezTo>
                    <a:pt x="43078" y="12"/>
                    <a:pt x="43054" y="0"/>
                    <a:pt x="43030" y="0"/>
                  </a:cubicBezTo>
                  <a:close/>
                  <a:moveTo>
                    <a:pt x="43661" y="0"/>
                  </a:moveTo>
                  <a:cubicBezTo>
                    <a:pt x="43637" y="0"/>
                    <a:pt x="43625" y="24"/>
                    <a:pt x="43625" y="36"/>
                  </a:cubicBezTo>
                  <a:cubicBezTo>
                    <a:pt x="43625" y="60"/>
                    <a:pt x="43637" y="83"/>
                    <a:pt x="43661" y="83"/>
                  </a:cubicBezTo>
                  <a:lnTo>
                    <a:pt x="44292" y="83"/>
                  </a:lnTo>
                  <a:cubicBezTo>
                    <a:pt x="44316" y="71"/>
                    <a:pt x="44328" y="60"/>
                    <a:pt x="44328" y="36"/>
                  </a:cubicBezTo>
                  <a:cubicBezTo>
                    <a:pt x="44328" y="12"/>
                    <a:pt x="44304" y="0"/>
                    <a:pt x="44280" y="0"/>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7"/>
            <p:cNvSpPr/>
            <p:nvPr/>
          </p:nvSpPr>
          <p:spPr>
            <a:xfrm>
              <a:off x="431441" y="2942253"/>
              <a:ext cx="3415877" cy="10175"/>
            </a:xfrm>
            <a:custGeom>
              <a:rect b="b" l="l" r="r" t="t"/>
              <a:pathLst>
                <a:path extrusionOk="0" h="132" w="44316">
                  <a:moveTo>
                    <a:pt x="37" y="1"/>
                  </a:moveTo>
                  <a:cubicBezTo>
                    <a:pt x="13" y="13"/>
                    <a:pt x="1" y="25"/>
                    <a:pt x="1" y="48"/>
                  </a:cubicBezTo>
                  <a:cubicBezTo>
                    <a:pt x="1" y="60"/>
                    <a:pt x="13" y="84"/>
                    <a:pt x="37" y="84"/>
                  </a:cubicBezTo>
                  <a:lnTo>
                    <a:pt x="656" y="84"/>
                  </a:lnTo>
                  <a:cubicBezTo>
                    <a:pt x="679" y="84"/>
                    <a:pt x="703" y="72"/>
                    <a:pt x="703" y="48"/>
                  </a:cubicBezTo>
                  <a:cubicBezTo>
                    <a:pt x="703" y="25"/>
                    <a:pt x="679" y="1"/>
                    <a:pt x="656" y="1"/>
                  </a:cubicBezTo>
                  <a:close/>
                  <a:moveTo>
                    <a:pt x="1287" y="13"/>
                  </a:moveTo>
                  <a:cubicBezTo>
                    <a:pt x="1263" y="13"/>
                    <a:pt x="1239" y="25"/>
                    <a:pt x="1239" y="48"/>
                  </a:cubicBezTo>
                  <a:cubicBezTo>
                    <a:pt x="1251" y="72"/>
                    <a:pt x="1263" y="84"/>
                    <a:pt x="1287" y="84"/>
                  </a:cubicBezTo>
                  <a:lnTo>
                    <a:pt x="1906" y="84"/>
                  </a:lnTo>
                  <a:cubicBezTo>
                    <a:pt x="1930" y="84"/>
                    <a:pt x="1942" y="72"/>
                    <a:pt x="1942" y="48"/>
                  </a:cubicBezTo>
                  <a:cubicBezTo>
                    <a:pt x="1942" y="25"/>
                    <a:pt x="1930" y="13"/>
                    <a:pt x="1906" y="13"/>
                  </a:cubicBezTo>
                  <a:close/>
                  <a:moveTo>
                    <a:pt x="2525" y="13"/>
                  </a:moveTo>
                  <a:cubicBezTo>
                    <a:pt x="2513" y="13"/>
                    <a:pt x="2489" y="25"/>
                    <a:pt x="2489" y="48"/>
                  </a:cubicBezTo>
                  <a:cubicBezTo>
                    <a:pt x="2489" y="72"/>
                    <a:pt x="2513" y="84"/>
                    <a:pt x="2537" y="84"/>
                  </a:cubicBezTo>
                  <a:lnTo>
                    <a:pt x="3156" y="84"/>
                  </a:lnTo>
                  <a:cubicBezTo>
                    <a:pt x="3180" y="84"/>
                    <a:pt x="3192" y="72"/>
                    <a:pt x="3192" y="48"/>
                  </a:cubicBezTo>
                  <a:cubicBezTo>
                    <a:pt x="3192" y="25"/>
                    <a:pt x="3180" y="13"/>
                    <a:pt x="3156" y="13"/>
                  </a:cubicBezTo>
                  <a:close/>
                  <a:moveTo>
                    <a:pt x="3775" y="13"/>
                  </a:moveTo>
                  <a:cubicBezTo>
                    <a:pt x="3763" y="13"/>
                    <a:pt x="3739" y="25"/>
                    <a:pt x="3739" y="48"/>
                  </a:cubicBezTo>
                  <a:cubicBezTo>
                    <a:pt x="3739" y="72"/>
                    <a:pt x="3763" y="84"/>
                    <a:pt x="3775" y="84"/>
                  </a:cubicBezTo>
                  <a:lnTo>
                    <a:pt x="4406" y="84"/>
                  </a:lnTo>
                  <a:cubicBezTo>
                    <a:pt x="4430" y="84"/>
                    <a:pt x="4442" y="72"/>
                    <a:pt x="4442" y="48"/>
                  </a:cubicBezTo>
                  <a:cubicBezTo>
                    <a:pt x="4442" y="25"/>
                    <a:pt x="4430" y="13"/>
                    <a:pt x="4406" y="13"/>
                  </a:cubicBezTo>
                  <a:close/>
                  <a:moveTo>
                    <a:pt x="5025" y="13"/>
                  </a:moveTo>
                  <a:cubicBezTo>
                    <a:pt x="5001" y="13"/>
                    <a:pt x="4990" y="37"/>
                    <a:pt x="4990" y="48"/>
                  </a:cubicBezTo>
                  <a:cubicBezTo>
                    <a:pt x="4990" y="72"/>
                    <a:pt x="5013" y="84"/>
                    <a:pt x="5025" y="84"/>
                  </a:cubicBezTo>
                  <a:lnTo>
                    <a:pt x="5656" y="84"/>
                  </a:lnTo>
                  <a:lnTo>
                    <a:pt x="5656" y="96"/>
                  </a:lnTo>
                  <a:cubicBezTo>
                    <a:pt x="5680" y="96"/>
                    <a:pt x="5692" y="72"/>
                    <a:pt x="5692" y="48"/>
                  </a:cubicBezTo>
                  <a:cubicBezTo>
                    <a:pt x="5692" y="25"/>
                    <a:pt x="5680" y="13"/>
                    <a:pt x="5656" y="13"/>
                  </a:cubicBezTo>
                  <a:close/>
                  <a:moveTo>
                    <a:pt x="6275" y="13"/>
                  </a:moveTo>
                  <a:cubicBezTo>
                    <a:pt x="6252" y="13"/>
                    <a:pt x="6240" y="37"/>
                    <a:pt x="6240" y="48"/>
                  </a:cubicBezTo>
                  <a:cubicBezTo>
                    <a:pt x="6240" y="72"/>
                    <a:pt x="6252" y="84"/>
                    <a:pt x="6275" y="84"/>
                  </a:cubicBezTo>
                  <a:lnTo>
                    <a:pt x="6906" y="84"/>
                  </a:lnTo>
                  <a:lnTo>
                    <a:pt x="6906" y="96"/>
                  </a:lnTo>
                  <a:cubicBezTo>
                    <a:pt x="6918" y="96"/>
                    <a:pt x="6942" y="72"/>
                    <a:pt x="6942" y="48"/>
                  </a:cubicBezTo>
                  <a:cubicBezTo>
                    <a:pt x="6942" y="37"/>
                    <a:pt x="6918" y="13"/>
                    <a:pt x="6906" y="13"/>
                  </a:cubicBezTo>
                  <a:close/>
                  <a:moveTo>
                    <a:pt x="7526" y="13"/>
                  </a:moveTo>
                  <a:cubicBezTo>
                    <a:pt x="7502" y="13"/>
                    <a:pt x="7490" y="37"/>
                    <a:pt x="7490" y="60"/>
                  </a:cubicBezTo>
                  <a:cubicBezTo>
                    <a:pt x="7490" y="72"/>
                    <a:pt x="7502" y="96"/>
                    <a:pt x="7526" y="96"/>
                  </a:cubicBezTo>
                  <a:lnTo>
                    <a:pt x="8157" y="96"/>
                  </a:lnTo>
                  <a:cubicBezTo>
                    <a:pt x="8169" y="96"/>
                    <a:pt x="8192" y="72"/>
                    <a:pt x="8192" y="60"/>
                  </a:cubicBezTo>
                  <a:cubicBezTo>
                    <a:pt x="8192" y="37"/>
                    <a:pt x="8169" y="13"/>
                    <a:pt x="8157" y="13"/>
                  </a:cubicBezTo>
                  <a:close/>
                  <a:moveTo>
                    <a:pt x="8776" y="13"/>
                  </a:moveTo>
                  <a:cubicBezTo>
                    <a:pt x="8752" y="13"/>
                    <a:pt x="8740" y="37"/>
                    <a:pt x="8740" y="60"/>
                  </a:cubicBezTo>
                  <a:cubicBezTo>
                    <a:pt x="8740" y="72"/>
                    <a:pt x="8752" y="96"/>
                    <a:pt x="8776" y="96"/>
                  </a:cubicBezTo>
                  <a:lnTo>
                    <a:pt x="9407" y="96"/>
                  </a:lnTo>
                  <a:cubicBezTo>
                    <a:pt x="9419" y="96"/>
                    <a:pt x="9442" y="72"/>
                    <a:pt x="9442" y="60"/>
                  </a:cubicBezTo>
                  <a:cubicBezTo>
                    <a:pt x="9442" y="37"/>
                    <a:pt x="9419" y="13"/>
                    <a:pt x="9395" y="13"/>
                  </a:cubicBezTo>
                  <a:close/>
                  <a:moveTo>
                    <a:pt x="10026" y="13"/>
                  </a:moveTo>
                  <a:cubicBezTo>
                    <a:pt x="10002" y="25"/>
                    <a:pt x="9990" y="37"/>
                    <a:pt x="9990" y="60"/>
                  </a:cubicBezTo>
                  <a:cubicBezTo>
                    <a:pt x="9990" y="72"/>
                    <a:pt x="10002" y="96"/>
                    <a:pt x="10026" y="96"/>
                  </a:cubicBezTo>
                  <a:lnTo>
                    <a:pt x="10645" y="96"/>
                  </a:lnTo>
                  <a:cubicBezTo>
                    <a:pt x="10669" y="96"/>
                    <a:pt x="10693" y="84"/>
                    <a:pt x="10693" y="60"/>
                  </a:cubicBezTo>
                  <a:cubicBezTo>
                    <a:pt x="10693" y="37"/>
                    <a:pt x="10669" y="13"/>
                    <a:pt x="10645" y="13"/>
                  </a:cubicBezTo>
                  <a:close/>
                  <a:moveTo>
                    <a:pt x="11276" y="25"/>
                  </a:moveTo>
                  <a:cubicBezTo>
                    <a:pt x="11252" y="25"/>
                    <a:pt x="11240" y="37"/>
                    <a:pt x="11240" y="60"/>
                  </a:cubicBezTo>
                  <a:cubicBezTo>
                    <a:pt x="11240" y="84"/>
                    <a:pt x="11252" y="96"/>
                    <a:pt x="11276" y="96"/>
                  </a:cubicBezTo>
                  <a:lnTo>
                    <a:pt x="11895" y="96"/>
                  </a:lnTo>
                  <a:cubicBezTo>
                    <a:pt x="11919" y="96"/>
                    <a:pt x="11943" y="84"/>
                    <a:pt x="11943" y="60"/>
                  </a:cubicBezTo>
                  <a:cubicBezTo>
                    <a:pt x="11943" y="37"/>
                    <a:pt x="11919" y="25"/>
                    <a:pt x="11895" y="25"/>
                  </a:cubicBezTo>
                  <a:close/>
                  <a:moveTo>
                    <a:pt x="12526" y="25"/>
                  </a:moveTo>
                  <a:cubicBezTo>
                    <a:pt x="12502" y="25"/>
                    <a:pt x="12479" y="37"/>
                    <a:pt x="12479" y="60"/>
                  </a:cubicBezTo>
                  <a:cubicBezTo>
                    <a:pt x="12490" y="84"/>
                    <a:pt x="12502" y="96"/>
                    <a:pt x="12526" y="96"/>
                  </a:cubicBezTo>
                  <a:lnTo>
                    <a:pt x="13145" y="96"/>
                  </a:lnTo>
                  <a:cubicBezTo>
                    <a:pt x="13169" y="96"/>
                    <a:pt x="13181" y="84"/>
                    <a:pt x="13181" y="60"/>
                  </a:cubicBezTo>
                  <a:cubicBezTo>
                    <a:pt x="13181" y="37"/>
                    <a:pt x="13169" y="25"/>
                    <a:pt x="13145" y="25"/>
                  </a:cubicBezTo>
                  <a:close/>
                  <a:moveTo>
                    <a:pt x="13764" y="25"/>
                  </a:moveTo>
                  <a:cubicBezTo>
                    <a:pt x="13753" y="25"/>
                    <a:pt x="13729" y="37"/>
                    <a:pt x="13729" y="60"/>
                  </a:cubicBezTo>
                  <a:cubicBezTo>
                    <a:pt x="13729" y="84"/>
                    <a:pt x="13753" y="96"/>
                    <a:pt x="13776" y="96"/>
                  </a:cubicBezTo>
                  <a:lnTo>
                    <a:pt x="14395" y="96"/>
                  </a:lnTo>
                  <a:cubicBezTo>
                    <a:pt x="14419" y="96"/>
                    <a:pt x="14431" y="84"/>
                    <a:pt x="14431" y="60"/>
                  </a:cubicBezTo>
                  <a:cubicBezTo>
                    <a:pt x="14431" y="37"/>
                    <a:pt x="14419" y="25"/>
                    <a:pt x="14395" y="25"/>
                  </a:cubicBezTo>
                  <a:close/>
                  <a:moveTo>
                    <a:pt x="15015" y="25"/>
                  </a:moveTo>
                  <a:cubicBezTo>
                    <a:pt x="15003" y="25"/>
                    <a:pt x="14979" y="48"/>
                    <a:pt x="14979" y="60"/>
                  </a:cubicBezTo>
                  <a:cubicBezTo>
                    <a:pt x="14979" y="84"/>
                    <a:pt x="15003" y="96"/>
                    <a:pt x="15015" y="96"/>
                  </a:cubicBezTo>
                  <a:lnTo>
                    <a:pt x="15646" y="96"/>
                  </a:lnTo>
                  <a:lnTo>
                    <a:pt x="15646" y="108"/>
                  </a:lnTo>
                  <a:cubicBezTo>
                    <a:pt x="15669" y="108"/>
                    <a:pt x="15681" y="84"/>
                    <a:pt x="15681" y="60"/>
                  </a:cubicBezTo>
                  <a:cubicBezTo>
                    <a:pt x="15681" y="37"/>
                    <a:pt x="15669" y="25"/>
                    <a:pt x="15646" y="25"/>
                  </a:cubicBezTo>
                  <a:close/>
                  <a:moveTo>
                    <a:pt x="16265" y="25"/>
                  </a:moveTo>
                  <a:cubicBezTo>
                    <a:pt x="16241" y="25"/>
                    <a:pt x="16229" y="48"/>
                    <a:pt x="16229" y="60"/>
                  </a:cubicBezTo>
                  <a:cubicBezTo>
                    <a:pt x="16229" y="84"/>
                    <a:pt x="16253" y="96"/>
                    <a:pt x="16265" y="96"/>
                  </a:cubicBezTo>
                  <a:lnTo>
                    <a:pt x="16896" y="96"/>
                  </a:lnTo>
                  <a:lnTo>
                    <a:pt x="16896" y="108"/>
                  </a:lnTo>
                  <a:cubicBezTo>
                    <a:pt x="16920" y="108"/>
                    <a:pt x="16932" y="84"/>
                    <a:pt x="16932" y="60"/>
                  </a:cubicBezTo>
                  <a:cubicBezTo>
                    <a:pt x="16932" y="48"/>
                    <a:pt x="16920" y="25"/>
                    <a:pt x="16896" y="25"/>
                  </a:cubicBezTo>
                  <a:close/>
                  <a:moveTo>
                    <a:pt x="17515" y="25"/>
                  </a:moveTo>
                  <a:cubicBezTo>
                    <a:pt x="17491" y="25"/>
                    <a:pt x="17479" y="48"/>
                    <a:pt x="17479" y="72"/>
                  </a:cubicBezTo>
                  <a:cubicBezTo>
                    <a:pt x="17479" y="84"/>
                    <a:pt x="17491" y="108"/>
                    <a:pt x="17515" y="108"/>
                  </a:cubicBezTo>
                  <a:lnTo>
                    <a:pt x="18146" y="108"/>
                  </a:lnTo>
                  <a:cubicBezTo>
                    <a:pt x="18158" y="108"/>
                    <a:pt x="18182" y="84"/>
                    <a:pt x="18182" y="72"/>
                  </a:cubicBezTo>
                  <a:cubicBezTo>
                    <a:pt x="18182" y="48"/>
                    <a:pt x="18158" y="25"/>
                    <a:pt x="18146" y="25"/>
                  </a:cubicBezTo>
                  <a:close/>
                  <a:moveTo>
                    <a:pt x="18765" y="25"/>
                  </a:moveTo>
                  <a:cubicBezTo>
                    <a:pt x="18741" y="25"/>
                    <a:pt x="18729" y="48"/>
                    <a:pt x="18729" y="72"/>
                  </a:cubicBezTo>
                  <a:cubicBezTo>
                    <a:pt x="18729" y="84"/>
                    <a:pt x="18741" y="108"/>
                    <a:pt x="18765" y="108"/>
                  </a:cubicBezTo>
                  <a:lnTo>
                    <a:pt x="19396" y="108"/>
                  </a:lnTo>
                  <a:cubicBezTo>
                    <a:pt x="19408" y="108"/>
                    <a:pt x="19432" y="84"/>
                    <a:pt x="19432" y="72"/>
                  </a:cubicBezTo>
                  <a:cubicBezTo>
                    <a:pt x="19432" y="48"/>
                    <a:pt x="19408" y="25"/>
                    <a:pt x="19384" y="25"/>
                  </a:cubicBezTo>
                  <a:close/>
                  <a:moveTo>
                    <a:pt x="20015" y="25"/>
                  </a:moveTo>
                  <a:cubicBezTo>
                    <a:pt x="19991" y="37"/>
                    <a:pt x="19980" y="48"/>
                    <a:pt x="19980" y="72"/>
                  </a:cubicBezTo>
                  <a:cubicBezTo>
                    <a:pt x="19980" y="84"/>
                    <a:pt x="19991" y="108"/>
                    <a:pt x="20015" y="108"/>
                  </a:cubicBezTo>
                  <a:lnTo>
                    <a:pt x="20634" y="108"/>
                  </a:lnTo>
                  <a:cubicBezTo>
                    <a:pt x="20658" y="108"/>
                    <a:pt x="20682" y="96"/>
                    <a:pt x="20682" y="72"/>
                  </a:cubicBezTo>
                  <a:cubicBezTo>
                    <a:pt x="20682" y="48"/>
                    <a:pt x="20658" y="25"/>
                    <a:pt x="20634" y="25"/>
                  </a:cubicBezTo>
                  <a:close/>
                  <a:moveTo>
                    <a:pt x="21265" y="37"/>
                  </a:moveTo>
                  <a:cubicBezTo>
                    <a:pt x="21242" y="37"/>
                    <a:pt x="21230" y="48"/>
                    <a:pt x="21230" y="72"/>
                  </a:cubicBezTo>
                  <a:cubicBezTo>
                    <a:pt x="21230" y="96"/>
                    <a:pt x="21242" y="108"/>
                    <a:pt x="21265" y="108"/>
                  </a:cubicBezTo>
                  <a:lnTo>
                    <a:pt x="21885" y="108"/>
                  </a:lnTo>
                  <a:cubicBezTo>
                    <a:pt x="21908" y="108"/>
                    <a:pt x="21932" y="96"/>
                    <a:pt x="21932" y="72"/>
                  </a:cubicBezTo>
                  <a:cubicBezTo>
                    <a:pt x="21932" y="48"/>
                    <a:pt x="21908" y="37"/>
                    <a:pt x="21885" y="37"/>
                  </a:cubicBezTo>
                  <a:close/>
                  <a:moveTo>
                    <a:pt x="22516" y="37"/>
                  </a:moveTo>
                  <a:cubicBezTo>
                    <a:pt x="22492" y="37"/>
                    <a:pt x="22468" y="48"/>
                    <a:pt x="22468" y="72"/>
                  </a:cubicBezTo>
                  <a:cubicBezTo>
                    <a:pt x="22480" y="96"/>
                    <a:pt x="22492" y="108"/>
                    <a:pt x="22516" y="108"/>
                  </a:cubicBezTo>
                  <a:lnTo>
                    <a:pt x="23135" y="108"/>
                  </a:lnTo>
                  <a:cubicBezTo>
                    <a:pt x="23158" y="108"/>
                    <a:pt x="23170" y="96"/>
                    <a:pt x="23170" y="72"/>
                  </a:cubicBezTo>
                  <a:cubicBezTo>
                    <a:pt x="23170" y="48"/>
                    <a:pt x="23158" y="37"/>
                    <a:pt x="23135" y="37"/>
                  </a:cubicBezTo>
                  <a:close/>
                  <a:moveTo>
                    <a:pt x="23754" y="37"/>
                  </a:moveTo>
                  <a:cubicBezTo>
                    <a:pt x="23742" y="37"/>
                    <a:pt x="23718" y="48"/>
                    <a:pt x="23718" y="72"/>
                  </a:cubicBezTo>
                  <a:cubicBezTo>
                    <a:pt x="23718" y="96"/>
                    <a:pt x="23742" y="108"/>
                    <a:pt x="23766" y="108"/>
                  </a:cubicBezTo>
                  <a:lnTo>
                    <a:pt x="24385" y="108"/>
                  </a:lnTo>
                  <a:cubicBezTo>
                    <a:pt x="24409" y="108"/>
                    <a:pt x="24421" y="96"/>
                    <a:pt x="24421" y="72"/>
                  </a:cubicBezTo>
                  <a:cubicBezTo>
                    <a:pt x="24421" y="48"/>
                    <a:pt x="24409" y="37"/>
                    <a:pt x="24385" y="37"/>
                  </a:cubicBezTo>
                  <a:close/>
                  <a:moveTo>
                    <a:pt x="25004" y="37"/>
                  </a:moveTo>
                  <a:cubicBezTo>
                    <a:pt x="24992" y="37"/>
                    <a:pt x="24968" y="60"/>
                    <a:pt x="24968" y="72"/>
                  </a:cubicBezTo>
                  <a:cubicBezTo>
                    <a:pt x="24968" y="96"/>
                    <a:pt x="24992" y="108"/>
                    <a:pt x="25004" y="108"/>
                  </a:cubicBezTo>
                  <a:lnTo>
                    <a:pt x="25635" y="108"/>
                  </a:lnTo>
                  <a:lnTo>
                    <a:pt x="25635" y="120"/>
                  </a:lnTo>
                  <a:cubicBezTo>
                    <a:pt x="25659" y="120"/>
                    <a:pt x="25671" y="96"/>
                    <a:pt x="25671" y="72"/>
                  </a:cubicBezTo>
                  <a:cubicBezTo>
                    <a:pt x="25671" y="48"/>
                    <a:pt x="25659" y="37"/>
                    <a:pt x="25635" y="37"/>
                  </a:cubicBezTo>
                  <a:close/>
                  <a:moveTo>
                    <a:pt x="26254" y="37"/>
                  </a:moveTo>
                  <a:cubicBezTo>
                    <a:pt x="26230" y="37"/>
                    <a:pt x="26218" y="60"/>
                    <a:pt x="26218" y="72"/>
                  </a:cubicBezTo>
                  <a:cubicBezTo>
                    <a:pt x="26218" y="96"/>
                    <a:pt x="26242" y="108"/>
                    <a:pt x="26254" y="108"/>
                  </a:cubicBezTo>
                  <a:lnTo>
                    <a:pt x="26885" y="108"/>
                  </a:lnTo>
                  <a:lnTo>
                    <a:pt x="26885" y="120"/>
                  </a:lnTo>
                  <a:cubicBezTo>
                    <a:pt x="26909" y="120"/>
                    <a:pt x="26921" y="96"/>
                    <a:pt x="26921" y="72"/>
                  </a:cubicBezTo>
                  <a:cubicBezTo>
                    <a:pt x="26921" y="60"/>
                    <a:pt x="26909" y="37"/>
                    <a:pt x="26885" y="37"/>
                  </a:cubicBezTo>
                  <a:close/>
                  <a:moveTo>
                    <a:pt x="27504" y="37"/>
                  </a:moveTo>
                  <a:cubicBezTo>
                    <a:pt x="27480" y="37"/>
                    <a:pt x="27469" y="60"/>
                    <a:pt x="27469" y="84"/>
                  </a:cubicBezTo>
                  <a:cubicBezTo>
                    <a:pt x="27469" y="96"/>
                    <a:pt x="27480" y="120"/>
                    <a:pt x="27504" y="120"/>
                  </a:cubicBezTo>
                  <a:lnTo>
                    <a:pt x="28135" y="120"/>
                  </a:lnTo>
                  <a:cubicBezTo>
                    <a:pt x="28147" y="120"/>
                    <a:pt x="28171" y="96"/>
                    <a:pt x="28171" y="84"/>
                  </a:cubicBezTo>
                  <a:cubicBezTo>
                    <a:pt x="28171" y="60"/>
                    <a:pt x="28147" y="37"/>
                    <a:pt x="28135" y="37"/>
                  </a:cubicBezTo>
                  <a:close/>
                  <a:moveTo>
                    <a:pt x="28754" y="37"/>
                  </a:moveTo>
                  <a:cubicBezTo>
                    <a:pt x="28731" y="37"/>
                    <a:pt x="28719" y="60"/>
                    <a:pt x="28719" y="84"/>
                  </a:cubicBezTo>
                  <a:cubicBezTo>
                    <a:pt x="28719" y="96"/>
                    <a:pt x="28731" y="120"/>
                    <a:pt x="28754" y="120"/>
                  </a:cubicBezTo>
                  <a:lnTo>
                    <a:pt x="29385" y="120"/>
                  </a:lnTo>
                  <a:cubicBezTo>
                    <a:pt x="29397" y="120"/>
                    <a:pt x="29421" y="96"/>
                    <a:pt x="29421" y="84"/>
                  </a:cubicBezTo>
                  <a:cubicBezTo>
                    <a:pt x="29421" y="60"/>
                    <a:pt x="29397" y="37"/>
                    <a:pt x="29374" y="37"/>
                  </a:cubicBezTo>
                  <a:close/>
                  <a:moveTo>
                    <a:pt x="30005" y="37"/>
                  </a:moveTo>
                  <a:cubicBezTo>
                    <a:pt x="29981" y="48"/>
                    <a:pt x="29969" y="60"/>
                    <a:pt x="29969" y="84"/>
                  </a:cubicBezTo>
                  <a:cubicBezTo>
                    <a:pt x="29969" y="96"/>
                    <a:pt x="29981" y="120"/>
                    <a:pt x="30005" y="120"/>
                  </a:cubicBezTo>
                  <a:lnTo>
                    <a:pt x="30624" y="120"/>
                  </a:lnTo>
                  <a:cubicBezTo>
                    <a:pt x="30648" y="120"/>
                    <a:pt x="30671" y="108"/>
                    <a:pt x="30671" y="84"/>
                  </a:cubicBezTo>
                  <a:cubicBezTo>
                    <a:pt x="30671" y="60"/>
                    <a:pt x="30648" y="37"/>
                    <a:pt x="30624" y="37"/>
                  </a:cubicBezTo>
                  <a:close/>
                  <a:moveTo>
                    <a:pt x="31255" y="48"/>
                  </a:moveTo>
                  <a:cubicBezTo>
                    <a:pt x="31231" y="48"/>
                    <a:pt x="31219" y="60"/>
                    <a:pt x="31219" y="84"/>
                  </a:cubicBezTo>
                  <a:cubicBezTo>
                    <a:pt x="31219" y="108"/>
                    <a:pt x="31231" y="120"/>
                    <a:pt x="31255" y="120"/>
                  </a:cubicBezTo>
                  <a:lnTo>
                    <a:pt x="31874" y="120"/>
                  </a:lnTo>
                  <a:cubicBezTo>
                    <a:pt x="31898" y="120"/>
                    <a:pt x="31921" y="108"/>
                    <a:pt x="31921" y="84"/>
                  </a:cubicBezTo>
                  <a:cubicBezTo>
                    <a:pt x="31921" y="60"/>
                    <a:pt x="31898" y="48"/>
                    <a:pt x="31874" y="48"/>
                  </a:cubicBezTo>
                  <a:close/>
                  <a:moveTo>
                    <a:pt x="32505" y="48"/>
                  </a:moveTo>
                  <a:cubicBezTo>
                    <a:pt x="32481" y="48"/>
                    <a:pt x="32457" y="60"/>
                    <a:pt x="32457" y="84"/>
                  </a:cubicBezTo>
                  <a:cubicBezTo>
                    <a:pt x="32469" y="108"/>
                    <a:pt x="32481" y="120"/>
                    <a:pt x="32505" y="120"/>
                  </a:cubicBezTo>
                  <a:lnTo>
                    <a:pt x="33124" y="120"/>
                  </a:lnTo>
                  <a:cubicBezTo>
                    <a:pt x="33148" y="120"/>
                    <a:pt x="33160" y="108"/>
                    <a:pt x="33160" y="84"/>
                  </a:cubicBezTo>
                  <a:cubicBezTo>
                    <a:pt x="33160" y="60"/>
                    <a:pt x="33148" y="48"/>
                    <a:pt x="33124" y="48"/>
                  </a:cubicBezTo>
                  <a:close/>
                  <a:moveTo>
                    <a:pt x="33743" y="48"/>
                  </a:moveTo>
                  <a:cubicBezTo>
                    <a:pt x="33731" y="48"/>
                    <a:pt x="33707" y="60"/>
                    <a:pt x="33707" y="84"/>
                  </a:cubicBezTo>
                  <a:cubicBezTo>
                    <a:pt x="33707" y="108"/>
                    <a:pt x="33731" y="120"/>
                    <a:pt x="33755" y="120"/>
                  </a:cubicBezTo>
                  <a:lnTo>
                    <a:pt x="34374" y="120"/>
                  </a:lnTo>
                  <a:cubicBezTo>
                    <a:pt x="34398" y="120"/>
                    <a:pt x="34410" y="108"/>
                    <a:pt x="34410" y="84"/>
                  </a:cubicBezTo>
                  <a:cubicBezTo>
                    <a:pt x="34410" y="60"/>
                    <a:pt x="34398" y="48"/>
                    <a:pt x="34374" y="48"/>
                  </a:cubicBezTo>
                  <a:close/>
                  <a:moveTo>
                    <a:pt x="34993" y="48"/>
                  </a:moveTo>
                  <a:cubicBezTo>
                    <a:pt x="34981" y="48"/>
                    <a:pt x="34958" y="72"/>
                    <a:pt x="34958" y="84"/>
                  </a:cubicBezTo>
                  <a:cubicBezTo>
                    <a:pt x="34958" y="108"/>
                    <a:pt x="34981" y="120"/>
                    <a:pt x="34993" y="120"/>
                  </a:cubicBezTo>
                  <a:lnTo>
                    <a:pt x="35624" y="120"/>
                  </a:lnTo>
                  <a:lnTo>
                    <a:pt x="35624" y="132"/>
                  </a:lnTo>
                  <a:cubicBezTo>
                    <a:pt x="35648" y="132"/>
                    <a:pt x="35660" y="108"/>
                    <a:pt x="35660" y="84"/>
                  </a:cubicBezTo>
                  <a:cubicBezTo>
                    <a:pt x="35660" y="60"/>
                    <a:pt x="35648" y="48"/>
                    <a:pt x="35624" y="48"/>
                  </a:cubicBezTo>
                  <a:close/>
                  <a:moveTo>
                    <a:pt x="36243" y="48"/>
                  </a:moveTo>
                  <a:cubicBezTo>
                    <a:pt x="36220" y="48"/>
                    <a:pt x="36208" y="72"/>
                    <a:pt x="36208" y="84"/>
                  </a:cubicBezTo>
                  <a:cubicBezTo>
                    <a:pt x="36208" y="108"/>
                    <a:pt x="36232" y="120"/>
                    <a:pt x="36243" y="120"/>
                  </a:cubicBezTo>
                  <a:lnTo>
                    <a:pt x="36874" y="120"/>
                  </a:lnTo>
                  <a:lnTo>
                    <a:pt x="36874" y="132"/>
                  </a:lnTo>
                  <a:cubicBezTo>
                    <a:pt x="36898" y="132"/>
                    <a:pt x="36910" y="108"/>
                    <a:pt x="36910" y="84"/>
                  </a:cubicBezTo>
                  <a:cubicBezTo>
                    <a:pt x="36910" y="72"/>
                    <a:pt x="36898" y="48"/>
                    <a:pt x="36874" y="48"/>
                  </a:cubicBezTo>
                  <a:close/>
                  <a:moveTo>
                    <a:pt x="37494" y="48"/>
                  </a:moveTo>
                  <a:cubicBezTo>
                    <a:pt x="37470" y="48"/>
                    <a:pt x="37458" y="72"/>
                    <a:pt x="37458" y="96"/>
                  </a:cubicBezTo>
                  <a:cubicBezTo>
                    <a:pt x="37458" y="108"/>
                    <a:pt x="37470" y="132"/>
                    <a:pt x="37494" y="132"/>
                  </a:cubicBezTo>
                  <a:lnTo>
                    <a:pt x="38125" y="132"/>
                  </a:lnTo>
                  <a:cubicBezTo>
                    <a:pt x="38137" y="132"/>
                    <a:pt x="38160" y="108"/>
                    <a:pt x="38160" y="96"/>
                  </a:cubicBezTo>
                  <a:cubicBezTo>
                    <a:pt x="38160" y="72"/>
                    <a:pt x="38137" y="48"/>
                    <a:pt x="38125" y="48"/>
                  </a:cubicBezTo>
                  <a:close/>
                  <a:moveTo>
                    <a:pt x="38744" y="48"/>
                  </a:moveTo>
                  <a:cubicBezTo>
                    <a:pt x="38720" y="48"/>
                    <a:pt x="38708" y="72"/>
                    <a:pt x="38708" y="96"/>
                  </a:cubicBezTo>
                  <a:cubicBezTo>
                    <a:pt x="38708" y="108"/>
                    <a:pt x="38720" y="132"/>
                    <a:pt x="38744" y="132"/>
                  </a:cubicBezTo>
                  <a:lnTo>
                    <a:pt x="39375" y="132"/>
                  </a:lnTo>
                  <a:cubicBezTo>
                    <a:pt x="39387" y="132"/>
                    <a:pt x="39411" y="108"/>
                    <a:pt x="39411" y="96"/>
                  </a:cubicBezTo>
                  <a:cubicBezTo>
                    <a:pt x="39411" y="72"/>
                    <a:pt x="39387" y="48"/>
                    <a:pt x="39363" y="48"/>
                  </a:cubicBezTo>
                  <a:close/>
                  <a:moveTo>
                    <a:pt x="39994" y="48"/>
                  </a:moveTo>
                  <a:cubicBezTo>
                    <a:pt x="39970" y="60"/>
                    <a:pt x="39958" y="72"/>
                    <a:pt x="39958" y="96"/>
                  </a:cubicBezTo>
                  <a:cubicBezTo>
                    <a:pt x="39958" y="108"/>
                    <a:pt x="39970" y="132"/>
                    <a:pt x="39994" y="132"/>
                  </a:cubicBezTo>
                  <a:lnTo>
                    <a:pt x="40625" y="132"/>
                  </a:lnTo>
                  <a:cubicBezTo>
                    <a:pt x="40637" y="132"/>
                    <a:pt x="40661" y="120"/>
                    <a:pt x="40661" y="96"/>
                  </a:cubicBezTo>
                  <a:cubicBezTo>
                    <a:pt x="40661" y="72"/>
                    <a:pt x="40637" y="48"/>
                    <a:pt x="40613" y="48"/>
                  </a:cubicBezTo>
                  <a:close/>
                  <a:moveTo>
                    <a:pt x="41244" y="60"/>
                  </a:moveTo>
                  <a:cubicBezTo>
                    <a:pt x="41220" y="60"/>
                    <a:pt x="41208" y="72"/>
                    <a:pt x="41208" y="96"/>
                  </a:cubicBezTo>
                  <a:cubicBezTo>
                    <a:pt x="41208" y="120"/>
                    <a:pt x="41220" y="132"/>
                    <a:pt x="41244" y="132"/>
                  </a:cubicBezTo>
                  <a:lnTo>
                    <a:pt x="41863" y="132"/>
                  </a:lnTo>
                  <a:cubicBezTo>
                    <a:pt x="41887" y="132"/>
                    <a:pt x="41911" y="120"/>
                    <a:pt x="41911" y="96"/>
                  </a:cubicBezTo>
                  <a:cubicBezTo>
                    <a:pt x="41911" y="72"/>
                    <a:pt x="41887" y="60"/>
                    <a:pt x="41863" y="60"/>
                  </a:cubicBezTo>
                  <a:close/>
                  <a:moveTo>
                    <a:pt x="42494" y="60"/>
                  </a:moveTo>
                  <a:cubicBezTo>
                    <a:pt x="42470" y="60"/>
                    <a:pt x="42459" y="72"/>
                    <a:pt x="42459" y="96"/>
                  </a:cubicBezTo>
                  <a:cubicBezTo>
                    <a:pt x="42459" y="120"/>
                    <a:pt x="42470" y="132"/>
                    <a:pt x="42494" y="132"/>
                  </a:cubicBezTo>
                  <a:lnTo>
                    <a:pt x="43113" y="132"/>
                  </a:lnTo>
                  <a:cubicBezTo>
                    <a:pt x="43137" y="132"/>
                    <a:pt x="43161" y="120"/>
                    <a:pt x="43161" y="96"/>
                  </a:cubicBezTo>
                  <a:cubicBezTo>
                    <a:pt x="43161" y="72"/>
                    <a:pt x="43137" y="60"/>
                    <a:pt x="43113" y="60"/>
                  </a:cubicBezTo>
                  <a:close/>
                  <a:moveTo>
                    <a:pt x="43732" y="60"/>
                  </a:moveTo>
                  <a:cubicBezTo>
                    <a:pt x="43721" y="60"/>
                    <a:pt x="43697" y="72"/>
                    <a:pt x="43697" y="96"/>
                  </a:cubicBezTo>
                  <a:cubicBezTo>
                    <a:pt x="43697" y="120"/>
                    <a:pt x="43721" y="132"/>
                    <a:pt x="43744" y="132"/>
                  </a:cubicBezTo>
                  <a:lnTo>
                    <a:pt x="44280" y="132"/>
                  </a:lnTo>
                  <a:cubicBezTo>
                    <a:pt x="44304" y="132"/>
                    <a:pt x="44316" y="120"/>
                    <a:pt x="44316" y="96"/>
                  </a:cubicBezTo>
                  <a:cubicBezTo>
                    <a:pt x="44316" y="72"/>
                    <a:pt x="44304" y="60"/>
                    <a:pt x="44280" y="60"/>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7"/>
            <p:cNvSpPr/>
            <p:nvPr/>
          </p:nvSpPr>
          <p:spPr>
            <a:xfrm>
              <a:off x="431441" y="3625115"/>
              <a:ext cx="3416802" cy="6475"/>
            </a:xfrm>
            <a:custGeom>
              <a:rect b="b" l="l" r="r" t="t"/>
              <a:pathLst>
                <a:path extrusionOk="0" h="84" w="44328">
                  <a:moveTo>
                    <a:pt x="37" y="0"/>
                  </a:moveTo>
                  <a:cubicBezTo>
                    <a:pt x="13" y="0"/>
                    <a:pt x="1" y="12"/>
                    <a:pt x="1" y="36"/>
                  </a:cubicBezTo>
                  <a:cubicBezTo>
                    <a:pt x="1" y="48"/>
                    <a:pt x="13" y="71"/>
                    <a:pt x="37" y="83"/>
                  </a:cubicBezTo>
                  <a:lnTo>
                    <a:pt x="584" y="83"/>
                  </a:lnTo>
                  <a:cubicBezTo>
                    <a:pt x="608" y="71"/>
                    <a:pt x="620" y="48"/>
                    <a:pt x="620" y="36"/>
                  </a:cubicBezTo>
                  <a:cubicBezTo>
                    <a:pt x="620" y="12"/>
                    <a:pt x="596" y="0"/>
                    <a:pt x="572" y="0"/>
                  </a:cubicBezTo>
                  <a:close/>
                  <a:moveTo>
                    <a:pt x="1203" y="0"/>
                  </a:moveTo>
                  <a:cubicBezTo>
                    <a:pt x="1180" y="0"/>
                    <a:pt x="1168" y="12"/>
                    <a:pt x="1168" y="36"/>
                  </a:cubicBezTo>
                  <a:cubicBezTo>
                    <a:pt x="1168" y="48"/>
                    <a:pt x="1180" y="71"/>
                    <a:pt x="1203" y="83"/>
                  </a:cubicBezTo>
                  <a:lnTo>
                    <a:pt x="1834" y="83"/>
                  </a:lnTo>
                  <a:cubicBezTo>
                    <a:pt x="1858" y="71"/>
                    <a:pt x="1870" y="48"/>
                    <a:pt x="1870" y="36"/>
                  </a:cubicBezTo>
                  <a:cubicBezTo>
                    <a:pt x="1870" y="12"/>
                    <a:pt x="1846" y="0"/>
                    <a:pt x="1822" y="0"/>
                  </a:cubicBezTo>
                  <a:close/>
                  <a:moveTo>
                    <a:pt x="2454" y="0"/>
                  </a:moveTo>
                  <a:cubicBezTo>
                    <a:pt x="2430" y="0"/>
                    <a:pt x="2418" y="12"/>
                    <a:pt x="2418" y="36"/>
                  </a:cubicBezTo>
                  <a:cubicBezTo>
                    <a:pt x="2418" y="48"/>
                    <a:pt x="2430" y="71"/>
                    <a:pt x="2454" y="83"/>
                  </a:cubicBezTo>
                  <a:lnTo>
                    <a:pt x="3085" y="83"/>
                  </a:lnTo>
                  <a:cubicBezTo>
                    <a:pt x="3108" y="71"/>
                    <a:pt x="3120" y="48"/>
                    <a:pt x="3120" y="36"/>
                  </a:cubicBezTo>
                  <a:cubicBezTo>
                    <a:pt x="3120" y="12"/>
                    <a:pt x="3096" y="0"/>
                    <a:pt x="3073" y="0"/>
                  </a:cubicBezTo>
                  <a:close/>
                  <a:moveTo>
                    <a:pt x="3704" y="0"/>
                  </a:moveTo>
                  <a:cubicBezTo>
                    <a:pt x="3680" y="0"/>
                    <a:pt x="3668" y="12"/>
                    <a:pt x="3668" y="36"/>
                  </a:cubicBezTo>
                  <a:cubicBezTo>
                    <a:pt x="3668" y="48"/>
                    <a:pt x="3680" y="71"/>
                    <a:pt x="3704" y="83"/>
                  </a:cubicBezTo>
                  <a:lnTo>
                    <a:pt x="4335" y="83"/>
                  </a:lnTo>
                  <a:cubicBezTo>
                    <a:pt x="4359" y="71"/>
                    <a:pt x="4370" y="48"/>
                    <a:pt x="4370" y="36"/>
                  </a:cubicBezTo>
                  <a:cubicBezTo>
                    <a:pt x="4370" y="12"/>
                    <a:pt x="4347" y="0"/>
                    <a:pt x="4323" y="0"/>
                  </a:cubicBezTo>
                  <a:close/>
                  <a:moveTo>
                    <a:pt x="4942" y="0"/>
                  </a:moveTo>
                  <a:cubicBezTo>
                    <a:pt x="4930" y="0"/>
                    <a:pt x="4918" y="12"/>
                    <a:pt x="4918" y="36"/>
                  </a:cubicBezTo>
                  <a:cubicBezTo>
                    <a:pt x="4906" y="48"/>
                    <a:pt x="4930" y="71"/>
                    <a:pt x="4942" y="83"/>
                  </a:cubicBezTo>
                  <a:lnTo>
                    <a:pt x="5585" y="83"/>
                  </a:lnTo>
                  <a:cubicBezTo>
                    <a:pt x="5609" y="71"/>
                    <a:pt x="5621" y="48"/>
                    <a:pt x="5621" y="36"/>
                  </a:cubicBezTo>
                  <a:cubicBezTo>
                    <a:pt x="5609" y="12"/>
                    <a:pt x="5597" y="0"/>
                    <a:pt x="5573" y="0"/>
                  </a:cubicBezTo>
                  <a:close/>
                  <a:moveTo>
                    <a:pt x="6192" y="0"/>
                  </a:moveTo>
                  <a:cubicBezTo>
                    <a:pt x="6180" y="0"/>
                    <a:pt x="6168" y="12"/>
                    <a:pt x="6168" y="36"/>
                  </a:cubicBezTo>
                  <a:cubicBezTo>
                    <a:pt x="6156" y="48"/>
                    <a:pt x="6180" y="71"/>
                    <a:pt x="6192" y="83"/>
                  </a:cubicBezTo>
                  <a:lnTo>
                    <a:pt x="6835" y="83"/>
                  </a:lnTo>
                  <a:cubicBezTo>
                    <a:pt x="6859" y="71"/>
                    <a:pt x="6871" y="48"/>
                    <a:pt x="6871" y="36"/>
                  </a:cubicBezTo>
                  <a:cubicBezTo>
                    <a:pt x="6859" y="12"/>
                    <a:pt x="6847" y="0"/>
                    <a:pt x="6823" y="0"/>
                  </a:cubicBezTo>
                  <a:close/>
                  <a:moveTo>
                    <a:pt x="7442" y="0"/>
                  </a:moveTo>
                  <a:cubicBezTo>
                    <a:pt x="7430" y="0"/>
                    <a:pt x="7418" y="12"/>
                    <a:pt x="7407" y="36"/>
                  </a:cubicBezTo>
                  <a:cubicBezTo>
                    <a:pt x="7407" y="48"/>
                    <a:pt x="7418" y="71"/>
                    <a:pt x="7442" y="83"/>
                  </a:cubicBezTo>
                  <a:lnTo>
                    <a:pt x="8085" y="83"/>
                  </a:lnTo>
                  <a:cubicBezTo>
                    <a:pt x="8109" y="71"/>
                    <a:pt x="8121" y="48"/>
                    <a:pt x="8121" y="36"/>
                  </a:cubicBezTo>
                  <a:cubicBezTo>
                    <a:pt x="8109" y="12"/>
                    <a:pt x="8085" y="0"/>
                    <a:pt x="8073" y="0"/>
                  </a:cubicBezTo>
                  <a:close/>
                  <a:moveTo>
                    <a:pt x="8692" y="0"/>
                  </a:moveTo>
                  <a:cubicBezTo>
                    <a:pt x="8680" y="0"/>
                    <a:pt x="8669" y="12"/>
                    <a:pt x="8657" y="36"/>
                  </a:cubicBezTo>
                  <a:cubicBezTo>
                    <a:pt x="8657" y="48"/>
                    <a:pt x="8669" y="71"/>
                    <a:pt x="8692" y="83"/>
                  </a:cubicBezTo>
                  <a:lnTo>
                    <a:pt x="9335" y="83"/>
                  </a:lnTo>
                  <a:cubicBezTo>
                    <a:pt x="9347" y="71"/>
                    <a:pt x="9371" y="48"/>
                    <a:pt x="9359" y="36"/>
                  </a:cubicBezTo>
                  <a:cubicBezTo>
                    <a:pt x="9359" y="12"/>
                    <a:pt x="9335" y="0"/>
                    <a:pt x="9323" y="0"/>
                  </a:cubicBezTo>
                  <a:close/>
                  <a:moveTo>
                    <a:pt x="9943" y="0"/>
                  </a:moveTo>
                  <a:cubicBezTo>
                    <a:pt x="9931" y="0"/>
                    <a:pt x="9907" y="12"/>
                    <a:pt x="9907" y="36"/>
                  </a:cubicBezTo>
                  <a:cubicBezTo>
                    <a:pt x="9907" y="48"/>
                    <a:pt x="9919" y="71"/>
                    <a:pt x="9943" y="83"/>
                  </a:cubicBezTo>
                  <a:lnTo>
                    <a:pt x="10585" y="83"/>
                  </a:lnTo>
                  <a:cubicBezTo>
                    <a:pt x="10597" y="71"/>
                    <a:pt x="10621" y="48"/>
                    <a:pt x="10609" y="36"/>
                  </a:cubicBezTo>
                  <a:cubicBezTo>
                    <a:pt x="10609" y="12"/>
                    <a:pt x="10585" y="0"/>
                    <a:pt x="10562" y="0"/>
                  </a:cubicBezTo>
                  <a:close/>
                  <a:moveTo>
                    <a:pt x="11193" y="0"/>
                  </a:moveTo>
                  <a:cubicBezTo>
                    <a:pt x="11169" y="0"/>
                    <a:pt x="11157" y="12"/>
                    <a:pt x="11157" y="36"/>
                  </a:cubicBezTo>
                  <a:cubicBezTo>
                    <a:pt x="11157" y="48"/>
                    <a:pt x="11169" y="71"/>
                    <a:pt x="11193" y="83"/>
                  </a:cubicBezTo>
                  <a:lnTo>
                    <a:pt x="11824" y="83"/>
                  </a:lnTo>
                  <a:cubicBezTo>
                    <a:pt x="11848" y="71"/>
                    <a:pt x="11859" y="48"/>
                    <a:pt x="11859" y="36"/>
                  </a:cubicBezTo>
                  <a:cubicBezTo>
                    <a:pt x="11859" y="12"/>
                    <a:pt x="11836" y="0"/>
                    <a:pt x="11812" y="0"/>
                  </a:cubicBezTo>
                  <a:close/>
                  <a:moveTo>
                    <a:pt x="12443" y="0"/>
                  </a:moveTo>
                  <a:cubicBezTo>
                    <a:pt x="12419" y="0"/>
                    <a:pt x="12407" y="12"/>
                    <a:pt x="12407" y="36"/>
                  </a:cubicBezTo>
                  <a:cubicBezTo>
                    <a:pt x="12407" y="48"/>
                    <a:pt x="12419" y="71"/>
                    <a:pt x="12443" y="83"/>
                  </a:cubicBezTo>
                  <a:lnTo>
                    <a:pt x="13074" y="83"/>
                  </a:lnTo>
                  <a:cubicBezTo>
                    <a:pt x="13098" y="71"/>
                    <a:pt x="13110" y="48"/>
                    <a:pt x="13110" y="36"/>
                  </a:cubicBezTo>
                  <a:cubicBezTo>
                    <a:pt x="13110" y="12"/>
                    <a:pt x="13086" y="0"/>
                    <a:pt x="13062" y="0"/>
                  </a:cubicBezTo>
                  <a:close/>
                  <a:moveTo>
                    <a:pt x="13693" y="0"/>
                  </a:moveTo>
                  <a:cubicBezTo>
                    <a:pt x="13669" y="0"/>
                    <a:pt x="13657" y="12"/>
                    <a:pt x="13657" y="36"/>
                  </a:cubicBezTo>
                  <a:cubicBezTo>
                    <a:pt x="13657" y="48"/>
                    <a:pt x="13669" y="71"/>
                    <a:pt x="13693" y="83"/>
                  </a:cubicBezTo>
                  <a:lnTo>
                    <a:pt x="14324" y="83"/>
                  </a:lnTo>
                  <a:cubicBezTo>
                    <a:pt x="14348" y="71"/>
                    <a:pt x="14360" y="48"/>
                    <a:pt x="14360" y="36"/>
                  </a:cubicBezTo>
                  <a:cubicBezTo>
                    <a:pt x="14360" y="12"/>
                    <a:pt x="14336" y="0"/>
                    <a:pt x="14312" y="0"/>
                  </a:cubicBezTo>
                  <a:close/>
                  <a:moveTo>
                    <a:pt x="14931" y="0"/>
                  </a:moveTo>
                  <a:cubicBezTo>
                    <a:pt x="14919" y="0"/>
                    <a:pt x="14907" y="12"/>
                    <a:pt x="14907" y="36"/>
                  </a:cubicBezTo>
                  <a:cubicBezTo>
                    <a:pt x="14896" y="48"/>
                    <a:pt x="14919" y="71"/>
                    <a:pt x="14931" y="83"/>
                  </a:cubicBezTo>
                  <a:lnTo>
                    <a:pt x="15574" y="83"/>
                  </a:lnTo>
                  <a:cubicBezTo>
                    <a:pt x="15598" y="71"/>
                    <a:pt x="15610" y="48"/>
                    <a:pt x="15610" y="36"/>
                  </a:cubicBezTo>
                  <a:cubicBezTo>
                    <a:pt x="15598" y="12"/>
                    <a:pt x="15586" y="0"/>
                    <a:pt x="15562" y="0"/>
                  </a:cubicBezTo>
                  <a:close/>
                  <a:moveTo>
                    <a:pt x="16181" y="0"/>
                  </a:moveTo>
                  <a:cubicBezTo>
                    <a:pt x="16170" y="0"/>
                    <a:pt x="16158" y="12"/>
                    <a:pt x="16158" y="36"/>
                  </a:cubicBezTo>
                  <a:cubicBezTo>
                    <a:pt x="16146" y="48"/>
                    <a:pt x="16170" y="71"/>
                    <a:pt x="16181" y="83"/>
                  </a:cubicBezTo>
                  <a:lnTo>
                    <a:pt x="16824" y="83"/>
                  </a:lnTo>
                  <a:cubicBezTo>
                    <a:pt x="16848" y="71"/>
                    <a:pt x="16860" y="48"/>
                    <a:pt x="16860" y="36"/>
                  </a:cubicBezTo>
                  <a:cubicBezTo>
                    <a:pt x="16848" y="12"/>
                    <a:pt x="16836" y="0"/>
                    <a:pt x="16812" y="0"/>
                  </a:cubicBezTo>
                  <a:close/>
                  <a:moveTo>
                    <a:pt x="17432" y="0"/>
                  </a:moveTo>
                  <a:cubicBezTo>
                    <a:pt x="17420" y="0"/>
                    <a:pt x="17408" y="12"/>
                    <a:pt x="17396" y="36"/>
                  </a:cubicBezTo>
                  <a:cubicBezTo>
                    <a:pt x="17396" y="48"/>
                    <a:pt x="17408" y="71"/>
                    <a:pt x="17432" y="83"/>
                  </a:cubicBezTo>
                  <a:lnTo>
                    <a:pt x="18075" y="83"/>
                  </a:lnTo>
                  <a:cubicBezTo>
                    <a:pt x="18098" y="71"/>
                    <a:pt x="18110" y="48"/>
                    <a:pt x="18110" y="36"/>
                  </a:cubicBezTo>
                  <a:cubicBezTo>
                    <a:pt x="18098" y="12"/>
                    <a:pt x="18075" y="0"/>
                    <a:pt x="18063" y="0"/>
                  </a:cubicBezTo>
                  <a:close/>
                  <a:moveTo>
                    <a:pt x="18682" y="0"/>
                  </a:moveTo>
                  <a:cubicBezTo>
                    <a:pt x="18670" y="0"/>
                    <a:pt x="18658" y="12"/>
                    <a:pt x="18646" y="36"/>
                  </a:cubicBezTo>
                  <a:cubicBezTo>
                    <a:pt x="18646" y="48"/>
                    <a:pt x="18658" y="71"/>
                    <a:pt x="18682" y="83"/>
                  </a:cubicBezTo>
                  <a:lnTo>
                    <a:pt x="19325" y="83"/>
                  </a:lnTo>
                  <a:cubicBezTo>
                    <a:pt x="19337" y="71"/>
                    <a:pt x="19360" y="48"/>
                    <a:pt x="19348" y="36"/>
                  </a:cubicBezTo>
                  <a:cubicBezTo>
                    <a:pt x="19348" y="12"/>
                    <a:pt x="19325" y="0"/>
                    <a:pt x="19313" y="0"/>
                  </a:cubicBezTo>
                  <a:close/>
                  <a:moveTo>
                    <a:pt x="19932" y="0"/>
                  </a:moveTo>
                  <a:cubicBezTo>
                    <a:pt x="19920" y="0"/>
                    <a:pt x="19896" y="12"/>
                    <a:pt x="19896" y="36"/>
                  </a:cubicBezTo>
                  <a:cubicBezTo>
                    <a:pt x="19896" y="48"/>
                    <a:pt x="19908" y="71"/>
                    <a:pt x="19932" y="83"/>
                  </a:cubicBezTo>
                  <a:lnTo>
                    <a:pt x="20575" y="83"/>
                  </a:lnTo>
                  <a:cubicBezTo>
                    <a:pt x="20587" y="71"/>
                    <a:pt x="20611" y="48"/>
                    <a:pt x="20599" y="36"/>
                  </a:cubicBezTo>
                  <a:cubicBezTo>
                    <a:pt x="20599" y="12"/>
                    <a:pt x="20575" y="0"/>
                    <a:pt x="20551" y="0"/>
                  </a:cubicBezTo>
                  <a:close/>
                  <a:moveTo>
                    <a:pt x="21182" y="0"/>
                  </a:moveTo>
                  <a:cubicBezTo>
                    <a:pt x="21158" y="0"/>
                    <a:pt x="21146" y="12"/>
                    <a:pt x="21146" y="36"/>
                  </a:cubicBezTo>
                  <a:cubicBezTo>
                    <a:pt x="21146" y="48"/>
                    <a:pt x="21158" y="71"/>
                    <a:pt x="21182" y="83"/>
                  </a:cubicBezTo>
                  <a:lnTo>
                    <a:pt x="21813" y="83"/>
                  </a:lnTo>
                  <a:cubicBezTo>
                    <a:pt x="21837" y="71"/>
                    <a:pt x="21849" y="48"/>
                    <a:pt x="21849" y="36"/>
                  </a:cubicBezTo>
                  <a:cubicBezTo>
                    <a:pt x="21849" y="12"/>
                    <a:pt x="21825" y="0"/>
                    <a:pt x="21801" y="0"/>
                  </a:cubicBezTo>
                  <a:close/>
                  <a:moveTo>
                    <a:pt x="22432" y="0"/>
                  </a:moveTo>
                  <a:cubicBezTo>
                    <a:pt x="22408" y="0"/>
                    <a:pt x="22396" y="12"/>
                    <a:pt x="22396" y="36"/>
                  </a:cubicBezTo>
                  <a:cubicBezTo>
                    <a:pt x="22396" y="48"/>
                    <a:pt x="22408" y="71"/>
                    <a:pt x="22432" y="83"/>
                  </a:cubicBezTo>
                  <a:lnTo>
                    <a:pt x="23063" y="83"/>
                  </a:lnTo>
                  <a:cubicBezTo>
                    <a:pt x="23087" y="71"/>
                    <a:pt x="23099" y="48"/>
                    <a:pt x="23099" y="36"/>
                  </a:cubicBezTo>
                  <a:cubicBezTo>
                    <a:pt x="23099" y="12"/>
                    <a:pt x="23075" y="0"/>
                    <a:pt x="23051" y="0"/>
                  </a:cubicBezTo>
                  <a:close/>
                  <a:moveTo>
                    <a:pt x="23682" y="0"/>
                  </a:moveTo>
                  <a:cubicBezTo>
                    <a:pt x="23659" y="0"/>
                    <a:pt x="23647" y="12"/>
                    <a:pt x="23647" y="36"/>
                  </a:cubicBezTo>
                  <a:cubicBezTo>
                    <a:pt x="23647" y="48"/>
                    <a:pt x="23659" y="71"/>
                    <a:pt x="23682" y="83"/>
                  </a:cubicBezTo>
                  <a:lnTo>
                    <a:pt x="24313" y="83"/>
                  </a:lnTo>
                  <a:cubicBezTo>
                    <a:pt x="24337" y="71"/>
                    <a:pt x="24349" y="48"/>
                    <a:pt x="24349" y="36"/>
                  </a:cubicBezTo>
                  <a:cubicBezTo>
                    <a:pt x="24349" y="12"/>
                    <a:pt x="24325" y="0"/>
                    <a:pt x="24301" y="0"/>
                  </a:cubicBezTo>
                  <a:close/>
                  <a:moveTo>
                    <a:pt x="24921" y="0"/>
                  </a:moveTo>
                  <a:cubicBezTo>
                    <a:pt x="24909" y="0"/>
                    <a:pt x="24897" y="12"/>
                    <a:pt x="24897" y="36"/>
                  </a:cubicBezTo>
                  <a:cubicBezTo>
                    <a:pt x="24885" y="48"/>
                    <a:pt x="24909" y="71"/>
                    <a:pt x="24921" y="83"/>
                  </a:cubicBezTo>
                  <a:lnTo>
                    <a:pt x="25564" y="83"/>
                  </a:lnTo>
                  <a:cubicBezTo>
                    <a:pt x="25587" y="71"/>
                    <a:pt x="25599" y="48"/>
                    <a:pt x="25599" y="36"/>
                  </a:cubicBezTo>
                  <a:cubicBezTo>
                    <a:pt x="25587" y="12"/>
                    <a:pt x="25575" y="0"/>
                    <a:pt x="25552" y="0"/>
                  </a:cubicBezTo>
                  <a:close/>
                  <a:moveTo>
                    <a:pt x="26171" y="0"/>
                  </a:moveTo>
                  <a:cubicBezTo>
                    <a:pt x="26159" y="0"/>
                    <a:pt x="26147" y="12"/>
                    <a:pt x="26147" y="36"/>
                  </a:cubicBezTo>
                  <a:cubicBezTo>
                    <a:pt x="26135" y="48"/>
                    <a:pt x="26159" y="71"/>
                    <a:pt x="26171" y="83"/>
                  </a:cubicBezTo>
                  <a:lnTo>
                    <a:pt x="26814" y="83"/>
                  </a:lnTo>
                  <a:cubicBezTo>
                    <a:pt x="26838" y="71"/>
                    <a:pt x="26849" y="48"/>
                    <a:pt x="26849" y="36"/>
                  </a:cubicBezTo>
                  <a:cubicBezTo>
                    <a:pt x="26838" y="12"/>
                    <a:pt x="26826" y="0"/>
                    <a:pt x="26802" y="0"/>
                  </a:cubicBezTo>
                  <a:close/>
                  <a:moveTo>
                    <a:pt x="27421" y="0"/>
                  </a:moveTo>
                  <a:cubicBezTo>
                    <a:pt x="27409" y="0"/>
                    <a:pt x="27397" y="12"/>
                    <a:pt x="27385" y="36"/>
                  </a:cubicBezTo>
                  <a:cubicBezTo>
                    <a:pt x="27385" y="48"/>
                    <a:pt x="27397" y="71"/>
                    <a:pt x="27421" y="83"/>
                  </a:cubicBezTo>
                  <a:lnTo>
                    <a:pt x="28064" y="83"/>
                  </a:lnTo>
                  <a:cubicBezTo>
                    <a:pt x="28088" y="71"/>
                    <a:pt x="28100" y="48"/>
                    <a:pt x="28100" y="36"/>
                  </a:cubicBezTo>
                  <a:cubicBezTo>
                    <a:pt x="28088" y="12"/>
                    <a:pt x="28064" y="0"/>
                    <a:pt x="28052" y="0"/>
                  </a:cubicBezTo>
                  <a:close/>
                  <a:moveTo>
                    <a:pt x="28671" y="0"/>
                  </a:moveTo>
                  <a:cubicBezTo>
                    <a:pt x="28659" y="0"/>
                    <a:pt x="28647" y="12"/>
                    <a:pt x="28635" y="36"/>
                  </a:cubicBezTo>
                  <a:cubicBezTo>
                    <a:pt x="28635" y="48"/>
                    <a:pt x="28647" y="71"/>
                    <a:pt x="28671" y="83"/>
                  </a:cubicBezTo>
                  <a:lnTo>
                    <a:pt x="29314" y="83"/>
                  </a:lnTo>
                  <a:cubicBezTo>
                    <a:pt x="29326" y="71"/>
                    <a:pt x="29350" y="48"/>
                    <a:pt x="29338" y="36"/>
                  </a:cubicBezTo>
                  <a:cubicBezTo>
                    <a:pt x="29338" y="12"/>
                    <a:pt x="29314" y="0"/>
                    <a:pt x="29302" y="0"/>
                  </a:cubicBezTo>
                  <a:close/>
                  <a:moveTo>
                    <a:pt x="29921" y="0"/>
                  </a:moveTo>
                  <a:cubicBezTo>
                    <a:pt x="29909" y="0"/>
                    <a:pt x="29886" y="12"/>
                    <a:pt x="29886" y="36"/>
                  </a:cubicBezTo>
                  <a:cubicBezTo>
                    <a:pt x="29886" y="48"/>
                    <a:pt x="29897" y="71"/>
                    <a:pt x="29921" y="83"/>
                  </a:cubicBezTo>
                  <a:lnTo>
                    <a:pt x="30564" y="83"/>
                  </a:lnTo>
                  <a:cubicBezTo>
                    <a:pt x="30576" y="71"/>
                    <a:pt x="30600" y="48"/>
                    <a:pt x="30588" y="36"/>
                  </a:cubicBezTo>
                  <a:cubicBezTo>
                    <a:pt x="30588" y="12"/>
                    <a:pt x="30564" y="0"/>
                    <a:pt x="30540" y="0"/>
                  </a:cubicBezTo>
                  <a:close/>
                  <a:moveTo>
                    <a:pt x="31171" y="0"/>
                  </a:moveTo>
                  <a:cubicBezTo>
                    <a:pt x="31148" y="0"/>
                    <a:pt x="31136" y="12"/>
                    <a:pt x="31136" y="36"/>
                  </a:cubicBezTo>
                  <a:cubicBezTo>
                    <a:pt x="31136" y="48"/>
                    <a:pt x="31148" y="71"/>
                    <a:pt x="31171" y="83"/>
                  </a:cubicBezTo>
                  <a:lnTo>
                    <a:pt x="31802" y="83"/>
                  </a:lnTo>
                  <a:cubicBezTo>
                    <a:pt x="31826" y="71"/>
                    <a:pt x="31838" y="48"/>
                    <a:pt x="31838" y="36"/>
                  </a:cubicBezTo>
                  <a:cubicBezTo>
                    <a:pt x="31838" y="12"/>
                    <a:pt x="31814" y="0"/>
                    <a:pt x="31791" y="0"/>
                  </a:cubicBezTo>
                  <a:close/>
                  <a:moveTo>
                    <a:pt x="32422" y="0"/>
                  </a:moveTo>
                  <a:cubicBezTo>
                    <a:pt x="32398" y="0"/>
                    <a:pt x="32386" y="12"/>
                    <a:pt x="32386" y="36"/>
                  </a:cubicBezTo>
                  <a:cubicBezTo>
                    <a:pt x="32386" y="48"/>
                    <a:pt x="32398" y="71"/>
                    <a:pt x="32422" y="83"/>
                  </a:cubicBezTo>
                  <a:lnTo>
                    <a:pt x="33053" y="83"/>
                  </a:lnTo>
                  <a:cubicBezTo>
                    <a:pt x="33076" y="71"/>
                    <a:pt x="33088" y="48"/>
                    <a:pt x="33088" y="36"/>
                  </a:cubicBezTo>
                  <a:cubicBezTo>
                    <a:pt x="33088" y="12"/>
                    <a:pt x="33064" y="0"/>
                    <a:pt x="33041" y="0"/>
                  </a:cubicBezTo>
                  <a:close/>
                  <a:moveTo>
                    <a:pt x="33672" y="0"/>
                  </a:moveTo>
                  <a:cubicBezTo>
                    <a:pt x="33648" y="0"/>
                    <a:pt x="33636" y="12"/>
                    <a:pt x="33636" y="36"/>
                  </a:cubicBezTo>
                  <a:cubicBezTo>
                    <a:pt x="33636" y="48"/>
                    <a:pt x="33648" y="71"/>
                    <a:pt x="33672" y="83"/>
                  </a:cubicBezTo>
                  <a:lnTo>
                    <a:pt x="34303" y="83"/>
                  </a:lnTo>
                  <a:cubicBezTo>
                    <a:pt x="34327" y="71"/>
                    <a:pt x="34338" y="48"/>
                    <a:pt x="34338" y="36"/>
                  </a:cubicBezTo>
                  <a:cubicBezTo>
                    <a:pt x="34338" y="12"/>
                    <a:pt x="34315" y="0"/>
                    <a:pt x="34291" y="0"/>
                  </a:cubicBezTo>
                  <a:close/>
                  <a:moveTo>
                    <a:pt x="34910" y="0"/>
                  </a:moveTo>
                  <a:cubicBezTo>
                    <a:pt x="34898" y="0"/>
                    <a:pt x="34886" y="12"/>
                    <a:pt x="34886" y="36"/>
                  </a:cubicBezTo>
                  <a:cubicBezTo>
                    <a:pt x="34874" y="48"/>
                    <a:pt x="34898" y="71"/>
                    <a:pt x="34910" y="83"/>
                  </a:cubicBezTo>
                  <a:lnTo>
                    <a:pt x="35553" y="83"/>
                  </a:lnTo>
                  <a:cubicBezTo>
                    <a:pt x="35577" y="71"/>
                    <a:pt x="35589" y="48"/>
                    <a:pt x="35589" y="36"/>
                  </a:cubicBezTo>
                  <a:cubicBezTo>
                    <a:pt x="35577" y="12"/>
                    <a:pt x="35565" y="0"/>
                    <a:pt x="35541" y="0"/>
                  </a:cubicBezTo>
                  <a:close/>
                  <a:moveTo>
                    <a:pt x="36160" y="0"/>
                  </a:moveTo>
                  <a:cubicBezTo>
                    <a:pt x="36148" y="0"/>
                    <a:pt x="36136" y="12"/>
                    <a:pt x="36136" y="36"/>
                  </a:cubicBezTo>
                  <a:cubicBezTo>
                    <a:pt x="36124" y="48"/>
                    <a:pt x="36148" y="71"/>
                    <a:pt x="36160" y="83"/>
                  </a:cubicBezTo>
                  <a:lnTo>
                    <a:pt x="36803" y="83"/>
                  </a:lnTo>
                  <a:cubicBezTo>
                    <a:pt x="36827" y="71"/>
                    <a:pt x="36839" y="48"/>
                    <a:pt x="36839" y="36"/>
                  </a:cubicBezTo>
                  <a:cubicBezTo>
                    <a:pt x="36827" y="12"/>
                    <a:pt x="36815" y="0"/>
                    <a:pt x="36791" y="0"/>
                  </a:cubicBezTo>
                  <a:close/>
                  <a:moveTo>
                    <a:pt x="37410" y="0"/>
                  </a:moveTo>
                  <a:cubicBezTo>
                    <a:pt x="37398" y="0"/>
                    <a:pt x="37386" y="12"/>
                    <a:pt x="37375" y="36"/>
                  </a:cubicBezTo>
                  <a:cubicBezTo>
                    <a:pt x="37375" y="48"/>
                    <a:pt x="37386" y="71"/>
                    <a:pt x="37410" y="83"/>
                  </a:cubicBezTo>
                  <a:lnTo>
                    <a:pt x="38053" y="83"/>
                  </a:lnTo>
                  <a:cubicBezTo>
                    <a:pt x="38077" y="71"/>
                    <a:pt x="38089" y="48"/>
                    <a:pt x="38089" y="36"/>
                  </a:cubicBezTo>
                  <a:cubicBezTo>
                    <a:pt x="38077" y="12"/>
                    <a:pt x="38053" y="0"/>
                    <a:pt x="38041" y="0"/>
                  </a:cubicBezTo>
                  <a:close/>
                  <a:moveTo>
                    <a:pt x="38660" y="0"/>
                  </a:moveTo>
                  <a:cubicBezTo>
                    <a:pt x="38649" y="0"/>
                    <a:pt x="38637" y="12"/>
                    <a:pt x="38625" y="36"/>
                  </a:cubicBezTo>
                  <a:cubicBezTo>
                    <a:pt x="38625" y="48"/>
                    <a:pt x="38637" y="71"/>
                    <a:pt x="38660" y="83"/>
                  </a:cubicBezTo>
                  <a:lnTo>
                    <a:pt x="39303" y="83"/>
                  </a:lnTo>
                  <a:cubicBezTo>
                    <a:pt x="39315" y="71"/>
                    <a:pt x="39339" y="48"/>
                    <a:pt x="39327" y="36"/>
                  </a:cubicBezTo>
                  <a:cubicBezTo>
                    <a:pt x="39327" y="12"/>
                    <a:pt x="39303" y="0"/>
                    <a:pt x="39291" y="0"/>
                  </a:cubicBezTo>
                  <a:close/>
                  <a:moveTo>
                    <a:pt x="39911" y="0"/>
                  </a:moveTo>
                  <a:cubicBezTo>
                    <a:pt x="39899" y="0"/>
                    <a:pt x="39875" y="12"/>
                    <a:pt x="39875" y="36"/>
                  </a:cubicBezTo>
                  <a:cubicBezTo>
                    <a:pt x="39875" y="48"/>
                    <a:pt x="39887" y="71"/>
                    <a:pt x="39911" y="83"/>
                  </a:cubicBezTo>
                  <a:lnTo>
                    <a:pt x="40554" y="83"/>
                  </a:lnTo>
                  <a:cubicBezTo>
                    <a:pt x="40565" y="71"/>
                    <a:pt x="40589" y="48"/>
                    <a:pt x="40577" y="36"/>
                  </a:cubicBezTo>
                  <a:cubicBezTo>
                    <a:pt x="40577" y="12"/>
                    <a:pt x="40554" y="0"/>
                    <a:pt x="40530" y="0"/>
                  </a:cubicBezTo>
                  <a:close/>
                  <a:moveTo>
                    <a:pt x="41161" y="0"/>
                  </a:moveTo>
                  <a:cubicBezTo>
                    <a:pt x="41137" y="0"/>
                    <a:pt x="41125" y="12"/>
                    <a:pt x="41125" y="36"/>
                  </a:cubicBezTo>
                  <a:cubicBezTo>
                    <a:pt x="41125" y="48"/>
                    <a:pt x="41137" y="71"/>
                    <a:pt x="41161" y="83"/>
                  </a:cubicBezTo>
                  <a:lnTo>
                    <a:pt x="41792" y="83"/>
                  </a:lnTo>
                  <a:cubicBezTo>
                    <a:pt x="41816" y="71"/>
                    <a:pt x="41827" y="48"/>
                    <a:pt x="41827" y="36"/>
                  </a:cubicBezTo>
                  <a:cubicBezTo>
                    <a:pt x="41827" y="12"/>
                    <a:pt x="41804" y="0"/>
                    <a:pt x="41780" y="0"/>
                  </a:cubicBezTo>
                  <a:close/>
                  <a:moveTo>
                    <a:pt x="42411" y="0"/>
                  </a:moveTo>
                  <a:cubicBezTo>
                    <a:pt x="42387" y="0"/>
                    <a:pt x="42375" y="12"/>
                    <a:pt x="42375" y="36"/>
                  </a:cubicBezTo>
                  <a:cubicBezTo>
                    <a:pt x="42375" y="48"/>
                    <a:pt x="42387" y="71"/>
                    <a:pt x="42411" y="83"/>
                  </a:cubicBezTo>
                  <a:lnTo>
                    <a:pt x="43042" y="83"/>
                  </a:lnTo>
                  <a:cubicBezTo>
                    <a:pt x="43066" y="71"/>
                    <a:pt x="43078" y="48"/>
                    <a:pt x="43078" y="36"/>
                  </a:cubicBezTo>
                  <a:cubicBezTo>
                    <a:pt x="43078" y="12"/>
                    <a:pt x="43054" y="0"/>
                    <a:pt x="43030" y="0"/>
                  </a:cubicBezTo>
                  <a:close/>
                  <a:moveTo>
                    <a:pt x="43661" y="0"/>
                  </a:moveTo>
                  <a:cubicBezTo>
                    <a:pt x="43637" y="0"/>
                    <a:pt x="43625" y="12"/>
                    <a:pt x="43625" y="36"/>
                  </a:cubicBezTo>
                  <a:cubicBezTo>
                    <a:pt x="43625" y="48"/>
                    <a:pt x="43637" y="71"/>
                    <a:pt x="43661" y="83"/>
                  </a:cubicBezTo>
                  <a:lnTo>
                    <a:pt x="44292" y="83"/>
                  </a:lnTo>
                  <a:cubicBezTo>
                    <a:pt x="44316" y="71"/>
                    <a:pt x="44328" y="48"/>
                    <a:pt x="44328" y="36"/>
                  </a:cubicBezTo>
                  <a:cubicBezTo>
                    <a:pt x="44328" y="12"/>
                    <a:pt x="44304" y="0"/>
                    <a:pt x="44280" y="0"/>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7"/>
            <p:cNvSpPr/>
            <p:nvPr/>
          </p:nvSpPr>
          <p:spPr>
            <a:xfrm>
              <a:off x="3155330" y="1230665"/>
              <a:ext cx="5550" cy="3087362"/>
            </a:xfrm>
            <a:custGeom>
              <a:rect b="b" l="l" r="r" t="t"/>
              <a:pathLst>
                <a:path extrusionOk="0" h="40054" w="72">
                  <a:moveTo>
                    <a:pt x="36" y="1"/>
                  </a:moveTo>
                  <a:cubicBezTo>
                    <a:pt x="12" y="1"/>
                    <a:pt x="1" y="25"/>
                    <a:pt x="1" y="48"/>
                  </a:cubicBezTo>
                  <a:lnTo>
                    <a:pt x="1" y="667"/>
                  </a:lnTo>
                  <a:cubicBezTo>
                    <a:pt x="1" y="691"/>
                    <a:pt x="12" y="703"/>
                    <a:pt x="36" y="703"/>
                  </a:cubicBezTo>
                  <a:cubicBezTo>
                    <a:pt x="60" y="703"/>
                    <a:pt x="72" y="691"/>
                    <a:pt x="72" y="667"/>
                  </a:cubicBezTo>
                  <a:lnTo>
                    <a:pt x="72" y="48"/>
                  </a:lnTo>
                  <a:cubicBezTo>
                    <a:pt x="72" y="25"/>
                    <a:pt x="60" y="1"/>
                    <a:pt x="36" y="1"/>
                  </a:cubicBezTo>
                  <a:close/>
                  <a:moveTo>
                    <a:pt x="36" y="1251"/>
                  </a:moveTo>
                  <a:cubicBezTo>
                    <a:pt x="12" y="1251"/>
                    <a:pt x="1" y="1275"/>
                    <a:pt x="1" y="1287"/>
                  </a:cubicBezTo>
                  <a:lnTo>
                    <a:pt x="1" y="1918"/>
                  </a:lnTo>
                  <a:cubicBezTo>
                    <a:pt x="1" y="1941"/>
                    <a:pt x="12" y="1953"/>
                    <a:pt x="36" y="1953"/>
                  </a:cubicBezTo>
                  <a:cubicBezTo>
                    <a:pt x="60" y="1953"/>
                    <a:pt x="72" y="1941"/>
                    <a:pt x="72" y="1918"/>
                  </a:cubicBezTo>
                  <a:lnTo>
                    <a:pt x="72" y="1287"/>
                  </a:lnTo>
                  <a:cubicBezTo>
                    <a:pt x="72" y="1275"/>
                    <a:pt x="60" y="1251"/>
                    <a:pt x="36" y="1251"/>
                  </a:cubicBezTo>
                  <a:close/>
                  <a:moveTo>
                    <a:pt x="36" y="2501"/>
                  </a:moveTo>
                  <a:cubicBezTo>
                    <a:pt x="12" y="2501"/>
                    <a:pt x="1" y="2513"/>
                    <a:pt x="1" y="2537"/>
                  </a:cubicBezTo>
                  <a:lnTo>
                    <a:pt x="1" y="3168"/>
                  </a:lnTo>
                  <a:cubicBezTo>
                    <a:pt x="1" y="3180"/>
                    <a:pt x="12" y="3203"/>
                    <a:pt x="36" y="3203"/>
                  </a:cubicBezTo>
                  <a:cubicBezTo>
                    <a:pt x="60" y="3203"/>
                    <a:pt x="72" y="3180"/>
                    <a:pt x="72" y="3168"/>
                  </a:cubicBezTo>
                  <a:lnTo>
                    <a:pt x="72" y="2537"/>
                  </a:lnTo>
                  <a:cubicBezTo>
                    <a:pt x="72" y="2513"/>
                    <a:pt x="60" y="2501"/>
                    <a:pt x="36" y="2501"/>
                  </a:cubicBezTo>
                  <a:close/>
                  <a:moveTo>
                    <a:pt x="36" y="3751"/>
                  </a:moveTo>
                  <a:cubicBezTo>
                    <a:pt x="12" y="3751"/>
                    <a:pt x="1" y="3763"/>
                    <a:pt x="1" y="3787"/>
                  </a:cubicBezTo>
                  <a:lnTo>
                    <a:pt x="1" y="4418"/>
                  </a:lnTo>
                  <a:cubicBezTo>
                    <a:pt x="1" y="4430"/>
                    <a:pt x="12" y="4454"/>
                    <a:pt x="36" y="4454"/>
                  </a:cubicBezTo>
                  <a:cubicBezTo>
                    <a:pt x="60" y="4454"/>
                    <a:pt x="72" y="4430"/>
                    <a:pt x="72" y="4418"/>
                  </a:cubicBezTo>
                  <a:lnTo>
                    <a:pt x="72" y="3787"/>
                  </a:lnTo>
                  <a:cubicBezTo>
                    <a:pt x="72" y="3763"/>
                    <a:pt x="60" y="3751"/>
                    <a:pt x="36" y="3751"/>
                  </a:cubicBezTo>
                  <a:close/>
                  <a:moveTo>
                    <a:pt x="36" y="5001"/>
                  </a:moveTo>
                  <a:cubicBezTo>
                    <a:pt x="12" y="5001"/>
                    <a:pt x="1" y="5013"/>
                    <a:pt x="1" y="5037"/>
                  </a:cubicBezTo>
                  <a:lnTo>
                    <a:pt x="1" y="5656"/>
                  </a:lnTo>
                  <a:cubicBezTo>
                    <a:pt x="1" y="5680"/>
                    <a:pt x="12" y="5704"/>
                    <a:pt x="36" y="5704"/>
                  </a:cubicBezTo>
                  <a:cubicBezTo>
                    <a:pt x="60" y="5704"/>
                    <a:pt x="72" y="5680"/>
                    <a:pt x="72" y="5656"/>
                  </a:cubicBezTo>
                  <a:lnTo>
                    <a:pt x="72" y="5037"/>
                  </a:lnTo>
                  <a:cubicBezTo>
                    <a:pt x="72" y="5013"/>
                    <a:pt x="60" y="5001"/>
                    <a:pt x="36" y="5001"/>
                  </a:cubicBezTo>
                  <a:close/>
                  <a:moveTo>
                    <a:pt x="36" y="6240"/>
                  </a:moveTo>
                  <a:cubicBezTo>
                    <a:pt x="12" y="6251"/>
                    <a:pt x="1" y="6263"/>
                    <a:pt x="1" y="6287"/>
                  </a:cubicBezTo>
                  <a:lnTo>
                    <a:pt x="1" y="6906"/>
                  </a:lnTo>
                  <a:cubicBezTo>
                    <a:pt x="1" y="6930"/>
                    <a:pt x="12" y="6954"/>
                    <a:pt x="36" y="6954"/>
                  </a:cubicBezTo>
                  <a:cubicBezTo>
                    <a:pt x="60" y="6954"/>
                    <a:pt x="72" y="6930"/>
                    <a:pt x="72" y="6906"/>
                  </a:cubicBezTo>
                  <a:lnTo>
                    <a:pt x="72" y="6287"/>
                  </a:lnTo>
                  <a:cubicBezTo>
                    <a:pt x="72" y="6263"/>
                    <a:pt x="60" y="6240"/>
                    <a:pt x="36" y="6240"/>
                  </a:cubicBezTo>
                  <a:close/>
                  <a:moveTo>
                    <a:pt x="36" y="7490"/>
                  </a:moveTo>
                  <a:cubicBezTo>
                    <a:pt x="12" y="7490"/>
                    <a:pt x="1" y="7514"/>
                    <a:pt x="1" y="7537"/>
                  </a:cubicBezTo>
                  <a:lnTo>
                    <a:pt x="1" y="8156"/>
                  </a:lnTo>
                  <a:cubicBezTo>
                    <a:pt x="1" y="8180"/>
                    <a:pt x="12" y="8192"/>
                    <a:pt x="36" y="8192"/>
                  </a:cubicBezTo>
                  <a:cubicBezTo>
                    <a:pt x="60" y="8192"/>
                    <a:pt x="72" y="8180"/>
                    <a:pt x="72" y="8156"/>
                  </a:cubicBezTo>
                  <a:lnTo>
                    <a:pt x="72" y="7537"/>
                  </a:lnTo>
                  <a:cubicBezTo>
                    <a:pt x="72" y="7514"/>
                    <a:pt x="60" y="7490"/>
                    <a:pt x="36" y="7490"/>
                  </a:cubicBezTo>
                  <a:close/>
                  <a:moveTo>
                    <a:pt x="36" y="8740"/>
                  </a:moveTo>
                  <a:cubicBezTo>
                    <a:pt x="12" y="8740"/>
                    <a:pt x="1" y="8764"/>
                    <a:pt x="1" y="8788"/>
                  </a:cubicBezTo>
                  <a:lnTo>
                    <a:pt x="1" y="9407"/>
                  </a:lnTo>
                  <a:cubicBezTo>
                    <a:pt x="1" y="9430"/>
                    <a:pt x="12" y="9442"/>
                    <a:pt x="36" y="9442"/>
                  </a:cubicBezTo>
                  <a:cubicBezTo>
                    <a:pt x="60" y="9442"/>
                    <a:pt x="72" y="9430"/>
                    <a:pt x="72" y="9407"/>
                  </a:cubicBezTo>
                  <a:lnTo>
                    <a:pt x="72" y="8788"/>
                  </a:lnTo>
                  <a:cubicBezTo>
                    <a:pt x="72" y="8764"/>
                    <a:pt x="60" y="8740"/>
                    <a:pt x="36" y="8740"/>
                  </a:cubicBezTo>
                  <a:close/>
                  <a:moveTo>
                    <a:pt x="36" y="9990"/>
                  </a:moveTo>
                  <a:cubicBezTo>
                    <a:pt x="12" y="9990"/>
                    <a:pt x="1" y="10014"/>
                    <a:pt x="1" y="10026"/>
                  </a:cubicBezTo>
                  <a:lnTo>
                    <a:pt x="1" y="10657"/>
                  </a:lnTo>
                  <a:cubicBezTo>
                    <a:pt x="1" y="10681"/>
                    <a:pt x="12" y="10693"/>
                    <a:pt x="36" y="10693"/>
                  </a:cubicBezTo>
                  <a:cubicBezTo>
                    <a:pt x="60" y="10693"/>
                    <a:pt x="72" y="10681"/>
                    <a:pt x="72" y="10657"/>
                  </a:cubicBezTo>
                  <a:lnTo>
                    <a:pt x="72" y="10026"/>
                  </a:lnTo>
                  <a:cubicBezTo>
                    <a:pt x="72" y="10014"/>
                    <a:pt x="60" y="9990"/>
                    <a:pt x="36" y="9990"/>
                  </a:cubicBezTo>
                  <a:close/>
                  <a:moveTo>
                    <a:pt x="36" y="11240"/>
                  </a:moveTo>
                  <a:cubicBezTo>
                    <a:pt x="12" y="11240"/>
                    <a:pt x="1" y="11264"/>
                    <a:pt x="1" y="11276"/>
                  </a:cubicBezTo>
                  <a:lnTo>
                    <a:pt x="1" y="11907"/>
                  </a:lnTo>
                  <a:cubicBezTo>
                    <a:pt x="1" y="11931"/>
                    <a:pt x="12" y="11943"/>
                    <a:pt x="36" y="11943"/>
                  </a:cubicBezTo>
                  <a:cubicBezTo>
                    <a:pt x="60" y="11943"/>
                    <a:pt x="72" y="11931"/>
                    <a:pt x="72" y="11907"/>
                  </a:cubicBezTo>
                  <a:lnTo>
                    <a:pt x="72" y="11276"/>
                  </a:lnTo>
                  <a:cubicBezTo>
                    <a:pt x="72" y="11252"/>
                    <a:pt x="60" y="11240"/>
                    <a:pt x="36" y="11240"/>
                  </a:cubicBezTo>
                  <a:close/>
                  <a:moveTo>
                    <a:pt x="36" y="12490"/>
                  </a:moveTo>
                  <a:cubicBezTo>
                    <a:pt x="12" y="12490"/>
                    <a:pt x="1" y="12502"/>
                    <a:pt x="1" y="12526"/>
                  </a:cubicBezTo>
                  <a:lnTo>
                    <a:pt x="1" y="13157"/>
                  </a:lnTo>
                  <a:cubicBezTo>
                    <a:pt x="1" y="13169"/>
                    <a:pt x="12" y="13193"/>
                    <a:pt x="36" y="13193"/>
                  </a:cubicBezTo>
                  <a:cubicBezTo>
                    <a:pt x="60" y="13193"/>
                    <a:pt x="72" y="13169"/>
                    <a:pt x="72" y="13157"/>
                  </a:cubicBezTo>
                  <a:lnTo>
                    <a:pt x="72" y="12526"/>
                  </a:lnTo>
                  <a:cubicBezTo>
                    <a:pt x="72" y="12502"/>
                    <a:pt x="60" y="12490"/>
                    <a:pt x="36" y="12490"/>
                  </a:cubicBezTo>
                  <a:close/>
                  <a:moveTo>
                    <a:pt x="36" y="13741"/>
                  </a:moveTo>
                  <a:cubicBezTo>
                    <a:pt x="12" y="13741"/>
                    <a:pt x="1" y="13752"/>
                    <a:pt x="1" y="13776"/>
                  </a:cubicBezTo>
                  <a:lnTo>
                    <a:pt x="1" y="14407"/>
                  </a:lnTo>
                  <a:cubicBezTo>
                    <a:pt x="1" y="14419"/>
                    <a:pt x="12" y="14443"/>
                    <a:pt x="36" y="14443"/>
                  </a:cubicBezTo>
                  <a:cubicBezTo>
                    <a:pt x="60" y="14443"/>
                    <a:pt x="72" y="14419"/>
                    <a:pt x="72" y="14407"/>
                  </a:cubicBezTo>
                  <a:lnTo>
                    <a:pt x="72" y="13776"/>
                  </a:lnTo>
                  <a:cubicBezTo>
                    <a:pt x="72" y="13752"/>
                    <a:pt x="60" y="13741"/>
                    <a:pt x="36" y="13741"/>
                  </a:cubicBezTo>
                  <a:close/>
                  <a:moveTo>
                    <a:pt x="36" y="14991"/>
                  </a:moveTo>
                  <a:cubicBezTo>
                    <a:pt x="12" y="14991"/>
                    <a:pt x="1" y="15003"/>
                    <a:pt x="1" y="15026"/>
                  </a:cubicBezTo>
                  <a:lnTo>
                    <a:pt x="1" y="15645"/>
                  </a:lnTo>
                  <a:cubicBezTo>
                    <a:pt x="1" y="15669"/>
                    <a:pt x="12" y="15693"/>
                    <a:pt x="36" y="15693"/>
                  </a:cubicBezTo>
                  <a:cubicBezTo>
                    <a:pt x="60" y="15693"/>
                    <a:pt x="72" y="15669"/>
                    <a:pt x="72" y="15645"/>
                  </a:cubicBezTo>
                  <a:lnTo>
                    <a:pt x="72" y="15026"/>
                  </a:lnTo>
                  <a:cubicBezTo>
                    <a:pt x="72" y="15003"/>
                    <a:pt x="60" y="14991"/>
                    <a:pt x="36" y="14991"/>
                  </a:cubicBezTo>
                  <a:close/>
                  <a:moveTo>
                    <a:pt x="36" y="16229"/>
                  </a:moveTo>
                  <a:cubicBezTo>
                    <a:pt x="12" y="16241"/>
                    <a:pt x="1" y="16253"/>
                    <a:pt x="1" y="16277"/>
                  </a:cubicBezTo>
                  <a:lnTo>
                    <a:pt x="1" y="16896"/>
                  </a:lnTo>
                  <a:cubicBezTo>
                    <a:pt x="1" y="16919"/>
                    <a:pt x="12" y="16943"/>
                    <a:pt x="36" y="16943"/>
                  </a:cubicBezTo>
                  <a:cubicBezTo>
                    <a:pt x="60" y="16943"/>
                    <a:pt x="72" y="16919"/>
                    <a:pt x="72" y="16896"/>
                  </a:cubicBezTo>
                  <a:lnTo>
                    <a:pt x="72" y="16277"/>
                  </a:lnTo>
                  <a:cubicBezTo>
                    <a:pt x="72" y="16253"/>
                    <a:pt x="60" y="16229"/>
                    <a:pt x="36" y="16229"/>
                  </a:cubicBezTo>
                  <a:close/>
                  <a:moveTo>
                    <a:pt x="36" y="17479"/>
                  </a:moveTo>
                  <a:cubicBezTo>
                    <a:pt x="12" y="17479"/>
                    <a:pt x="1" y="17503"/>
                    <a:pt x="1" y="17527"/>
                  </a:cubicBezTo>
                  <a:lnTo>
                    <a:pt x="1" y="18146"/>
                  </a:lnTo>
                  <a:cubicBezTo>
                    <a:pt x="1" y="18170"/>
                    <a:pt x="12" y="18182"/>
                    <a:pt x="36" y="18182"/>
                  </a:cubicBezTo>
                  <a:cubicBezTo>
                    <a:pt x="60" y="18182"/>
                    <a:pt x="72" y="18170"/>
                    <a:pt x="72" y="18146"/>
                  </a:cubicBezTo>
                  <a:lnTo>
                    <a:pt x="72" y="17527"/>
                  </a:lnTo>
                  <a:cubicBezTo>
                    <a:pt x="72" y="17503"/>
                    <a:pt x="60" y="17479"/>
                    <a:pt x="36" y="17479"/>
                  </a:cubicBezTo>
                  <a:close/>
                  <a:moveTo>
                    <a:pt x="36" y="18729"/>
                  </a:moveTo>
                  <a:cubicBezTo>
                    <a:pt x="12" y="18729"/>
                    <a:pt x="1" y="18753"/>
                    <a:pt x="1" y="18777"/>
                  </a:cubicBezTo>
                  <a:lnTo>
                    <a:pt x="1" y="19396"/>
                  </a:lnTo>
                  <a:cubicBezTo>
                    <a:pt x="1" y="19420"/>
                    <a:pt x="12" y="19432"/>
                    <a:pt x="36" y="19432"/>
                  </a:cubicBezTo>
                  <a:cubicBezTo>
                    <a:pt x="60" y="19432"/>
                    <a:pt x="72" y="19420"/>
                    <a:pt x="72" y="19396"/>
                  </a:cubicBezTo>
                  <a:lnTo>
                    <a:pt x="72" y="18777"/>
                  </a:lnTo>
                  <a:cubicBezTo>
                    <a:pt x="72" y="18753"/>
                    <a:pt x="60" y="18729"/>
                    <a:pt x="36" y="18729"/>
                  </a:cubicBezTo>
                  <a:close/>
                  <a:moveTo>
                    <a:pt x="36" y="19979"/>
                  </a:moveTo>
                  <a:cubicBezTo>
                    <a:pt x="12" y="19979"/>
                    <a:pt x="1" y="20003"/>
                    <a:pt x="1" y="20015"/>
                  </a:cubicBezTo>
                  <a:lnTo>
                    <a:pt x="1" y="20646"/>
                  </a:lnTo>
                  <a:cubicBezTo>
                    <a:pt x="1" y="20670"/>
                    <a:pt x="12" y="20682"/>
                    <a:pt x="36" y="20682"/>
                  </a:cubicBezTo>
                  <a:cubicBezTo>
                    <a:pt x="60" y="20682"/>
                    <a:pt x="72" y="20670"/>
                    <a:pt x="72" y="20646"/>
                  </a:cubicBezTo>
                  <a:lnTo>
                    <a:pt x="72" y="20015"/>
                  </a:lnTo>
                  <a:cubicBezTo>
                    <a:pt x="72" y="20003"/>
                    <a:pt x="60" y="19979"/>
                    <a:pt x="36" y="19979"/>
                  </a:cubicBezTo>
                  <a:close/>
                  <a:moveTo>
                    <a:pt x="36" y="21230"/>
                  </a:moveTo>
                  <a:cubicBezTo>
                    <a:pt x="12" y="21230"/>
                    <a:pt x="1" y="21253"/>
                    <a:pt x="1" y="21265"/>
                  </a:cubicBezTo>
                  <a:lnTo>
                    <a:pt x="1" y="21896"/>
                  </a:lnTo>
                  <a:cubicBezTo>
                    <a:pt x="1" y="21920"/>
                    <a:pt x="12" y="21932"/>
                    <a:pt x="36" y="21932"/>
                  </a:cubicBezTo>
                  <a:cubicBezTo>
                    <a:pt x="60" y="21932"/>
                    <a:pt x="72" y="21920"/>
                    <a:pt x="72" y="21896"/>
                  </a:cubicBezTo>
                  <a:lnTo>
                    <a:pt x="72" y="21265"/>
                  </a:lnTo>
                  <a:cubicBezTo>
                    <a:pt x="72" y="21241"/>
                    <a:pt x="60" y="21230"/>
                    <a:pt x="36" y="21230"/>
                  </a:cubicBezTo>
                  <a:close/>
                  <a:moveTo>
                    <a:pt x="36" y="22480"/>
                  </a:moveTo>
                  <a:cubicBezTo>
                    <a:pt x="12" y="22480"/>
                    <a:pt x="1" y="22492"/>
                    <a:pt x="1" y="22515"/>
                  </a:cubicBezTo>
                  <a:lnTo>
                    <a:pt x="1" y="23146"/>
                  </a:lnTo>
                  <a:cubicBezTo>
                    <a:pt x="1" y="23158"/>
                    <a:pt x="12" y="23182"/>
                    <a:pt x="36" y="23182"/>
                  </a:cubicBezTo>
                  <a:cubicBezTo>
                    <a:pt x="60" y="23182"/>
                    <a:pt x="72" y="23158"/>
                    <a:pt x="72" y="23146"/>
                  </a:cubicBezTo>
                  <a:lnTo>
                    <a:pt x="72" y="22515"/>
                  </a:lnTo>
                  <a:cubicBezTo>
                    <a:pt x="72" y="22492"/>
                    <a:pt x="60" y="22480"/>
                    <a:pt x="36" y="22480"/>
                  </a:cubicBezTo>
                  <a:close/>
                  <a:moveTo>
                    <a:pt x="36" y="23730"/>
                  </a:moveTo>
                  <a:cubicBezTo>
                    <a:pt x="12" y="23730"/>
                    <a:pt x="1" y="23742"/>
                    <a:pt x="1" y="23766"/>
                  </a:cubicBezTo>
                  <a:lnTo>
                    <a:pt x="1" y="24397"/>
                  </a:lnTo>
                  <a:cubicBezTo>
                    <a:pt x="1" y="24408"/>
                    <a:pt x="12" y="24432"/>
                    <a:pt x="36" y="24432"/>
                  </a:cubicBezTo>
                  <a:cubicBezTo>
                    <a:pt x="60" y="24432"/>
                    <a:pt x="72" y="24408"/>
                    <a:pt x="72" y="24397"/>
                  </a:cubicBezTo>
                  <a:lnTo>
                    <a:pt x="72" y="23766"/>
                  </a:lnTo>
                  <a:cubicBezTo>
                    <a:pt x="72" y="23742"/>
                    <a:pt x="60" y="23730"/>
                    <a:pt x="36" y="23730"/>
                  </a:cubicBezTo>
                  <a:close/>
                  <a:moveTo>
                    <a:pt x="36" y="24980"/>
                  </a:moveTo>
                  <a:cubicBezTo>
                    <a:pt x="12" y="24980"/>
                    <a:pt x="1" y="24992"/>
                    <a:pt x="1" y="25016"/>
                  </a:cubicBezTo>
                  <a:lnTo>
                    <a:pt x="1" y="25635"/>
                  </a:lnTo>
                  <a:cubicBezTo>
                    <a:pt x="1" y="25659"/>
                    <a:pt x="12" y="25682"/>
                    <a:pt x="36" y="25682"/>
                  </a:cubicBezTo>
                  <a:cubicBezTo>
                    <a:pt x="60" y="25682"/>
                    <a:pt x="72" y="25659"/>
                    <a:pt x="72" y="25635"/>
                  </a:cubicBezTo>
                  <a:lnTo>
                    <a:pt x="72" y="25016"/>
                  </a:lnTo>
                  <a:cubicBezTo>
                    <a:pt x="72" y="24992"/>
                    <a:pt x="60" y="24980"/>
                    <a:pt x="36" y="24980"/>
                  </a:cubicBezTo>
                  <a:close/>
                  <a:moveTo>
                    <a:pt x="36" y="26218"/>
                  </a:moveTo>
                  <a:cubicBezTo>
                    <a:pt x="12" y="26230"/>
                    <a:pt x="1" y="26242"/>
                    <a:pt x="1" y="26266"/>
                  </a:cubicBezTo>
                  <a:lnTo>
                    <a:pt x="1" y="26885"/>
                  </a:lnTo>
                  <a:cubicBezTo>
                    <a:pt x="1" y="26909"/>
                    <a:pt x="12" y="26933"/>
                    <a:pt x="36" y="26933"/>
                  </a:cubicBezTo>
                  <a:cubicBezTo>
                    <a:pt x="60" y="26933"/>
                    <a:pt x="72" y="26909"/>
                    <a:pt x="72" y="26885"/>
                  </a:cubicBezTo>
                  <a:lnTo>
                    <a:pt x="72" y="26266"/>
                  </a:lnTo>
                  <a:cubicBezTo>
                    <a:pt x="72" y="26242"/>
                    <a:pt x="60" y="26218"/>
                    <a:pt x="36" y="26218"/>
                  </a:cubicBezTo>
                  <a:close/>
                  <a:moveTo>
                    <a:pt x="36" y="27468"/>
                  </a:moveTo>
                  <a:cubicBezTo>
                    <a:pt x="12" y="27468"/>
                    <a:pt x="1" y="27492"/>
                    <a:pt x="1" y="27516"/>
                  </a:cubicBezTo>
                  <a:lnTo>
                    <a:pt x="1" y="28135"/>
                  </a:lnTo>
                  <a:cubicBezTo>
                    <a:pt x="1" y="28159"/>
                    <a:pt x="12" y="28171"/>
                    <a:pt x="36" y="28171"/>
                  </a:cubicBezTo>
                  <a:cubicBezTo>
                    <a:pt x="60" y="28171"/>
                    <a:pt x="72" y="28159"/>
                    <a:pt x="72" y="28135"/>
                  </a:cubicBezTo>
                  <a:lnTo>
                    <a:pt x="72" y="27516"/>
                  </a:lnTo>
                  <a:cubicBezTo>
                    <a:pt x="72" y="27492"/>
                    <a:pt x="60" y="27468"/>
                    <a:pt x="36" y="27468"/>
                  </a:cubicBezTo>
                  <a:close/>
                  <a:moveTo>
                    <a:pt x="36" y="28719"/>
                  </a:moveTo>
                  <a:cubicBezTo>
                    <a:pt x="12" y="28719"/>
                    <a:pt x="1" y="28742"/>
                    <a:pt x="1" y="28766"/>
                  </a:cubicBezTo>
                  <a:lnTo>
                    <a:pt x="1" y="29385"/>
                  </a:lnTo>
                  <a:cubicBezTo>
                    <a:pt x="1" y="29409"/>
                    <a:pt x="12" y="29421"/>
                    <a:pt x="36" y="29421"/>
                  </a:cubicBezTo>
                  <a:cubicBezTo>
                    <a:pt x="60" y="29421"/>
                    <a:pt x="72" y="29409"/>
                    <a:pt x="72" y="29385"/>
                  </a:cubicBezTo>
                  <a:lnTo>
                    <a:pt x="72" y="28766"/>
                  </a:lnTo>
                  <a:cubicBezTo>
                    <a:pt x="72" y="28742"/>
                    <a:pt x="60" y="28719"/>
                    <a:pt x="36" y="28719"/>
                  </a:cubicBezTo>
                  <a:close/>
                  <a:moveTo>
                    <a:pt x="36" y="29969"/>
                  </a:moveTo>
                  <a:cubicBezTo>
                    <a:pt x="12" y="29969"/>
                    <a:pt x="1" y="29993"/>
                    <a:pt x="1" y="30004"/>
                  </a:cubicBezTo>
                  <a:lnTo>
                    <a:pt x="1" y="30635"/>
                  </a:lnTo>
                  <a:cubicBezTo>
                    <a:pt x="1" y="30659"/>
                    <a:pt x="12" y="30671"/>
                    <a:pt x="36" y="30671"/>
                  </a:cubicBezTo>
                  <a:cubicBezTo>
                    <a:pt x="60" y="30671"/>
                    <a:pt x="72" y="30659"/>
                    <a:pt x="72" y="30635"/>
                  </a:cubicBezTo>
                  <a:lnTo>
                    <a:pt x="72" y="30004"/>
                  </a:lnTo>
                  <a:cubicBezTo>
                    <a:pt x="72" y="29993"/>
                    <a:pt x="60" y="29969"/>
                    <a:pt x="36" y="29969"/>
                  </a:cubicBezTo>
                  <a:close/>
                  <a:moveTo>
                    <a:pt x="36" y="31219"/>
                  </a:moveTo>
                  <a:cubicBezTo>
                    <a:pt x="12" y="31219"/>
                    <a:pt x="1" y="31243"/>
                    <a:pt x="1" y="31255"/>
                  </a:cubicBezTo>
                  <a:lnTo>
                    <a:pt x="1" y="31886"/>
                  </a:lnTo>
                  <a:cubicBezTo>
                    <a:pt x="1" y="31909"/>
                    <a:pt x="12" y="31921"/>
                    <a:pt x="36" y="31921"/>
                  </a:cubicBezTo>
                  <a:cubicBezTo>
                    <a:pt x="60" y="31921"/>
                    <a:pt x="72" y="31909"/>
                    <a:pt x="72" y="31886"/>
                  </a:cubicBezTo>
                  <a:lnTo>
                    <a:pt x="72" y="31255"/>
                  </a:lnTo>
                  <a:cubicBezTo>
                    <a:pt x="72" y="31231"/>
                    <a:pt x="60" y="31219"/>
                    <a:pt x="36" y="31219"/>
                  </a:cubicBezTo>
                  <a:close/>
                  <a:moveTo>
                    <a:pt x="36" y="32469"/>
                  </a:moveTo>
                  <a:cubicBezTo>
                    <a:pt x="12" y="32469"/>
                    <a:pt x="1" y="32481"/>
                    <a:pt x="1" y="32505"/>
                  </a:cubicBezTo>
                  <a:lnTo>
                    <a:pt x="1" y="33136"/>
                  </a:lnTo>
                  <a:cubicBezTo>
                    <a:pt x="1" y="33148"/>
                    <a:pt x="12" y="33171"/>
                    <a:pt x="36" y="33171"/>
                  </a:cubicBezTo>
                  <a:cubicBezTo>
                    <a:pt x="60" y="33171"/>
                    <a:pt x="72" y="33148"/>
                    <a:pt x="72" y="33136"/>
                  </a:cubicBezTo>
                  <a:lnTo>
                    <a:pt x="72" y="32505"/>
                  </a:lnTo>
                  <a:cubicBezTo>
                    <a:pt x="72" y="32481"/>
                    <a:pt x="60" y="32469"/>
                    <a:pt x="36" y="32469"/>
                  </a:cubicBezTo>
                  <a:close/>
                  <a:moveTo>
                    <a:pt x="36" y="33719"/>
                  </a:moveTo>
                  <a:cubicBezTo>
                    <a:pt x="12" y="33719"/>
                    <a:pt x="1" y="33731"/>
                    <a:pt x="1" y="33755"/>
                  </a:cubicBezTo>
                  <a:lnTo>
                    <a:pt x="1" y="34386"/>
                  </a:lnTo>
                  <a:cubicBezTo>
                    <a:pt x="1" y="34398"/>
                    <a:pt x="12" y="34422"/>
                    <a:pt x="36" y="34422"/>
                  </a:cubicBezTo>
                  <a:cubicBezTo>
                    <a:pt x="60" y="34422"/>
                    <a:pt x="72" y="34398"/>
                    <a:pt x="72" y="34386"/>
                  </a:cubicBezTo>
                  <a:lnTo>
                    <a:pt x="72" y="33755"/>
                  </a:lnTo>
                  <a:cubicBezTo>
                    <a:pt x="72" y="33731"/>
                    <a:pt x="60" y="33719"/>
                    <a:pt x="36" y="33719"/>
                  </a:cubicBezTo>
                  <a:close/>
                  <a:moveTo>
                    <a:pt x="36" y="34969"/>
                  </a:moveTo>
                  <a:cubicBezTo>
                    <a:pt x="12" y="34969"/>
                    <a:pt x="1" y="34981"/>
                    <a:pt x="1" y="35005"/>
                  </a:cubicBezTo>
                  <a:lnTo>
                    <a:pt x="1" y="35624"/>
                  </a:lnTo>
                  <a:cubicBezTo>
                    <a:pt x="1" y="35648"/>
                    <a:pt x="12" y="35672"/>
                    <a:pt x="36" y="35672"/>
                  </a:cubicBezTo>
                  <a:cubicBezTo>
                    <a:pt x="60" y="35672"/>
                    <a:pt x="72" y="35648"/>
                    <a:pt x="72" y="35624"/>
                  </a:cubicBezTo>
                  <a:lnTo>
                    <a:pt x="72" y="35005"/>
                  </a:lnTo>
                  <a:cubicBezTo>
                    <a:pt x="72" y="34981"/>
                    <a:pt x="60" y="34969"/>
                    <a:pt x="36" y="34969"/>
                  </a:cubicBezTo>
                  <a:close/>
                  <a:moveTo>
                    <a:pt x="36" y="36208"/>
                  </a:moveTo>
                  <a:cubicBezTo>
                    <a:pt x="12" y="36219"/>
                    <a:pt x="1" y="36231"/>
                    <a:pt x="1" y="36255"/>
                  </a:cubicBezTo>
                  <a:lnTo>
                    <a:pt x="1" y="36874"/>
                  </a:lnTo>
                  <a:cubicBezTo>
                    <a:pt x="1" y="36898"/>
                    <a:pt x="12" y="36922"/>
                    <a:pt x="36" y="36922"/>
                  </a:cubicBezTo>
                  <a:cubicBezTo>
                    <a:pt x="60" y="36922"/>
                    <a:pt x="72" y="36898"/>
                    <a:pt x="72" y="36874"/>
                  </a:cubicBezTo>
                  <a:lnTo>
                    <a:pt x="72" y="36255"/>
                  </a:lnTo>
                  <a:cubicBezTo>
                    <a:pt x="72" y="36231"/>
                    <a:pt x="60" y="36208"/>
                    <a:pt x="36" y="36208"/>
                  </a:cubicBezTo>
                  <a:close/>
                  <a:moveTo>
                    <a:pt x="36" y="37458"/>
                  </a:moveTo>
                  <a:cubicBezTo>
                    <a:pt x="12" y="37458"/>
                    <a:pt x="1" y="37482"/>
                    <a:pt x="1" y="37505"/>
                  </a:cubicBezTo>
                  <a:lnTo>
                    <a:pt x="1" y="38124"/>
                  </a:lnTo>
                  <a:cubicBezTo>
                    <a:pt x="1" y="38148"/>
                    <a:pt x="12" y="38160"/>
                    <a:pt x="36" y="38160"/>
                  </a:cubicBezTo>
                  <a:cubicBezTo>
                    <a:pt x="60" y="38160"/>
                    <a:pt x="72" y="38148"/>
                    <a:pt x="72" y="38124"/>
                  </a:cubicBezTo>
                  <a:lnTo>
                    <a:pt x="72" y="37505"/>
                  </a:lnTo>
                  <a:cubicBezTo>
                    <a:pt x="72" y="37482"/>
                    <a:pt x="60" y="37458"/>
                    <a:pt x="36" y="37458"/>
                  </a:cubicBezTo>
                  <a:close/>
                  <a:moveTo>
                    <a:pt x="36" y="38708"/>
                  </a:moveTo>
                  <a:cubicBezTo>
                    <a:pt x="12" y="38708"/>
                    <a:pt x="1" y="38732"/>
                    <a:pt x="1" y="38755"/>
                  </a:cubicBezTo>
                  <a:lnTo>
                    <a:pt x="1" y="39375"/>
                  </a:lnTo>
                  <a:cubicBezTo>
                    <a:pt x="1" y="39398"/>
                    <a:pt x="12" y="39410"/>
                    <a:pt x="36" y="39410"/>
                  </a:cubicBezTo>
                  <a:cubicBezTo>
                    <a:pt x="60" y="39410"/>
                    <a:pt x="72" y="39398"/>
                    <a:pt x="72" y="39375"/>
                  </a:cubicBezTo>
                  <a:lnTo>
                    <a:pt x="72" y="38755"/>
                  </a:lnTo>
                  <a:cubicBezTo>
                    <a:pt x="72" y="38732"/>
                    <a:pt x="60" y="38708"/>
                    <a:pt x="36" y="38708"/>
                  </a:cubicBezTo>
                  <a:close/>
                  <a:moveTo>
                    <a:pt x="36" y="39958"/>
                  </a:moveTo>
                  <a:cubicBezTo>
                    <a:pt x="12" y="39958"/>
                    <a:pt x="1" y="39982"/>
                    <a:pt x="1" y="40006"/>
                  </a:cubicBezTo>
                  <a:lnTo>
                    <a:pt x="1" y="40018"/>
                  </a:lnTo>
                  <a:cubicBezTo>
                    <a:pt x="1" y="40041"/>
                    <a:pt x="12" y="40053"/>
                    <a:pt x="36" y="40053"/>
                  </a:cubicBezTo>
                  <a:cubicBezTo>
                    <a:pt x="60" y="40053"/>
                    <a:pt x="72" y="40041"/>
                    <a:pt x="72" y="40018"/>
                  </a:cubicBezTo>
                  <a:lnTo>
                    <a:pt x="72" y="40006"/>
                  </a:lnTo>
                  <a:cubicBezTo>
                    <a:pt x="72" y="39982"/>
                    <a:pt x="60" y="39958"/>
                    <a:pt x="36" y="39958"/>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7"/>
            <p:cNvSpPr/>
            <p:nvPr/>
          </p:nvSpPr>
          <p:spPr>
            <a:xfrm>
              <a:off x="2476169" y="1230665"/>
              <a:ext cx="6552" cy="3087362"/>
            </a:xfrm>
            <a:custGeom>
              <a:rect b="b" l="l" r="r" t="t"/>
              <a:pathLst>
                <a:path extrusionOk="0" h="40054" w="85">
                  <a:moveTo>
                    <a:pt x="37" y="1"/>
                  </a:moveTo>
                  <a:cubicBezTo>
                    <a:pt x="13" y="1"/>
                    <a:pt x="1" y="25"/>
                    <a:pt x="1" y="48"/>
                  </a:cubicBezTo>
                  <a:lnTo>
                    <a:pt x="1" y="60"/>
                  </a:lnTo>
                  <a:cubicBezTo>
                    <a:pt x="1" y="84"/>
                    <a:pt x="25" y="96"/>
                    <a:pt x="37" y="96"/>
                  </a:cubicBezTo>
                  <a:cubicBezTo>
                    <a:pt x="60" y="96"/>
                    <a:pt x="84" y="72"/>
                    <a:pt x="84" y="60"/>
                  </a:cubicBezTo>
                  <a:lnTo>
                    <a:pt x="84" y="48"/>
                  </a:lnTo>
                  <a:lnTo>
                    <a:pt x="84" y="36"/>
                  </a:lnTo>
                  <a:cubicBezTo>
                    <a:pt x="72" y="13"/>
                    <a:pt x="60" y="1"/>
                    <a:pt x="37" y="1"/>
                  </a:cubicBezTo>
                  <a:close/>
                  <a:moveTo>
                    <a:pt x="49" y="644"/>
                  </a:moveTo>
                  <a:cubicBezTo>
                    <a:pt x="25" y="644"/>
                    <a:pt x="1" y="656"/>
                    <a:pt x="1" y="679"/>
                  </a:cubicBezTo>
                  <a:lnTo>
                    <a:pt x="1" y="1310"/>
                  </a:lnTo>
                  <a:cubicBezTo>
                    <a:pt x="1" y="1322"/>
                    <a:pt x="25" y="1346"/>
                    <a:pt x="37" y="1346"/>
                  </a:cubicBezTo>
                  <a:cubicBezTo>
                    <a:pt x="60" y="1346"/>
                    <a:pt x="84" y="1322"/>
                    <a:pt x="84" y="1310"/>
                  </a:cubicBezTo>
                  <a:lnTo>
                    <a:pt x="84" y="679"/>
                  </a:lnTo>
                  <a:cubicBezTo>
                    <a:pt x="72" y="667"/>
                    <a:pt x="60" y="656"/>
                    <a:pt x="49" y="644"/>
                  </a:cubicBezTo>
                  <a:close/>
                  <a:moveTo>
                    <a:pt x="49" y="1894"/>
                  </a:moveTo>
                  <a:cubicBezTo>
                    <a:pt x="25" y="1894"/>
                    <a:pt x="1" y="1906"/>
                    <a:pt x="1" y="1930"/>
                  </a:cubicBezTo>
                  <a:lnTo>
                    <a:pt x="1" y="2549"/>
                  </a:lnTo>
                  <a:cubicBezTo>
                    <a:pt x="1" y="2572"/>
                    <a:pt x="25" y="2596"/>
                    <a:pt x="37" y="2596"/>
                  </a:cubicBezTo>
                  <a:cubicBezTo>
                    <a:pt x="60" y="2596"/>
                    <a:pt x="84" y="2572"/>
                    <a:pt x="84" y="2549"/>
                  </a:cubicBezTo>
                  <a:lnTo>
                    <a:pt x="84" y="1930"/>
                  </a:lnTo>
                  <a:cubicBezTo>
                    <a:pt x="72" y="1918"/>
                    <a:pt x="60" y="1894"/>
                    <a:pt x="49" y="1894"/>
                  </a:cubicBezTo>
                  <a:close/>
                  <a:moveTo>
                    <a:pt x="49" y="3144"/>
                  </a:moveTo>
                  <a:cubicBezTo>
                    <a:pt x="25" y="3144"/>
                    <a:pt x="1" y="3156"/>
                    <a:pt x="1" y="3180"/>
                  </a:cubicBezTo>
                  <a:lnTo>
                    <a:pt x="1" y="3799"/>
                  </a:lnTo>
                  <a:cubicBezTo>
                    <a:pt x="1" y="3823"/>
                    <a:pt x="25" y="3846"/>
                    <a:pt x="37" y="3846"/>
                  </a:cubicBezTo>
                  <a:cubicBezTo>
                    <a:pt x="60" y="3846"/>
                    <a:pt x="84" y="3823"/>
                    <a:pt x="84" y="3799"/>
                  </a:cubicBezTo>
                  <a:lnTo>
                    <a:pt x="84" y="3180"/>
                  </a:lnTo>
                  <a:cubicBezTo>
                    <a:pt x="72" y="3156"/>
                    <a:pt x="60" y="3144"/>
                    <a:pt x="49" y="3144"/>
                  </a:cubicBezTo>
                  <a:close/>
                  <a:moveTo>
                    <a:pt x="49" y="4394"/>
                  </a:moveTo>
                  <a:cubicBezTo>
                    <a:pt x="25" y="4394"/>
                    <a:pt x="1" y="4406"/>
                    <a:pt x="1" y="4430"/>
                  </a:cubicBezTo>
                  <a:lnTo>
                    <a:pt x="1" y="5049"/>
                  </a:lnTo>
                  <a:cubicBezTo>
                    <a:pt x="1" y="5073"/>
                    <a:pt x="25" y="5097"/>
                    <a:pt x="37" y="5097"/>
                  </a:cubicBezTo>
                  <a:cubicBezTo>
                    <a:pt x="60" y="5097"/>
                    <a:pt x="84" y="5073"/>
                    <a:pt x="84" y="5049"/>
                  </a:cubicBezTo>
                  <a:lnTo>
                    <a:pt x="84" y="4430"/>
                  </a:lnTo>
                  <a:cubicBezTo>
                    <a:pt x="72" y="4406"/>
                    <a:pt x="60" y="4394"/>
                    <a:pt x="49" y="4394"/>
                  </a:cubicBezTo>
                  <a:close/>
                  <a:moveTo>
                    <a:pt x="49" y="5644"/>
                  </a:moveTo>
                  <a:cubicBezTo>
                    <a:pt x="25" y="5644"/>
                    <a:pt x="1" y="5656"/>
                    <a:pt x="1" y="5680"/>
                  </a:cubicBezTo>
                  <a:lnTo>
                    <a:pt x="1" y="6299"/>
                  </a:lnTo>
                  <a:cubicBezTo>
                    <a:pt x="1" y="6323"/>
                    <a:pt x="25" y="6335"/>
                    <a:pt x="37" y="6335"/>
                  </a:cubicBezTo>
                  <a:cubicBezTo>
                    <a:pt x="60" y="6335"/>
                    <a:pt x="84" y="6323"/>
                    <a:pt x="84" y="6299"/>
                  </a:cubicBezTo>
                  <a:lnTo>
                    <a:pt x="84" y="5680"/>
                  </a:lnTo>
                  <a:cubicBezTo>
                    <a:pt x="72" y="5656"/>
                    <a:pt x="60" y="5644"/>
                    <a:pt x="49" y="5644"/>
                  </a:cubicBezTo>
                  <a:close/>
                  <a:moveTo>
                    <a:pt x="35" y="6891"/>
                  </a:moveTo>
                  <a:cubicBezTo>
                    <a:pt x="17" y="6891"/>
                    <a:pt x="1" y="6909"/>
                    <a:pt x="1" y="6918"/>
                  </a:cubicBezTo>
                  <a:lnTo>
                    <a:pt x="1" y="7549"/>
                  </a:lnTo>
                  <a:cubicBezTo>
                    <a:pt x="1" y="7573"/>
                    <a:pt x="25" y="7585"/>
                    <a:pt x="37" y="7585"/>
                  </a:cubicBezTo>
                  <a:cubicBezTo>
                    <a:pt x="60" y="7585"/>
                    <a:pt x="84" y="7573"/>
                    <a:pt x="84" y="7549"/>
                  </a:cubicBezTo>
                  <a:lnTo>
                    <a:pt x="84" y="6918"/>
                  </a:lnTo>
                  <a:cubicBezTo>
                    <a:pt x="72" y="6906"/>
                    <a:pt x="60" y="6894"/>
                    <a:pt x="49" y="6894"/>
                  </a:cubicBezTo>
                  <a:cubicBezTo>
                    <a:pt x="44" y="6892"/>
                    <a:pt x="39" y="6891"/>
                    <a:pt x="35" y="6891"/>
                  </a:cubicBezTo>
                  <a:close/>
                  <a:moveTo>
                    <a:pt x="35" y="8141"/>
                  </a:moveTo>
                  <a:cubicBezTo>
                    <a:pt x="17" y="8141"/>
                    <a:pt x="1" y="8159"/>
                    <a:pt x="1" y="8168"/>
                  </a:cubicBezTo>
                  <a:lnTo>
                    <a:pt x="1" y="8799"/>
                  </a:lnTo>
                  <a:cubicBezTo>
                    <a:pt x="1" y="8823"/>
                    <a:pt x="25" y="8835"/>
                    <a:pt x="37" y="8835"/>
                  </a:cubicBezTo>
                  <a:cubicBezTo>
                    <a:pt x="60" y="8835"/>
                    <a:pt x="84" y="8823"/>
                    <a:pt x="84" y="8799"/>
                  </a:cubicBezTo>
                  <a:lnTo>
                    <a:pt x="84" y="8168"/>
                  </a:lnTo>
                  <a:cubicBezTo>
                    <a:pt x="72" y="8156"/>
                    <a:pt x="60" y="8145"/>
                    <a:pt x="49" y="8145"/>
                  </a:cubicBezTo>
                  <a:cubicBezTo>
                    <a:pt x="44" y="8142"/>
                    <a:pt x="39" y="8141"/>
                    <a:pt x="35" y="8141"/>
                  </a:cubicBezTo>
                  <a:close/>
                  <a:moveTo>
                    <a:pt x="49" y="9383"/>
                  </a:moveTo>
                  <a:cubicBezTo>
                    <a:pt x="25" y="9383"/>
                    <a:pt x="1" y="9395"/>
                    <a:pt x="1" y="9419"/>
                  </a:cubicBezTo>
                  <a:lnTo>
                    <a:pt x="1" y="10050"/>
                  </a:lnTo>
                  <a:cubicBezTo>
                    <a:pt x="1" y="10073"/>
                    <a:pt x="25" y="10085"/>
                    <a:pt x="37" y="10085"/>
                  </a:cubicBezTo>
                  <a:cubicBezTo>
                    <a:pt x="60" y="10085"/>
                    <a:pt x="84" y="10073"/>
                    <a:pt x="84" y="10050"/>
                  </a:cubicBezTo>
                  <a:lnTo>
                    <a:pt x="84" y="9419"/>
                  </a:lnTo>
                  <a:cubicBezTo>
                    <a:pt x="72" y="9407"/>
                    <a:pt x="60" y="9395"/>
                    <a:pt x="49" y="9383"/>
                  </a:cubicBezTo>
                  <a:close/>
                  <a:moveTo>
                    <a:pt x="49" y="10633"/>
                  </a:moveTo>
                  <a:cubicBezTo>
                    <a:pt x="25" y="10633"/>
                    <a:pt x="1" y="10645"/>
                    <a:pt x="1" y="10669"/>
                  </a:cubicBezTo>
                  <a:lnTo>
                    <a:pt x="1" y="11300"/>
                  </a:lnTo>
                  <a:cubicBezTo>
                    <a:pt x="1" y="11312"/>
                    <a:pt x="25" y="11335"/>
                    <a:pt x="37" y="11335"/>
                  </a:cubicBezTo>
                  <a:cubicBezTo>
                    <a:pt x="60" y="11335"/>
                    <a:pt x="84" y="11312"/>
                    <a:pt x="84" y="11300"/>
                  </a:cubicBezTo>
                  <a:lnTo>
                    <a:pt x="84" y="10669"/>
                  </a:lnTo>
                  <a:cubicBezTo>
                    <a:pt x="72" y="10657"/>
                    <a:pt x="60" y="10645"/>
                    <a:pt x="49" y="10633"/>
                  </a:cubicBezTo>
                  <a:close/>
                  <a:moveTo>
                    <a:pt x="49" y="11883"/>
                  </a:moveTo>
                  <a:cubicBezTo>
                    <a:pt x="25" y="11883"/>
                    <a:pt x="1" y="11895"/>
                    <a:pt x="1" y="11919"/>
                  </a:cubicBezTo>
                  <a:lnTo>
                    <a:pt x="1" y="12538"/>
                  </a:lnTo>
                  <a:cubicBezTo>
                    <a:pt x="1" y="12562"/>
                    <a:pt x="25" y="12586"/>
                    <a:pt x="37" y="12586"/>
                  </a:cubicBezTo>
                  <a:cubicBezTo>
                    <a:pt x="60" y="12586"/>
                    <a:pt x="84" y="12562"/>
                    <a:pt x="84" y="12538"/>
                  </a:cubicBezTo>
                  <a:lnTo>
                    <a:pt x="84" y="11919"/>
                  </a:lnTo>
                  <a:cubicBezTo>
                    <a:pt x="72" y="11907"/>
                    <a:pt x="60" y="11883"/>
                    <a:pt x="49" y="11883"/>
                  </a:cubicBezTo>
                  <a:close/>
                  <a:moveTo>
                    <a:pt x="49" y="13133"/>
                  </a:moveTo>
                  <a:cubicBezTo>
                    <a:pt x="25" y="13133"/>
                    <a:pt x="1" y="13145"/>
                    <a:pt x="1" y="13169"/>
                  </a:cubicBezTo>
                  <a:lnTo>
                    <a:pt x="1" y="13788"/>
                  </a:lnTo>
                  <a:cubicBezTo>
                    <a:pt x="1" y="13812"/>
                    <a:pt x="25" y="13836"/>
                    <a:pt x="37" y="13836"/>
                  </a:cubicBezTo>
                  <a:cubicBezTo>
                    <a:pt x="60" y="13836"/>
                    <a:pt x="84" y="13812"/>
                    <a:pt x="84" y="13788"/>
                  </a:cubicBezTo>
                  <a:lnTo>
                    <a:pt x="84" y="13169"/>
                  </a:lnTo>
                  <a:cubicBezTo>
                    <a:pt x="72" y="13145"/>
                    <a:pt x="60" y="13133"/>
                    <a:pt x="49" y="13133"/>
                  </a:cubicBezTo>
                  <a:close/>
                  <a:moveTo>
                    <a:pt x="49" y="14383"/>
                  </a:moveTo>
                  <a:cubicBezTo>
                    <a:pt x="25" y="14383"/>
                    <a:pt x="1" y="14395"/>
                    <a:pt x="1" y="14419"/>
                  </a:cubicBezTo>
                  <a:lnTo>
                    <a:pt x="1" y="15038"/>
                  </a:lnTo>
                  <a:cubicBezTo>
                    <a:pt x="1" y="15062"/>
                    <a:pt x="25" y="15086"/>
                    <a:pt x="37" y="15086"/>
                  </a:cubicBezTo>
                  <a:cubicBezTo>
                    <a:pt x="60" y="15086"/>
                    <a:pt x="84" y="15062"/>
                    <a:pt x="84" y="15038"/>
                  </a:cubicBezTo>
                  <a:lnTo>
                    <a:pt x="84" y="14419"/>
                  </a:lnTo>
                  <a:cubicBezTo>
                    <a:pt x="72" y="14395"/>
                    <a:pt x="60" y="14383"/>
                    <a:pt x="49" y="14383"/>
                  </a:cubicBezTo>
                  <a:close/>
                  <a:moveTo>
                    <a:pt x="49" y="15634"/>
                  </a:moveTo>
                  <a:cubicBezTo>
                    <a:pt x="25" y="15634"/>
                    <a:pt x="1" y="15645"/>
                    <a:pt x="1" y="15669"/>
                  </a:cubicBezTo>
                  <a:lnTo>
                    <a:pt x="1" y="16288"/>
                  </a:lnTo>
                  <a:cubicBezTo>
                    <a:pt x="1" y="16312"/>
                    <a:pt x="25" y="16324"/>
                    <a:pt x="37" y="16324"/>
                  </a:cubicBezTo>
                  <a:cubicBezTo>
                    <a:pt x="60" y="16324"/>
                    <a:pt x="84" y="16312"/>
                    <a:pt x="84" y="16288"/>
                  </a:cubicBezTo>
                  <a:lnTo>
                    <a:pt x="84" y="15669"/>
                  </a:lnTo>
                  <a:cubicBezTo>
                    <a:pt x="72" y="15645"/>
                    <a:pt x="60" y="15634"/>
                    <a:pt x="49" y="15634"/>
                  </a:cubicBezTo>
                  <a:close/>
                  <a:moveTo>
                    <a:pt x="35" y="16881"/>
                  </a:moveTo>
                  <a:cubicBezTo>
                    <a:pt x="17" y="16881"/>
                    <a:pt x="1" y="16898"/>
                    <a:pt x="1" y="16908"/>
                  </a:cubicBezTo>
                  <a:lnTo>
                    <a:pt x="1" y="17539"/>
                  </a:lnTo>
                  <a:cubicBezTo>
                    <a:pt x="1" y="17562"/>
                    <a:pt x="25" y="17574"/>
                    <a:pt x="37" y="17574"/>
                  </a:cubicBezTo>
                  <a:cubicBezTo>
                    <a:pt x="60" y="17574"/>
                    <a:pt x="84" y="17562"/>
                    <a:pt x="84" y="17539"/>
                  </a:cubicBezTo>
                  <a:lnTo>
                    <a:pt x="84" y="16908"/>
                  </a:lnTo>
                  <a:cubicBezTo>
                    <a:pt x="72" y="16896"/>
                    <a:pt x="60" y="16884"/>
                    <a:pt x="49" y="16884"/>
                  </a:cubicBezTo>
                  <a:cubicBezTo>
                    <a:pt x="44" y="16881"/>
                    <a:pt x="39" y="16881"/>
                    <a:pt x="35" y="16881"/>
                  </a:cubicBezTo>
                  <a:close/>
                  <a:moveTo>
                    <a:pt x="35" y="18131"/>
                  </a:moveTo>
                  <a:cubicBezTo>
                    <a:pt x="17" y="18131"/>
                    <a:pt x="1" y="18148"/>
                    <a:pt x="1" y="18158"/>
                  </a:cubicBezTo>
                  <a:lnTo>
                    <a:pt x="1" y="18789"/>
                  </a:lnTo>
                  <a:cubicBezTo>
                    <a:pt x="1" y="18813"/>
                    <a:pt x="25" y="18824"/>
                    <a:pt x="37" y="18824"/>
                  </a:cubicBezTo>
                  <a:cubicBezTo>
                    <a:pt x="60" y="18824"/>
                    <a:pt x="84" y="18813"/>
                    <a:pt x="84" y="18789"/>
                  </a:cubicBezTo>
                  <a:lnTo>
                    <a:pt x="84" y="18158"/>
                  </a:lnTo>
                  <a:cubicBezTo>
                    <a:pt x="72" y="18146"/>
                    <a:pt x="60" y="18134"/>
                    <a:pt x="49" y="18134"/>
                  </a:cubicBezTo>
                  <a:cubicBezTo>
                    <a:pt x="44" y="18132"/>
                    <a:pt x="39" y="18131"/>
                    <a:pt x="35" y="18131"/>
                  </a:cubicBezTo>
                  <a:close/>
                  <a:moveTo>
                    <a:pt x="49" y="19372"/>
                  </a:moveTo>
                  <a:cubicBezTo>
                    <a:pt x="25" y="19372"/>
                    <a:pt x="1" y="19384"/>
                    <a:pt x="1" y="19408"/>
                  </a:cubicBezTo>
                  <a:lnTo>
                    <a:pt x="1" y="20039"/>
                  </a:lnTo>
                  <a:cubicBezTo>
                    <a:pt x="1" y="20063"/>
                    <a:pt x="25" y="20075"/>
                    <a:pt x="37" y="20075"/>
                  </a:cubicBezTo>
                  <a:cubicBezTo>
                    <a:pt x="60" y="20075"/>
                    <a:pt x="84" y="20063"/>
                    <a:pt x="84" y="20039"/>
                  </a:cubicBezTo>
                  <a:lnTo>
                    <a:pt x="84" y="19408"/>
                  </a:lnTo>
                  <a:cubicBezTo>
                    <a:pt x="72" y="19396"/>
                    <a:pt x="60" y="19384"/>
                    <a:pt x="49" y="19372"/>
                  </a:cubicBezTo>
                  <a:close/>
                  <a:moveTo>
                    <a:pt x="49" y="20622"/>
                  </a:moveTo>
                  <a:cubicBezTo>
                    <a:pt x="25" y="20622"/>
                    <a:pt x="1" y="20634"/>
                    <a:pt x="1" y="20658"/>
                  </a:cubicBezTo>
                  <a:lnTo>
                    <a:pt x="1" y="21289"/>
                  </a:lnTo>
                  <a:cubicBezTo>
                    <a:pt x="1" y="21301"/>
                    <a:pt x="25" y="21325"/>
                    <a:pt x="37" y="21325"/>
                  </a:cubicBezTo>
                  <a:cubicBezTo>
                    <a:pt x="60" y="21325"/>
                    <a:pt x="84" y="21301"/>
                    <a:pt x="84" y="21289"/>
                  </a:cubicBezTo>
                  <a:lnTo>
                    <a:pt x="84" y="20658"/>
                  </a:lnTo>
                  <a:cubicBezTo>
                    <a:pt x="72" y="20646"/>
                    <a:pt x="60" y="20634"/>
                    <a:pt x="49" y="20622"/>
                  </a:cubicBezTo>
                  <a:close/>
                  <a:moveTo>
                    <a:pt x="49" y="21872"/>
                  </a:moveTo>
                  <a:cubicBezTo>
                    <a:pt x="25" y="21872"/>
                    <a:pt x="1" y="21884"/>
                    <a:pt x="1" y="21908"/>
                  </a:cubicBezTo>
                  <a:lnTo>
                    <a:pt x="1" y="22527"/>
                  </a:lnTo>
                  <a:cubicBezTo>
                    <a:pt x="1" y="22551"/>
                    <a:pt x="25" y="22575"/>
                    <a:pt x="37" y="22575"/>
                  </a:cubicBezTo>
                  <a:cubicBezTo>
                    <a:pt x="60" y="22575"/>
                    <a:pt x="84" y="22551"/>
                    <a:pt x="84" y="22527"/>
                  </a:cubicBezTo>
                  <a:lnTo>
                    <a:pt x="84" y="21908"/>
                  </a:lnTo>
                  <a:cubicBezTo>
                    <a:pt x="72" y="21896"/>
                    <a:pt x="60" y="21872"/>
                    <a:pt x="49" y="21872"/>
                  </a:cubicBezTo>
                  <a:close/>
                  <a:moveTo>
                    <a:pt x="49" y="23123"/>
                  </a:moveTo>
                  <a:cubicBezTo>
                    <a:pt x="25" y="23123"/>
                    <a:pt x="1" y="23135"/>
                    <a:pt x="1" y="23158"/>
                  </a:cubicBezTo>
                  <a:lnTo>
                    <a:pt x="1" y="23777"/>
                  </a:lnTo>
                  <a:cubicBezTo>
                    <a:pt x="1" y="23801"/>
                    <a:pt x="25" y="23825"/>
                    <a:pt x="37" y="23825"/>
                  </a:cubicBezTo>
                  <a:cubicBezTo>
                    <a:pt x="60" y="23825"/>
                    <a:pt x="84" y="23801"/>
                    <a:pt x="84" y="23777"/>
                  </a:cubicBezTo>
                  <a:lnTo>
                    <a:pt x="84" y="23158"/>
                  </a:lnTo>
                  <a:cubicBezTo>
                    <a:pt x="72" y="23135"/>
                    <a:pt x="60" y="23123"/>
                    <a:pt x="49" y="23123"/>
                  </a:cubicBezTo>
                  <a:close/>
                  <a:moveTo>
                    <a:pt x="49" y="24373"/>
                  </a:moveTo>
                  <a:cubicBezTo>
                    <a:pt x="25" y="24373"/>
                    <a:pt x="1" y="24385"/>
                    <a:pt x="1" y="24408"/>
                  </a:cubicBezTo>
                  <a:lnTo>
                    <a:pt x="1" y="25028"/>
                  </a:lnTo>
                  <a:cubicBezTo>
                    <a:pt x="1" y="25051"/>
                    <a:pt x="25" y="25075"/>
                    <a:pt x="37" y="25075"/>
                  </a:cubicBezTo>
                  <a:cubicBezTo>
                    <a:pt x="60" y="25075"/>
                    <a:pt x="84" y="25051"/>
                    <a:pt x="84" y="25028"/>
                  </a:cubicBezTo>
                  <a:lnTo>
                    <a:pt x="84" y="24408"/>
                  </a:lnTo>
                  <a:cubicBezTo>
                    <a:pt x="72" y="24385"/>
                    <a:pt x="60" y="24373"/>
                    <a:pt x="49" y="24373"/>
                  </a:cubicBezTo>
                  <a:close/>
                  <a:moveTo>
                    <a:pt x="49" y="25623"/>
                  </a:moveTo>
                  <a:cubicBezTo>
                    <a:pt x="25" y="25623"/>
                    <a:pt x="1" y="25635"/>
                    <a:pt x="1" y="25659"/>
                  </a:cubicBezTo>
                  <a:lnTo>
                    <a:pt x="1" y="26278"/>
                  </a:lnTo>
                  <a:cubicBezTo>
                    <a:pt x="1" y="26302"/>
                    <a:pt x="25" y="26313"/>
                    <a:pt x="37" y="26313"/>
                  </a:cubicBezTo>
                  <a:cubicBezTo>
                    <a:pt x="60" y="26313"/>
                    <a:pt x="84" y="26302"/>
                    <a:pt x="84" y="26278"/>
                  </a:cubicBezTo>
                  <a:lnTo>
                    <a:pt x="84" y="25659"/>
                  </a:lnTo>
                  <a:cubicBezTo>
                    <a:pt x="72" y="25635"/>
                    <a:pt x="60" y="25623"/>
                    <a:pt x="49" y="25623"/>
                  </a:cubicBezTo>
                  <a:close/>
                  <a:moveTo>
                    <a:pt x="35" y="26870"/>
                  </a:moveTo>
                  <a:cubicBezTo>
                    <a:pt x="17" y="26870"/>
                    <a:pt x="1" y="26887"/>
                    <a:pt x="1" y="26897"/>
                  </a:cubicBezTo>
                  <a:lnTo>
                    <a:pt x="1" y="27528"/>
                  </a:lnTo>
                  <a:cubicBezTo>
                    <a:pt x="1" y="27552"/>
                    <a:pt x="25" y="27564"/>
                    <a:pt x="37" y="27564"/>
                  </a:cubicBezTo>
                  <a:cubicBezTo>
                    <a:pt x="60" y="27564"/>
                    <a:pt x="84" y="27552"/>
                    <a:pt x="84" y="27528"/>
                  </a:cubicBezTo>
                  <a:lnTo>
                    <a:pt x="84" y="26897"/>
                  </a:lnTo>
                  <a:cubicBezTo>
                    <a:pt x="72" y="26885"/>
                    <a:pt x="60" y="26873"/>
                    <a:pt x="49" y="26873"/>
                  </a:cubicBezTo>
                  <a:cubicBezTo>
                    <a:pt x="44" y="26871"/>
                    <a:pt x="39" y="26870"/>
                    <a:pt x="35" y="26870"/>
                  </a:cubicBezTo>
                  <a:close/>
                  <a:moveTo>
                    <a:pt x="35" y="28120"/>
                  </a:moveTo>
                  <a:cubicBezTo>
                    <a:pt x="17" y="28120"/>
                    <a:pt x="1" y="28137"/>
                    <a:pt x="1" y="28147"/>
                  </a:cubicBezTo>
                  <a:lnTo>
                    <a:pt x="1" y="28778"/>
                  </a:lnTo>
                  <a:cubicBezTo>
                    <a:pt x="1" y="28802"/>
                    <a:pt x="25" y="28814"/>
                    <a:pt x="37" y="28814"/>
                  </a:cubicBezTo>
                  <a:cubicBezTo>
                    <a:pt x="60" y="28814"/>
                    <a:pt x="84" y="28802"/>
                    <a:pt x="84" y="28778"/>
                  </a:cubicBezTo>
                  <a:lnTo>
                    <a:pt x="84" y="28147"/>
                  </a:lnTo>
                  <a:cubicBezTo>
                    <a:pt x="72" y="28135"/>
                    <a:pt x="60" y="28123"/>
                    <a:pt x="49" y="28123"/>
                  </a:cubicBezTo>
                  <a:cubicBezTo>
                    <a:pt x="44" y="28121"/>
                    <a:pt x="39" y="28120"/>
                    <a:pt x="35" y="28120"/>
                  </a:cubicBezTo>
                  <a:close/>
                  <a:moveTo>
                    <a:pt x="49" y="29361"/>
                  </a:moveTo>
                  <a:cubicBezTo>
                    <a:pt x="25" y="29361"/>
                    <a:pt x="1" y="29373"/>
                    <a:pt x="1" y="29397"/>
                  </a:cubicBezTo>
                  <a:lnTo>
                    <a:pt x="1" y="30028"/>
                  </a:lnTo>
                  <a:cubicBezTo>
                    <a:pt x="1" y="30052"/>
                    <a:pt x="25" y="30064"/>
                    <a:pt x="37" y="30064"/>
                  </a:cubicBezTo>
                  <a:cubicBezTo>
                    <a:pt x="60" y="30064"/>
                    <a:pt x="84" y="30052"/>
                    <a:pt x="84" y="30028"/>
                  </a:cubicBezTo>
                  <a:lnTo>
                    <a:pt x="84" y="29397"/>
                  </a:lnTo>
                  <a:cubicBezTo>
                    <a:pt x="72" y="29385"/>
                    <a:pt x="60" y="29373"/>
                    <a:pt x="49" y="29361"/>
                  </a:cubicBezTo>
                  <a:close/>
                  <a:moveTo>
                    <a:pt x="49" y="30612"/>
                  </a:moveTo>
                  <a:cubicBezTo>
                    <a:pt x="25" y="30612"/>
                    <a:pt x="1" y="30624"/>
                    <a:pt x="1" y="30647"/>
                  </a:cubicBezTo>
                  <a:lnTo>
                    <a:pt x="1" y="31278"/>
                  </a:lnTo>
                  <a:cubicBezTo>
                    <a:pt x="1" y="31290"/>
                    <a:pt x="25" y="31314"/>
                    <a:pt x="37" y="31314"/>
                  </a:cubicBezTo>
                  <a:cubicBezTo>
                    <a:pt x="60" y="31314"/>
                    <a:pt x="84" y="31290"/>
                    <a:pt x="84" y="31278"/>
                  </a:cubicBezTo>
                  <a:lnTo>
                    <a:pt x="84" y="30647"/>
                  </a:lnTo>
                  <a:cubicBezTo>
                    <a:pt x="72" y="30635"/>
                    <a:pt x="60" y="30624"/>
                    <a:pt x="49" y="30612"/>
                  </a:cubicBezTo>
                  <a:close/>
                  <a:moveTo>
                    <a:pt x="49" y="31862"/>
                  </a:moveTo>
                  <a:cubicBezTo>
                    <a:pt x="25" y="31862"/>
                    <a:pt x="1" y="31874"/>
                    <a:pt x="1" y="31897"/>
                  </a:cubicBezTo>
                  <a:lnTo>
                    <a:pt x="1" y="32517"/>
                  </a:lnTo>
                  <a:cubicBezTo>
                    <a:pt x="1" y="32540"/>
                    <a:pt x="25" y="32564"/>
                    <a:pt x="37" y="32564"/>
                  </a:cubicBezTo>
                  <a:cubicBezTo>
                    <a:pt x="60" y="32564"/>
                    <a:pt x="84" y="32540"/>
                    <a:pt x="84" y="32517"/>
                  </a:cubicBezTo>
                  <a:lnTo>
                    <a:pt x="84" y="31897"/>
                  </a:lnTo>
                  <a:cubicBezTo>
                    <a:pt x="72" y="31886"/>
                    <a:pt x="60" y="31862"/>
                    <a:pt x="49" y="31862"/>
                  </a:cubicBezTo>
                  <a:close/>
                  <a:moveTo>
                    <a:pt x="49" y="33112"/>
                  </a:moveTo>
                  <a:cubicBezTo>
                    <a:pt x="25" y="33112"/>
                    <a:pt x="1" y="33124"/>
                    <a:pt x="1" y="33148"/>
                  </a:cubicBezTo>
                  <a:lnTo>
                    <a:pt x="1" y="33767"/>
                  </a:lnTo>
                  <a:cubicBezTo>
                    <a:pt x="1" y="33791"/>
                    <a:pt x="25" y="33814"/>
                    <a:pt x="37" y="33814"/>
                  </a:cubicBezTo>
                  <a:cubicBezTo>
                    <a:pt x="60" y="33814"/>
                    <a:pt x="84" y="33791"/>
                    <a:pt x="84" y="33767"/>
                  </a:cubicBezTo>
                  <a:lnTo>
                    <a:pt x="84" y="33148"/>
                  </a:lnTo>
                  <a:cubicBezTo>
                    <a:pt x="72" y="33124"/>
                    <a:pt x="60" y="33112"/>
                    <a:pt x="49" y="33112"/>
                  </a:cubicBezTo>
                  <a:close/>
                  <a:moveTo>
                    <a:pt x="49" y="34362"/>
                  </a:moveTo>
                  <a:cubicBezTo>
                    <a:pt x="25" y="34362"/>
                    <a:pt x="1" y="34374"/>
                    <a:pt x="1" y="34398"/>
                  </a:cubicBezTo>
                  <a:lnTo>
                    <a:pt x="1" y="35017"/>
                  </a:lnTo>
                  <a:cubicBezTo>
                    <a:pt x="1" y="35041"/>
                    <a:pt x="25" y="35065"/>
                    <a:pt x="37" y="35065"/>
                  </a:cubicBezTo>
                  <a:cubicBezTo>
                    <a:pt x="60" y="35065"/>
                    <a:pt x="84" y="35041"/>
                    <a:pt x="84" y="35017"/>
                  </a:cubicBezTo>
                  <a:lnTo>
                    <a:pt x="84" y="34398"/>
                  </a:lnTo>
                  <a:cubicBezTo>
                    <a:pt x="72" y="34374"/>
                    <a:pt x="60" y="34362"/>
                    <a:pt x="49" y="34362"/>
                  </a:cubicBezTo>
                  <a:close/>
                  <a:moveTo>
                    <a:pt x="49" y="35612"/>
                  </a:moveTo>
                  <a:cubicBezTo>
                    <a:pt x="25" y="35612"/>
                    <a:pt x="1" y="35624"/>
                    <a:pt x="1" y="35648"/>
                  </a:cubicBezTo>
                  <a:lnTo>
                    <a:pt x="1" y="36267"/>
                  </a:lnTo>
                  <a:cubicBezTo>
                    <a:pt x="1" y="36291"/>
                    <a:pt x="25" y="36303"/>
                    <a:pt x="37" y="36303"/>
                  </a:cubicBezTo>
                  <a:cubicBezTo>
                    <a:pt x="60" y="36303"/>
                    <a:pt x="84" y="36291"/>
                    <a:pt x="84" y="36267"/>
                  </a:cubicBezTo>
                  <a:lnTo>
                    <a:pt x="84" y="35648"/>
                  </a:lnTo>
                  <a:cubicBezTo>
                    <a:pt x="72" y="35624"/>
                    <a:pt x="60" y="35612"/>
                    <a:pt x="49" y="35612"/>
                  </a:cubicBezTo>
                  <a:close/>
                  <a:moveTo>
                    <a:pt x="35" y="36859"/>
                  </a:moveTo>
                  <a:cubicBezTo>
                    <a:pt x="17" y="36859"/>
                    <a:pt x="1" y="36877"/>
                    <a:pt x="1" y="36886"/>
                  </a:cubicBezTo>
                  <a:lnTo>
                    <a:pt x="1" y="37517"/>
                  </a:lnTo>
                  <a:cubicBezTo>
                    <a:pt x="1" y="37541"/>
                    <a:pt x="25" y="37553"/>
                    <a:pt x="37" y="37553"/>
                  </a:cubicBezTo>
                  <a:cubicBezTo>
                    <a:pt x="60" y="37553"/>
                    <a:pt x="84" y="37541"/>
                    <a:pt x="84" y="37517"/>
                  </a:cubicBezTo>
                  <a:lnTo>
                    <a:pt x="84" y="36886"/>
                  </a:lnTo>
                  <a:cubicBezTo>
                    <a:pt x="72" y="36874"/>
                    <a:pt x="60" y="36862"/>
                    <a:pt x="49" y="36862"/>
                  </a:cubicBezTo>
                  <a:cubicBezTo>
                    <a:pt x="44" y="36860"/>
                    <a:pt x="39" y="36859"/>
                    <a:pt x="35" y="36859"/>
                  </a:cubicBezTo>
                  <a:close/>
                  <a:moveTo>
                    <a:pt x="35" y="38109"/>
                  </a:moveTo>
                  <a:cubicBezTo>
                    <a:pt x="17" y="38109"/>
                    <a:pt x="1" y="38127"/>
                    <a:pt x="1" y="38136"/>
                  </a:cubicBezTo>
                  <a:lnTo>
                    <a:pt x="1" y="38767"/>
                  </a:lnTo>
                  <a:cubicBezTo>
                    <a:pt x="1" y="38791"/>
                    <a:pt x="25" y="38803"/>
                    <a:pt x="37" y="38803"/>
                  </a:cubicBezTo>
                  <a:cubicBezTo>
                    <a:pt x="60" y="38803"/>
                    <a:pt x="84" y="38791"/>
                    <a:pt x="84" y="38767"/>
                  </a:cubicBezTo>
                  <a:lnTo>
                    <a:pt x="84" y="38136"/>
                  </a:lnTo>
                  <a:cubicBezTo>
                    <a:pt x="72" y="38124"/>
                    <a:pt x="60" y="38113"/>
                    <a:pt x="49" y="38113"/>
                  </a:cubicBezTo>
                  <a:cubicBezTo>
                    <a:pt x="44" y="38110"/>
                    <a:pt x="39" y="38109"/>
                    <a:pt x="35" y="38109"/>
                  </a:cubicBezTo>
                  <a:close/>
                  <a:moveTo>
                    <a:pt x="49" y="39351"/>
                  </a:moveTo>
                  <a:cubicBezTo>
                    <a:pt x="25" y="39351"/>
                    <a:pt x="1" y="39363"/>
                    <a:pt x="1" y="39387"/>
                  </a:cubicBezTo>
                  <a:lnTo>
                    <a:pt x="1" y="40018"/>
                  </a:lnTo>
                  <a:cubicBezTo>
                    <a:pt x="1" y="40041"/>
                    <a:pt x="25" y="40053"/>
                    <a:pt x="37" y="40053"/>
                  </a:cubicBezTo>
                  <a:cubicBezTo>
                    <a:pt x="60" y="40053"/>
                    <a:pt x="84" y="40041"/>
                    <a:pt x="84" y="40018"/>
                  </a:cubicBezTo>
                  <a:lnTo>
                    <a:pt x="84" y="39387"/>
                  </a:lnTo>
                  <a:cubicBezTo>
                    <a:pt x="72" y="39375"/>
                    <a:pt x="60" y="39363"/>
                    <a:pt x="49" y="39351"/>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7"/>
            <p:cNvSpPr/>
            <p:nvPr/>
          </p:nvSpPr>
          <p:spPr>
            <a:xfrm>
              <a:off x="1795235" y="1230434"/>
              <a:ext cx="6475" cy="3087594"/>
            </a:xfrm>
            <a:custGeom>
              <a:rect b="b" l="l" r="r" t="t"/>
              <a:pathLst>
                <a:path extrusionOk="0" h="40057" w="84">
                  <a:moveTo>
                    <a:pt x="49" y="0"/>
                  </a:moveTo>
                  <a:cubicBezTo>
                    <a:pt x="45" y="0"/>
                    <a:pt x="41" y="1"/>
                    <a:pt x="36" y="4"/>
                  </a:cubicBezTo>
                  <a:cubicBezTo>
                    <a:pt x="12" y="4"/>
                    <a:pt x="1" y="28"/>
                    <a:pt x="1" y="51"/>
                  </a:cubicBezTo>
                  <a:lnTo>
                    <a:pt x="1" y="670"/>
                  </a:lnTo>
                  <a:cubicBezTo>
                    <a:pt x="1" y="694"/>
                    <a:pt x="12" y="706"/>
                    <a:pt x="36" y="706"/>
                  </a:cubicBezTo>
                  <a:cubicBezTo>
                    <a:pt x="60" y="706"/>
                    <a:pt x="84" y="694"/>
                    <a:pt x="84" y="670"/>
                  </a:cubicBezTo>
                  <a:lnTo>
                    <a:pt x="84" y="39"/>
                  </a:lnTo>
                  <a:lnTo>
                    <a:pt x="84" y="28"/>
                  </a:lnTo>
                  <a:cubicBezTo>
                    <a:pt x="74" y="18"/>
                    <a:pt x="65" y="0"/>
                    <a:pt x="49" y="0"/>
                  </a:cubicBezTo>
                  <a:close/>
                  <a:moveTo>
                    <a:pt x="49" y="1251"/>
                  </a:moveTo>
                  <a:cubicBezTo>
                    <a:pt x="45" y="1251"/>
                    <a:pt x="41" y="1252"/>
                    <a:pt x="36" y="1254"/>
                  </a:cubicBezTo>
                  <a:cubicBezTo>
                    <a:pt x="12" y="1254"/>
                    <a:pt x="1" y="1278"/>
                    <a:pt x="1" y="1290"/>
                  </a:cubicBezTo>
                  <a:lnTo>
                    <a:pt x="1" y="1921"/>
                  </a:lnTo>
                  <a:cubicBezTo>
                    <a:pt x="1" y="1944"/>
                    <a:pt x="12" y="1956"/>
                    <a:pt x="36" y="1956"/>
                  </a:cubicBezTo>
                  <a:cubicBezTo>
                    <a:pt x="60" y="1956"/>
                    <a:pt x="84" y="1944"/>
                    <a:pt x="84" y="1921"/>
                  </a:cubicBezTo>
                  <a:lnTo>
                    <a:pt x="84" y="1290"/>
                  </a:lnTo>
                  <a:lnTo>
                    <a:pt x="84" y="1278"/>
                  </a:lnTo>
                  <a:cubicBezTo>
                    <a:pt x="74" y="1268"/>
                    <a:pt x="65" y="1251"/>
                    <a:pt x="49" y="1251"/>
                  </a:cubicBezTo>
                  <a:close/>
                  <a:moveTo>
                    <a:pt x="36" y="2492"/>
                  </a:moveTo>
                  <a:cubicBezTo>
                    <a:pt x="12" y="2504"/>
                    <a:pt x="1" y="2516"/>
                    <a:pt x="1" y="2540"/>
                  </a:cubicBezTo>
                  <a:lnTo>
                    <a:pt x="1" y="3171"/>
                  </a:lnTo>
                  <a:cubicBezTo>
                    <a:pt x="1" y="3183"/>
                    <a:pt x="12" y="3206"/>
                    <a:pt x="36" y="3206"/>
                  </a:cubicBezTo>
                  <a:cubicBezTo>
                    <a:pt x="60" y="3206"/>
                    <a:pt x="84" y="3183"/>
                    <a:pt x="84" y="3171"/>
                  </a:cubicBezTo>
                  <a:lnTo>
                    <a:pt x="84" y="2540"/>
                  </a:lnTo>
                  <a:lnTo>
                    <a:pt x="84" y="2528"/>
                  </a:lnTo>
                  <a:cubicBezTo>
                    <a:pt x="72" y="2504"/>
                    <a:pt x="60" y="2492"/>
                    <a:pt x="36" y="2492"/>
                  </a:cubicBezTo>
                  <a:close/>
                  <a:moveTo>
                    <a:pt x="36" y="3742"/>
                  </a:moveTo>
                  <a:cubicBezTo>
                    <a:pt x="12" y="3754"/>
                    <a:pt x="1" y="3766"/>
                    <a:pt x="1" y="3790"/>
                  </a:cubicBezTo>
                  <a:lnTo>
                    <a:pt x="1" y="4421"/>
                  </a:lnTo>
                  <a:cubicBezTo>
                    <a:pt x="1" y="4433"/>
                    <a:pt x="12" y="4457"/>
                    <a:pt x="36" y="4457"/>
                  </a:cubicBezTo>
                  <a:cubicBezTo>
                    <a:pt x="60" y="4457"/>
                    <a:pt x="84" y="4433"/>
                    <a:pt x="84" y="4409"/>
                  </a:cubicBezTo>
                  <a:lnTo>
                    <a:pt x="84" y="3790"/>
                  </a:lnTo>
                  <a:lnTo>
                    <a:pt x="84" y="3778"/>
                  </a:lnTo>
                  <a:cubicBezTo>
                    <a:pt x="72" y="3754"/>
                    <a:pt x="60" y="3742"/>
                    <a:pt x="36" y="3742"/>
                  </a:cubicBezTo>
                  <a:close/>
                  <a:moveTo>
                    <a:pt x="36" y="4992"/>
                  </a:moveTo>
                  <a:cubicBezTo>
                    <a:pt x="12" y="4992"/>
                    <a:pt x="1" y="5016"/>
                    <a:pt x="1" y="5040"/>
                  </a:cubicBezTo>
                  <a:lnTo>
                    <a:pt x="1" y="5659"/>
                  </a:lnTo>
                  <a:cubicBezTo>
                    <a:pt x="1" y="5683"/>
                    <a:pt x="12" y="5707"/>
                    <a:pt x="36" y="5707"/>
                  </a:cubicBezTo>
                  <a:cubicBezTo>
                    <a:pt x="60" y="5707"/>
                    <a:pt x="84" y="5683"/>
                    <a:pt x="84" y="5659"/>
                  </a:cubicBezTo>
                  <a:lnTo>
                    <a:pt x="84" y="5040"/>
                  </a:lnTo>
                  <a:lnTo>
                    <a:pt x="84" y="5028"/>
                  </a:lnTo>
                  <a:cubicBezTo>
                    <a:pt x="72" y="5004"/>
                    <a:pt x="60" y="4992"/>
                    <a:pt x="36" y="4992"/>
                  </a:cubicBezTo>
                  <a:close/>
                  <a:moveTo>
                    <a:pt x="36" y="6243"/>
                  </a:moveTo>
                  <a:cubicBezTo>
                    <a:pt x="12" y="6243"/>
                    <a:pt x="1" y="6266"/>
                    <a:pt x="1" y="6290"/>
                  </a:cubicBezTo>
                  <a:lnTo>
                    <a:pt x="1" y="6909"/>
                  </a:lnTo>
                  <a:cubicBezTo>
                    <a:pt x="1" y="6933"/>
                    <a:pt x="12" y="6957"/>
                    <a:pt x="36" y="6957"/>
                  </a:cubicBezTo>
                  <a:lnTo>
                    <a:pt x="36" y="6945"/>
                  </a:lnTo>
                  <a:cubicBezTo>
                    <a:pt x="60" y="6945"/>
                    <a:pt x="84" y="6933"/>
                    <a:pt x="84" y="6909"/>
                  </a:cubicBezTo>
                  <a:lnTo>
                    <a:pt x="84" y="6290"/>
                  </a:lnTo>
                  <a:lnTo>
                    <a:pt x="84" y="6278"/>
                  </a:lnTo>
                  <a:cubicBezTo>
                    <a:pt x="72" y="6254"/>
                    <a:pt x="60" y="6243"/>
                    <a:pt x="36" y="6243"/>
                  </a:cubicBezTo>
                  <a:close/>
                  <a:moveTo>
                    <a:pt x="36" y="7493"/>
                  </a:moveTo>
                  <a:cubicBezTo>
                    <a:pt x="12" y="7493"/>
                    <a:pt x="1" y="7517"/>
                    <a:pt x="1" y="7540"/>
                  </a:cubicBezTo>
                  <a:lnTo>
                    <a:pt x="1" y="8159"/>
                  </a:lnTo>
                  <a:cubicBezTo>
                    <a:pt x="1" y="8183"/>
                    <a:pt x="12" y="8195"/>
                    <a:pt x="36" y="8195"/>
                  </a:cubicBezTo>
                  <a:cubicBezTo>
                    <a:pt x="60" y="8195"/>
                    <a:pt x="84" y="8183"/>
                    <a:pt x="84" y="8159"/>
                  </a:cubicBezTo>
                  <a:lnTo>
                    <a:pt x="84" y="7540"/>
                  </a:lnTo>
                  <a:lnTo>
                    <a:pt x="84" y="7528"/>
                  </a:lnTo>
                  <a:cubicBezTo>
                    <a:pt x="72" y="7505"/>
                    <a:pt x="60" y="7493"/>
                    <a:pt x="36" y="7493"/>
                  </a:cubicBezTo>
                  <a:close/>
                  <a:moveTo>
                    <a:pt x="49" y="8740"/>
                  </a:moveTo>
                  <a:cubicBezTo>
                    <a:pt x="45" y="8740"/>
                    <a:pt x="41" y="8741"/>
                    <a:pt x="36" y="8743"/>
                  </a:cubicBezTo>
                  <a:cubicBezTo>
                    <a:pt x="12" y="8743"/>
                    <a:pt x="1" y="8767"/>
                    <a:pt x="1" y="8791"/>
                  </a:cubicBezTo>
                  <a:lnTo>
                    <a:pt x="1" y="9410"/>
                  </a:lnTo>
                  <a:cubicBezTo>
                    <a:pt x="1" y="9433"/>
                    <a:pt x="12" y="9445"/>
                    <a:pt x="36" y="9445"/>
                  </a:cubicBezTo>
                  <a:cubicBezTo>
                    <a:pt x="60" y="9445"/>
                    <a:pt x="84" y="9433"/>
                    <a:pt x="84" y="9410"/>
                  </a:cubicBezTo>
                  <a:lnTo>
                    <a:pt x="84" y="8779"/>
                  </a:lnTo>
                  <a:lnTo>
                    <a:pt x="84" y="8767"/>
                  </a:lnTo>
                  <a:cubicBezTo>
                    <a:pt x="74" y="8757"/>
                    <a:pt x="65" y="8740"/>
                    <a:pt x="49" y="8740"/>
                  </a:cubicBezTo>
                  <a:close/>
                  <a:moveTo>
                    <a:pt x="49" y="9990"/>
                  </a:moveTo>
                  <a:cubicBezTo>
                    <a:pt x="45" y="9990"/>
                    <a:pt x="41" y="9991"/>
                    <a:pt x="36" y="9993"/>
                  </a:cubicBezTo>
                  <a:cubicBezTo>
                    <a:pt x="12" y="9993"/>
                    <a:pt x="1" y="10017"/>
                    <a:pt x="1" y="10029"/>
                  </a:cubicBezTo>
                  <a:lnTo>
                    <a:pt x="1" y="10660"/>
                  </a:lnTo>
                  <a:cubicBezTo>
                    <a:pt x="1" y="10684"/>
                    <a:pt x="12" y="10696"/>
                    <a:pt x="36" y="10696"/>
                  </a:cubicBezTo>
                  <a:cubicBezTo>
                    <a:pt x="60" y="10696"/>
                    <a:pt x="84" y="10684"/>
                    <a:pt x="84" y="10660"/>
                  </a:cubicBezTo>
                  <a:lnTo>
                    <a:pt x="84" y="10029"/>
                  </a:lnTo>
                  <a:lnTo>
                    <a:pt x="84" y="10017"/>
                  </a:lnTo>
                  <a:cubicBezTo>
                    <a:pt x="74" y="10007"/>
                    <a:pt x="65" y="9990"/>
                    <a:pt x="49" y="9990"/>
                  </a:cubicBezTo>
                  <a:close/>
                  <a:moveTo>
                    <a:pt x="36" y="11231"/>
                  </a:moveTo>
                  <a:cubicBezTo>
                    <a:pt x="12" y="11243"/>
                    <a:pt x="1" y="11267"/>
                    <a:pt x="1" y="11279"/>
                  </a:cubicBezTo>
                  <a:lnTo>
                    <a:pt x="1" y="11910"/>
                  </a:lnTo>
                  <a:cubicBezTo>
                    <a:pt x="1" y="11934"/>
                    <a:pt x="12" y="11946"/>
                    <a:pt x="36" y="11946"/>
                  </a:cubicBezTo>
                  <a:cubicBezTo>
                    <a:pt x="60" y="11946"/>
                    <a:pt x="84" y="11922"/>
                    <a:pt x="84" y="11910"/>
                  </a:cubicBezTo>
                  <a:lnTo>
                    <a:pt x="84" y="11279"/>
                  </a:lnTo>
                  <a:lnTo>
                    <a:pt x="84" y="11267"/>
                  </a:lnTo>
                  <a:cubicBezTo>
                    <a:pt x="72" y="11243"/>
                    <a:pt x="60" y="11231"/>
                    <a:pt x="36" y="11231"/>
                  </a:cubicBezTo>
                  <a:close/>
                  <a:moveTo>
                    <a:pt x="36" y="12481"/>
                  </a:moveTo>
                  <a:cubicBezTo>
                    <a:pt x="12" y="12493"/>
                    <a:pt x="1" y="12505"/>
                    <a:pt x="1" y="12529"/>
                  </a:cubicBezTo>
                  <a:lnTo>
                    <a:pt x="1" y="13160"/>
                  </a:lnTo>
                  <a:cubicBezTo>
                    <a:pt x="1" y="13172"/>
                    <a:pt x="12" y="13196"/>
                    <a:pt x="36" y="13196"/>
                  </a:cubicBezTo>
                  <a:cubicBezTo>
                    <a:pt x="60" y="13196"/>
                    <a:pt x="84" y="13172"/>
                    <a:pt x="84" y="13160"/>
                  </a:cubicBezTo>
                  <a:lnTo>
                    <a:pt x="84" y="12529"/>
                  </a:lnTo>
                  <a:lnTo>
                    <a:pt x="84" y="12517"/>
                  </a:lnTo>
                  <a:cubicBezTo>
                    <a:pt x="72" y="12493"/>
                    <a:pt x="60" y="12481"/>
                    <a:pt x="36" y="12481"/>
                  </a:cubicBezTo>
                  <a:close/>
                  <a:moveTo>
                    <a:pt x="36" y="13732"/>
                  </a:moveTo>
                  <a:cubicBezTo>
                    <a:pt x="12" y="13744"/>
                    <a:pt x="1" y="13755"/>
                    <a:pt x="1" y="13779"/>
                  </a:cubicBezTo>
                  <a:lnTo>
                    <a:pt x="1" y="14410"/>
                  </a:lnTo>
                  <a:cubicBezTo>
                    <a:pt x="1" y="14422"/>
                    <a:pt x="12" y="14446"/>
                    <a:pt x="36" y="14446"/>
                  </a:cubicBezTo>
                  <a:cubicBezTo>
                    <a:pt x="60" y="14446"/>
                    <a:pt x="84" y="14422"/>
                    <a:pt x="84" y="14398"/>
                  </a:cubicBezTo>
                  <a:lnTo>
                    <a:pt x="84" y="13779"/>
                  </a:lnTo>
                  <a:lnTo>
                    <a:pt x="84" y="13767"/>
                  </a:lnTo>
                  <a:cubicBezTo>
                    <a:pt x="72" y="13744"/>
                    <a:pt x="60" y="13732"/>
                    <a:pt x="36" y="13732"/>
                  </a:cubicBezTo>
                  <a:close/>
                  <a:moveTo>
                    <a:pt x="36" y="14982"/>
                  </a:moveTo>
                  <a:cubicBezTo>
                    <a:pt x="12" y="14982"/>
                    <a:pt x="1" y="15006"/>
                    <a:pt x="1" y="15029"/>
                  </a:cubicBezTo>
                  <a:lnTo>
                    <a:pt x="1" y="15648"/>
                  </a:lnTo>
                  <a:cubicBezTo>
                    <a:pt x="1" y="15672"/>
                    <a:pt x="12" y="15696"/>
                    <a:pt x="36" y="15696"/>
                  </a:cubicBezTo>
                  <a:cubicBezTo>
                    <a:pt x="60" y="15696"/>
                    <a:pt x="84" y="15672"/>
                    <a:pt x="84" y="15648"/>
                  </a:cubicBezTo>
                  <a:lnTo>
                    <a:pt x="84" y="15029"/>
                  </a:lnTo>
                  <a:lnTo>
                    <a:pt x="84" y="15017"/>
                  </a:lnTo>
                  <a:cubicBezTo>
                    <a:pt x="72" y="14994"/>
                    <a:pt x="60" y="14982"/>
                    <a:pt x="36" y="14982"/>
                  </a:cubicBezTo>
                  <a:close/>
                  <a:moveTo>
                    <a:pt x="36" y="16232"/>
                  </a:moveTo>
                  <a:cubicBezTo>
                    <a:pt x="12" y="16232"/>
                    <a:pt x="1" y="16256"/>
                    <a:pt x="1" y="16280"/>
                  </a:cubicBezTo>
                  <a:lnTo>
                    <a:pt x="1" y="16899"/>
                  </a:lnTo>
                  <a:cubicBezTo>
                    <a:pt x="1" y="16922"/>
                    <a:pt x="12" y="16946"/>
                    <a:pt x="36" y="16946"/>
                  </a:cubicBezTo>
                  <a:lnTo>
                    <a:pt x="36" y="16934"/>
                  </a:lnTo>
                  <a:cubicBezTo>
                    <a:pt x="60" y="16934"/>
                    <a:pt x="84" y="16922"/>
                    <a:pt x="84" y="16899"/>
                  </a:cubicBezTo>
                  <a:lnTo>
                    <a:pt x="84" y="16280"/>
                  </a:lnTo>
                  <a:lnTo>
                    <a:pt x="84" y="16268"/>
                  </a:lnTo>
                  <a:cubicBezTo>
                    <a:pt x="72" y="16244"/>
                    <a:pt x="60" y="16232"/>
                    <a:pt x="36" y="16232"/>
                  </a:cubicBezTo>
                  <a:close/>
                  <a:moveTo>
                    <a:pt x="36" y="17482"/>
                  </a:moveTo>
                  <a:cubicBezTo>
                    <a:pt x="12" y="17482"/>
                    <a:pt x="1" y="17506"/>
                    <a:pt x="1" y="17530"/>
                  </a:cubicBezTo>
                  <a:lnTo>
                    <a:pt x="1" y="18149"/>
                  </a:lnTo>
                  <a:cubicBezTo>
                    <a:pt x="1" y="18173"/>
                    <a:pt x="12" y="18185"/>
                    <a:pt x="36" y="18185"/>
                  </a:cubicBezTo>
                  <a:cubicBezTo>
                    <a:pt x="60" y="18185"/>
                    <a:pt x="84" y="18173"/>
                    <a:pt x="84" y="18149"/>
                  </a:cubicBezTo>
                  <a:lnTo>
                    <a:pt x="84" y="17530"/>
                  </a:lnTo>
                  <a:lnTo>
                    <a:pt x="84" y="17518"/>
                  </a:lnTo>
                  <a:cubicBezTo>
                    <a:pt x="72" y="17494"/>
                    <a:pt x="60" y="17482"/>
                    <a:pt x="36" y="17482"/>
                  </a:cubicBezTo>
                  <a:close/>
                  <a:moveTo>
                    <a:pt x="49" y="18729"/>
                  </a:moveTo>
                  <a:cubicBezTo>
                    <a:pt x="45" y="18729"/>
                    <a:pt x="41" y="18730"/>
                    <a:pt x="36" y="18732"/>
                  </a:cubicBezTo>
                  <a:cubicBezTo>
                    <a:pt x="12" y="18732"/>
                    <a:pt x="1" y="18756"/>
                    <a:pt x="1" y="18780"/>
                  </a:cubicBezTo>
                  <a:lnTo>
                    <a:pt x="1" y="19399"/>
                  </a:lnTo>
                  <a:cubicBezTo>
                    <a:pt x="1" y="19423"/>
                    <a:pt x="12" y="19435"/>
                    <a:pt x="36" y="19435"/>
                  </a:cubicBezTo>
                  <a:cubicBezTo>
                    <a:pt x="60" y="19435"/>
                    <a:pt x="84" y="19423"/>
                    <a:pt x="84" y="19399"/>
                  </a:cubicBezTo>
                  <a:lnTo>
                    <a:pt x="84" y="18768"/>
                  </a:lnTo>
                  <a:lnTo>
                    <a:pt x="84" y="18756"/>
                  </a:lnTo>
                  <a:cubicBezTo>
                    <a:pt x="74" y="18746"/>
                    <a:pt x="65" y="18729"/>
                    <a:pt x="49" y="18729"/>
                  </a:cubicBezTo>
                  <a:close/>
                  <a:moveTo>
                    <a:pt x="49" y="19979"/>
                  </a:moveTo>
                  <a:cubicBezTo>
                    <a:pt x="45" y="19979"/>
                    <a:pt x="41" y="19980"/>
                    <a:pt x="36" y="19982"/>
                  </a:cubicBezTo>
                  <a:cubicBezTo>
                    <a:pt x="12" y="19982"/>
                    <a:pt x="1" y="20006"/>
                    <a:pt x="1" y="20018"/>
                  </a:cubicBezTo>
                  <a:lnTo>
                    <a:pt x="1" y="20649"/>
                  </a:lnTo>
                  <a:cubicBezTo>
                    <a:pt x="1" y="20673"/>
                    <a:pt x="12" y="20685"/>
                    <a:pt x="36" y="20685"/>
                  </a:cubicBezTo>
                  <a:cubicBezTo>
                    <a:pt x="60" y="20685"/>
                    <a:pt x="84" y="20673"/>
                    <a:pt x="84" y="20649"/>
                  </a:cubicBezTo>
                  <a:lnTo>
                    <a:pt x="84" y="20018"/>
                  </a:lnTo>
                  <a:lnTo>
                    <a:pt x="84" y="20006"/>
                  </a:lnTo>
                  <a:cubicBezTo>
                    <a:pt x="74" y="19997"/>
                    <a:pt x="65" y="19979"/>
                    <a:pt x="49" y="19979"/>
                  </a:cubicBezTo>
                  <a:close/>
                  <a:moveTo>
                    <a:pt x="36" y="21221"/>
                  </a:moveTo>
                  <a:cubicBezTo>
                    <a:pt x="12" y="21233"/>
                    <a:pt x="1" y="21256"/>
                    <a:pt x="1" y="21268"/>
                  </a:cubicBezTo>
                  <a:lnTo>
                    <a:pt x="1" y="21899"/>
                  </a:lnTo>
                  <a:cubicBezTo>
                    <a:pt x="1" y="21923"/>
                    <a:pt x="12" y="21935"/>
                    <a:pt x="36" y="21935"/>
                  </a:cubicBezTo>
                  <a:cubicBezTo>
                    <a:pt x="60" y="21935"/>
                    <a:pt x="84" y="21911"/>
                    <a:pt x="84" y="21899"/>
                  </a:cubicBezTo>
                  <a:lnTo>
                    <a:pt x="84" y="21268"/>
                  </a:lnTo>
                  <a:lnTo>
                    <a:pt x="84" y="21256"/>
                  </a:lnTo>
                  <a:cubicBezTo>
                    <a:pt x="72" y="21233"/>
                    <a:pt x="60" y="21221"/>
                    <a:pt x="36" y="21221"/>
                  </a:cubicBezTo>
                  <a:close/>
                  <a:moveTo>
                    <a:pt x="36" y="22471"/>
                  </a:moveTo>
                  <a:cubicBezTo>
                    <a:pt x="12" y="22483"/>
                    <a:pt x="1" y="22495"/>
                    <a:pt x="1" y="22518"/>
                  </a:cubicBezTo>
                  <a:lnTo>
                    <a:pt x="1" y="23149"/>
                  </a:lnTo>
                  <a:cubicBezTo>
                    <a:pt x="1" y="23161"/>
                    <a:pt x="12" y="23185"/>
                    <a:pt x="36" y="23185"/>
                  </a:cubicBezTo>
                  <a:cubicBezTo>
                    <a:pt x="60" y="23185"/>
                    <a:pt x="84" y="23161"/>
                    <a:pt x="84" y="23149"/>
                  </a:cubicBezTo>
                  <a:lnTo>
                    <a:pt x="84" y="22518"/>
                  </a:lnTo>
                  <a:lnTo>
                    <a:pt x="84" y="22506"/>
                  </a:lnTo>
                  <a:cubicBezTo>
                    <a:pt x="72" y="22483"/>
                    <a:pt x="60" y="22471"/>
                    <a:pt x="36" y="22471"/>
                  </a:cubicBezTo>
                  <a:close/>
                  <a:moveTo>
                    <a:pt x="36" y="23721"/>
                  </a:moveTo>
                  <a:cubicBezTo>
                    <a:pt x="12" y="23733"/>
                    <a:pt x="1" y="23745"/>
                    <a:pt x="1" y="23769"/>
                  </a:cubicBezTo>
                  <a:lnTo>
                    <a:pt x="1" y="24400"/>
                  </a:lnTo>
                  <a:cubicBezTo>
                    <a:pt x="1" y="24411"/>
                    <a:pt x="12" y="24435"/>
                    <a:pt x="36" y="24435"/>
                  </a:cubicBezTo>
                  <a:cubicBezTo>
                    <a:pt x="60" y="24435"/>
                    <a:pt x="84" y="24411"/>
                    <a:pt x="84" y="24388"/>
                  </a:cubicBezTo>
                  <a:lnTo>
                    <a:pt x="84" y="23769"/>
                  </a:lnTo>
                  <a:lnTo>
                    <a:pt x="84" y="23757"/>
                  </a:lnTo>
                  <a:cubicBezTo>
                    <a:pt x="72" y="23733"/>
                    <a:pt x="60" y="23721"/>
                    <a:pt x="36" y="23721"/>
                  </a:cubicBezTo>
                  <a:close/>
                  <a:moveTo>
                    <a:pt x="36" y="24971"/>
                  </a:moveTo>
                  <a:cubicBezTo>
                    <a:pt x="12" y="24971"/>
                    <a:pt x="1" y="24995"/>
                    <a:pt x="1" y="25019"/>
                  </a:cubicBezTo>
                  <a:lnTo>
                    <a:pt x="1" y="25638"/>
                  </a:lnTo>
                  <a:cubicBezTo>
                    <a:pt x="1" y="25662"/>
                    <a:pt x="12" y="25685"/>
                    <a:pt x="36" y="25685"/>
                  </a:cubicBezTo>
                  <a:cubicBezTo>
                    <a:pt x="60" y="25685"/>
                    <a:pt x="84" y="25662"/>
                    <a:pt x="84" y="25638"/>
                  </a:cubicBezTo>
                  <a:lnTo>
                    <a:pt x="84" y="25019"/>
                  </a:lnTo>
                  <a:lnTo>
                    <a:pt x="84" y="25007"/>
                  </a:lnTo>
                  <a:cubicBezTo>
                    <a:pt x="72" y="24983"/>
                    <a:pt x="60" y="24971"/>
                    <a:pt x="36" y="24971"/>
                  </a:cubicBezTo>
                  <a:close/>
                  <a:moveTo>
                    <a:pt x="36" y="26221"/>
                  </a:moveTo>
                  <a:cubicBezTo>
                    <a:pt x="12" y="26221"/>
                    <a:pt x="1" y="26245"/>
                    <a:pt x="1" y="26269"/>
                  </a:cubicBezTo>
                  <a:lnTo>
                    <a:pt x="1" y="26888"/>
                  </a:lnTo>
                  <a:cubicBezTo>
                    <a:pt x="1" y="26912"/>
                    <a:pt x="12" y="26936"/>
                    <a:pt x="36" y="26936"/>
                  </a:cubicBezTo>
                  <a:lnTo>
                    <a:pt x="36" y="26924"/>
                  </a:lnTo>
                  <a:cubicBezTo>
                    <a:pt x="60" y="26924"/>
                    <a:pt x="84" y="26912"/>
                    <a:pt x="84" y="26888"/>
                  </a:cubicBezTo>
                  <a:lnTo>
                    <a:pt x="84" y="26269"/>
                  </a:lnTo>
                  <a:lnTo>
                    <a:pt x="84" y="26257"/>
                  </a:lnTo>
                  <a:cubicBezTo>
                    <a:pt x="72" y="26233"/>
                    <a:pt x="60" y="26221"/>
                    <a:pt x="36" y="26221"/>
                  </a:cubicBezTo>
                  <a:close/>
                  <a:moveTo>
                    <a:pt x="36" y="27471"/>
                  </a:moveTo>
                  <a:cubicBezTo>
                    <a:pt x="12" y="27471"/>
                    <a:pt x="1" y="27495"/>
                    <a:pt x="1" y="27519"/>
                  </a:cubicBezTo>
                  <a:lnTo>
                    <a:pt x="1" y="28138"/>
                  </a:lnTo>
                  <a:cubicBezTo>
                    <a:pt x="1" y="28162"/>
                    <a:pt x="12" y="28174"/>
                    <a:pt x="36" y="28174"/>
                  </a:cubicBezTo>
                  <a:cubicBezTo>
                    <a:pt x="60" y="28174"/>
                    <a:pt x="84" y="28162"/>
                    <a:pt x="84" y="28138"/>
                  </a:cubicBezTo>
                  <a:lnTo>
                    <a:pt x="84" y="27519"/>
                  </a:lnTo>
                  <a:lnTo>
                    <a:pt x="84" y="27507"/>
                  </a:lnTo>
                  <a:cubicBezTo>
                    <a:pt x="72" y="27483"/>
                    <a:pt x="60" y="27471"/>
                    <a:pt x="36" y="27471"/>
                  </a:cubicBezTo>
                  <a:close/>
                  <a:moveTo>
                    <a:pt x="49" y="28718"/>
                  </a:moveTo>
                  <a:cubicBezTo>
                    <a:pt x="45" y="28718"/>
                    <a:pt x="41" y="28719"/>
                    <a:pt x="36" y="28722"/>
                  </a:cubicBezTo>
                  <a:cubicBezTo>
                    <a:pt x="12" y="28722"/>
                    <a:pt x="1" y="28745"/>
                    <a:pt x="1" y="28769"/>
                  </a:cubicBezTo>
                  <a:lnTo>
                    <a:pt x="1" y="29388"/>
                  </a:lnTo>
                  <a:cubicBezTo>
                    <a:pt x="1" y="29412"/>
                    <a:pt x="12" y="29424"/>
                    <a:pt x="36" y="29424"/>
                  </a:cubicBezTo>
                  <a:cubicBezTo>
                    <a:pt x="60" y="29424"/>
                    <a:pt x="84" y="29412"/>
                    <a:pt x="84" y="29388"/>
                  </a:cubicBezTo>
                  <a:lnTo>
                    <a:pt x="84" y="28757"/>
                  </a:lnTo>
                  <a:lnTo>
                    <a:pt x="84" y="28745"/>
                  </a:lnTo>
                  <a:cubicBezTo>
                    <a:pt x="74" y="28736"/>
                    <a:pt x="65" y="28718"/>
                    <a:pt x="49" y="28718"/>
                  </a:cubicBezTo>
                  <a:close/>
                  <a:moveTo>
                    <a:pt x="49" y="29968"/>
                  </a:moveTo>
                  <a:cubicBezTo>
                    <a:pt x="45" y="29968"/>
                    <a:pt x="41" y="29969"/>
                    <a:pt x="36" y="29972"/>
                  </a:cubicBezTo>
                  <a:cubicBezTo>
                    <a:pt x="12" y="29972"/>
                    <a:pt x="1" y="29996"/>
                    <a:pt x="1" y="30007"/>
                  </a:cubicBezTo>
                  <a:lnTo>
                    <a:pt x="1" y="30638"/>
                  </a:lnTo>
                  <a:cubicBezTo>
                    <a:pt x="1" y="30662"/>
                    <a:pt x="12" y="30674"/>
                    <a:pt x="36" y="30674"/>
                  </a:cubicBezTo>
                  <a:cubicBezTo>
                    <a:pt x="60" y="30674"/>
                    <a:pt x="84" y="30662"/>
                    <a:pt x="84" y="30638"/>
                  </a:cubicBezTo>
                  <a:lnTo>
                    <a:pt x="84" y="30007"/>
                  </a:lnTo>
                  <a:lnTo>
                    <a:pt x="84" y="29996"/>
                  </a:lnTo>
                  <a:cubicBezTo>
                    <a:pt x="74" y="29986"/>
                    <a:pt x="65" y="29968"/>
                    <a:pt x="49" y="29968"/>
                  </a:cubicBezTo>
                  <a:close/>
                  <a:moveTo>
                    <a:pt x="36" y="31210"/>
                  </a:moveTo>
                  <a:cubicBezTo>
                    <a:pt x="12" y="31222"/>
                    <a:pt x="1" y="31246"/>
                    <a:pt x="1" y="31258"/>
                  </a:cubicBezTo>
                  <a:lnTo>
                    <a:pt x="1" y="31889"/>
                  </a:lnTo>
                  <a:cubicBezTo>
                    <a:pt x="1" y="31912"/>
                    <a:pt x="12" y="31924"/>
                    <a:pt x="36" y="31924"/>
                  </a:cubicBezTo>
                  <a:cubicBezTo>
                    <a:pt x="60" y="31924"/>
                    <a:pt x="84" y="31900"/>
                    <a:pt x="84" y="31889"/>
                  </a:cubicBezTo>
                  <a:lnTo>
                    <a:pt x="84" y="31258"/>
                  </a:lnTo>
                  <a:lnTo>
                    <a:pt x="84" y="31246"/>
                  </a:lnTo>
                  <a:cubicBezTo>
                    <a:pt x="72" y="31222"/>
                    <a:pt x="60" y="31210"/>
                    <a:pt x="36" y="31210"/>
                  </a:cubicBezTo>
                  <a:close/>
                  <a:moveTo>
                    <a:pt x="36" y="32460"/>
                  </a:moveTo>
                  <a:cubicBezTo>
                    <a:pt x="12" y="32472"/>
                    <a:pt x="1" y="32484"/>
                    <a:pt x="1" y="32508"/>
                  </a:cubicBezTo>
                  <a:lnTo>
                    <a:pt x="1" y="33139"/>
                  </a:lnTo>
                  <a:cubicBezTo>
                    <a:pt x="1" y="33151"/>
                    <a:pt x="12" y="33174"/>
                    <a:pt x="36" y="33174"/>
                  </a:cubicBezTo>
                  <a:cubicBezTo>
                    <a:pt x="60" y="33174"/>
                    <a:pt x="84" y="33151"/>
                    <a:pt x="84" y="33139"/>
                  </a:cubicBezTo>
                  <a:lnTo>
                    <a:pt x="84" y="32508"/>
                  </a:lnTo>
                  <a:lnTo>
                    <a:pt x="84" y="32496"/>
                  </a:lnTo>
                  <a:cubicBezTo>
                    <a:pt x="72" y="32472"/>
                    <a:pt x="60" y="32460"/>
                    <a:pt x="36" y="32460"/>
                  </a:cubicBezTo>
                  <a:close/>
                  <a:moveTo>
                    <a:pt x="36" y="33710"/>
                  </a:moveTo>
                  <a:cubicBezTo>
                    <a:pt x="12" y="33722"/>
                    <a:pt x="1" y="33734"/>
                    <a:pt x="1" y="33758"/>
                  </a:cubicBezTo>
                  <a:lnTo>
                    <a:pt x="1" y="34389"/>
                  </a:lnTo>
                  <a:cubicBezTo>
                    <a:pt x="1" y="34401"/>
                    <a:pt x="12" y="34425"/>
                    <a:pt x="36" y="34425"/>
                  </a:cubicBezTo>
                  <a:cubicBezTo>
                    <a:pt x="60" y="34425"/>
                    <a:pt x="84" y="34401"/>
                    <a:pt x="84" y="34377"/>
                  </a:cubicBezTo>
                  <a:lnTo>
                    <a:pt x="84" y="33758"/>
                  </a:lnTo>
                  <a:lnTo>
                    <a:pt x="84" y="33746"/>
                  </a:lnTo>
                  <a:cubicBezTo>
                    <a:pt x="72" y="33722"/>
                    <a:pt x="60" y="33710"/>
                    <a:pt x="36" y="33710"/>
                  </a:cubicBezTo>
                  <a:close/>
                  <a:moveTo>
                    <a:pt x="36" y="34960"/>
                  </a:moveTo>
                  <a:cubicBezTo>
                    <a:pt x="12" y="34960"/>
                    <a:pt x="1" y="34984"/>
                    <a:pt x="1" y="35008"/>
                  </a:cubicBezTo>
                  <a:lnTo>
                    <a:pt x="1" y="35627"/>
                  </a:lnTo>
                  <a:cubicBezTo>
                    <a:pt x="1" y="35651"/>
                    <a:pt x="12" y="35675"/>
                    <a:pt x="36" y="35675"/>
                  </a:cubicBezTo>
                  <a:cubicBezTo>
                    <a:pt x="60" y="35675"/>
                    <a:pt x="84" y="35651"/>
                    <a:pt x="84" y="35627"/>
                  </a:cubicBezTo>
                  <a:lnTo>
                    <a:pt x="84" y="35008"/>
                  </a:lnTo>
                  <a:lnTo>
                    <a:pt x="84" y="34996"/>
                  </a:lnTo>
                  <a:cubicBezTo>
                    <a:pt x="72" y="34972"/>
                    <a:pt x="60" y="34960"/>
                    <a:pt x="36" y="34960"/>
                  </a:cubicBezTo>
                  <a:close/>
                  <a:moveTo>
                    <a:pt x="36" y="36211"/>
                  </a:moveTo>
                  <a:cubicBezTo>
                    <a:pt x="12" y="36211"/>
                    <a:pt x="1" y="36234"/>
                    <a:pt x="1" y="36258"/>
                  </a:cubicBezTo>
                  <a:lnTo>
                    <a:pt x="1" y="36877"/>
                  </a:lnTo>
                  <a:cubicBezTo>
                    <a:pt x="1" y="36901"/>
                    <a:pt x="12" y="36925"/>
                    <a:pt x="36" y="36925"/>
                  </a:cubicBezTo>
                  <a:lnTo>
                    <a:pt x="36" y="36913"/>
                  </a:lnTo>
                  <a:cubicBezTo>
                    <a:pt x="60" y="36913"/>
                    <a:pt x="84" y="36901"/>
                    <a:pt x="84" y="36877"/>
                  </a:cubicBezTo>
                  <a:lnTo>
                    <a:pt x="84" y="36258"/>
                  </a:lnTo>
                  <a:lnTo>
                    <a:pt x="84" y="36246"/>
                  </a:lnTo>
                  <a:cubicBezTo>
                    <a:pt x="72" y="36222"/>
                    <a:pt x="60" y="36211"/>
                    <a:pt x="36" y="36211"/>
                  </a:cubicBezTo>
                  <a:close/>
                  <a:moveTo>
                    <a:pt x="36" y="37461"/>
                  </a:moveTo>
                  <a:cubicBezTo>
                    <a:pt x="12" y="37461"/>
                    <a:pt x="1" y="37485"/>
                    <a:pt x="1" y="37508"/>
                  </a:cubicBezTo>
                  <a:lnTo>
                    <a:pt x="1" y="38127"/>
                  </a:lnTo>
                  <a:cubicBezTo>
                    <a:pt x="1" y="38151"/>
                    <a:pt x="12" y="38163"/>
                    <a:pt x="36" y="38163"/>
                  </a:cubicBezTo>
                  <a:cubicBezTo>
                    <a:pt x="60" y="38163"/>
                    <a:pt x="84" y="38151"/>
                    <a:pt x="84" y="38127"/>
                  </a:cubicBezTo>
                  <a:lnTo>
                    <a:pt x="84" y="37508"/>
                  </a:lnTo>
                  <a:lnTo>
                    <a:pt x="84" y="37496"/>
                  </a:lnTo>
                  <a:cubicBezTo>
                    <a:pt x="72" y="37473"/>
                    <a:pt x="60" y="37461"/>
                    <a:pt x="36" y="37461"/>
                  </a:cubicBezTo>
                  <a:close/>
                  <a:moveTo>
                    <a:pt x="49" y="38708"/>
                  </a:moveTo>
                  <a:cubicBezTo>
                    <a:pt x="45" y="38708"/>
                    <a:pt x="41" y="38709"/>
                    <a:pt x="36" y="38711"/>
                  </a:cubicBezTo>
                  <a:cubicBezTo>
                    <a:pt x="12" y="38711"/>
                    <a:pt x="1" y="38735"/>
                    <a:pt x="1" y="38758"/>
                  </a:cubicBezTo>
                  <a:lnTo>
                    <a:pt x="1" y="39378"/>
                  </a:lnTo>
                  <a:cubicBezTo>
                    <a:pt x="1" y="39401"/>
                    <a:pt x="12" y="39413"/>
                    <a:pt x="36" y="39413"/>
                  </a:cubicBezTo>
                  <a:cubicBezTo>
                    <a:pt x="60" y="39413"/>
                    <a:pt x="84" y="39401"/>
                    <a:pt x="84" y="39378"/>
                  </a:cubicBezTo>
                  <a:lnTo>
                    <a:pt x="84" y="38747"/>
                  </a:lnTo>
                  <a:lnTo>
                    <a:pt x="84" y="38735"/>
                  </a:lnTo>
                  <a:cubicBezTo>
                    <a:pt x="74" y="38725"/>
                    <a:pt x="65" y="38708"/>
                    <a:pt x="49" y="38708"/>
                  </a:cubicBezTo>
                  <a:close/>
                  <a:moveTo>
                    <a:pt x="36" y="39961"/>
                  </a:moveTo>
                  <a:cubicBezTo>
                    <a:pt x="12" y="39961"/>
                    <a:pt x="1" y="39985"/>
                    <a:pt x="1" y="40009"/>
                  </a:cubicBezTo>
                  <a:lnTo>
                    <a:pt x="1" y="40021"/>
                  </a:lnTo>
                  <a:cubicBezTo>
                    <a:pt x="1" y="40044"/>
                    <a:pt x="12" y="40056"/>
                    <a:pt x="36" y="40056"/>
                  </a:cubicBezTo>
                  <a:cubicBezTo>
                    <a:pt x="60" y="40056"/>
                    <a:pt x="84" y="40032"/>
                    <a:pt x="84" y="40021"/>
                  </a:cubicBezTo>
                  <a:lnTo>
                    <a:pt x="84" y="40009"/>
                  </a:lnTo>
                  <a:lnTo>
                    <a:pt x="84" y="39997"/>
                  </a:lnTo>
                  <a:cubicBezTo>
                    <a:pt x="72" y="39973"/>
                    <a:pt x="60" y="39961"/>
                    <a:pt x="36" y="39961"/>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7"/>
            <p:cNvSpPr/>
            <p:nvPr/>
          </p:nvSpPr>
          <p:spPr>
            <a:xfrm>
              <a:off x="1116074" y="1230665"/>
              <a:ext cx="6552" cy="3087362"/>
            </a:xfrm>
            <a:custGeom>
              <a:rect b="b" l="l" r="r" t="t"/>
              <a:pathLst>
                <a:path extrusionOk="0" h="40054" w="85">
                  <a:moveTo>
                    <a:pt x="37" y="1"/>
                  </a:moveTo>
                  <a:cubicBezTo>
                    <a:pt x="13" y="1"/>
                    <a:pt x="1" y="25"/>
                    <a:pt x="1" y="48"/>
                  </a:cubicBezTo>
                  <a:lnTo>
                    <a:pt x="1" y="60"/>
                  </a:lnTo>
                  <a:cubicBezTo>
                    <a:pt x="1" y="84"/>
                    <a:pt x="25" y="96"/>
                    <a:pt x="49" y="96"/>
                  </a:cubicBezTo>
                  <a:cubicBezTo>
                    <a:pt x="72" y="96"/>
                    <a:pt x="84" y="72"/>
                    <a:pt x="84" y="60"/>
                  </a:cubicBezTo>
                  <a:lnTo>
                    <a:pt x="84" y="48"/>
                  </a:lnTo>
                  <a:lnTo>
                    <a:pt x="84" y="36"/>
                  </a:lnTo>
                  <a:cubicBezTo>
                    <a:pt x="84" y="13"/>
                    <a:pt x="60" y="1"/>
                    <a:pt x="37" y="1"/>
                  </a:cubicBezTo>
                  <a:close/>
                  <a:moveTo>
                    <a:pt x="49" y="644"/>
                  </a:moveTo>
                  <a:cubicBezTo>
                    <a:pt x="25" y="644"/>
                    <a:pt x="13" y="656"/>
                    <a:pt x="1" y="679"/>
                  </a:cubicBezTo>
                  <a:lnTo>
                    <a:pt x="1" y="1310"/>
                  </a:lnTo>
                  <a:cubicBezTo>
                    <a:pt x="1" y="1322"/>
                    <a:pt x="25" y="1346"/>
                    <a:pt x="49" y="1346"/>
                  </a:cubicBezTo>
                  <a:cubicBezTo>
                    <a:pt x="72" y="1346"/>
                    <a:pt x="84" y="1322"/>
                    <a:pt x="84" y="1310"/>
                  </a:cubicBezTo>
                  <a:lnTo>
                    <a:pt x="84" y="679"/>
                  </a:lnTo>
                  <a:cubicBezTo>
                    <a:pt x="84" y="667"/>
                    <a:pt x="72" y="656"/>
                    <a:pt x="49" y="644"/>
                  </a:cubicBezTo>
                  <a:close/>
                  <a:moveTo>
                    <a:pt x="49" y="1894"/>
                  </a:moveTo>
                  <a:cubicBezTo>
                    <a:pt x="25" y="1894"/>
                    <a:pt x="13" y="1906"/>
                    <a:pt x="1" y="1930"/>
                  </a:cubicBezTo>
                  <a:lnTo>
                    <a:pt x="1" y="2549"/>
                  </a:lnTo>
                  <a:cubicBezTo>
                    <a:pt x="1" y="2572"/>
                    <a:pt x="25" y="2596"/>
                    <a:pt x="49" y="2596"/>
                  </a:cubicBezTo>
                  <a:cubicBezTo>
                    <a:pt x="72" y="2596"/>
                    <a:pt x="84" y="2572"/>
                    <a:pt x="84" y="2549"/>
                  </a:cubicBezTo>
                  <a:lnTo>
                    <a:pt x="84" y="1930"/>
                  </a:lnTo>
                  <a:cubicBezTo>
                    <a:pt x="84" y="1918"/>
                    <a:pt x="72" y="1894"/>
                    <a:pt x="49" y="1894"/>
                  </a:cubicBezTo>
                  <a:close/>
                  <a:moveTo>
                    <a:pt x="49" y="3144"/>
                  </a:moveTo>
                  <a:cubicBezTo>
                    <a:pt x="25" y="3144"/>
                    <a:pt x="13" y="3156"/>
                    <a:pt x="1" y="3180"/>
                  </a:cubicBezTo>
                  <a:lnTo>
                    <a:pt x="1" y="3799"/>
                  </a:lnTo>
                  <a:cubicBezTo>
                    <a:pt x="1" y="3823"/>
                    <a:pt x="25" y="3846"/>
                    <a:pt x="49" y="3846"/>
                  </a:cubicBezTo>
                  <a:cubicBezTo>
                    <a:pt x="72" y="3846"/>
                    <a:pt x="84" y="3823"/>
                    <a:pt x="84" y="3799"/>
                  </a:cubicBezTo>
                  <a:lnTo>
                    <a:pt x="84" y="3180"/>
                  </a:lnTo>
                  <a:cubicBezTo>
                    <a:pt x="84" y="3156"/>
                    <a:pt x="72" y="3144"/>
                    <a:pt x="49" y="3144"/>
                  </a:cubicBezTo>
                  <a:close/>
                  <a:moveTo>
                    <a:pt x="49" y="4394"/>
                  </a:moveTo>
                  <a:cubicBezTo>
                    <a:pt x="25" y="4394"/>
                    <a:pt x="13" y="4406"/>
                    <a:pt x="1" y="4430"/>
                  </a:cubicBezTo>
                  <a:lnTo>
                    <a:pt x="1" y="5049"/>
                  </a:lnTo>
                  <a:cubicBezTo>
                    <a:pt x="1" y="5073"/>
                    <a:pt x="25" y="5097"/>
                    <a:pt x="49" y="5097"/>
                  </a:cubicBezTo>
                  <a:cubicBezTo>
                    <a:pt x="72" y="5097"/>
                    <a:pt x="84" y="5073"/>
                    <a:pt x="84" y="5049"/>
                  </a:cubicBezTo>
                  <a:lnTo>
                    <a:pt x="84" y="4430"/>
                  </a:lnTo>
                  <a:cubicBezTo>
                    <a:pt x="84" y="4406"/>
                    <a:pt x="72" y="4394"/>
                    <a:pt x="49" y="4394"/>
                  </a:cubicBezTo>
                  <a:close/>
                  <a:moveTo>
                    <a:pt x="49" y="5644"/>
                  </a:moveTo>
                  <a:cubicBezTo>
                    <a:pt x="25" y="5644"/>
                    <a:pt x="13" y="5656"/>
                    <a:pt x="1" y="5680"/>
                  </a:cubicBezTo>
                  <a:lnTo>
                    <a:pt x="1" y="6299"/>
                  </a:lnTo>
                  <a:cubicBezTo>
                    <a:pt x="1" y="6323"/>
                    <a:pt x="25" y="6335"/>
                    <a:pt x="49" y="6335"/>
                  </a:cubicBezTo>
                  <a:cubicBezTo>
                    <a:pt x="72" y="6335"/>
                    <a:pt x="84" y="6323"/>
                    <a:pt x="84" y="6299"/>
                  </a:cubicBezTo>
                  <a:lnTo>
                    <a:pt x="84" y="5680"/>
                  </a:lnTo>
                  <a:cubicBezTo>
                    <a:pt x="84" y="5656"/>
                    <a:pt x="72" y="5644"/>
                    <a:pt x="49" y="5644"/>
                  </a:cubicBezTo>
                  <a:close/>
                  <a:moveTo>
                    <a:pt x="36" y="6891"/>
                  </a:moveTo>
                  <a:cubicBezTo>
                    <a:pt x="20" y="6891"/>
                    <a:pt x="11" y="6909"/>
                    <a:pt x="1" y="6918"/>
                  </a:cubicBezTo>
                  <a:lnTo>
                    <a:pt x="1" y="7549"/>
                  </a:lnTo>
                  <a:cubicBezTo>
                    <a:pt x="1" y="7573"/>
                    <a:pt x="25" y="7585"/>
                    <a:pt x="49" y="7585"/>
                  </a:cubicBezTo>
                  <a:cubicBezTo>
                    <a:pt x="72" y="7585"/>
                    <a:pt x="84" y="7573"/>
                    <a:pt x="84" y="7549"/>
                  </a:cubicBezTo>
                  <a:lnTo>
                    <a:pt x="84" y="6918"/>
                  </a:lnTo>
                  <a:cubicBezTo>
                    <a:pt x="84" y="6906"/>
                    <a:pt x="72" y="6894"/>
                    <a:pt x="49" y="6894"/>
                  </a:cubicBezTo>
                  <a:cubicBezTo>
                    <a:pt x="44" y="6892"/>
                    <a:pt x="40" y="6891"/>
                    <a:pt x="36" y="6891"/>
                  </a:cubicBezTo>
                  <a:close/>
                  <a:moveTo>
                    <a:pt x="36" y="8141"/>
                  </a:moveTo>
                  <a:cubicBezTo>
                    <a:pt x="20" y="8141"/>
                    <a:pt x="11" y="8159"/>
                    <a:pt x="1" y="8168"/>
                  </a:cubicBezTo>
                  <a:lnTo>
                    <a:pt x="1" y="8799"/>
                  </a:lnTo>
                  <a:cubicBezTo>
                    <a:pt x="1" y="8823"/>
                    <a:pt x="25" y="8835"/>
                    <a:pt x="49" y="8835"/>
                  </a:cubicBezTo>
                  <a:cubicBezTo>
                    <a:pt x="72" y="8835"/>
                    <a:pt x="84" y="8823"/>
                    <a:pt x="84" y="8799"/>
                  </a:cubicBezTo>
                  <a:lnTo>
                    <a:pt x="84" y="8168"/>
                  </a:lnTo>
                  <a:cubicBezTo>
                    <a:pt x="84" y="8156"/>
                    <a:pt x="72" y="8145"/>
                    <a:pt x="49" y="8145"/>
                  </a:cubicBezTo>
                  <a:cubicBezTo>
                    <a:pt x="44" y="8142"/>
                    <a:pt x="40" y="8141"/>
                    <a:pt x="36" y="8141"/>
                  </a:cubicBezTo>
                  <a:close/>
                  <a:moveTo>
                    <a:pt x="49" y="9383"/>
                  </a:moveTo>
                  <a:cubicBezTo>
                    <a:pt x="25" y="9383"/>
                    <a:pt x="13" y="9395"/>
                    <a:pt x="1" y="9419"/>
                  </a:cubicBezTo>
                  <a:lnTo>
                    <a:pt x="1" y="10050"/>
                  </a:lnTo>
                  <a:cubicBezTo>
                    <a:pt x="1" y="10073"/>
                    <a:pt x="25" y="10085"/>
                    <a:pt x="49" y="10085"/>
                  </a:cubicBezTo>
                  <a:cubicBezTo>
                    <a:pt x="72" y="10085"/>
                    <a:pt x="84" y="10073"/>
                    <a:pt x="84" y="10050"/>
                  </a:cubicBezTo>
                  <a:lnTo>
                    <a:pt x="84" y="9419"/>
                  </a:lnTo>
                  <a:cubicBezTo>
                    <a:pt x="84" y="9407"/>
                    <a:pt x="72" y="9395"/>
                    <a:pt x="49" y="9383"/>
                  </a:cubicBezTo>
                  <a:close/>
                  <a:moveTo>
                    <a:pt x="49" y="10633"/>
                  </a:moveTo>
                  <a:cubicBezTo>
                    <a:pt x="25" y="10633"/>
                    <a:pt x="13" y="10645"/>
                    <a:pt x="1" y="10669"/>
                  </a:cubicBezTo>
                  <a:lnTo>
                    <a:pt x="1" y="11300"/>
                  </a:lnTo>
                  <a:cubicBezTo>
                    <a:pt x="1" y="11312"/>
                    <a:pt x="25" y="11335"/>
                    <a:pt x="49" y="11335"/>
                  </a:cubicBezTo>
                  <a:cubicBezTo>
                    <a:pt x="72" y="11335"/>
                    <a:pt x="84" y="11312"/>
                    <a:pt x="84" y="11300"/>
                  </a:cubicBezTo>
                  <a:lnTo>
                    <a:pt x="84" y="10669"/>
                  </a:lnTo>
                  <a:cubicBezTo>
                    <a:pt x="84" y="10657"/>
                    <a:pt x="72" y="10645"/>
                    <a:pt x="49" y="10633"/>
                  </a:cubicBezTo>
                  <a:close/>
                  <a:moveTo>
                    <a:pt x="49" y="11883"/>
                  </a:moveTo>
                  <a:cubicBezTo>
                    <a:pt x="25" y="11883"/>
                    <a:pt x="13" y="11895"/>
                    <a:pt x="1" y="11919"/>
                  </a:cubicBezTo>
                  <a:lnTo>
                    <a:pt x="1" y="12538"/>
                  </a:lnTo>
                  <a:cubicBezTo>
                    <a:pt x="1" y="12562"/>
                    <a:pt x="25" y="12586"/>
                    <a:pt x="49" y="12586"/>
                  </a:cubicBezTo>
                  <a:cubicBezTo>
                    <a:pt x="72" y="12586"/>
                    <a:pt x="84" y="12562"/>
                    <a:pt x="84" y="12538"/>
                  </a:cubicBezTo>
                  <a:lnTo>
                    <a:pt x="84" y="11919"/>
                  </a:lnTo>
                  <a:cubicBezTo>
                    <a:pt x="84" y="11907"/>
                    <a:pt x="72" y="11883"/>
                    <a:pt x="49" y="11883"/>
                  </a:cubicBezTo>
                  <a:close/>
                  <a:moveTo>
                    <a:pt x="49" y="13133"/>
                  </a:moveTo>
                  <a:cubicBezTo>
                    <a:pt x="25" y="13133"/>
                    <a:pt x="13" y="13145"/>
                    <a:pt x="1" y="13169"/>
                  </a:cubicBezTo>
                  <a:lnTo>
                    <a:pt x="1" y="13788"/>
                  </a:lnTo>
                  <a:cubicBezTo>
                    <a:pt x="1" y="13812"/>
                    <a:pt x="25" y="13836"/>
                    <a:pt x="49" y="13836"/>
                  </a:cubicBezTo>
                  <a:cubicBezTo>
                    <a:pt x="72" y="13836"/>
                    <a:pt x="84" y="13812"/>
                    <a:pt x="84" y="13788"/>
                  </a:cubicBezTo>
                  <a:lnTo>
                    <a:pt x="84" y="13169"/>
                  </a:lnTo>
                  <a:cubicBezTo>
                    <a:pt x="84" y="13145"/>
                    <a:pt x="72" y="13133"/>
                    <a:pt x="49" y="13133"/>
                  </a:cubicBezTo>
                  <a:close/>
                  <a:moveTo>
                    <a:pt x="49" y="14383"/>
                  </a:moveTo>
                  <a:cubicBezTo>
                    <a:pt x="25" y="14383"/>
                    <a:pt x="13" y="14395"/>
                    <a:pt x="1" y="14419"/>
                  </a:cubicBezTo>
                  <a:lnTo>
                    <a:pt x="1" y="15038"/>
                  </a:lnTo>
                  <a:cubicBezTo>
                    <a:pt x="1" y="15062"/>
                    <a:pt x="25" y="15086"/>
                    <a:pt x="49" y="15086"/>
                  </a:cubicBezTo>
                  <a:cubicBezTo>
                    <a:pt x="72" y="15086"/>
                    <a:pt x="84" y="15062"/>
                    <a:pt x="84" y="15038"/>
                  </a:cubicBezTo>
                  <a:lnTo>
                    <a:pt x="84" y="14419"/>
                  </a:lnTo>
                  <a:cubicBezTo>
                    <a:pt x="84" y="14395"/>
                    <a:pt x="72" y="14383"/>
                    <a:pt x="49" y="14383"/>
                  </a:cubicBezTo>
                  <a:close/>
                  <a:moveTo>
                    <a:pt x="49" y="15634"/>
                  </a:moveTo>
                  <a:cubicBezTo>
                    <a:pt x="25" y="15634"/>
                    <a:pt x="13" y="15645"/>
                    <a:pt x="1" y="15669"/>
                  </a:cubicBezTo>
                  <a:lnTo>
                    <a:pt x="1" y="16288"/>
                  </a:lnTo>
                  <a:cubicBezTo>
                    <a:pt x="1" y="16312"/>
                    <a:pt x="25" y="16324"/>
                    <a:pt x="49" y="16324"/>
                  </a:cubicBezTo>
                  <a:cubicBezTo>
                    <a:pt x="72" y="16324"/>
                    <a:pt x="84" y="16312"/>
                    <a:pt x="84" y="16288"/>
                  </a:cubicBezTo>
                  <a:lnTo>
                    <a:pt x="84" y="15669"/>
                  </a:lnTo>
                  <a:cubicBezTo>
                    <a:pt x="84" y="15645"/>
                    <a:pt x="72" y="15634"/>
                    <a:pt x="49" y="15634"/>
                  </a:cubicBezTo>
                  <a:close/>
                  <a:moveTo>
                    <a:pt x="36" y="16881"/>
                  </a:moveTo>
                  <a:cubicBezTo>
                    <a:pt x="20" y="16881"/>
                    <a:pt x="11" y="16898"/>
                    <a:pt x="1" y="16908"/>
                  </a:cubicBezTo>
                  <a:lnTo>
                    <a:pt x="1" y="17539"/>
                  </a:lnTo>
                  <a:cubicBezTo>
                    <a:pt x="1" y="17562"/>
                    <a:pt x="25" y="17574"/>
                    <a:pt x="49" y="17574"/>
                  </a:cubicBezTo>
                  <a:cubicBezTo>
                    <a:pt x="72" y="17574"/>
                    <a:pt x="84" y="17562"/>
                    <a:pt x="84" y="17539"/>
                  </a:cubicBezTo>
                  <a:lnTo>
                    <a:pt x="84" y="16908"/>
                  </a:lnTo>
                  <a:cubicBezTo>
                    <a:pt x="84" y="16896"/>
                    <a:pt x="72" y="16884"/>
                    <a:pt x="49" y="16884"/>
                  </a:cubicBezTo>
                  <a:cubicBezTo>
                    <a:pt x="44" y="16881"/>
                    <a:pt x="40" y="16881"/>
                    <a:pt x="36" y="16881"/>
                  </a:cubicBezTo>
                  <a:close/>
                  <a:moveTo>
                    <a:pt x="36" y="18131"/>
                  </a:moveTo>
                  <a:cubicBezTo>
                    <a:pt x="20" y="18131"/>
                    <a:pt x="11" y="18148"/>
                    <a:pt x="1" y="18158"/>
                  </a:cubicBezTo>
                  <a:lnTo>
                    <a:pt x="1" y="18789"/>
                  </a:lnTo>
                  <a:cubicBezTo>
                    <a:pt x="1" y="18813"/>
                    <a:pt x="25" y="18824"/>
                    <a:pt x="49" y="18824"/>
                  </a:cubicBezTo>
                  <a:cubicBezTo>
                    <a:pt x="72" y="18824"/>
                    <a:pt x="84" y="18813"/>
                    <a:pt x="84" y="18789"/>
                  </a:cubicBezTo>
                  <a:lnTo>
                    <a:pt x="84" y="18158"/>
                  </a:lnTo>
                  <a:cubicBezTo>
                    <a:pt x="84" y="18146"/>
                    <a:pt x="72" y="18134"/>
                    <a:pt x="49" y="18134"/>
                  </a:cubicBezTo>
                  <a:cubicBezTo>
                    <a:pt x="44" y="18132"/>
                    <a:pt x="40" y="18131"/>
                    <a:pt x="36" y="18131"/>
                  </a:cubicBezTo>
                  <a:close/>
                  <a:moveTo>
                    <a:pt x="49" y="19372"/>
                  </a:moveTo>
                  <a:cubicBezTo>
                    <a:pt x="25" y="19372"/>
                    <a:pt x="13" y="19384"/>
                    <a:pt x="1" y="19408"/>
                  </a:cubicBezTo>
                  <a:lnTo>
                    <a:pt x="1" y="20039"/>
                  </a:lnTo>
                  <a:cubicBezTo>
                    <a:pt x="1" y="20063"/>
                    <a:pt x="25" y="20075"/>
                    <a:pt x="49" y="20075"/>
                  </a:cubicBezTo>
                  <a:cubicBezTo>
                    <a:pt x="72" y="20075"/>
                    <a:pt x="84" y="20063"/>
                    <a:pt x="84" y="20039"/>
                  </a:cubicBezTo>
                  <a:lnTo>
                    <a:pt x="84" y="19408"/>
                  </a:lnTo>
                  <a:cubicBezTo>
                    <a:pt x="84" y="19396"/>
                    <a:pt x="72" y="19384"/>
                    <a:pt x="49" y="19372"/>
                  </a:cubicBezTo>
                  <a:close/>
                  <a:moveTo>
                    <a:pt x="49" y="20622"/>
                  </a:moveTo>
                  <a:cubicBezTo>
                    <a:pt x="25" y="20622"/>
                    <a:pt x="13" y="20634"/>
                    <a:pt x="1" y="20658"/>
                  </a:cubicBezTo>
                  <a:lnTo>
                    <a:pt x="1" y="21289"/>
                  </a:lnTo>
                  <a:cubicBezTo>
                    <a:pt x="1" y="21301"/>
                    <a:pt x="25" y="21325"/>
                    <a:pt x="49" y="21325"/>
                  </a:cubicBezTo>
                  <a:cubicBezTo>
                    <a:pt x="72" y="21325"/>
                    <a:pt x="84" y="21301"/>
                    <a:pt x="84" y="21289"/>
                  </a:cubicBezTo>
                  <a:lnTo>
                    <a:pt x="84" y="20658"/>
                  </a:lnTo>
                  <a:cubicBezTo>
                    <a:pt x="84" y="20646"/>
                    <a:pt x="72" y="20634"/>
                    <a:pt x="49" y="20622"/>
                  </a:cubicBezTo>
                  <a:close/>
                  <a:moveTo>
                    <a:pt x="49" y="21872"/>
                  </a:moveTo>
                  <a:cubicBezTo>
                    <a:pt x="25" y="21872"/>
                    <a:pt x="13" y="21884"/>
                    <a:pt x="1" y="21908"/>
                  </a:cubicBezTo>
                  <a:lnTo>
                    <a:pt x="1" y="22527"/>
                  </a:lnTo>
                  <a:cubicBezTo>
                    <a:pt x="1" y="22551"/>
                    <a:pt x="25" y="22575"/>
                    <a:pt x="49" y="22575"/>
                  </a:cubicBezTo>
                  <a:cubicBezTo>
                    <a:pt x="72" y="22575"/>
                    <a:pt x="84" y="22551"/>
                    <a:pt x="84" y="22527"/>
                  </a:cubicBezTo>
                  <a:lnTo>
                    <a:pt x="84" y="21908"/>
                  </a:lnTo>
                  <a:cubicBezTo>
                    <a:pt x="84" y="21896"/>
                    <a:pt x="72" y="21872"/>
                    <a:pt x="49" y="21872"/>
                  </a:cubicBezTo>
                  <a:close/>
                  <a:moveTo>
                    <a:pt x="49" y="23123"/>
                  </a:moveTo>
                  <a:cubicBezTo>
                    <a:pt x="25" y="23123"/>
                    <a:pt x="13" y="23135"/>
                    <a:pt x="1" y="23158"/>
                  </a:cubicBezTo>
                  <a:lnTo>
                    <a:pt x="1" y="23777"/>
                  </a:lnTo>
                  <a:cubicBezTo>
                    <a:pt x="1" y="23801"/>
                    <a:pt x="25" y="23825"/>
                    <a:pt x="49" y="23825"/>
                  </a:cubicBezTo>
                  <a:cubicBezTo>
                    <a:pt x="72" y="23825"/>
                    <a:pt x="84" y="23801"/>
                    <a:pt x="84" y="23777"/>
                  </a:cubicBezTo>
                  <a:lnTo>
                    <a:pt x="84" y="23158"/>
                  </a:lnTo>
                  <a:cubicBezTo>
                    <a:pt x="84" y="23135"/>
                    <a:pt x="72" y="23123"/>
                    <a:pt x="49" y="23123"/>
                  </a:cubicBezTo>
                  <a:close/>
                  <a:moveTo>
                    <a:pt x="49" y="24373"/>
                  </a:moveTo>
                  <a:cubicBezTo>
                    <a:pt x="25" y="24373"/>
                    <a:pt x="13" y="24385"/>
                    <a:pt x="1" y="24408"/>
                  </a:cubicBezTo>
                  <a:lnTo>
                    <a:pt x="1" y="25028"/>
                  </a:lnTo>
                  <a:cubicBezTo>
                    <a:pt x="1" y="25051"/>
                    <a:pt x="25" y="25075"/>
                    <a:pt x="49" y="25075"/>
                  </a:cubicBezTo>
                  <a:cubicBezTo>
                    <a:pt x="72" y="25075"/>
                    <a:pt x="84" y="25051"/>
                    <a:pt x="84" y="25028"/>
                  </a:cubicBezTo>
                  <a:lnTo>
                    <a:pt x="84" y="24408"/>
                  </a:lnTo>
                  <a:cubicBezTo>
                    <a:pt x="84" y="24385"/>
                    <a:pt x="72" y="24373"/>
                    <a:pt x="49" y="24373"/>
                  </a:cubicBezTo>
                  <a:close/>
                  <a:moveTo>
                    <a:pt x="49" y="25623"/>
                  </a:moveTo>
                  <a:cubicBezTo>
                    <a:pt x="25" y="25623"/>
                    <a:pt x="13" y="25635"/>
                    <a:pt x="1" y="25659"/>
                  </a:cubicBezTo>
                  <a:lnTo>
                    <a:pt x="1" y="26278"/>
                  </a:lnTo>
                  <a:cubicBezTo>
                    <a:pt x="1" y="26302"/>
                    <a:pt x="25" y="26313"/>
                    <a:pt x="49" y="26313"/>
                  </a:cubicBezTo>
                  <a:cubicBezTo>
                    <a:pt x="72" y="26313"/>
                    <a:pt x="84" y="26302"/>
                    <a:pt x="84" y="26278"/>
                  </a:cubicBezTo>
                  <a:lnTo>
                    <a:pt x="84" y="25659"/>
                  </a:lnTo>
                  <a:cubicBezTo>
                    <a:pt x="84" y="25635"/>
                    <a:pt x="72" y="25623"/>
                    <a:pt x="49" y="25623"/>
                  </a:cubicBezTo>
                  <a:close/>
                  <a:moveTo>
                    <a:pt x="36" y="26870"/>
                  </a:moveTo>
                  <a:cubicBezTo>
                    <a:pt x="20" y="26870"/>
                    <a:pt x="11" y="26887"/>
                    <a:pt x="1" y="26897"/>
                  </a:cubicBezTo>
                  <a:lnTo>
                    <a:pt x="1" y="27528"/>
                  </a:lnTo>
                  <a:cubicBezTo>
                    <a:pt x="1" y="27552"/>
                    <a:pt x="25" y="27564"/>
                    <a:pt x="49" y="27564"/>
                  </a:cubicBezTo>
                  <a:cubicBezTo>
                    <a:pt x="72" y="27564"/>
                    <a:pt x="84" y="27552"/>
                    <a:pt x="84" y="27528"/>
                  </a:cubicBezTo>
                  <a:lnTo>
                    <a:pt x="84" y="26897"/>
                  </a:lnTo>
                  <a:cubicBezTo>
                    <a:pt x="84" y="26885"/>
                    <a:pt x="72" y="26873"/>
                    <a:pt x="49" y="26873"/>
                  </a:cubicBezTo>
                  <a:cubicBezTo>
                    <a:pt x="44" y="26871"/>
                    <a:pt x="40" y="26870"/>
                    <a:pt x="36" y="26870"/>
                  </a:cubicBezTo>
                  <a:close/>
                  <a:moveTo>
                    <a:pt x="36" y="28120"/>
                  </a:moveTo>
                  <a:cubicBezTo>
                    <a:pt x="20" y="28120"/>
                    <a:pt x="11" y="28137"/>
                    <a:pt x="1" y="28147"/>
                  </a:cubicBezTo>
                  <a:lnTo>
                    <a:pt x="1" y="28778"/>
                  </a:lnTo>
                  <a:cubicBezTo>
                    <a:pt x="1" y="28802"/>
                    <a:pt x="25" y="28814"/>
                    <a:pt x="49" y="28814"/>
                  </a:cubicBezTo>
                  <a:cubicBezTo>
                    <a:pt x="72" y="28814"/>
                    <a:pt x="84" y="28802"/>
                    <a:pt x="84" y="28778"/>
                  </a:cubicBezTo>
                  <a:lnTo>
                    <a:pt x="84" y="28147"/>
                  </a:lnTo>
                  <a:cubicBezTo>
                    <a:pt x="84" y="28135"/>
                    <a:pt x="72" y="28123"/>
                    <a:pt x="49" y="28123"/>
                  </a:cubicBezTo>
                  <a:cubicBezTo>
                    <a:pt x="44" y="28121"/>
                    <a:pt x="40" y="28120"/>
                    <a:pt x="36" y="28120"/>
                  </a:cubicBezTo>
                  <a:close/>
                  <a:moveTo>
                    <a:pt x="49" y="29361"/>
                  </a:moveTo>
                  <a:cubicBezTo>
                    <a:pt x="25" y="29361"/>
                    <a:pt x="13" y="29373"/>
                    <a:pt x="1" y="29397"/>
                  </a:cubicBezTo>
                  <a:lnTo>
                    <a:pt x="1" y="30028"/>
                  </a:lnTo>
                  <a:cubicBezTo>
                    <a:pt x="1" y="30052"/>
                    <a:pt x="25" y="30064"/>
                    <a:pt x="49" y="30064"/>
                  </a:cubicBezTo>
                  <a:cubicBezTo>
                    <a:pt x="72" y="30064"/>
                    <a:pt x="84" y="30052"/>
                    <a:pt x="84" y="30028"/>
                  </a:cubicBezTo>
                  <a:lnTo>
                    <a:pt x="84" y="29397"/>
                  </a:lnTo>
                  <a:cubicBezTo>
                    <a:pt x="84" y="29385"/>
                    <a:pt x="72" y="29373"/>
                    <a:pt x="49" y="29361"/>
                  </a:cubicBezTo>
                  <a:close/>
                  <a:moveTo>
                    <a:pt x="49" y="30612"/>
                  </a:moveTo>
                  <a:cubicBezTo>
                    <a:pt x="25" y="30612"/>
                    <a:pt x="13" y="30624"/>
                    <a:pt x="1" y="30647"/>
                  </a:cubicBezTo>
                  <a:lnTo>
                    <a:pt x="1" y="31278"/>
                  </a:lnTo>
                  <a:cubicBezTo>
                    <a:pt x="1" y="31290"/>
                    <a:pt x="25" y="31314"/>
                    <a:pt x="49" y="31314"/>
                  </a:cubicBezTo>
                  <a:cubicBezTo>
                    <a:pt x="72" y="31314"/>
                    <a:pt x="84" y="31290"/>
                    <a:pt x="84" y="31278"/>
                  </a:cubicBezTo>
                  <a:lnTo>
                    <a:pt x="84" y="30647"/>
                  </a:lnTo>
                  <a:cubicBezTo>
                    <a:pt x="84" y="30635"/>
                    <a:pt x="72" y="30624"/>
                    <a:pt x="49" y="30612"/>
                  </a:cubicBezTo>
                  <a:close/>
                  <a:moveTo>
                    <a:pt x="49" y="31862"/>
                  </a:moveTo>
                  <a:cubicBezTo>
                    <a:pt x="25" y="31862"/>
                    <a:pt x="13" y="31874"/>
                    <a:pt x="1" y="31897"/>
                  </a:cubicBezTo>
                  <a:lnTo>
                    <a:pt x="1" y="32517"/>
                  </a:lnTo>
                  <a:cubicBezTo>
                    <a:pt x="1" y="32540"/>
                    <a:pt x="25" y="32564"/>
                    <a:pt x="49" y="32564"/>
                  </a:cubicBezTo>
                  <a:cubicBezTo>
                    <a:pt x="72" y="32564"/>
                    <a:pt x="84" y="32540"/>
                    <a:pt x="84" y="32517"/>
                  </a:cubicBezTo>
                  <a:lnTo>
                    <a:pt x="84" y="31897"/>
                  </a:lnTo>
                  <a:cubicBezTo>
                    <a:pt x="84" y="31886"/>
                    <a:pt x="72" y="31862"/>
                    <a:pt x="49" y="31862"/>
                  </a:cubicBezTo>
                  <a:close/>
                  <a:moveTo>
                    <a:pt x="49" y="33112"/>
                  </a:moveTo>
                  <a:cubicBezTo>
                    <a:pt x="25" y="33112"/>
                    <a:pt x="13" y="33124"/>
                    <a:pt x="1" y="33148"/>
                  </a:cubicBezTo>
                  <a:lnTo>
                    <a:pt x="1" y="33767"/>
                  </a:lnTo>
                  <a:cubicBezTo>
                    <a:pt x="1" y="33791"/>
                    <a:pt x="25" y="33814"/>
                    <a:pt x="49" y="33814"/>
                  </a:cubicBezTo>
                  <a:cubicBezTo>
                    <a:pt x="72" y="33814"/>
                    <a:pt x="84" y="33791"/>
                    <a:pt x="84" y="33767"/>
                  </a:cubicBezTo>
                  <a:lnTo>
                    <a:pt x="84" y="33148"/>
                  </a:lnTo>
                  <a:cubicBezTo>
                    <a:pt x="84" y="33124"/>
                    <a:pt x="72" y="33112"/>
                    <a:pt x="49" y="33112"/>
                  </a:cubicBezTo>
                  <a:close/>
                  <a:moveTo>
                    <a:pt x="49" y="34362"/>
                  </a:moveTo>
                  <a:cubicBezTo>
                    <a:pt x="25" y="34362"/>
                    <a:pt x="13" y="34374"/>
                    <a:pt x="1" y="34398"/>
                  </a:cubicBezTo>
                  <a:lnTo>
                    <a:pt x="1" y="35017"/>
                  </a:lnTo>
                  <a:cubicBezTo>
                    <a:pt x="1" y="35041"/>
                    <a:pt x="25" y="35065"/>
                    <a:pt x="49" y="35065"/>
                  </a:cubicBezTo>
                  <a:cubicBezTo>
                    <a:pt x="72" y="35065"/>
                    <a:pt x="84" y="35041"/>
                    <a:pt x="84" y="35017"/>
                  </a:cubicBezTo>
                  <a:lnTo>
                    <a:pt x="84" y="34398"/>
                  </a:lnTo>
                  <a:cubicBezTo>
                    <a:pt x="84" y="34374"/>
                    <a:pt x="72" y="34362"/>
                    <a:pt x="49" y="34362"/>
                  </a:cubicBezTo>
                  <a:close/>
                  <a:moveTo>
                    <a:pt x="49" y="35612"/>
                  </a:moveTo>
                  <a:cubicBezTo>
                    <a:pt x="25" y="35612"/>
                    <a:pt x="13" y="35624"/>
                    <a:pt x="1" y="35648"/>
                  </a:cubicBezTo>
                  <a:lnTo>
                    <a:pt x="1" y="36267"/>
                  </a:lnTo>
                  <a:cubicBezTo>
                    <a:pt x="1" y="36291"/>
                    <a:pt x="25" y="36303"/>
                    <a:pt x="49" y="36303"/>
                  </a:cubicBezTo>
                  <a:cubicBezTo>
                    <a:pt x="72" y="36303"/>
                    <a:pt x="84" y="36291"/>
                    <a:pt x="84" y="36267"/>
                  </a:cubicBezTo>
                  <a:lnTo>
                    <a:pt x="84" y="35648"/>
                  </a:lnTo>
                  <a:cubicBezTo>
                    <a:pt x="84" y="35624"/>
                    <a:pt x="72" y="35612"/>
                    <a:pt x="49" y="35612"/>
                  </a:cubicBezTo>
                  <a:close/>
                  <a:moveTo>
                    <a:pt x="36" y="36859"/>
                  </a:moveTo>
                  <a:cubicBezTo>
                    <a:pt x="20" y="36859"/>
                    <a:pt x="11" y="36877"/>
                    <a:pt x="1" y="36886"/>
                  </a:cubicBezTo>
                  <a:lnTo>
                    <a:pt x="1" y="37517"/>
                  </a:lnTo>
                  <a:cubicBezTo>
                    <a:pt x="1" y="37541"/>
                    <a:pt x="25" y="37553"/>
                    <a:pt x="49" y="37553"/>
                  </a:cubicBezTo>
                  <a:cubicBezTo>
                    <a:pt x="72" y="37553"/>
                    <a:pt x="84" y="37541"/>
                    <a:pt x="84" y="37517"/>
                  </a:cubicBezTo>
                  <a:lnTo>
                    <a:pt x="84" y="36886"/>
                  </a:lnTo>
                  <a:cubicBezTo>
                    <a:pt x="84" y="36874"/>
                    <a:pt x="72" y="36862"/>
                    <a:pt x="49" y="36862"/>
                  </a:cubicBezTo>
                  <a:cubicBezTo>
                    <a:pt x="44" y="36860"/>
                    <a:pt x="40" y="36859"/>
                    <a:pt x="36" y="36859"/>
                  </a:cubicBezTo>
                  <a:close/>
                  <a:moveTo>
                    <a:pt x="36" y="38109"/>
                  </a:moveTo>
                  <a:cubicBezTo>
                    <a:pt x="20" y="38109"/>
                    <a:pt x="11" y="38127"/>
                    <a:pt x="1" y="38136"/>
                  </a:cubicBezTo>
                  <a:lnTo>
                    <a:pt x="1" y="38767"/>
                  </a:lnTo>
                  <a:cubicBezTo>
                    <a:pt x="1" y="38791"/>
                    <a:pt x="25" y="38803"/>
                    <a:pt x="49" y="38803"/>
                  </a:cubicBezTo>
                  <a:cubicBezTo>
                    <a:pt x="72" y="38803"/>
                    <a:pt x="84" y="38791"/>
                    <a:pt x="84" y="38767"/>
                  </a:cubicBezTo>
                  <a:lnTo>
                    <a:pt x="84" y="38136"/>
                  </a:lnTo>
                  <a:cubicBezTo>
                    <a:pt x="84" y="38124"/>
                    <a:pt x="72" y="38113"/>
                    <a:pt x="49" y="38113"/>
                  </a:cubicBezTo>
                  <a:cubicBezTo>
                    <a:pt x="44" y="38110"/>
                    <a:pt x="40" y="38109"/>
                    <a:pt x="36" y="38109"/>
                  </a:cubicBezTo>
                  <a:close/>
                  <a:moveTo>
                    <a:pt x="49" y="39351"/>
                  </a:moveTo>
                  <a:cubicBezTo>
                    <a:pt x="25" y="39351"/>
                    <a:pt x="13" y="39363"/>
                    <a:pt x="1" y="39387"/>
                  </a:cubicBezTo>
                  <a:lnTo>
                    <a:pt x="1" y="40018"/>
                  </a:lnTo>
                  <a:cubicBezTo>
                    <a:pt x="1" y="40041"/>
                    <a:pt x="25" y="40053"/>
                    <a:pt x="49" y="40053"/>
                  </a:cubicBezTo>
                  <a:cubicBezTo>
                    <a:pt x="72" y="40053"/>
                    <a:pt x="84" y="40041"/>
                    <a:pt x="84" y="40018"/>
                  </a:cubicBezTo>
                  <a:lnTo>
                    <a:pt x="84" y="39387"/>
                  </a:lnTo>
                  <a:cubicBezTo>
                    <a:pt x="84" y="39375"/>
                    <a:pt x="72" y="39363"/>
                    <a:pt x="49" y="39351"/>
                  </a:cubicBezTo>
                  <a:close/>
                </a:path>
              </a:pathLst>
            </a:custGeom>
            <a:solidFill>
              <a:srgbClr val="A8AD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7"/>
            <p:cNvSpPr/>
            <p:nvPr/>
          </p:nvSpPr>
          <p:spPr>
            <a:xfrm>
              <a:off x="1263839" y="1278379"/>
              <a:ext cx="377307" cy="221297"/>
            </a:xfrm>
            <a:custGeom>
              <a:rect b="b" l="l" r="r" t="t"/>
              <a:pathLst>
                <a:path extrusionOk="0" h="2871" w="4895">
                  <a:moveTo>
                    <a:pt x="3046" y="1"/>
                  </a:moveTo>
                  <a:cubicBezTo>
                    <a:pt x="3039" y="1"/>
                    <a:pt x="3032" y="1"/>
                    <a:pt x="3025" y="1"/>
                  </a:cubicBezTo>
                  <a:cubicBezTo>
                    <a:pt x="2537" y="1"/>
                    <a:pt x="2120" y="358"/>
                    <a:pt x="2025" y="834"/>
                  </a:cubicBezTo>
                  <a:lnTo>
                    <a:pt x="2001" y="834"/>
                  </a:lnTo>
                  <a:cubicBezTo>
                    <a:pt x="1691" y="834"/>
                    <a:pt x="1406" y="1001"/>
                    <a:pt x="1263" y="1275"/>
                  </a:cubicBezTo>
                  <a:cubicBezTo>
                    <a:pt x="1149" y="1212"/>
                    <a:pt x="1025" y="1177"/>
                    <a:pt x="901" y="1177"/>
                  </a:cubicBezTo>
                  <a:cubicBezTo>
                    <a:pt x="882" y="1177"/>
                    <a:pt x="864" y="1178"/>
                    <a:pt x="846" y="1180"/>
                  </a:cubicBezTo>
                  <a:cubicBezTo>
                    <a:pt x="370" y="1180"/>
                    <a:pt x="1" y="1561"/>
                    <a:pt x="1" y="2025"/>
                  </a:cubicBezTo>
                  <a:cubicBezTo>
                    <a:pt x="1" y="2489"/>
                    <a:pt x="382" y="2870"/>
                    <a:pt x="846" y="2870"/>
                  </a:cubicBezTo>
                  <a:lnTo>
                    <a:pt x="4049" y="2858"/>
                  </a:lnTo>
                  <a:cubicBezTo>
                    <a:pt x="4513" y="2846"/>
                    <a:pt x="4894" y="2454"/>
                    <a:pt x="4882" y="1989"/>
                  </a:cubicBezTo>
                  <a:cubicBezTo>
                    <a:pt x="4870" y="1549"/>
                    <a:pt x="4513" y="1180"/>
                    <a:pt x="4073" y="1156"/>
                  </a:cubicBezTo>
                  <a:lnTo>
                    <a:pt x="4073" y="1156"/>
                  </a:lnTo>
                  <a:cubicBezTo>
                    <a:pt x="4075" y="1112"/>
                    <a:pt x="4085" y="1068"/>
                    <a:pt x="4085" y="1025"/>
                  </a:cubicBezTo>
                  <a:cubicBezTo>
                    <a:pt x="4073" y="460"/>
                    <a:pt x="3608" y="1"/>
                    <a:pt x="30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7"/>
            <p:cNvSpPr/>
            <p:nvPr/>
          </p:nvSpPr>
          <p:spPr>
            <a:xfrm>
              <a:off x="1328124" y="1277454"/>
              <a:ext cx="158785" cy="98277"/>
            </a:xfrm>
            <a:custGeom>
              <a:rect b="b" l="l" r="r" t="t"/>
              <a:pathLst>
                <a:path extrusionOk="0" fill="none" h="1275" w="2060">
                  <a:moveTo>
                    <a:pt x="2060" y="1"/>
                  </a:moveTo>
                  <a:cubicBezTo>
                    <a:pt x="1619" y="60"/>
                    <a:pt x="1262" y="394"/>
                    <a:pt x="1179" y="834"/>
                  </a:cubicBezTo>
                  <a:lnTo>
                    <a:pt x="1155" y="834"/>
                  </a:lnTo>
                  <a:cubicBezTo>
                    <a:pt x="846" y="834"/>
                    <a:pt x="560" y="1001"/>
                    <a:pt x="417" y="1275"/>
                  </a:cubicBezTo>
                  <a:cubicBezTo>
                    <a:pt x="286" y="1215"/>
                    <a:pt x="143" y="1180"/>
                    <a:pt x="0" y="118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7"/>
            <p:cNvSpPr/>
            <p:nvPr/>
          </p:nvSpPr>
          <p:spPr>
            <a:xfrm>
              <a:off x="1496932" y="1276606"/>
              <a:ext cx="80857" cy="70682"/>
            </a:xfrm>
            <a:custGeom>
              <a:rect b="b" l="l" r="r" t="t"/>
              <a:pathLst>
                <a:path extrusionOk="0" fill="none" h="917" w="1049">
                  <a:moveTo>
                    <a:pt x="1049" y="917"/>
                  </a:moveTo>
                  <a:cubicBezTo>
                    <a:pt x="977" y="393"/>
                    <a:pt x="537" y="0"/>
                    <a:pt x="1"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7"/>
            <p:cNvSpPr/>
            <p:nvPr/>
          </p:nvSpPr>
          <p:spPr>
            <a:xfrm>
              <a:off x="1575863" y="1367407"/>
              <a:ext cx="64362" cy="130419"/>
            </a:xfrm>
            <a:custGeom>
              <a:rect b="b" l="l" r="r" t="t"/>
              <a:pathLst>
                <a:path extrusionOk="0" fill="none" h="1692" w="835">
                  <a:moveTo>
                    <a:pt x="1" y="1691"/>
                  </a:moveTo>
                  <a:cubicBezTo>
                    <a:pt x="465" y="1680"/>
                    <a:pt x="834" y="1299"/>
                    <a:pt x="834" y="822"/>
                  </a:cubicBezTo>
                  <a:cubicBezTo>
                    <a:pt x="822" y="382"/>
                    <a:pt x="465" y="25"/>
                    <a:pt x="25"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7"/>
            <p:cNvSpPr/>
            <p:nvPr/>
          </p:nvSpPr>
          <p:spPr>
            <a:xfrm>
              <a:off x="1541947" y="1497752"/>
              <a:ext cx="23895" cy="77"/>
            </a:xfrm>
            <a:custGeom>
              <a:rect b="b" l="l" r="r" t="t"/>
              <a:pathLst>
                <a:path extrusionOk="0" fill="none" h="1" w="310">
                  <a:moveTo>
                    <a:pt x="0" y="0"/>
                  </a:moveTo>
                  <a:lnTo>
                    <a:pt x="31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7"/>
            <p:cNvSpPr/>
            <p:nvPr/>
          </p:nvSpPr>
          <p:spPr>
            <a:xfrm>
              <a:off x="1258366" y="1369257"/>
              <a:ext cx="272632" cy="129494"/>
            </a:xfrm>
            <a:custGeom>
              <a:rect b="b" l="l" r="r" t="t"/>
              <a:pathLst>
                <a:path extrusionOk="0" fill="none" h="1680" w="3537">
                  <a:moveTo>
                    <a:pt x="762" y="1"/>
                  </a:moveTo>
                  <a:cubicBezTo>
                    <a:pt x="298" y="84"/>
                    <a:pt x="0" y="536"/>
                    <a:pt x="84" y="989"/>
                  </a:cubicBezTo>
                  <a:cubicBezTo>
                    <a:pt x="167" y="1394"/>
                    <a:pt x="512" y="1679"/>
                    <a:pt x="917" y="1679"/>
                  </a:cubicBezTo>
                  <a:lnTo>
                    <a:pt x="3537" y="1667"/>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7"/>
            <p:cNvSpPr/>
            <p:nvPr/>
          </p:nvSpPr>
          <p:spPr>
            <a:xfrm>
              <a:off x="2877222" y="882875"/>
              <a:ext cx="422244" cy="247812"/>
            </a:xfrm>
            <a:custGeom>
              <a:rect b="b" l="l" r="r" t="t"/>
              <a:pathLst>
                <a:path extrusionOk="0" h="3215" w="5478">
                  <a:moveTo>
                    <a:pt x="3382" y="0"/>
                  </a:moveTo>
                  <a:cubicBezTo>
                    <a:pt x="2823" y="0"/>
                    <a:pt x="2347" y="393"/>
                    <a:pt x="2239" y="941"/>
                  </a:cubicBezTo>
                  <a:lnTo>
                    <a:pt x="2227" y="941"/>
                  </a:lnTo>
                  <a:cubicBezTo>
                    <a:pt x="1870" y="941"/>
                    <a:pt x="1549" y="1131"/>
                    <a:pt x="1394" y="1441"/>
                  </a:cubicBezTo>
                  <a:cubicBezTo>
                    <a:pt x="1251" y="1369"/>
                    <a:pt x="1084" y="1322"/>
                    <a:pt x="930" y="1322"/>
                  </a:cubicBezTo>
                  <a:cubicBezTo>
                    <a:pt x="406" y="1346"/>
                    <a:pt x="1" y="1786"/>
                    <a:pt x="13" y="2310"/>
                  </a:cubicBezTo>
                  <a:cubicBezTo>
                    <a:pt x="37" y="2798"/>
                    <a:pt x="442" y="3203"/>
                    <a:pt x="942" y="3215"/>
                  </a:cubicBezTo>
                  <a:lnTo>
                    <a:pt x="4513" y="3203"/>
                  </a:lnTo>
                  <a:cubicBezTo>
                    <a:pt x="5037" y="3203"/>
                    <a:pt x="5466" y="2786"/>
                    <a:pt x="5466" y="2262"/>
                  </a:cubicBezTo>
                  <a:cubicBezTo>
                    <a:pt x="5478" y="1739"/>
                    <a:pt x="5061" y="1310"/>
                    <a:pt x="4537" y="1310"/>
                  </a:cubicBezTo>
                  <a:cubicBezTo>
                    <a:pt x="4537" y="1262"/>
                    <a:pt x="4549" y="1203"/>
                    <a:pt x="4549" y="1155"/>
                  </a:cubicBezTo>
                  <a:cubicBezTo>
                    <a:pt x="4537" y="512"/>
                    <a:pt x="4013" y="0"/>
                    <a:pt x="33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7"/>
            <p:cNvSpPr/>
            <p:nvPr/>
          </p:nvSpPr>
          <p:spPr>
            <a:xfrm>
              <a:off x="2948830" y="882875"/>
              <a:ext cx="177207" cy="111072"/>
            </a:xfrm>
            <a:custGeom>
              <a:rect b="b" l="l" r="r" t="t"/>
              <a:pathLst>
                <a:path extrusionOk="0" fill="none" h="1441" w="2299">
                  <a:moveTo>
                    <a:pt x="2299" y="0"/>
                  </a:moveTo>
                  <a:cubicBezTo>
                    <a:pt x="1799" y="72"/>
                    <a:pt x="1406" y="453"/>
                    <a:pt x="1310" y="941"/>
                  </a:cubicBezTo>
                  <a:lnTo>
                    <a:pt x="1298" y="941"/>
                  </a:lnTo>
                  <a:cubicBezTo>
                    <a:pt x="941" y="941"/>
                    <a:pt x="632" y="1131"/>
                    <a:pt x="465" y="1441"/>
                  </a:cubicBezTo>
                  <a:cubicBezTo>
                    <a:pt x="322" y="1358"/>
                    <a:pt x="167" y="1322"/>
                    <a:pt x="1" y="132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7"/>
            <p:cNvSpPr/>
            <p:nvPr/>
          </p:nvSpPr>
          <p:spPr>
            <a:xfrm>
              <a:off x="3137910" y="881950"/>
              <a:ext cx="89104" cy="79007"/>
            </a:xfrm>
            <a:custGeom>
              <a:rect b="b" l="l" r="r" t="t"/>
              <a:pathLst>
                <a:path extrusionOk="0" fill="none" h="1025" w="1156">
                  <a:moveTo>
                    <a:pt x="1155" y="1024"/>
                  </a:moveTo>
                  <a:cubicBezTo>
                    <a:pt x="1084" y="441"/>
                    <a:pt x="584" y="0"/>
                    <a:pt x="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7"/>
            <p:cNvSpPr/>
            <p:nvPr/>
          </p:nvSpPr>
          <p:spPr>
            <a:xfrm>
              <a:off x="3225088" y="983774"/>
              <a:ext cx="70759" cy="145142"/>
            </a:xfrm>
            <a:custGeom>
              <a:rect b="b" l="l" r="r" t="t"/>
              <a:pathLst>
                <a:path extrusionOk="0" fill="none" h="1883" w="918">
                  <a:moveTo>
                    <a:pt x="0" y="1882"/>
                  </a:moveTo>
                  <a:cubicBezTo>
                    <a:pt x="524" y="1846"/>
                    <a:pt x="917" y="1394"/>
                    <a:pt x="882" y="870"/>
                  </a:cubicBezTo>
                  <a:cubicBezTo>
                    <a:pt x="846" y="418"/>
                    <a:pt x="489" y="37"/>
                    <a:pt x="24"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7"/>
            <p:cNvSpPr/>
            <p:nvPr/>
          </p:nvSpPr>
          <p:spPr>
            <a:xfrm>
              <a:off x="3187473" y="1128841"/>
              <a:ext cx="25745" cy="77"/>
            </a:xfrm>
            <a:custGeom>
              <a:rect b="b" l="l" r="r" t="t"/>
              <a:pathLst>
                <a:path extrusionOk="0" fill="none" h="1" w="334">
                  <a:moveTo>
                    <a:pt x="0" y="0"/>
                  </a:moveTo>
                  <a:lnTo>
                    <a:pt x="334"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7"/>
            <p:cNvSpPr/>
            <p:nvPr/>
          </p:nvSpPr>
          <p:spPr>
            <a:xfrm>
              <a:off x="2870824" y="985624"/>
              <a:ext cx="303849" cy="144217"/>
            </a:xfrm>
            <a:custGeom>
              <a:rect b="b" l="l" r="r" t="t"/>
              <a:pathLst>
                <a:path extrusionOk="0" fill="none" h="1871" w="3942">
                  <a:moveTo>
                    <a:pt x="846" y="1"/>
                  </a:moveTo>
                  <a:cubicBezTo>
                    <a:pt x="334" y="96"/>
                    <a:pt x="1" y="596"/>
                    <a:pt x="96" y="1108"/>
                  </a:cubicBezTo>
                  <a:cubicBezTo>
                    <a:pt x="179" y="1549"/>
                    <a:pt x="572" y="1870"/>
                    <a:pt x="1025" y="1870"/>
                  </a:cubicBezTo>
                  <a:lnTo>
                    <a:pt x="3942" y="185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7"/>
            <p:cNvSpPr/>
            <p:nvPr/>
          </p:nvSpPr>
          <p:spPr>
            <a:xfrm>
              <a:off x="2575295" y="1000270"/>
              <a:ext cx="551662" cy="331444"/>
            </a:xfrm>
            <a:custGeom>
              <a:rect b="b" l="l" r="r" t="t"/>
              <a:pathLst>
                <a:path extrusionOk="0" h="4300" w="7157">
                  <a:moveTo>
                    <a:pt x="4417" y="0"/>
                  </a:moveTo>
                  <a:cubicBezTo>
                    <a:pt x="4028" y="0"/>
                    <a:pt x="3646" y="173"/>
                    <a:pt x="3394" y="501"/>
                  </a:cubicBezTo>
                  <a:cubicBezTo>
                    <a:pt x="3239" y="466"/>
                    <a:pt x="3073" y="442"/>
                    <a:pt x="2918" y="442"/>
                  </a:cubicBezTo>
                  <a:cubicBezTo>
                    <a:pt x="2096" y="442"/>
                    <a:pt x="1370" y="966"/>
                    <a:pt x="1096" y="1728"/>
                  </a:cubicBezTo>
                  <a:lnTo>
                    <a:pt x="1096" y="1740"/>
                  </a:lnTo>
                  <a:cubicBezTo>
                    <a:pt x="465" y="1835"/>
                    <a:pt x="1" y="2371"/>
                    <a:pt x="1" y="3014"/>
                  </a:cubicBezTo>
                  <a:cubicBezTo>
                    <a:pt x="1" y="3728"/>
                    <a:pt x="572" y="4299"/>
                    <a:pt x="1287" y="4299"/>
                  </a:cubicBezTo>
                  <a:lnTo>
                    <a:pt x="5454" y="4287"/>
                  </a:lnTo>
                  <a:cubicBezTo>
                    <a:pt x="6228" y="4287"/>
                    <a:pt x="6895" y="3728"/>
                    <a:pt x="7014" y="2954"/>
                  </a:cubicBezTo>
                  <a:cubicBezTo>
                    <a:pt x="7156" y="2085"/>
                    <a:pt x="6561" y="1275"/>
                    <a:pt x="5692" y="1144"/>
                  </a:cubicBezTo>
                  <a:cubicBezTo>
                    <a:pt x="5656" y="787"/>
                    <a:pt x="5478" y="478"/>
                    <a:pt x="5204" y="263"/>
                  </a:cubicBezTo>
                  <a:cubicBezTo>
                    <a:pt x="4968" y="86"/>
                    <a:pt x="4691" y="0"/>
                    <a:pt x="44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7"/>
            <p:cNvSpPr/>
            <p:nvPr/>
          </p:nvSpPr>
          <p:spPr>
            <a:xfrm>
              <a:off x="2995618" y="1090300"/>
              <a:ext cx="130419" cy="243264"/>
            </a:xfrm>
            <a:custGeom>
              <a:rect b="b" l="l" r="r" t="t"/>
              <a:pathLst>
                <a:path extrusionOk="0" fill="none" h="3156" w="1692">
                  <a:moveTo>
                    <a:pt x="239" y="0"/>
                  </a:moveTo>
                  <a:cubicBezTo>
                    <a:pt x="1108" y="131"/>
                    <a:pt x="1692" y="953"/>
                    <a:pt x="1561" y="1810"/>
                  </a:cubicBezTo>
                  <a:cubicBezTo>
                    <a:pt x="1442" y="2584"/>
                    <a:pt x="775" y="3155"/>
                    <a:pt x="1" y="315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7"/>
            <p:cNvSpPr/>
            <p:nvPr/>
          </p:nvSpPr>
          <p:spPr>
            <a:xfrm>
              <a:off x="2799216" y="989324"/>
              <a:ext cx="211199" cy="82630"/>
            </a:xfrm>
            <a:custGeom>
              <a:rect b="b" l="l" r="r" t="t"/>
              <a:pathLst>
                <a:path extrusionOk="0" fill="none" h="1072" w="2740">
                  <a:moveTo>
                    <a:pt x="1" y="620"/>
                  </a:moveTo>
                  <a:cubicBezTo>
                    <a:pt x="168" y="620"/>
                    <a:pt x="334" y="631"/>
                    <a:pt x="489" y="679"/>
                  </a:cubicBezTo>
                  <a:cubicBezTo>
                    <a:pt x="918" y="108"/>
                    <a:pt x="1727" y="0"/>
                    <a:pt x="2299" y="441"/>
                  </a:cubicBezTo>
                  <a:cubicBezTo>
                    <a:pt x="2501" y="596"/>
                    <a:pt x="2656" y="822"/>
                    <a:pt x="2739" y="10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7"/>
            <p:cNvSpPr/>
            <p:nvPr/>
          </p:nvSpPr>
          <p:spPr>
            <a:xfrm>
              <a:off x="2578995" y="1037962"/>
              <a:ext cx="199252" cy="167109"/>
            </a:xfrm>
            <a:custGeom>
              <a:rect b="b" l="l" r="r" t="t"/>
              <a:pathLst>
                <a:path extrusionOk="0" fill="none" h="2168" w="2585">
                  <a:moveTo>
                    <a:pt x="0" y="2167"/>
                  </a:moveTo>
                  <a:cubicBezTo>
                    <a:pt x="155" y="1691"/>
                    <a:pt x="560" y="1346"/>
                    <a:pt x="1048" y="1274"/>
                  </a:cubicBezTo>
                  <a:cubicBezTo>
                    <a:pt x="1286" y="596"/>
                    <a:pt x="1870" y="108"/>
                    <a:pt x="2584"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7"/>
            <p:cNvSpPr/>
            <p:nvPr/>
          </p:nvSpPr>
          <p:spPr>
            <a:xfrm>
              <a:off x="2575295" y="1234365"/>
              <a:ext cx="350637" cy="99202"/>
            </a:xfrm>
            <a:custGeom>
              <a:rect b="b" l="l" r="r" t="t"/>
              <a:pathLst>
                <a:path extrusionOk="0" fill="none" h="1287" w="4549">
                  <a:moveTo>
                    <a:pt x="4549" y="1286"/>
                  </a:moveTo>
                  <a:lnTo>
                    <a:pt x="1287" y="1286"/>
                  </a:lnTo>
                  <a:cubicBezTo>
                    <a:pt x="572" y="1286"/>
                    <a:pt x="1" y="715"/>
                    <a:pt x="1"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7"/>
            <p:cNvSpPr/>
            <p:nvPr/>
          </p:nvSpPr>
          <p:spPr>
            <a:xfrm>
              <a:off x="2952530" y="1333492"/>
              <a:ext cx="12872" cy="77"/>
            </a:xfrm>
            <a:custGeom>
              <a:rect b="b" l="l" r="r" t="t"/>
              <a:pathLst>
                <a:path extrusionOk="0" fill="none" h="1" w="167">
                  <a:moveTo>
                    <a:pt x="167" y="0"/>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7"/>
            <p:cNvSpPr/>
            <p:nvPr/>
          </p:nvSpPr>
          <p:spPr>
            <a:xfrm>
              <a:off x="448938" y="1321544"/>
              <a:ext cx="3535120" cy="2985463"/>
            </a:xfrm>
            <a:custGeom>
              <a:rect b="b" l="l" r="r" t="t"/>
              <a:pathLst>
                <a:path extrusionOk="0" h="38732" w="45863">
                  <a:moveTo>
                    <a:pt x="43994" y="0"/>
                  </a:moveTo>
                  <a:lnTo>
                    <a:pt x="39660" y="1870"/>
                  </a:lnTo>
                  <a:lnTo>
                    <a:pt x="40291" y="3334"/>
                  </a:lnTo>
                  <a:lnTo>
                    <a:pt x="42124" y="2548"/>
                  </a:lnTo>
                  <a:lnTo>
                    <a:pt x="38981" y="10418"/>
                  </a:lnTo>
                  <a:lnTo>
                    <a:pt x="34314" y="16241"/>
                  </a:lnTo>
                  <a:lnTo>
                    <a:pt x="27218" y="18515"/>
                  </a:lnTo>
                  <a:lnTo>
                    <a:pt x="27146" y="18538"/>
                  </a:lnTo>
                  <a:lnTo>
                    <a:pt x="20610" y="22015"/>
                  </a:lnTo>
                  <a:lnTo>
                    <a:pt x="16181" y="23694"/>
                  </a:lnTo>
                  <a:lnTo>
                    <a:pt x="14847" y="30552"/>
                  </a:lnTo>
                  <a:lnTo>
                    <a:pt x="11478" y="30552"/>
                  </a:lnTo>
                  <a:lnTo>
                    <a:pt x="8692" y="37124"/>
                  </a:lnTo>
                  <a:lnTo>
                    <a:pt x="0" y="37124"/>
                  </a:lnTo>
                  <a:lnTo>
                    <a:pt x="0" y="38731"/>
                  </a:lnTo>
                  <a:lnTo>
                    <a:pt x="9739" y="38731"/>
                  </a:lnTo>
                  <a:lnTo>
                    <a:pt x="12537" y="32159"/>
                  </a:lnTo>
                  <a:lnTo>
                    <a:pt x="16169" y="32159"/>
                  </a:lnTo>
                  <a:lnTo>
                    <a:pt x="17574" y="24873"/>
                  </a:lnTo>
                  <a:lnTo>
                    <a:pt x="21277" y="23468"/>
                  </a:lnTo>
                  <a:lnTo>
                    <a:pt x="27765" y="20015"/>
                  </a:lnTo>
                  <a:lnTo>
                    <a:pt x="35254" y="17610"/>
                  </a:lnTo>
                  <a:lnTo>
                    <a:pt x="40374" y="11228"/>
                  </a:lnTo>
                  <a:lnTo>
                    <a:pt x="43601" y="3144"/>
                  </a:lnTo>
                  <a:lnTo>
                    <a:pt x="44387" y="4977"/>
                  </a:lnTo>
                  <a:lnTo>
                    <a:pt x="45863" y="4346"/>
                  </a:lnTo>
                  <a:lnTo>
                    <a:pt x="43994"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7"/>
            <p:cNvSpPr/>
            <p:nvPr/>
          </p:nvSpPr>
          <p:spPr>
            <a:xfrm>
              <a:off x="437916" y="4315223"/>
              <a:ext cx="3401155" cy="77"/>
            </a:xfrm>
            <a:custGeom>
              <a:rect b="b" l="l" r="r" t="t"/>
              <a:pathLst>
                <a:path extrusionOk="0" fill="none" h="1" w="44125">
                  <a:moveTo>
                    <a:pt x="0" y="1"/>
                  </a:moveTo>
                  <a:lnTo>
                    <a:pt x="44125"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7"/>
            <p:cNvSpPr/>
            <p:nvPr/>
          </p:nvSpPr>
          <p:spPr>
            <a:xfrm>
              <a:off x="1979690" y="2921133"/>
              <a:ext cx="190079" cy="108220"/>
            </a:xfrm>
            <a:custGeom>
              <a:rect b="b" l="l" r="r" t="t"/>
              <a:pathLst>
                <a:path extrusionOk="0" h="1404" w="2466">
                  <a:moveTo>
                    <a:pt x="1918" y="1"/>
                  </a:moveTo>
                  <a:lnTo>
                    <a:pt x="1167" y="72"/>
                  </a:lnTo>
                  <a:lnTo>
                    <a:pt x="1132" y="549"/>
                  </a:lnTo>
                  <a:cubicBezTo>
                    <a:pt x="1132" y="549"/>
                    <a:pt x="715" y="834"/>
                    <a:pt x="394" y="1037"/>
                  </a:cubicBezTo>
                  <a:cubicBezTo>
                    <a:pt x="179" y="1168"/>
                    <a:pt x="1" y="1204"/>
                    <a:pt x="24" y="1299"/>
                  </a:cubicBezTo>
                  <a:cubicBezTo>
                    <a:pt x="42" y="1375"/>
                    <a:pt x="129" y="1404"/>
                    <a:pt x="256" y="1404"/>
                  </a:cubicBezTo>
                  <a:cubicBezTo>
                    <a:pt x="566" y="1404"/>
                    <a:pt x="1108" y="1232"/>
                    <a:pt x="1429" y="1156"/>
                  </a:cubicBezTo>
                  <a:cubicBezTo>
                    <a:pt x="1882" y="1049"/>
                    <a:pt x="2465" y="1061"/>
                    <a:pt x="2037" y="644"/>
                  </a:cubicBezTo>
                  <a:cubicBezTo>
                    <a:pt x="1989" y="596"/>
                    <a:pt x="1941" y="549"/>
                    <a:pt x="1906" y="489"/>
                  </a:cubicBezTo>
                  <a:lnTo>
                    <a:pt x="1918"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7"/>
            <p:cNvSpPr/>
            <p:nvPr/>
          </p:nvSpPr>
          <p:spPr>
            <a:xfrm>
              <a:off x="2513862" y="2630228"/>
              <a:ext cx="120245" cy="119782"/>
            </a:xfrm>
            <a:custGeom>
              <a:rect b="b" l="l" r="r" t="t"/>
              <a:pathLst>
                <a:path extrusionOk="0" h="1554" w="1560">
                  <a:moveTo>
                    <a:pt x="679" y="1"/>
                  </a:moveTo>
                  <a:lnTo>
                    <a:pt x="0" y="167"/>
                  </a:lnTo>
                  <a:cubicBezTo>
                    <a:pt x="0" y="167"/>
                    <a:pt x="131" y="679"/>
                    <a:pt x="107" y="846"/>
                  </a:cubicBezTo>
                  <a:cubicBezTo>
                    <a:pt x="72" y="1025"/>
                    <a:pt x="83" y="1191"/>
                    <a:pt x="119" y="1370"/>
                  </a:cubicBezTo>
                  <a:cubicBezTo>
                    <a:pt x="159" y="1506"/>
                    <a:pt x="223" y="1553"/>
                    <a:pt x="322" y="1553"/>
                  </a:cubicBezTo>
                  <a:cubicBezTo>
                    <a:pt x="431" y="1553"/>
                    <a:pt x="581" y="1497"/>
                    <a:pt x="786" y="1441"/>
                  </a:cubicBezTo>
                  <a:cubicBezTo>
                    <a:pt x="1215" y="1346"/>
                    <a:pt x="1560" y="1310"/>
                    <a:pt x="1524" y="1120"/>
                  </a:cubicBezTo>
                  <a:cubicBezTo>
                    <a:pt x="1500" y="917"/>
                    <a:pt x="965" y="882"/>
                    <a:pt x="857" y="727"/>
                  </a:cubicBezTo>
                  <a:cubicBezTo>
                    <a:pt x="738" y="572"/>
                    <a:pt x="679" y="1"/>
                    <a:pt x="679"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7"/>
            <p:cNvSpPr/>
            <p:nvPr/>
          </p:nvSpPr>
          <p:spPr>
            <a:xfrm>
              <a:off x="2054073" y="2328301"/>
              <a:ext cx="525917" cy="621650"/>
            </a:xfrm>
            <a:custGeom>
              <a:rect b="b" l="l" r="r" t="t"/>
              <a:pathLst>
                <a:path extrusionOk="0" h="8065" w="6823">
                  <a:moveTo>
                    <a:pt x="4453" y="1"/>
                  </a:moveTo>
                  <a:lnTo>
                    <a:pt x="1726" y="322"/>
                  </a:lnTo>
                  <a:cubicBezTo>
                    <a:pt x="1726" y="322"/>
                    <a:pt x="393" y="3144"/>
                    <a:pt x="191" y="4442"/>
                  </a:cubicBezTo>
                  <a:cubicBezTo>
                    <a:pt x="0" y="5727"/>
                    <a:pt x="119" y="7966"/>
                    <a:pt x="119" y="7966"/>
                  </a:cubicBezTo>
                  <a:cubicBezTo>
                    <a:pt x="119" y="7966"/>
                    <a:pt x="278" y="8065"/>
                    <a:pt x="563" y="8065"/>
                  </a:cubicBezTo>
                  <a:cubicBezTo>
                    <a:pt x="698" y="8065"/>
                    <a:pt x="861" y="8043"/>
                    <a:pt x="1048" y="7978"/>
                  </a:cubicBezTo>
                  <a:cubicBezTo>
                    <a:pt x="1048" y="7978"/>
                    <a:pt x="1310" y="4739"/>
                    <a:pt x="1500" y="4358"/>
                  </a:cubicBezTo>
                  <a:cubicBezTo>
                    <a:pt x="1691" y="3989"/>
                    <a:pt x="3131" y="1929"/>
                    <a:pt x="3393" y="1810"/>
                  </a:cubicBezTo>
                  <a:cubicBezTo>
                    <a:pt x="3408" y="1804"/>
                    <a:pt x="3427" y="1800"/>
                    <a:pt x="3449" y="1800"/>
                  </a:cubicBezTo>
                  <a:cubicBezTo>
                    <a:pt x="3814" y="1800"/>
                    <a:pt x="5096" y="2687"/>
                    <a:pt x="5286" y="3013"/>
                  </a:cubicBezTo>
                  <a:cubicBezTo>
                    <a:pt x="5489" y="3370"/>
                    <a:pt x="5965" y="4608"/>
                    <a:pt x="5965" y="4608"/>
                  </a:cubicBezTo>
                  <a:cubicBezTo>
                    <a:pt x="5965" y="4608"/>
                    <a:pt x="6044" y="4645"/>
                    <a:pt x="6174" y="4645"/>
                  </a:cubicBezTo>
                  <a:cubicBezTo>
                    <a:pt x="6331" y="4645"/>
                    <a:pt x="6563" y="4592"/>
                    <a:pt x="6822" y="4358"/>
                  </a:cubicBezTo>
                  <a:cubicBezTo>
                    <a:pt x="6822" y="4358"/>
                    <a:pt x="6727" y="2775"/>
                    <a:pt x="6287" y="2156"/>
                  </a:cubicBezTo>
                  <a:cubicBezTo>
                    <a:pt x="5846" y="1525"/>
                    <a:pt x="4453" y="1"/>
                    <a:pt x="4453" y="1"/>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7"/>
            <p:cNvSpPr/>
            <p:nvPr/>
          </p:nvSpPr>
          <p:spPr>
            <a:xfrm>
              <a:off x="2062321" y="2442844"/>
              <a:ext cx="517669" cy="507109"/>
            </a:xfrm>
            <a:custGeom>
              <a:rect b="b" l="l" r="r" t="t"/>
              <a:pathLst>
                <a:path extrusionOk="0" h="6579" w="6716">
                  <a:moveTo>
                    <a:pt x="3905" y="1"/>
                  </a:moveTo>
                  <a:cubicBezTo>
                    <a:pt x="3871" y="1"/>
                    <a:pt x="3840" y="9"/>
                    <a:pt x="3810" y="27"/>
                  </a:cubicBezTo>
                  <a:cubicBezTo>
                    <a:pt x="3662" y="112"/>
                    <a:pt x="3535" y="146"/>
                    <a:pt x="3386" y="146"/>
                  </a:cubicBezTo>
                  <a:cubicBezTo>
                    <a:pt x="3224" y="146"/>
                    <a:pt x="3035" y="106"/>
                    <a:pt x="2762" y="50"/>
                  </a:cubicBezTo>
                  <a:cubicBezTo>
                    <a:pt x="2750" y="48"/>
                    <a:pt x="2737" y="46"/>
                    <a:pt x="2724" y="46"/>
                  </a:cubicBezTo>
                  <a:cubicBezTo>
                    <a:pt x="2203" y="46"/>
                    <a:pt x="1480" y="2344"/>
                    <a:pt x="1119" y="2646"/>
                  </a:cubicBezTo>
                  <a:cubicBezTo>
                    <a:pt x="738" y="2956"/>
                    <a:pt x="893" y="2741"/>
                    <a:pt x="691" y="4599"/>
                  </a:cubicBezTo>
                  <a:cubicBezTo>
                    <a:pt x="548" y="5908"/>
                    <a:pt x="191" y="6242"/>
                    <a:pt x="0" y="6313"/>
                  </a:cubicBezTo>
                  <a:cubicBezTo>
                    <a:pt x="0" y="6420"/>
                    <a:pt x="0" y="6480"/>
                    <a:pt x="0" y="6480"/>
                  </a:cubicBezTo>
                  <a:cubicBezTo>
                    <a:pt x="0" y="6480"/>
                    <a:pt x="160" y="6579"/>
                    <a:pt x="448" y="6579"/>
                  </a:cubicBezTo>
                  <a:cubicBezTo>
                    <a:pt x="585" y="6579"/>
                    <a:pt x="750" y="6557"/>
                    <a:pt x="941" y="6492"/>
                  </a:cubicBezTo>
                  <a:cubicBezTo>
                    <a:pt x="941" y="6492"/>
                    <a:pt x="1191" y="3253"/>
                    <a:pt x="1381" y="2872"/>
                  </a:cubicBezTo>
                  <a:cubicBezTo>
                    <a:pt x="1572" y="2503"/>
                    <a:pt x="3013" y="455"/>
                    <a:pt x="3274" y="336"/>
                  </a:cubicBezTo>
                  <a:cubicBezTo>
                    <a:pt x="3290" y="329"/>
                    <a:pt x="3310" y="326"/>
                    <a:pt x="3333" y="326"/>
                  </a:cubicBezTo>
                  <a:cubicBezTo>
                    <a:pt x="3707" y="326"/>
                    <a:pt x="4977" y="1202"/>
                    <a:pt x="5168" y="1539"/>
                  </a:cubicBezTo>
                  <a:cubicBezTo>
                    <a:pt x="5382" y="1884"/>
                    <a:pt x="5858" y="3122"/>
                    <a:pt x="5858" y="3122"/>
                  </a:cubicBezTo>
                  <a:cubicBezTo>
                    <a:pt x="5858" y="3122"/>
                    <a:pt x="5937" y="3160"/>
                    <a:pt x="6069" y="3160"/>
                  </a:cubicBezTo>
                  <a:cubicBezTo>
                    <a:pt x="6224" y="3160"/>
                    <a:pt x="6452" y="3109"/>
                    <a:pt x="6715" y="2884"/>
                  </a:cubicBezTo>
                  <a:cubicBezTo>
                    <a:pt x="6680" y="2348"/>
                    <a:pt x="6596" y="1813"/>
                    <a:pt x="6453" y="1301"/>
                  </a:cubicBezTo>
                  <a:cubicBezTo>
                    <a:pt x="6394" y="1455"/>
                    <a:pt x="6263" y="1574"/>
                    <a:pt x="6108" y="1622"/>
                  </a:cubicBezTo>
                  <a:cubicBezTo>
                    <a:pt x="6053" y="1639"/>
                    <a:pt x="5998" y="1647"/>
                    <a:pt x="5944" y="1647"/>
                  </a:cubicBezTo>
                  <a:cubicBezTo>
                    <a:pt x="5508" y="1647"/>
                    <a:pt x="5115" y="1141"/>
                    <a:pt x="4882" y="908"/>
                  </a:cubicBezTo>
                  <a:cubicBezTo>
                    <a:pt x="4646" y="672"/>
                    <a:pt x="4207" y="1"/>
                    <a:pt x="390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7"/>
            <p:cNvSpPr/>
            <p:nvPr/>
          </p:nvSpPr>
          <p:spPr>
            <a:xfrm>
              <a:off x="2082516" y="2659596"/>
              <a:ext cx="6475" cy="44167"/>
            </a:xfrm>
            <a:custGeom>
              <a:rect b="b" l="l" r="r" t="t"/>
              <a:pathLst>
                <a:path extrusionOk="0" fill="none" h="573" w="84">
                  <a:moveTo>
                    <a:pt x="36" y="1"/>
                  </a:moveTo>
                  <a:cubicBezTo>
                    <a:pt x="0" y="191"/>
                    <a:pt x="24" y="382"/>
                    <a:pt x="84" y="5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7"/>
            <p:cNvSpPr/>
            <p:nvPr/>
          </p:nvSpPr>
          <p:spPr>
            <a:xfrm>
              <a:off x="2452351" y="2527479"/>
              <a:ext cx="24820" cy="47790"/>
            </a:xfrm>
            <a:custGeom>
              <a:rect b="b" l="l" r="r" t="t"/>
              <a:pathLst>
                <a:path extrusionOk="0" fill="none" h="620" w="322">
                  <a:moveTo>
                    <a:pt x="322" y="0"/>
                  </a:moveTo>
                  <a:cubicBezTo>
                    <a:pt x="322" y="0"/>
                    <a:pt x="0" y="72"/>
                    <a:pt x="215" y="61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7"/>
            <p:cNvSpPr/>
            <p:nvPr/>
          </p:nvSpPr>
          <p:spPr>
            <a:xfrm>
              <a:off x="2232978" y="2418255"/>
              <a:ext cx="74459" cy="48715"/>
            </a:xfrm>
            <a:custGeom>
              <a:rect b="b" l="l" r="r" t="t"/>
              <a:pathLst>
                <a:path extrusionOk="0" fill="none" h="632" w="966">
                  <a:moveTo>
                    <a:pt x="1" y="0"/>
                  </a:moveTo>
                  <a:cubicBezTo>
                    <a:pt x="1" y="0"/>
                    <a:pt x="965" y="358"/>
                    <a:pt x="870" y="500"/>
                  </a:cubicBezTo>
                  <a:cubicBezTo>
                    <a:pt x="775" y="631"/>
                    <a:pt x="287" y="548"/>
                    <a:pt x="287" y="54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7"/>
            <p:cNvSpPr/>
            <p:nvPr/>
          </p:nvSpPr>
          <p:spPr>
            <a:xfrm>
              <a:off x="2335804" y="2410932"/>
              <a:ext cx="43165" cy="31217"/>
            </a:xfrm>
            <a:custGeom>
              <a:rect b="b" l="l" r="r" t="t"/>
              <a:pathLst>
                <a:path extrusionOk="0" fill="none" h="405" w="560">
                  <a:moveTo>
                    <a:pt x="0" y="405"/>
                  </a:moveTo>
                  <a:cubicBezTo>
                    <a:pt x="203" y="298"/>
                    <a:pt x="393" y="167"/>
                    <a:pt x="56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7"/>
            <p:cNvSpPr/>
            <p:nvPr/>
          </p:nvSpPr>
          <p:spPr>
            <a:xfrm>
              <a:off x="2511087" y="2542125"/>
              <a:ext cx="33992" cy="18422"/>
            </a:xfrm>
            <a:custGeom>
              <a:rect b="b" l="l" r="r" t="t"/>
              <a:pathLst>
                <a:path extrusionOk="0" fill="none" h="239" w="441">
                  <a:moveTo>
                    <a:pt x="441" y="1"/>
                  </a:moveTo>
                  <a:cubicBezTo>
                    <a:pt x="441" y="1"/>
                    <a:pt x="215" y="239"/>
                    <a:pt x="0" y="17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7"/>
            <p:cNvSpPr/>
            <p:nvPr/>
          </p:nvSpPr>
          <p:spPr>
            <a:xfrm>
              <a:off x="2117357" y="2671544"/>
              <a:ext cx="30370" cy="13874"/>
            </a:xfrm>
            <a:custGeom>
              <a:rect b="b" l="l" r="r" t="t"/>
              <a:pathLst>
                <a:path extrusionOk="0" fill="none" h="180" w="394">
                  <a:moveTo>
                    <a:pt x="394" y="0"/>
                  </a:moveTo>
                  <a:cubicBezTo>
                    <a:pt x="394" y="0"/>
                    <a:pt x="36" y="72"/>
                    <a:pt x="1" y="17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7"/>
            <p:cNvSpPr/>
            <p:nvPr/>
          </p:nvSpPr>
          <p:spPr>
            <a:xfrm>
              <a:off x="1708982" y="2120876"/>
              <a:ext cx="347862" cy="240875"/>
            </a:xfrm>
            <a:custGeom>
              <a:rect b="b" l="l" r="r" t="t"/>
              <a:pathLst>
                <a:path extrusionOk="0" h="3125" w="4513">
                  <a:moveTo>
                    <a:pt x="4013" y="1"/>
                  </a:moveTo>
                  <a:lnTo>
                    <a:pt x="4013" y="13"/>
                  </a:lnTo>
                  <a:lnTo>
                    <a:pt x="3453" y="501"/>
                  </a:lnTo>
                  <a:cubicBezTo>
                    <a:pt x="3155" y="596"/>
                    <a:pt x="2870" y="739"/>
                    <a:pt x="2620" y="941"/>
                  </a:cubicBezTo>
                  <a:cubicBezTo>
                    <a:pt x="2132" y="1299"/>
                    <a:pt x="881" y="2239"/>
                    <a:pt x="881" y="2239"/>
                  </a:cubicBezTo>
                  <a:cubicBezTo>
                    <a:pt x="739" y="2287"/>
                    <a:pt x="584" y="2322"/>
                    <a:pt x="429" y="2346"/>
                  </a:cubicBezTo>
                  <a:cubicBezTo>
                    <a:pt x="215" y="2370"/>
                    <a:pt x="0" y="2525"/>
                    <a:pt x="36" y="2596"/>
                  </a:cubicBezTo>
                  <a:cubicBezTo>
                    <a:pt x="45" y="2610"/>
                    <a:pt x="59" y="2615"/>
                    <a:pt x="76" y="2615"/>
                  </a:cubicBezTo>
                  <a:cubicBezTo>
                    <a:pt x="147" y="2615"/>
                    <a:pt x="271" y="2524"/>
                    <a:pt x="316" y="2524"/>
                  </a:cubicBezTo>
                  <a:cubicBezTo>
                    <a:pt x="318" y="2524"/>
                    <a:pt x="320" y="2524"/>
                    <a:pt x="322" y="2525"/>
                  </a:cubicBezTo>
                  <a:cubicBezTo>
                    <a:pt x="369" y="2537"/>
                    <a:pt x="286" y="2989"/>
                    <a:pt x="346" y="3084"/>
                  </a:cubicBezTo>
                  <a:cubicBezTo>
                    <a:pt x="362" y="3114"/>
                    <a:pt x="381" y="3124"/>
                    <a:pt x="400" y="3124"/>
                  </a:cubicBezTo>
                  <a:cubicBezTo>
                    <a:pt x="450" y="3124"/>
                    <a:pt x="500" y="3049"/>
                    <a:pt x="500" y="3049"/>
                  </a:cubicBezTo>
                  <a:cubicBezTo>
                    <a:pt x="527" y="3070"/>
                    <a:pt x="561" y="3082"/>
                    <a:pt x="595" y="3082"/>
                  </a:cubicBezTo>
                  <a:cubicBezTo>
                    <a:pt x="636" y="3082"/>
                    <a:pt x="677" y="3064"/>
                    <a:pt x="703" y="3025"/>
                  </a:cubicBezTo>
                  <a:cubicBezTo>
                    <a:pt x="703" y="3025"/>
                    <a:pt x="715" y="3013"/>
                    <a:pt x="715" y="3001"/>
                  </a:cubicBezTo>
                  <a:cubicBezTo>
                    <a:pt x="715" y="3001"/>
                    <a:pt x="732" y="3006"/>
                    <a:pt x="757" y="3006"/>
                  </a:cubicBezTo>
                  <a:cubicBezTo>
                    <a:pt x="801" y="3006"/>
                    <a:pt x="866" y="2991"/>
                    <a:pt x="881" y="2906"/>
                  </a:cubicBezTo>
                  <a:cubicBezTo>
                    <a:pt x="881" y="2906"/>
                    <a:pt x="903" y="2915"/>
                    <a:pt x="929" y="2915"/>
                  </a:cubicBezTo>
                  <a:cubicBezTo>
                    <a:pt x="963" y="2915"/>
                    <a:pt x="1004" y="2901"/>
                    <a:pt x="1024" y="2834"/>
                  </a:cubicBezTo>
                  <a:cubicBezTo>
                    <a:pt x="1036" y="2763"/>
                    <a:pt x="1060" y="2680"/>
                    <a:pt x="1096" y="2608"/>
                  </a:cubicBezTo>
                  <a:cubicBezTo>
                    <a:pt x="1096" y="2608"/>
                    <a:pt x="3394" y="1572"/>
                    <a:pt x="3727" y="1144"/>
                  </a:cubicBezTo>
                  <a:cubicBezTo>
                    <a:pt x="3727" y="1144"/>
                    <a:pt x="4025" y="1049"/>
                    <a:pt x="4072" y="906"/>
                  </a:cubicBezTo>
                  <a:lnTo>
                    <a:pt x="4513" y="560"/>
                  </a:lnTo>
                  <a:lnTo>
                    <a:pt x="401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7"/>
            <p:cNvSpPr/>
            <p:nvPr/>
          </p:nvSpPr>
          <p:spPr>
            <a:xfrm>
              <a:off x="1739274" y="2334314"/>
              <a:ext cx="33992" cy="12102"/>
            </a:xfrm>
            <a:custGeom>
              <a:rect b="b" l="l" r="r" t="t"/>
              <a:pathLst>
                <a:path extrusionOk="0" h="157" w="441">
                  <a:moveTo>
                    <a:pt x="422" y="1"/>
                  </a:moveTo>
                  <a:cubicBezTo>
                    <a:pt x="407" y="1"/>
                    <a:pt x="392" y="9"/>
                    <a:pt x="377" y="21"/>
                  </a:cubicBezTo>
                  <a:lnTo>
                    <a:pt x="377" y="21"/>
                  </a:lnTo>
                  <a:lnTo>
                    <a:pt x="441" y="6"/>
                  </a:lnTo>
                  <a:cubicBezTo>
                    <a:pt x="435" y="2"/>
                    <a:pt x="428" y="1"/>
                    <a:pt x="422" y="1"/>
                  </a:cubicBezTo>
                  <a:close/>
                  <a:moveTo>
                    <a:pt x="377" y="21"/>
                  </a:moveTo>
                  <a:lnTo>
                    <a:pt x="0" y="113"/>
                  </a:lnTo>
                  <a:cubicBezTo>
                    <a:pt x="0" y="113"/>
                    <a:pt x="11" y="112"/>
                    <a:pt x="25" y="112"/>
                  </a:cubicBezTo>
                  <a:cubicBezTo>
                    <a:pt x="54" y="112"/>
                    <a:pt x="99" y="117"/>
                    <a:pt x="107" y="149"/>
                  </a:cubicBezTo>
                  <a:cubicBezTo>
                    <a:pt x="109" y="154"/>
                    <a:pt x="113" y="156"/>
                    <a:pt x="117" y="156"/>
                  </a:cubicBezTo>
                  <a:cubicBezTo>
                    <a:pt x="143" y="156"/>
                    <a:pt x="204" y="98"/>
                    <a:pt x="246" y="98"/>
                  </a:cubicBezTo>
                  <a:cubicBezTo>
                    <a:pt x="252" y="98"/>
                    <a:pt x="257" y="99"/>
                    <a:pt x="262" y="101"/>
                  </a:cubicBezTo>
                  <a:cubicBezTo>
                    <a:pt x="266" y="103"/>
                    <a:pt x="269" y="104"/>
                    <a:pt x="273" y="104"/>
                  </a:cubicBezTo>
                  <a:cubicBezTo>
                    <a:pt x="303" y="104"/>
                    <a:pt x="340" y="52"/>
                    <a:pt x="377" y="2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7"/>
            <p:cNvSpPr/>
            <p:nvPr/>
          </p:nvSpPr>
          <p:spPr>
            <a:xfrm>
              <a:off x="1739274" y="2332001"/>
              <a:ext cx="33992" cy="16572"/>
            </a:xfrm>
            <a:custGeom>
              <a:rect b="b" l="l" r="r" t="t"/>
              <a:pathLst>
                <a:path extrusionOk="0" fill="none" h="215" w="441">
                  <a:moveTo>
                    <a:pt x="0" y="143"/>
                  </a:moveTo>
                  <a:cubicBezTo>
                    <a:pt x="0" y="143"/>
                    <a:pt x="95" y="131"/>
                    <a:pt x="107" y="179"/>
                  </a:cubicBezTo>
                  <a:cubicBezTo>
                    <a:pt x="119" y="215"/>
                    <a:pt x="215" y="107"/>
                    <a:pt x="262" y="131"/>
                  </a:cubicBezTo>
                  <a:cubicBezTo>
                    <a:pt x="310" y="155"/>
                    <a:pt x="381" y="0"/>
                    <a:pt x="441" y="3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7"/>
            <p:cNvSpPr/>
            <p:nvPr/>
          </p:nvSpPr>
          <p:spPr>
            <a:xfrm>
              <a:off x="2422058" y="1859802"/>
              <a:ext cx="270782" cy="259528"/>
            </a:xfrm>
            <a:custGeom>
              <a:rect b="b" l="l" r="r" t="t"/>
              <a:pathLst>
                <a:path extrusionOk="0" h="3367" w="3513">
                  <a:moveTo>
                    <a:pt x="3151" y="1"/>
                  </a:moveTo>
                  <a:cubicBezTo>
                    <a:pt x="3113" y="1"/>
                    <a:pt x="3069" y="87"/>
                    <a:pt x="3060" y="137"/>
                  </a:cubicBezTo>
                  <a:cubicBezTo>
                    <a:pt x="3037" y="245"/>
                    <a:pt x="3001" y="352"/>
                    <a:pt x="2929" y="435"/>
                  </a:cubicBezTo>
                  <a:cubicBezTo>
                    <a:pt x="2859" y="546"/>
                    <a:pt x="2686" y="554"/>
                    <a:pt x="2635" y="554"/>
                  </a:cubicBezTo>
                  <a:cubicBezTo>
                    <a:pt x="2625" y="554"/>
                    <a:pt x="2620" y="554"/>
                    <a:pt x="2620" y="554"/>
                  </a:cubicBezTo>
                  <a:lnTo>
                    <a:pt x="2596" y="459"/>
                  </a:lnTo>
                  <a:cubicBezTo>
                    <a:pt x="2596" y="459"/>
                    <a:pt x="2620" y="161"/>
                    <a:pt x="2525" y="161"/>
                  </a:cubicBezTo>
                  <a:cubicBezTo>
                    <a:pt x="2429" y="161"/>
                    <a:pt x="2465" y="340"/>
                    <a:pt x="2453" y="506"/>
                  </a:cubicBezTo>
                  <a:cubicBezTo>
                    <a:pt x="2429" y="673"/>
                    <a:pt x="2584" y="1090"/>
                    <a:pt x="2584" y="1090"/>
                  </a:cubicBezTo>
                  <a:cubicBezTo>
                    <a:pt x="1322" y="2221"/>
                    <a:pt x="1298" y="2483"/>
                    <a:pt x="1298" y="2483"/>
                  </a:cubicBezTo>
                  <a:lnTo>
                    <a:pt x="322" y="1971"/>
                  </a:lnTo>
                  <a:lnTo>
                    <a:pt x="0" y="2804"/>
                  </a:lnTo>
                  <a:cubicBezTo>
                    <a:pt x="405" y="3019"/>
                    <a:pt x="834" y="3209"/>
                    <a:pt x="1263" y="3352"/>
                  </a:cubicBezTo>
                  <a:cubicBezTo>
                    <a:pt x="1292" y="3362"/>
                    <a:pt x="1323" y="3367"/>
                    <a:pt x="1353" y="3367"/>
                  </a:cubicBezTo>
                  <a:cubicBezTo>
                    <a:pt x="1978" y="3367"/>
                    <a:pt x="2818" y="1392"/>
                    <a:pt x="2977" y="1233"/>
                  </a:cubicBezTo>
                  <a:cubicBezTo>
                    <a:pt x="3132" y="1090"/>
                    <a:pt x="3251" y="911"/>
                    <a:pt x="3322" y="721"/>
                  </a:cubicBezTo>
                  <a:cubicBezTo>
                    <a:pt x="3358" y="626"/>
                    <a:pt x="3513" y="495"/>
                    <a:pt x="3501" y="435"/>
                  </a:cubicBezTo>
                  <a:cubicBezTo>
                    <a:pt x="3499" y="427"/>
                    <a:pt x="3493" y="424"/>
                    <a:pt x="3485" y="424"/>
                  </a:cubicBezTo>
                  <a:cubicBezTo>
                    <a:pt x="3445" y="424"/>
                    <a:pt x="3346" y="506"/>
                    <a:pt x="3346" y="506"/>
                  </a:cubicBezTo>
                  <a:cubicBezTo>
                    <a:pt x="3346" y="506"/>
                    <a:pt x="3465" y="280"/>
                    <a:pt x="3418" y="245"/>
                  </a:cubicBezTo>
                  <a:cubicBezTo>
                    <a:pt x="3415" y="241"/>
                    <a:pt x="3411" y="240"/>
                    <a:pt x="3407" y="240"/>
                  </a:cubicBezTo>
                  <a:cubicBezTo>
                    <a:pt x="3366" y="240"/>
                    <a:pt x="3287" y="399"/>
                    <a:pt x="3287" y="399"/>
                  </a:cubicBezTo>
                  <a:cubicBezTo>
                    <a:pt x="3299" y="316"/>
                    <a:pt x="3299" y="233"/>
                    <a:pt x="3299" y="161"/>
                  </a:cubicBezTo>
                  <a:cubicBezTo>
                    <a:pt x="3299" y="65"/>
                    <a:pt x="3257" y="47"/>
                    <a:pt x="3226" y="47"/>
                  </a:cubicBezTo>
                  <a:cubicBezTo>
                    <a:pt x="3207" y="47"/>
                    <a:pt x="3191" y="54"/>
                    <a:pt x="3191" y="54"/>
                  </a:cubicBezTo>
                  <a:cubicBezTo>
                    <a:pt x="3181" y="16"/>
                    <a:pt x="3166" y="1"/>
                    <a:pt x="315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7"/>
            <p:cNvSpPr/>
            <p:nvPr/>
          </p:nvSpPr>
          <p:spPr>
            <a:xfrm>
              <a:off x="2104484" y="1963322"/>
              <a:ext cx="328669" cy="395883"/>
            </a:xfrm>
            <a:custGeom>
              <a:rect b="b" l="l" r="r" t="t"/>
              <a:pathLst>
                <a:path extrusionOk="0" h="5136" w="4264">
                  <a:moveTo>
                    <a:pt x="3147" y="0"/>
                  </a:moveTo>
                  <a:cubicBezTo>
                    <a:pt x="2815" y="0"/>
                    <a:pt x="2375" y="55"/>
                    <a:pt x="1799" y="164"/>
                  </a:cubicBezTo>
                  <a:cubicBezTo>
                    <a:pt x="1358" y="247"/>
                    <a:pt x="1" y="533"/>
                    <a:pt x="132" y="1009"/>
                  </a:cubicBezTo>
                  <a:cubicBezTo>
                    <a:pt x="263" y="1449"/>
                    <a:pt x="953" y="3593"/>
                    <a:pt x="811" y="4855"/>
                  </a:cubicBezTo>
                  <a:cubicBezTo>
                    <a:pt x="799" y="4998"/>
                    <a:pt x="894" y="5117"/>
                    <a:pt x="1025" y="5128"/>
                  </a:cubicBezTo>
                  <a:lnTo>
                    <a:pt x="1049" y="5128"/>
                  </a:lnTo>
                  <a:cubicBezTo>
                    <a:pt x="1175" y="5133"/>
                    <a:pt x="1302" y="5136"/>
                    <a:pt x="1429" y="5136"/>
                  </a:cubicBezTo>
                  <a:cubicBezTo>
                    <a:pt x="2230" y="5136"/>
                    <a:pt x="3029" y="5038"/>
                    <a:pt x="3811" y="4843"/>
                  </a:cubicBezTo>
                  <a:cubicBezTo>
                    <a:pt x="4085" y="4771"/>
                    <a:pt x="4263" y="4509"/>
                    <a:pt x="4216" y="4236"/>
                  </a:cubicBezTo>
                  <a:cubicBezTo>
                    <a:pt x="4120" y="3593"/>
                    <a:pt x="3978" y="2426"/>
                    <a:pt x="4073" y="1509"/>
                  </a:cubicBezTo>
                  <a:cubicBezTo>
                    <a:pt x="4180" y="505"/>
                    <a:pt x="4160" y="0"/>
                    <a:pt x="314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7"/>
            <p:cNvSpPr/>
            <p:nvPr/>
          </p:nvSpPr>
          <p:spPr>
            <a:xfrm>
              <a:off x="2333030" y="2000706"/>
              <a:ext cx="23047" cy="61510"/>
            </a:xfrm>
            <a:custGeom>
              <a:rect b="b" l="l" r="r" t="t"/>
              <a:pathLst>
                <a:path extrusionOk="0" fill="none" h="798" w="299">
                  <a:moveTo>
                    <a:pt x="298" y="0"/>
                  </a:moveTo>
                  <a:cubicBezTo>
                    <a:pt x="60" y="191"/>
                    <a:pt x="1" y="536"/>
                    <a:pt x="167" y="79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7"/>
            <p:cNvSpPr/>
            <p:nvPr/>
          </p:nvSpPr>
          <p:spPr>
            <a:xfrm>
              <a:off x="2149500" y="2153019"/>
              <a:ext cx="199175" cy="143215"/>
            </a:xfrm>
            <a:custGeom>
              <a:rect b="b" l="l" r="r" t="t"/>
              <a:pathLst>
                <a:path extrusionOk="0" fill="none" h="1858" w="2584">
                  <a:moveTo>
                    <a:pt x="0" y="0"/>
                  </a:moveTo>
                  <a:cubicBezTo>
                    <a:pt x="619" y="905"/>
                    <a:pt x="1536" y="1560"/>
                    <a:pt x="2584" y="18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7"/>
            <p:cNvSpPr/>
            <p:nvPr/>
          </p:nvSpPr>
          <p:spPr>
            <a:xfrm>
              <a:off x="2194438" y="2319129"/>
              <a:ext cx="102902" cy="8325"/>
            </a:xfrm>
            <a:custGeom>
              <a:rect b="b" l="l" r="r" t="t"/>
              <a:pathLst>
                <a:path extrusionOk="0" fill="none" h="108" w="1335">
                  <a:moveTo>
                    <a:pt x="1" y="72"/>
                  </a:moveTo>
                  <a:cubicBezTo>
                    <a:pt x="453" y="108"/>
                    <a:pt x="894" y="84"/>
                    <a:pt x="1334"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7"/>
            <p:cNvSpPr/>
            <p:nvPr/>
          </p:nvSpPr>
          <p:spPr>
            <a:xfrm>
              <a:off x="2000810" y="2029149"/>
              <a:ext cx="147839" cy="157937"/>
            </a:xfrm>
            <a:custGeom>
              <a:rect b="b" l="l" r="r" t="t"/>
              <a:pathLst>
                <a:path extrusionOk="0" h="2049" w="1918">
                  <a:moveTo>
                    <a:pt x="1572" y="0"/>
                  </a:moveTo>
                  <a:lnTo>
                    <a:pt x="1" y="1131"/>
                  </a:lnTo>
                  <a:cubicBezTo>
                    <a:pt x="1" y="1131"/>
                    <a:pt x="346" y="2000"/>
                    <a:pt x="727" y="2048"/>
                  </a:cubicBezTo>
                  <a:lnTo>
                    <a:pt x="1917" y="1274"/>
                  </a:lnTo>
                  <a:lnTo>
                    <a:pt x="1572"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7"/>
            <p:cNvSpPr/>
            <p:nvPr/>
          </p:nvSpPr>
          <p:spPr>
            <a:xfrm>
              <a:off x="2000810" y="2029149"/>
              <a:ext cx="147839" cy="157937"/>
            </a:xfrm>
            <a:custGeom>
              <a:rect b="b" l="l" r="r" t="t"/>
              <a:pathLst>
                <a:path extrusionOk="0" fill="none" h="2049" w="1918">
                  <a:moveTo>
                    <a:pt x="1572" y="0"/>
                  </a:moveTo>
                  <a:lnTo>
                    <a:pt x="1" y="1131"/>
                  </a:lnTo>
                  <a:cubicBezTo>
                    <a:pt x="1" y="1131"/>
                    <a:pt x="346" y="2000"/>
                    <a:pt x="727" y="2048"/>
                  </a:cubicBezTo>
                  <a:lnTo>
                    <a:pt x="1917" y="127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7"/>
            <p:cNvSpPr/>
            <p:nvPr/>
          </p:nvSpPr>
          <p:spPr>
            <a:xfrm>
              <a:off x="2363322" y="1980511"/>
              <a:ext cx="146914" cy="142290"/>
            </a:xfrm>
            <a:custGeom>
              <a:rect b="b" l="l" r="r" t="t"/>
              <a:pathLst>
                <a:path extrusionOk="0" h="1846" w="1906">
                  <a:moveTo>
                    <a:pt x="0" y="0"/>
                  </a:moveTo>
                  <a:lnTo>
                    <a:pt x="417" y="1346"/>
                  </a:lnTo>
                  <a:lnTo>
                    <a:pt x="1489" y="1846"/>
                  </a:lnTo>
                  <a:cubicBezTo>
                    <a:pt x="1905" y="1417"/>
                    <a:pt x="1905" y="762"/>
                    <a:pt x="1905" y="762"/>
                  </a:cubicBezTo>
                  <a:cubicBezTo>
                    <a:pt x="834" y="143"/>
                    <a:pt x="1" y="0"/>
                    <a:pt x="0"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7"/>
            <p:cNvSpPr/>
            <p:nvPr/>
          </p:nvSpPr>
          <p:spPr>
            <a:xfrm>
              <a:off x="2363322" y="1980511"/>
              <a:ext cx="146914" cy="142290"/>
            </a:xfrm>
            <a:custGeom>
              <a:rect b="b" l="l" r="r" t="t"/>
              <a:pathLst>
                <a:path extrusionOk="0" fill="none" h="1846" w="1906">
                  <a:moveTo>
                    <a:pt x="0" y="0"/>
                  </a:moveTo>
                  <a:cubicBezTo>
                    <a:pt x="0" y="0"/>
                    <a:pt x="834" y="143"/>
                    <a:pt x="1905" y="762"/>
                  </a:cubicBezTo>
                  <a:cubicBezTo>
                    <a:pt x="1905" y="762"/>
                    <a:pt x="1905" y="1417"/>
                    <a:pt x="1489" y="1846"/>
                  </a:cubicBezTo>
                  <a:lnTo>
                    <a:pt x="417" y="134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7"/>
            <p:cNvSpPr/>
            <p:nvPr/>
          </p:nvSpPr>
          <p:spPr>
            <a:xfrm>
              <a:off x="2196288" y="2030074"/>
              <a:ext cx="85405" cy="333140"/>
            </a:xfrm>
            <a:custGeom>
              <a:rect b="b" l="l" r="r" t="t"/>
              <a:pathLst>
                <a:path extrusionOk="0" h="4322" w="1108">
                  <a:moveTo>
                    <a:pt x="572" y="0"/>
                  </a:moveTo>
                  <a:lnTo>
                    <a:pt x="215" y="48"/>
                  </a:lnTo>
                  <a:lnTo>
                    <a:pt x="1" y="36"/>
                  </a:lnTo>
                  <a:lnTo>
                    <a:pt x="215" y="464"/>
                  </a:lnTo>
                  <a:lnTo>
                    <a:pt x="155" y="1655"/>
                  </a:lnTo>
                  <a:cubicBezTo>
                    <a:pt x="155" y="1655"/>
                    <a:pt x="143" y="2667"/>
                    <a:pt x="560" y="4191"/>
                  </a:cubicBezTo>
                  <a:lnTo>
                    <a:pt x="870" y="4322"/>
                  </a:lnTo>
                  <a:lnTo>
                    <a:pt x="1108" y="4132"/>
                  </a:lnTo>
                  <a:cubicBezTo>
                    <a:pt x="1108" y="4132"/>
                    <a:pt x="679" y="2024"/>
                    <a:pt x="632" y="1619"/>
                  </a:cubicBezTo>
                  <a:lnTo>
                    <a:pt x="393" y="429"/>
                  </a:lnTo>
                  <a:lnTo>
                    <a:pt x="572"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7"/>
            <p:cNvSpPr/>
            <p:nvPr/>
          </p:nvSpPr>
          <p:spPr>
            <a:xfrm>
              <a:off x="2171545" y="1985059"/>
              <a:ext cx="111997" cy="72609"/>
            </a:xfrm>
            <a:custGeom>
              <a:rect b="b" l="l" r="r" t="t"/>
              <a:pathLst>
                <a:path extrusionOk="0" h="942" w="1453">
                  <a:moveTo>
                    <a:pt x="1334" y="1"/>
                  </a:moveTo>
                  <a:cubicBezTo>
                    <a:pt x="1179" y="24"/>
                    <a:pt x="1012" y="48"/>
                    <a:pt x="845" y="84"/>
                  </a:cubicBezTo>
                  <a:cubicBezTo>
                    <a:pt x="679" y="120"/>
                    <a:pt x="381" y="179"/>
                    <a:pt x="72" y="263"/>
                  </a:cubicBezTo>
                  <a:cubicBezTo>
                    <a:pt x="12" y="489"/>
                    <a:pt x="0" y="715"/>
                    <a:pt x="48" y="941"/>
                  </a:cubicBezTo>
                  <a:cubicBezTo>
                    <a:pt x="142" y="795"/>
                    <a:pt x="298" y="711"/>
                    <a:pt x="463" y="711"/>
                  </a:cubicBezTo>
                  <a:cubicBezTo>
                    <a:pt x="527" y="711"/>
                    <a:pt x="592" y="724"/>
                    <a:pt x="655" y="751"/>
                  </a:cubicBezTo>
                  <a:cubicBezTo>
                    <a:pt x="842" y="621"/>
                    <a:pt x="1008" y="583"/>
                    <a:pt x="1139" y="583"/>
                  </a:cubicBezTo>
                  <a:cubicBezTo>
                    <a:pt x="1334" y="583"/>
                    <a:pt x="1453" y="667"/>
                    <a:pt x="1453" y="667"/>
                  </a:cubicBezTo>
                  <a:cubicBezTo>
                    <a:pt x="1429" y="441"/>
                    <a:pt x="1381" y="215"/>
                    <a:pt x="1334"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7"/>
            <p:cNvSpPr/>
            <p:nvPr/>
          </p:nvSpPr>
          <p:spPr>
            <a:xfrm>
              <a:off x="2162372" y="1956616"/>
              <a:ext cx="103750" cy="69141"/>
            </a:xfrm>
            <a:custGeom>
              <a:rect b="b" l="l" r="r" t="t"/>
              <a:pathLst>
                <a:path extrusionOk="0" h="897" w="1346">
                  <a:moveTo>
                    <a:pt x="1107" y="1"/>
                  </a:moveTo>
                  <a:lnTo>
                    <a:pt x="1107" y="12"/>
                  </a:lnTo>
                  <a:lnTo>
                    <a:pt x="762" y="203"/>
                  </a:lnTo>
                  <a:cubicBezTo>
                    <a:pt x="762" y="203"/>
                    <a:pt x="0" y="763"/>
                    <a:pt x="595" y="882"/>
                  </a:cubicBezTo>
                  <a:cubicBezTo>
                    <a:pt x="646" y="892"/>
                    <a:pt x="694" y="897"/>
                    <a:pt x="739" y="897"/>
                  </a:cubicBezTo>
                  <a:cubicBezTo>
                    <a:pt x="1207" y="897"/>
                    <a:pt x="1345" y="382"/>
                    <a:pt x="1345" y="382"/>
                  </a:cubicBezTo>
                  <a:cubicBezTo>
                    <a:pt x="1214" y="358"/>
                    <a:pt x="1107" y="1"/>
                    <a:pt x="110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7"/>
            <p:cNvSpPr/>
            <p:nvPr/>
          </p:nvSpPr>
          <p:spPr>
            <a:xfrm>
              <a:off x="2081129" y="1845388"/>
              <a:ext cx="181292" cy="128261"/>
            </a:xfrm>
            <a:custGeom>
              <a:rect b="b" l="l" r="r" t="t"/>
              <a:pathLst>
                <a:path extrusionOk="0" h="1664" w="2352">
                  <a:moveTo>
                    <a:pt x="1670" y="1"/>
                  </a:moveTo>
                  <a:cubicBezTo>
                    <a:pt x="1599" y="1"/>
                    <a:pt x="1521" y="12"/>
                    <a:pt x="1435" y="39"/>
                  </a:cubicBezTo>
                  <a:cubicBezTo>
                    <a:pt x="1417" y="38"/>
                    <a:pt x="1399" y="38"/>
                    <a:pt x="1381" y="38"/>
                  </a:cubicBezTo>
                  <a:cubicBezTo>
                    <a:pt x="1079" y="38"/>
                    <a:pt x="789" y="132"/>
                    <a:pt x="542" y="301"/>
                  </a:cubicBezTo>
                  <a:cubicBezTo>
                    <a:pt x="378" y="426"/>
                    <a:pt x="268" y="464"/>
                    <a:pt x="196" y="464"/>
                  </a:cubicBezTo>
                  <a:cubicBezTo>
                    <a:pt x="91" y="464"/>
                    <a:pt x="66" y="384"/>
                    <a:pt x="66" y="384"/>
                  </a:cubicBezTo>
                  <a:lnTo>
                    <a:pt x="66" y="384"/>
                  </a:lnTo>
                  <a:cubicBezTo>
                    <a:pt x="66" y="384"/>
                    <a:pt x="0" y="673"/>
                    <a:pt x="258" y="673"/>
                  </a:cubicBezTo>
                  <a:cubicBezTo>
                    <a:pt x="292" y="673"/>
                    <a:pt x="330" y="669"/>
                    <a:pt x="375" y="658"/>
                  </a:cubicBezTo>
                  <a:lnTo>
                    <a:pt x="375" y="658"/>
                  </a:lnTo>
                  <a:cubicBezTo>
                    <a:pt x="375" y="658"/>
                    <a:pt x="293" y="823"/>
                    <a:pt x="152" y="823"/>
                  </a:cubicBezTo>
                  <a:cubicBezTo>
                    <a:pt x="132" y="823"/>
                    <a:pt x="111" y="820"/>
                    <a:pt x="90" y="813"/>
                  </a:cubicBezTo>
                  <a:lnTo>
                    <a:pt x="90" y="813"/>
                  </a:lnTo>
                  <a:cubicBezTo>
                    <a:pt x="90" y="813"/>
                    <a:pt x="173" y="934"/>
                    <a:pt x="298" y="934"/>
                  </a:cubicBezTo>
                  <a:cubicBezTo>
                    <a:pt x="330" y="934"/>
                    <a:pt x="363" y="927"/>
                    <a:pt x="399" y="908"/>
                  </a:cubicBezTo>
                  <a:lnTo>
                    <a:pt x="399" y="908"/>
                  </a:lnTo>
                  <a:cubicBezTo>
                    <a:pt x="399" y="908"/>
                    <a:pt x="280" y="1074"/>
                    <a:pt x="387" y="1182"/>
                  </a:cubicBezTo>
                  <a:cubicBezTo>
                    <a:pt x="387" y="1182"/>
                    <a:pt x="795" y="863"/>
                    <a:pt x="1075" y="863"/>
                  </a:cubicBezTo>
                  <a:cubicBezTo>
                    <a:pt x="1101" y="863"/>
                    <a:pt x="1126" y="866"/>
                    <a:pt x="1149" y="872"/>
                  </a:cubicBezTo>
                  <a:cubicBezTo>
                    <a:pt x="1435" y="932"/>
                    <a:pt x="2042" y="1420"/>
                    <a:pt x="2054" y="1420"/>
                  </a:cubicBezTo>
                  <a:cubicBezTo>
                    <a:pt x="2054" y="1420"/>
                    <a:pt x="2156" y="1663"/>
                    <a:pt x="2312" y="1663"/>
                  </a:cubicBezTo>
                  <a:cubicBezTo>
                    <a:pt x="2325" y="1663"/>
                    <a:pt x="2338" y="1662"/>
                    <a:pt x="2352" y="1658"/>
                  </a:cubicBezTo>
                  <a:cubicBezTo>
                    <a:pt x="2352" y="1658"/>
                    <a:pt x="2221" y="1170"/>
                    <a:pt x="2280" y="872"/>
                  </a:cubicBezTo>
                  <a:cubicBezTo>
                    <a:pt x="2333" y="611"/>
                    <a:pt x="2183" y="1"/>
                    <a:pt x="1670"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7"/>
            <p:cNvSpPr/>
            <p:nvPr/>
          </p:nvSpPr>
          <p:spPr>
            <a:xfrm>
              <a:off x="2123755" y="1890866"/>
              <a:ext cx="140209" cy="149612"/>
            </a:xfrm>
            <a:custGeom>
              <a:rect b="b" l="l" r="r" t="t"/>
              <a:pathLst>
                <a:path extrusionOk="0" h="1941" w="1819">
                  <a:moveTo>
                    <a:pt x="893" y="1"/>
                  </a:moveTo>
                  <a:cubicBezTo>
                    <a:pt x="779" y="1"/>
                    <a:pt x="573" y="128"/>
                    <a:pt x="334" y="163"/>
                  </a:cubicBezTo>
                  <a:cubicBezTo>
                    <a:pt x="1" y="199"/>
                    <a:pt x="25" y="508"/>
                    <a:pt x="84" y="723"/>
                  </a:cubicBezTo>
                  <a:cubicBezTo>
                    <a:pt x="84" y="723"/>
                    <a:pt x="275" y="1604"/>
                    <a:pt x="846" y="1913"/>
                  </a:cubicBezTo>
                  <a:cubicBezTo>
                    <a:pt x="881" y="1932"/>
                    <a:pt x="916" y="1940"/>
                    <a:pt x="951" y="1940"/>
                  </a:cubicBezTo>
                  <a:cubicBezTo>
                    <a:pt x="1298" y="1940"/>
                    <a:pt x="1631" y="1104"/>
                    <a:pt x="1620" y="985"/>
                  </a:cubicBezTo>
                  <a:cubicBezTo>
                    <a:pt x="1739" y="925"/>
                    <a:pt x="1811" y="818"/>
                    <a:pt x="1811" y="687"/>
                  </a:cubicBezTo>
                  <a:cubicBezTo>
                    <a:pt x="1819" y="542"/>
                    <a:pt x="1751" y="473"/>
                    <a:pt x="1665" y="473"/>
                  </a:cubicBezTo>
                  <a:cubicBezTo>
                    <a:pt x="1624" y="473"/>
                    <a:pt x="1579" y="489"/>
                    <a:pt x="1537" y="520"/>
                  </a:cubicBezTo>
                  <a:cubicBezTo>
                    <a:pt x="1537" y="520"/>
                    <a:pt x="1489" y="675"/>
                    <a:pt x="1418" y="675"/>
                  </a:cubicBezTo>
                  <a:cubicBezTo>
                    <a:pt x="1417" y="675"/>
                    <a:pt x="1416" y="675"/>
                    <a:pt x="1415" y="675"/>
                  </a:cubicBezTo>
                  <a:cubicBezTo>
                    <a:pt x="1347" y="675"/>
                    <a:pt x="1369" y="305"/>
                    <a:pt x="1287" y="258"/>
                  </a:cubicBezTo>
                  <a:cubicBezTo>
                    <a:pt x="1215" y="223"/>
                    <a:pt x="1037" y="211"/>
                    <a:pt x="977" y="56"/>
                  </a:cubicBezTo>
                  <a:cubicBezTo>
                    <a:pt x="962" y="16"/>
                    <a:pt x="933" y="1"/>
                    <a:pt x="89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7"/>
            <p:cNvSpPr/>
            <p:nvPr/>
          </p:nvSpPr>
          <p:spPr>
            <a:xfrm>
              <a:off x="2141252" y="1959391"/>
              <a:ext cx="27595" cy="36767"/>
            </a:xfrm>
            <a:custGeom>
              <a:rect b="b" l="l" r="r" t="t"/>
              <a:pathLst>
                <a:path extrusionOk="0" fill="none" h="477" w="358">
                  <a:moveTo>
                    <a:pt x="214" y="0"/>
                  </a:moveTo>
                  <a:cubicBezTo>
                    <a:pt x="226" y="131"/>
                    <a:pt x="179" y="274"/>
                    <a:pt x="84" y="369"/>
                  </a:cubicBezTo>
                  <a:cubicBezTo>
                    <a:pt x="0" y="465"/>
                    <a:pt x="334" y="405"/>
                    <a:pt x="357" y="47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7"/>
            <p:cNvSpPr/>
            <p:nvPr/>
          </p:nvSpPr>
          <p:spPr>
            <a:xfrm>
              <a:off x="2138477" y="1952916"/>
              <a:ext cx="7400" cy="12949"/>
            </a:xfrm>
            <a:custGeom>
              <a:rect b="b" l="l" r="r" t="t"/>
              <a:pathLst>
                <a:path extrusionOk="0" h="168" w="96">
                  <a:moveTo>
                    <a:pt x="36" y="1"/>
                  </a:moveTo>
                  <a:cubicBezTo>
                    <a:pt x="12" y="1"/>
                    <a:pt x="0" y="49"/>
                    <a:pt x="12" y="96"/>
                  </a:cubicBezTo>
                  <a:cubicBezTo>
                    <a:pt x="24" y="132"/>
                    <a:pt x="60" y="168"/>
                    <a:pt x="72" y="168"/>
                  </a:cubicBezTo>
                  <a:cubicBezTo>
                    <a:pt x="84" y="156"/>
                    <a:pt x="96" y="120"/>
                    <a:pt x="84" y="72"/>
                  </a:cubicBezTo>
                  <a:cubicBezTo>
                    <a:pt x="72" y="25"/>
                    <a:pt x="48"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7"/>
            <p:cNvSpPr/>
            <p:nvPr/>
          </p:nvSpPr>
          <p:spPr>
            <a:xfrm>
              <a:off x="2172393" y="1944514"/>
              <a:ext cx="7477" cy="13104"/>
            </a:xfrm>
            <a:custGeom>
              <a:rect b="b" l="l" r="r" t="t"/>
              <a:pathLst>
                <a:path extrusionOk="0" h="170" w="97">
                  <a:moveTo>
                    <a:pt x="42" y="0"/>
                  </a:moveTo>
                  <a:cubicBezTo>
                    <a:pt x="40" y="0"/>
                    <a:pt x="38" y="1"/>
                    <a:pt x="37" y="3"/>
                  </a:cubicBezTo>
                  <a:cubicBezTo>
                    <a:pt x="13" y="15"/>
                    <a:pt x="1" y="50"/>
                    <a:pt x="13" y="98"/>
                  </a:cubicBezTo>
                  <a:cubicBezTo>
                    <a:pt x="25" y="146"/>
                    <a:pt x="61" y="169"/>
                    <a:pt x="72" y="169"/>
                  </a:cubicBezTo>
                  <a:cubicBezTo>
                    <a:pt x="84" y="158"/>
                    <a:pt x="96" y="122"/>
                    <a:pt x="84" y="74"/>
                  </a:cubicBezTo>
                  <a:cubicBezTo>
                    <a:pt x="74" y="33"/>
                    <a:pt x="55" y="0"/>
                    <a:pt x="4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7"/>
            <p:cNvSpPr/>
            <p:nvPr/>
          </p:nvSpPr>
          <p:spPr>
            <a:xfrm>
              <a:off x="2179792" y="1987834"/>
              <a:ext cx="22970" cy="16572"/>
            </a:xfrm>
            <a:custGeom>
              <a:rect b="b" l="l" r="r" t="t"/>
              <a:pathLst>
                <a:path extrusionOk="0" fill="none" h="215" w="298">
                  <a:moveTo>
                    <a:pt x="286" y="0"/>
                  </a:moveTo>
                  <a:cubicBezTo>
                    <a:pt x="298" y="131"/>
                    <a:pt x="0" y="215"/>
                    <a:pt x="0" y="21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7"/>
            <p:cNvSpPr/>
            <p:nvPr/>
          </p:nvSpPr>
          <p:spPr>
            <a:xfrm>
              <a:off x="2130229" y="1943743"/>
              <a:ext cx="21197" cy="6552"/>
            </a:xfrm>
            <a:custGeom>
              <a:rect b="b" l="l" r="r" t="t"/>
              <a:pathLst>
                <a:path extrusionOk="0" fill="none" h="85" w="275">
                  <a:moveTo>
                    <a:pt x="0" y="37"/>
                  </a:moveTo>
                  <a:cubicBezTo>
                    <a:pt x="96" y="1"/>
                    <a:pt x="203" y="25"/>
                    <a:pt x="274" y="8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7"/>
            <p:cNvSpPr/>
            <p:nvPr/>
          </p:nvSpPr>
          <p:spPr>
            <a:xfrm>
              <a:off x="2164145" y="1923548"/>
              <a:ext cx="17574" cy="20272"/>
            </a:xfrm>
            <a:custGeom>
              <a:rect b="b" l="l" r="r" t="t"/>
              <a:pathLst>
                <a:path extrusionOk="0" fill="none" h="263" w="228">
                  <a:moveTo>
                    <a:pt x="1" y="263"/>
                  </a:moveTo>
                  <a:cubicBezTo>
                    <a:pt x="1" y="263"/>
                    <a:pt x="72" y="1"/>
                    <a:pt x="227" y="9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7"/>
            <p:cNvSpPr/>
            <p:nvPr/>
          </p:nvSpPr>
          <p:spPr>
            <a:xfrm>
              <a:off x="2632258" y="1914375"/>
              <a:ext cx="6475" cy="19347"/>
            </a:xfrm>
            <a:custGeom>
              <a:rect b="b" l="l" r="r" t="t"/>
              <a:pathLst>
                <a:path extrusionOk="0" h="251" w="84">
                  <a:moveTo>
                    <a:pt x="0" y="1"/>
                  </a:moveTo>
                  <a:lnTo>
                    <a:pt x="60" y="251"/>
                  </a:lnTo>
                  <a:cubicBezTo>
                    <a:pt x="83" y="156"/>
                    <a:pt x="60" y="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7"/>
            <p:cNvSpPr/>
            <p:nvPr/>
          </p:nvSpPr>
          <p:spPr>
            <a:xfrm>
              <a:off x="2632258" y="1914375"/>
              <a:ext cx="6475" cy="19347"/>
            </a:xfrm>
            <a:custGeom>
              <a:rect b="b" l="l" r="r" t="t"/>
              <a:pathLst>
                <a:path extrusionOk="0" fill="none" h="251" w="84">
                  <a:moveTo>
                    <a:pt x="0" y="1"/>
                  </a:moveTo>
                  <a:cubicBezTo>
                    <a:pt x="60" y="72"/>
                    <a:pt x="83" y="156"/>
                    <a:pt x="60" y="25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7"/>
            <p:cNvSpPr/>
            <p:nvPr/>
          </p:nvSpPr>
          <p:spPr>
            <a:xfrm>
              <a:off x="2991995" y="1860187"/>
              <a:ext cx="499324" cy="644543"/>
            </a:xfrm>
            <a:custGeom>
              <a:rect b="b" l="l" r="r" t="t"/>
              <a:pathLst>
                <a:path extrusionOk="0" h="8362" w="6478">
                  <a:moveTo>
                    <a:pt x="4225" y="0"/>
                  </a:moveTo>
                  <a:cubicBezTo>
                    <a:pt x="3592" y="0"/>
                    <a:pt x="3001" y="13"/>
                    <a:pt x="3001" y="13"/>
                  </a:cubicBezTo>
                  <a:lnTo>
                    <a:pt x="738" y="597"/>
                  </a:lnTo>
                  <a:cubicBezTo>
                    <a:pt x="738" y="597"/>
                    <a:pt x="0" y="3597"/>
                    <a:pt x="167" y="4812"/>
                  </a:cubicBezTo>
                  <a:cubicBezTo>
                    <a:pt x="334" y="6026"/>
                    <a:pt x="1155" y="8348"/>
                    <a:pt x="1155" y="8348"/>
                  </a:cubicBezTo>
                  <a:cubicBezTo>
                    <a:pt x="1155" y="8348"/>
                    <a:pt x="1255" y="8362"/>
                    <a:pt x="1396" y="8362"/>
                  </a:cubicBezTo>
                  <a:cubicBezTo>
                    <a:pt x="1646" y="8362"/>
                    <a:pt x="2023" y="8318"/>
                    <a:pt x="2191" y="8074"/>
                  </a:cubicBezTo>
                  <a:cubicBezTo>
                    <a:pt x="2191" y="8074"/>
                    <a:pt x="1429" y="5157"/>
                    <a:pt x="1548" y="4478"/>
                  </a:cubicBezTo>
                  <a:cubicBezTo>
                    <a:pt x="1655" y="3788"/>
                    <a:pt x="1989" y="1704"/>
                    <a:pt x="2572" y="1537"/>
                  </a:cubicBezTo>
                  <a:cubicBezTo>
                    <a:pt x="2887" y="1439"/>
                    <a:pt x="3471" y="1347"/>
                    <a:pt x="3971" y="1347"/>
                  </a:cubicBezTo>
                  <a:cubicBezTo>
                    <a:pt x="4377" y="1347"/>
                    <a:pt x="4727" y="1408"/>
                    <a:pt x="4834" y="1573"/>
                  </a:cubicBezTo>
                  <a:cubicBezTo>
                    <a:pt x="5049" y="1966"/>
                    <a:pt x="5263" y="2359"/>
                    <a:pt x="5441" y="2776"/>
                  </a:cubicBezTo>
                  <a:cubicBezTo>
                    <a:pt x="6084" y="2776"/>
                    <a:pt x="6144" y="2549"/>
                    <a:pt x="6144" y="2549"/>
                  </a:cubicBezTo>
                  <a:cubicBezTo>
                    <a:pt x="6144" y="2549"/>
                    <a:pt x="6477" y="73"/>
                    <a:pt x="5382" y="25"/>
                  </a:cubicBezTo>
                  <a:cubicBezTo>
                    <a:pt x="5087" y="6"/>
                    <a:pt x="4647" y="0"/>
                    <a:pt x="4225"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7"/>
            <p:cNvSpPr/>
            <p:nvPr/>
          </p:nvSpPr>
          <p:spPr>
            <a:xfrm>
              <a:off x="3036008" y="2466893"/>
              <a:ext cx="150614" cy="106525"/>
            </a:xfrm>
            <a:custGeom>
              <a:rect b="b" l="l" r="r" t="t"/>
              <a:pathLst>
                <a:path extrusionOk="0" h="1382" w="1954">
                  <a:moveTo>
                    <a:pt x="1477" y="0"/>
                  </a:moveTo>
                  <a:lnTo>
                    <a:pt x="668" y="167"/>
                  </a:lnTo>
                  <a:lnTo>
                    <a:pt x="668" y="179"/>
                  </a:lnTo>
                  <a:cubicBezTo>
                    <a:pt x="668" y="179"/>
                    <a:pt x="918" y="679"/>
                    <a:pt x="537" y="881"/>
                  </a:cubicBezTo>
                  <a:cubicBezTo>
                    <a:pt x="156" y="1084"/>
                    <a:pt x="1" y="1382"/>
                    <a:pt x="215" y="1382"/>
                  </a:cubicBezTo>
                  <a:lnTo>
                    <a:pt x="1501" y="1382"/>
                  </a:lnTo>
                  <a:cubicBezTo>
                    <a:pt x="1727" y="1382"/>
                    <a:pt x="1953" y="1262"/>
                    <a:pt x="1751" y="881"/>
                  </a:cubicBezTo>
                  <a:cubicBezTo>
                    <a:pt x="1715" y="798"/>
                    <a:pt x="1477" y="0"/>
                    <a:pt x="147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7"/>
            <p:cNvSpPr/>
            <p:nvPr/>
          </p:nvSpPr>
          <p:spPr>
            <a:xfrm>
              <a:off x="3406768" y="2026374"/>
              <a:ext cx="160712" cy="114772"/>
            </a:xfrm>
            <a:custGeom>
              <a:rect b="b" l="l" r="r" t="t"/>
              <a:pathLst>
                <a:path extrusionOk="0" h="1489" w="2085">
                  <a:moveTo>
                    <a:pt x="751" y="0"/>
                  </a:moveTo>
                  <a:lnTo>
                    <a:pt x="1" y="191"/>
                  </a:lnTo>
                  <a:cubicBezTo>
                    <a:pt x="1" y="191"/>
                    <a:pt x="84" y="739"/>
                    <a:pt x="108" y="1060"/>
                  </a:cubicBezTo>
                  <a:cubicBezTo>
                    <a:pt x="127" y="1316"/>
                    <a:pt x="267" y="1489"/>
                    <a:pt x="449" y="1489"/>
                  </a:cubicBezTo>
                  <a:cubicBezTo>
                    <a:pt x="495" y="1489"/>
                    <a:pt x="545" y="1477"/>
                    <a:pt x="596" y="1453"/>
                  </a:cubicBezTo>
                  <a:cubicBezTo>
                    <a:pt x="846" y="1334"/>
                    <a:pt x="2084" y="477"/>
                    <a:pt x="2013" y="286"/>
                  </a:cubicBezTo>
                  <a:cubicBezTo>
                    <a:pt x="1993" y="232"/>
                    <a:pt x="1957" y="212"/>
                    <a:pt x="1909" y="212"/>
                  </a:cubicBezTo>
                  <a:cubicBezTo>
                    <a:pt x="1788" y="212"/>
                    <a:pt x="1588" y="342"/>
                    <a:pt x="1358" y="393"/>
                  </a:cubicBezTo>
                  <a:cubicBezTo>
                    <a:pt x="1180" y="429"/>
                    <a:pt x="1013" y="453"/>
                    <a:pt x="834" y="453"/>
                  </a:cubicBezTo>
                  <a:lnTo>
                    <a:pt x="751"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7"/>
            <p:cNvSpPr/>
            <p:nvPr/>
          </p:nvSpPr>
          <p:spPr>
            <a:xfrm>
              <a:off x="3011265" y="2217227"/>
              <a:ext cx="22970" cy="36844"/>
            </a:xfrm>
            <a:custGeom>
              <a:rect b="b" l="l" r="r" t="t"/>
              <a:pathLst>
                <a:path extrusionOk="0" fill="none" h="478" w="298">
                  <a:moveTo>
                    <a:pt x="0" y="1"/>
                  </a:moveTo>
                  <a:cubicBezTo>
                    <a:pt x="0" y="1"/>
                    <a:pt x="96" y="358"/>
                    <a:pt x="298" y="477"/>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7"/>
            <p:cNvSpPr/>
            <p:nvPr/>
          </p:nvSpPr>
          <p:spPr>
            <a:xfrm>
              <a:off x="3111317" y="1952916"/>
              <a:ext cx="66135" cy="42317"/>
            </a:xfrm>
            <a:custGeom>
              <a:rect b="b" l="l" r="r" t="t"/>
              <a:pathLst>
                <a:path extrusionOk="0" fill="none" h="549" w="858">
                  <a:moveTo>
                    <a:pt x="0" y="215"/>
                  </a:moveTo>
                  <a:cubicBezTo>
                    <a:pt x="0" y="215"/>
                    <a:pt x="857" y="1"/>
                    <a:pt x="857" y="132"/>
                  </a:cubicBezTo>
                  <a:cubicBezTo>
                    <a:pt x="857" y="251"/>
                    <a:pt x="333" y="441"/>
                    <a:pt x="298" y="549"/>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7"/>
            <p:cNvSpPr/>
            <p:nvPr/>
          </p:nvSpPr>
          <p:spPr>
            <a:xfrm>
              <a:off x="3190248" y="1931873"/>
              <a:ext cx="41315" cy="27595"/>
            </a:xfrm>
            <a:custGeom>
              <a:rect b="b" l="l" r="r" t="t"/>
              <a:pathLst>
                <a:path extrusionOk="0" fill="none" h="358" w="536">
                  <a:moveTo>
                    <a:pt x="0" y="357"/>
                  </a:moveTo>
                  <a:cubicBezTo>
                    <a:pt x="0" y="357"/>
                    <a:pt x="536" y="131"/>
                    <a:pt x="536" y="0"/>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7"/>
            <p:cNvSpPr/>
            <p:nvPr/>
          </p:nvSpPr>
          <p:spPr>
            <a:xfrm>
              <a:off x="3411393" y="2056667"/>
              <a:ext cx="54187" cy="17497"/>
            </a:xfrm>
            <a:custGeom>
              <a:rect b="b" l="l" r="r" t="t"/>
              <a:pathLst>
                <a:path extrusionOk="0" fill="none" h="227" w="703">
                  <a:moveTo>
                    <a:pt x="703" y="0"/>
                  </a:moveTo>
                  <a:cubicBezTo>
                    <a:pt x="489" y="119"/>
                    <a:pt x="250" y="203"/>
                    <a:pt x="0" y="227"/>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7"/>
            <p:cNvSpPr/>
            <p:nvPr/>
          </p:nvSpPr>
          <p:spPr>
            <a:xfrm>
              <a:off x="3096594" y="2489863"/>
              <a:ext cx="62512" cy="15647"/>
            </a:xfrm>
            <a:custGeom>
              <a:rect b="b" l="l" r="r" t="t"/>
              <a:pathLst>
                <a:path extrusionOk="0" fill="none" h="203" w="811">
                  <a:moveTo>
                    <a:pt x="810" y="0"/>
                  </a:moveTo>
                  <a:cubicBezTo>
                    <a:pt x="584" y="179"/>
                    <a:pt x="203" y="202"/>
                    <a:pt x="1" y="191"/>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7"/>
            <p:cNvSpPr/>
            <p:nvPr/>
          </p:nvSpPr>
          <p:spPr>
            <a:xfrm>
              <a:off x="3002093" y="1388450"/>
              <a:ext cx="185454" cy="136894"/>
            </a:xfrm>
            <a:custGeom>
              <a:rect b="b" l="l" r="r" t="t"/>
              <a:pathLst>
                <a:path extrusionOk="0" h="1776" w="2406">
                  <a:moveTo>
                    <a:pt x="1297" y="0"/>
                  </a:moveTo>
                  <a:cubicBezTo>
                    <a:pt x="1127" y="0"/>
                    <a:pt x="917" y="45"/>
                    <a:pt x="667" y="180"/>
                  </a:cubicBezTo>
                  <a:cubicBezTo>
                    <a:pt x="18" y="530"/>
                    <a:pt x="144" y="783"/>
                    <a:pt x="298" y="783"/>
                  </a:cubicBezTo>
                  <a:cubicBezTo>
                    <a:pt x="322" y="783"/>
                    <a:pt x="347" y="776"/>
                    <a:pt x="369" y="764"/>
                  </a:cubicBezTo>
                  <a:lnTo>
                    <a:pt x="369" y="764"/>
                  </a:lnTo>
                  <a:cubicBezTo>
                    <a:pt x="369" y="764"/>
                    <a:pt x="0" y="1085"/>
                    <a:pt x="95" y="1192"/>
                  </a:cubicBezTo>
                  <a:cubicBezTo>
                    <a:pt x="116" y="1212"/>
                    <a:pt x="139" y="1220"/>
                    <a:pt x="164" y="1220"/>
                  </a:cubicBezTo>
                  <a:cubicBezTo>
                    <a:pt x="258" y="1220"/>
                    <a:pt x="369" y="1109"/>
                    <a:pt x="369" y="1109"/>
                  </a:cubicBezTo>
                  <a:lnTo>
                    <a:pt x="369" y="1109"/>
                  </a:lnTo>
                  <a:cubicBezTo>
                    <a:pt x="357" y="1299"/>
                    <a:pt x="405" y="1478"/>
                    <a:pt x="500" y="1633"/>
                  </a:cubicBezTo>
                  <a:cubicBezTo>
                    <a:pt x="591" y="1751"/>
                    <a:pt x="878" y="1776"/>
                    <a:pt x="1100" y="1776"/>
                  </a:cubicBezTo>
                  <a:cubicBezTo>
                    <a:pt x="1257" y="1776"/>
                    <a:pt x="1381" y="1764"/>
                    <a:pt x="1381" y="1764"/>
                  </a:cubicBezTo>
                  <a:lnTo>
                    <a:pt x="1941" y="1657"/>
                  </a:lnTo>
                  <a:lnTo>
                    <a:pt x="2120" y="1514"/>
                  </a:lnTo>
                  <a:cubicBezTo>
                    <a:pt x="2120" y="1514"/>
                    <a:pt x="2405" y="454"/>
                    <a:pt x="1810" y="180"/>
                  </a:cubicBezTo>
                  <a:cubicBezTo>
                    <a:pt x="1810" y="180"/>
                    <a:pt x="1635" y="0"/>
                    <a:pt x="129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7"/>
            <p:cNvSpPr/>
            <p:nvPr/>
          </p:nvSpPr>
          <p:spPr>
            <a:xfrm>
              <a:off x="2887319" y="1541765"/>
              <a:ext cx="395652" cy="390564"/>
            </a:xfrm>
            <a:custGeom>
              <a:rect b="b" l="l" r="r" t="t"/>
              <a:pathLst>
                <a:path extrusionOk="0" h="5067" w="5133">
                  <a:moveTo>
                    <a:pt x="3658" y="0"/>
                  </a:moveTo>
                  <a:cubicBezTo>
                    <a:pt x="3396" y="0"/>
                    <a:pt x="3074" y="30"/>
                    <a:pt x="2680" y="96"/>
                  </a:cubicBezTo>
                  <a:cubicBezTo>
                    <a:pt x="1" y="549"/>
                    <a:pt x="1025" y="1584"/>
                    <a:pt x="1299" y="2656"/>
                  </a:cubicBezTo>
                  <a:cubicBezTo>
                    <a:pt x="1477" y="3406"/>
                    <a:pt x="1656" y="4251"/>
                    <a:pt x="1739" y="4692"/>
                  </a:cubicBezTo>
                  <a:cubicBezTo>
                    <a:pt x="1775" y="4894"/>
                    <a:pt x="1954" y="5049"/>
                    <a:pt x="2156" y="5061"/>
                  </a:cubicBezTo>
                  <a:cubicBezTo>
                    <a:pt x="2215" y="5064"/>
                    <a:pt x="2274" y="5066"/>
                    <a:pt x="2332" y="5066"/>
                  </a:cubicBezTo>
                  <a:cubicBezTo>
                    <a:pt x="3303" y="5066"/>
                    <a:pt x="4124" y="4614"/>
                    <a:pt x="4573" y="4311"/>
                  </a:cubicBezTo>
                  <a:cubicBezTo>
                    <a:pt x="4752" y="4192"/>
                    <a:pt x="4811" y="3954"/>
                    <a:pt x="4728" y="3763"/>
                  </a:cubicBezTo>
                  <a:cubicBezTo>
                    <a:pt x="4502" y="3216"/>
                    <a:pt x="4644" y="2120"/>
                    <a:pt x="4668" y="1549"/>
                  </a:cubicBezTo>
                  <a:cubicBezTo>
                    <a:pt x="4699" y="942"/>
                    <a:pt x="5133" y="0"/>
                    <a:pt x="3658"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7"/>
            <p:cNvSpPr/>
            <p:nvPr/>
          </p:nvSpPr>
          <p:spPr>
            <a:xfrm>
              <a:off x="3002093" y="1684057"/>
              <a:ext cx="193702" cy="98277"/>
            </a:xfrm>
            <a:custGeom>
              <a:rect b="b" l="l" r="r" t="t"/>
              <a:pathLst>
                <a:path extrusionOk="0" fill="none" h="1275" w="2513">
                  <a:moveTo>
                    <a:pt x="0" y="0"/>
                  </a:moveTo>
                  <a:cubicBezTo>
                    <a:pt x="596" y="798"/>
                    <a:pt x="1524" y="1274"/>
                    <a:pt x="2512" y="127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7"/>
            <p:cNvSpPr/>
            <p:nvPr/>
          </p:nvSpPr>
          <p:spPr>
            <a:xfrm>
              <a:off x="3035083" y="1840994"/>
              <a:ext cx="173584" cy="40467"/>
            </a:xfrm>
            <a:custGeom>
              <a:rect b="b" l="l" r="r" t="t"/>
              <a:pathLst>
                <a:path extrusionOk="0" fill="none" h="525" w="2252">
                  <a:moveTo>
                    <a:pt x="1" y="0"/>
                  </a:moveTo>
                  <a:lnTo>
                    <a:pt x="2251" y="24"/>
                  </a:lnTo>
                  <a:cubicBezTo>
                    <a:pt x="1572" y="346"/>
                    <a:pt x="822" y="512"/>
                    <a:pt x="72" y="52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7"/>
            <p:cNvSpPr/>
            <p:nvPr/>
          </p:nvSpPr>
          <p:spPr>
            <a:xfrm>
              <a:off x="3067226" y="1590403"/>
              <a:ext cx="77157" cy="314872"/>
            </a:xfrm>
            <a:custGeom>
              <a:rect b="b" l="l" r="r" t="t"/>
              <a:pathLst>
                <a:path extrusionOk="0" h="4085" w="1001">
                  <a:moveTo>
                    <a:pt x="48" y="1"/>
                  </a:moveTo>
                  <a:cubicBezTo>
                    <a:pt x="48" y="1"/>
                    <a:pt x="155" y="501"/>
                    <a:pt x="251" y="549"/>
                  </a:cubicBezTo>
                  <a:cubicBezTo>
                    <a:pt x="251" y="549"/>
                    <a:pt x="1" y="2085"/>
                    <a:pt x="203" y="3394"/>
                  </a:cubicBezTo>
                  <a:lnTo>
                    <a:pt x="286" y="3894"/>
                  </a:lnTo>
                  <a:lnTo>
                    <a:pt x="679" y="4085"/>
                  </a:lnTo>
                  <a:lnTo>
                    <a:pt x="1001" y="3716"/>
                  </a:lnTo>
                  <a:cubicBezTo>
                    <a:pt x="1001" y="3716"/>
                    <a:pt x="917" y="3370"/>
                    <a:pt x="894" y="3251"/>
                  </a:cubicBezTo>
                  <a:cubicBezTo>
                    <a:pt x="751" y="2585"/>
                    <a:pt x="465" y="1299"/>
                    <a:pt x="477" y="549"/>
                  </a:cubicBezTo>
                  <a:cubicBezTo>
                    <a:pt x="477" y="549"/>
                    <a:pt x="834" y="263"/>
                    <a:pt x="798" y="25"/>
                  </a:cubicBezTo>
                  <a:lnTo>
                    <a:pt x="48"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7"/>
            <p:cNvSpPr/>
            <p:nvPr/>
          </p:nvSpPr>
          <p:spPr>
            <a:xfrm>
              <a:off x="3277426" y="1411960"/>
              <a:ext cx="363278" cy="188615"/>
            </a:xfrm>
            <a:custGeom>
              <a:rect b="b" l="l" r="r" t="t"/>
              <a:pathLst>
                <a:path extrusionOk="0" h="2447" w="4713">
                  <a:moveTo>
                    <a:pt x="4262" y="1"/>
                  </a:moveTo>
                  <a:cubicBezTo>
                    <a:pt x="4233" y="1"/>
                    <a:pt x="4204" y="10"/>
                    <a:pt x="4179" y="30"/>
                  </a:cubicBezTo>
                  <a:cubicBezTo>
                    <a:pt x="4167" y="42"/>
                    <a:pt x="4167" y="42"/>
                    <a:pt x="4155" y="42"/>
                  </a:cubicBezTo>
                  <a:cubicBezTo>
                    <a:pt x="4155" y="42"/>
                    <a:pt x="4126" y="27"/>
                    <a:pt x="4090" y="27"/>
                  </a:cubicBezTo>
                  <a:cubicBezTo>
                    <a:pt x="4054" y="27"/>
                    <a:pt x="4013" y="42"/>
                    <a:pt x="3989" y="101"/>
                  </a:cubicBezTo>
                  <a:cubicBezTo>
                    <a:pt x="3967" y="85"/>
                    <a:pt x="3942" y="76"/>
                    <a:pt x="3919" y="76"/>
                  </a:cubicBezTo>
                  <a:cubicBezTo>
                    <a:pt x="3894" y="76"/>
                    <a:pt x="3870" y="88"/>
                    <a:pt x="3858" y="113"/>
                  </a:cubicBezTo>
                  <a:cubicBezTo>
                    <a:pt x="3846" y="113"/>
                    <a:pt x="3846" y="125"/>
                    <a:pt x="3834" y="137"/>
                  </a:cubicBezTo>
                  <a:cubicBezTo>
                    <a:pt x="3810" y="209"/>
                    <a:pt x="3762" y="268"/>
                    <a:pt x="3727" y="328"/>
                  </a:cubicBezTo>
                  <a:cubicBezTo>
                    <a:pt x="3727" y="328"/>
                    <a:pt x="1453" y="851"/>
                    <a:pt x="1048" y="1161"/>
                  </a:cubicBezTo>
                  <a:lnTo>
                    <a:pt x="0" y="1756"/>
                  </a:lnTo>
                  <a:lnTo>
                    <a:pt x="536" y="2435"/>
                  </a:lnTo>
                  <a:lnTo>
                    <a:pt x="536" y="2447"/>
                  </a:lnTo>
                  <a:lnTo>
                    <a:pt x="1215" y="1887"/>
                  </a:lnTo>
                  <a:cubicBezTo>
                    <a:pt x="1488" y="1816"/>
                    <a:pt x="1762" y="1721"/>
                    <a:pt x="2012" y="1602"/>
                  </a:cubicBezTo>
                  <a:cubicBezTo>
                    <a:pt x="2536" y="1387"/>
                    <a:pt x="3822" y="721"/>
                    <a:pt x="3822" y="721"/>
                  </a:cubicBezTo>
                  <a:cubicBezTo>
                    <a:pt x="3899" y="715"/>
                    <a:pt x="3977" y="712"/>
                    <a:pt x="4053" y="712"/>
                  </a:cubicBezTo>
                  <a:cubicBezTo>
                    <a:pt x="4129" y="712"/>
                    <a:pt x="4203" y="715"/>
                    <a:pt x="4274" y="721"/>
                  </a:cubicBezTo>
                  <a:cubicBezTo>
                    <a:pt x="4295" y="723"/>
                    <a:pt x="4316" y="724"/>
                    <a:pt x="4337" y="724"/>
                  </a:cubicBezTo>
                  <a:cubicBezTo>
                    <a:pt x="4515" y="724"/>
                    <a:pt x="4712" y="641"/>
                    <a:pt x="4691" y="578"/>
                  </a:cubicBezTo>
                  <a:cubicBezTo>
                    <a:pt x="4684" y="552"/>
                    <a:pt x="4658" y="543"/>
                    <a:pt x="4625" y="543"/>
                  </a:cubicBezTo>
                  <a:cubicBezTo>
                    <a:pt x="4558" y="543"/>
                    <a:pt x="4461" y="579"/>
                    <a:pt x="4426" y="579"/>
                  </a:cubicBezTo>
                  <a:cubicBezTo>
                    <a:pt x="4422" y="579"/>
                    <a:pt x="4419" y="578"/>
                    <a:pt x="4417" y="578"/>
                  </a:cubicBezTo>
                  <a:cubicBezTo>
                    <a:pt x="4370" y="554"/>
                    <a:pt x="4560" y="161"/>
                    <a:pt x="4513" y="54"/>
                  </a:cubicBezTo>
                  <a:cubicBezTo>
                    <a:pt x="4501" y="18"/>
                    <a:pt x="4481" y="6"/>
                    <a:pt x="4460" y="6"/>
                  </a:cubicBezTo>
                  <a:cubicBezTo>
                    <a:pt x="4417" y="6"/>
                    <a:pt x="4370" y="54"/>
                    <a:pt x="4370" y="54"/>
                  </a:cubicBezTo>
                  <a:cubicBezTo>
                    <a:pt x="4342" y="19"/>
                    <a:pt x="4302" y="1"/>
                    <a:pt x="4262"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7"/>
            <p:cNvSpPr/>
            <p:nvPr/>
          </p:nvSpPr>
          <p:spPr>
            <a:xfrm>
              <a:off x="2617536" y="1678507"/>
              <a:ext cx="317647" cy="266311"/>
            </a:xfrm>
            <a:custGeom>
              <a:rect b="b" l="l" r="r" t="t"/>
              <a:pathLst>
                <a:path extrusionOk="0" h="3455" w="4121">
                  <a:moveTo>
                    <a:pt x="3787" y="1"/>
                  </a:moveTo>
                  <a:lnTo>
                    <a:pt x="2834" y="620"/>
                  </a:lnTo>
                  <a:cubicBezTo>
                    <a:pt x="2358" y="799"/>
                    <a:pt x="727" y="2477"/>
                    <a:pt x="727" y="2477"/>
                  </a:cubicBezTo>
                  <a:lnTo>
                    <a:pt x="512" y="2477"/>
                  </a:lnTo>
                  <a:cubicBezTo>
                    <a:pt x="382" y="2477"/>
                    <a:pt x="393" y="2585"/>
                    <a:pt x="393" y="2585"/>
                  </a:cubicBezTo>
                  <a:cubicBezTo>
                    <a:pt x="384" y="2583"/>
                    <a:pt x="376" y="2582"/>
                    <a:pt x="368" y="2582"/>
                  </a:cubicBezTo>
                  <a:cubicBezTo>
                    <a:pt x="273" y="2582"/>
                    <a:pt x="262" y="2704"/>
                    <a:pt x="262" y="2704"/>
                  </a:cubicBezTo>
                  <a:cubicBezTo>
                    <a:pt x="251" y="2704"/>
                    <a:pt x="239" y="2716"/>
                    <a:pt x="239" y="2716"/>
                  </a:cubicBezTo>
                  <a:cubicBezTo>
                    <a:pt x="167" y="2739"/>
                    <a:pt x="131" y="2823"/>
                    <a:pt x="155" y="2894"/>
                  </a:cubicBezTo>
                  <a:cubicBezTo>
                    <a:pt x="155" y="2894"/>
                    <a:pt x="1" y="2930"/>
                    <a:pt x="72" y="3025"/>
                  </a:cubicBezTo>
                  <a:cubicBezTo>
                    <a:pt x="155" y="3108"/>
                    <a:pt x="596" y="3156"/>
                    <a:pt x="584" y="3204"/>
                  </a:cubicBezTo>
                  <a:cubicBezTo>
                    <a:pt x="572" y="3239"/>
                    <a:pt x="382" y="3382"/>
                    <a:pt x="441" y="3442"/>
                  </a:cubicBezTo>
                  <a:cubicBezTo>
                    <a:pt x="448" y="3450"/>
                    <a:pt x="458" y="3454"/>
                    <a:pt x="470" y="3454"/>
                  </a:cubicBezTo>
                  <a:cubicBezTo>
                    <a:pt x="543" y="3454"/>
                    <a:pt x="703" y="3310"/>
                    <a:pt x="774" y="3156"/>
                  </a:cubicBezTo>
                  <a:cubicBezTo>
                    <a:pt x="834" y="3025"/>
                    <a:pt x="917" y="2894"/>
                    <a:pt x="1001" y="2775"/>
                  </a:cubicBezTo>
                  <a:cubicBezTo>
                    <a:pt x="1001" y="2775"/>
                    <a:pt x="2239" y="2025"/>
                    <a:pt x="2703" y="1692"/>
                  </a:cubicBezTo>
                  <a:cubicBezTo>
                    <a:pt x="2929" y="1525"/>
                    <a:pt x="3156" y="1346"/>
                    <a:pt x="3358" y="1156"/>
                  </a:cubicBezTo>
                  <a:lnTo>
                    <a:pt x="4108" y="739"/>
                  </a:lnTo>
                  <a:lnTo>
                    <a:pt x="4120" y="739"/>
                  </a:lnTo>
                  <a:lnTo>
                    <a:pt x="3787"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7"/>
            <p:cNvSpPr/>
            <p:nvPr/>
          </p:nvSpPr>
          <p:spPr>
            <a:xfrm>
              <a:off x="3036933" y="1539067"/>
              <a:ext cx="129494" cy="88180"/>
            </a:xfrm>
            <a:custGeom>
              <a:rect b="b" l="l" r="r" t="t"/>
              <a:pathLst>
                <a:path extrusionOk="0" h="1144" w="1680">
                  <a:moveTo>
                    <a:pt x="275" y="0"/>
                  </a:moveTo>
                  <a:lnTo>
                    <a:pt x="120" y="107"/>
                  </a:lnTo>
                  <a:lnTo>
                    <a:pt x="108" y="107"/>
                  </a:lnTo>
                  <a:cubicBezTo>
                    <a:pt x="108" y="107"/>
                    <a:pt x="1" y="965"/>
                    <a:pt x="155" y="1143"/>
                  </a:cubicBezTo>
                  <a:cubicBezTo>
                    <a:pt x="155" y="1143"/>
                    <a:pt x="245" y="847"/>
                    <a:pt x="482" y="847"/>
                  </a:cubicBezTo>
                  <a:cubicBezTo>
                    <a:pt x="557" y="847"/>
                    <a:pt x="645" y="876"/>
                    <a:pt x="751" y="953"/>
                  </a:cubicBezTo>
                  <a:cubicBezTo>
                    <a:pt x="751" y="953"/>
                    <a:pt x="972" y="816"/>
                    <a:pt x="1171" y="816"/>
                  </a:cubicBezTo>
                  <a:cubicBezTo>
                    <a:pt x="1304" y="816"/>
                    <a:pt x="1427" y="878"/>
                    <a:pt x="1465" y="1084"/>
                  </a:cubicBezTo>
                  <a:cubicBezTo>
                    <a:pt x="1465" y="1084"/>
                    <a:pt x="1679" y="476"/>
                    <a:pt x="1668" y="12"/>
                  </a:cubicBezTo>
                  <a:lnTo>
                    <a:pt x="275" y="0"/>
                  </a:ln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7"/>
            <p:cNvSpPr/>
            <p:nvPr/>
          </p:nvSpPr>
          <p:spPr>
            <a:xfrm>
              <a:off x="2862576" y="1586780"/>
              <a:ext cx="127644" cy="177515"/>
            </a:xfrm>
            <a:custGeom>
              <a:rect b="b" l="l" r="r" t="t"/>
              <a:pathLst>
                <a:path extrusionOk="0" h="2303" w="1656">
                  <a:moveTo>
                    <a:pt x="1548" y="0"/>
                  </a:moveTo>
                  <a:lnTo>
                    <a:pt x="0" y="1417"/>
                  </a:lnTo>
                  <a:cubicBezTo>
                    <a:pt x="0" y="1417"/>
                    <a:pt x="453" y="2132"/>
                    <a:pt x="774" y="2286"/>
                  </a:cubicBezTo>
                  <a:cubicBezTo>
                    <a:pt x="797" y="2297"/>
                    <a:pt x="820" y="2302"/>
                    <a:pt x="845" y="2302"/>
                  </a:cubicBezTo>
                  <a:cubicBezTo>
                    <a:pt x="1171" y="2302"/>
                    <a:pt x="1655" y="1405"/>
                    <a:pt x="1655" y="1405"/>
                  </a:cubicBezTo>
                  <a:lnTo>
                    <a:pt x="1548" y="0"/>
                  </a:lnTo>
                  <a:close/>
                </a:path>
              </a:pathLst>
            </a:cu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7"/>
            <p:cNvSpPr/>
            <p:nvPr/>
          </p:nvSpPr>
          <p:spPr>
            <a:xfrm>
              <a:off x="2862576" y="1586780"/>
              <a:ext cx="127644" cy="188229"/>
            </a:xfrm>
            <a:custGeom>
              <a:rect b="b" l="l" r="r" t="t"/>
              <a:pathLst>
                <a:path extrusionOk="0" fill="none" h="2442" w="1656">
                  <a:moveTo>
                    <a:pt x="1548" y="0"/>
                  </a:moveTo>
                  <a:lnTo>
                    <a:pt x="0" y="1417"/>
                  </a:lnTo>
                  <a:cubicBezTo>
                    <a:pt x="0" y="1417"/>
                    <a:pt x="453" y="2132"/>
                    <a:pt x="774" y="2286"/>
                  </a:cubicBezTo>
                  <a:cubicBezTo>
                    <a:pt x="1096" y="2441"/>
                    <a:pt x="1655" y="1405"/>
                    <a:pt x="1655" y="140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7"/>
            <p:cNvSpPr/>
            <p:nvPr/>
          </p:nvSpPr>
          <p:spPr>
            <a:xfrm>
              <a:off x="3200268" y="1503224"/>
              <a:ext cx="157937" cy="124022"/>
            </a:xfrm>
            <a:custGeom>
              <a:rect b="b" l="l" r="r" t="t"/>
              <a:pathLst>
                <a:path extrusionOk="0" h="1609" w="2049">
                  <a:moveTo>
                    <a:pt x="1739" y="1"/>
                  </a:moveTo>
                  <a:lnTo>
                    <a:pt x="1" y="537"/>
                  </a:lnTo>
                  <a:lnTo>
                    <a:pt x="477" y="1608"/>
                  </a:lnTo>
                  <a:cubicBezTo>
                    <a:pt x="477" y="1608"/>
                    <a:pt x="1775" y="1525"/>
                    <a:pt x="1906" y="1096"/>
                  </a:cubicBezTo>
                  <a:cubicBezTo>
                    <a:pt x="2049" y="680"/>
                    <a:pt x="1739" y="1"/>
                    <a:pt x="1739" y="1"/>
                  </a:cubicBezTo>
                  <a:close/>
                </a:path>
              </a:pathLst>
            </a:cu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7"/>
            <p:cNvSpPr/>
            <p:nvPr/>
          </p:nvSpPr>
          <p:spPr>
            <a:xfrm>
              <a:off x="3200268" y="1503224"/>
              <a:ext cx="157937" cy="124022"/>
            </a:xfrm>
            <a:custGeom>
              <a:rect b="b" l="l" r="r" t="t"/>
              <a:pathLst>
                <a:path extrusionOk="0" fill="none" h="1609" w="2049">
                  <a:moveTo>
                    <a:pt x="1" y="537"/>
                  </a:moveTo>
                  <a:lnTo>
                    <a:pt x="1739" y="1"/>
                  </a:lnTo>
                  <a:cubicBezTo>
                    <a:pt x="1739" y="1"/>
                    <a:pt x="2049" y="680"/>
                    <a:pt x="1906" y="1096"/>
                  </a:cubicBezTo>
                  <a:cubicBezTo>
                    <a:pt x="1775" y="1525"/>
                    <a:pt x="477" y="1608"/>
                    <a:pt x="477" y="160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7"/>
            <p:cNvSpPr/>
            <p:nvPr/>
          </p:nvSpPr>
          <p:spPr>
            <a:xfrm>
              <a:off x="3040633" y="1466765"/>
              <a:ext cx="136817" cy="135661"/>
            </a:xfrm>
            <a:custGeom>
              <a:rect b="b" l="l" r="r" t="t"/>
              <a:pathLst>
                <a:path extrusionOk="0" h="1760" w="1775">
                  <a:moveTo>
                    <a:pt x="984" y="0"/>
                  </a:moveTo>
                  <a:cubicBezTo>
                    <a:pt x="885" y="0"/>
                    <a:pt x="769" y="131"/>
                    <a:pt x="524" y="140"/>
                  </a:cubicBezTo>
                  <a:cubicBezTo>
                    <a:pt x="515" y="141"/>
                    <a:pt x="507" y="141"/>
                    <a:pt x="499" y="141"/>
                  </a:cubicBezTo>
                  <a:cubicBezTo>
                    <a:pt x="290" y="141"/>
                    <a:pt x="217" y="30"/>
                    <a:pt x="156" y="30"/>
                  </a:cubicBezTo>
                  <a:cubicBezTo>
                    <a:pt x="140" y="30"/>
                    <a:pt x="124" y="38"/>
                    <a:pt x="107" y="57"/>
                  </a:cubicBezTo>
                  <a:cubicBezTo>
                    <a:pt x="24" y="152"/>
                    <a:pt x="96" y="569"/>
                    <a:pt x="0" y="617"/>
                  </a:cubicBezTo>
                  <a:cubicBezTo>
                    <a:pt x="0" y="617"/>
                    <a:pt x="167" y="1760"/>
                    <a:pt x="643" y="1760"/>
                  </a:cubicBezTo>
                  <a:cubicBezTo>
                    <a:pt x="1108" y="1760"/>
                    <a:pt x="1465" y="1176"/>
                    <a:pt x="1500" y="1033"/>
                  </a:cubicBezTo>
                  <a:cubicBezTo>
                    <a:pt x="1512" y="962"/>
                    <a:pt x="1536" y="902"/>
                    <a:pt x="1548" y="831"/>
                  </a:cubicBezTo>
                  <a:cubicBezTo>
                    <a:pt x="1548" y="831"/>
                    <a:pt x="1564" y="852"/>
                    <a:pt x="1599" y="852"/>
                  </a:cubicBezTo>
                  <a:cubicBezTo>
                    <a:pt x="1617" y="852"/>
                    <a:pt x="1639" y="847"/>
                    <a:pt x="1667" y="831"/>
                  </a:cubicBezTo>
                  <a:cubicBezTo>
                    <a:pt x="1751" y="795"/>
                    <a:pt x="1774" y="260"/>
                    <a:pt x="1715" y="260"/>
                  </a:cubicBezTo>
                  <a:cubicBezTo>
                    <a:pt x="1685" y="254"/>
                    <a:pt x="1655" y="251"/>
                    <a:pt x="1624" y="251"/>
                  </a:cubicBezTo>
                  <a:cubicBezTo>
                    <a:pt x="1593" y="251"/>
                    <a:pt x="1560" y="254"/>
                    <a:pt x="1524" y="260"/>
                  </a:cubicBezTo>
                  <a:cubicBezTo>
                    <a:pt x="1524" y="260"/>
                    <a:pt x="1524" y="510"/>
                    <a:pt x="1469" y="510"/>
                  </a:cubicBezTo>
                  <a:cubicBezTo>
                    <a:pt x="1467" y="510"/>
                    <a:pt x="1466" y="510"/>
                    <a:pt x="1465" y="510"/>
                  </a:cubicBezTo>
                  <a:cubicBezTo>
                    <a:pt x="1393" y="498"/>
                    <a:pt x="1405" y="140"/>
                    <a:pt x="1370" y="105"/>
                  </a:cubicBezTo>
                  <a:cubicBezTo>
                    <a:pt x="1322" y="57"/>
                    <a:pt x="1167" y="117"/>
                    <a:pt x="1048" y="21"/>
                  </a:cubicBezTo>
                  <a:cubicBezTo>
                    <a:pt x="1027" y="7"/>
                    <a:pt x="1006" y="0"/>
                    <a:pt x="984"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7"/>
            <p:cNvSpPr/>
            <p:nvPr/>
          </p:nvSpPr>
          <p:spPr>
            <a:xfrm>
              <a:off x="3070926" y="1524345"/>
              <a:ext cx="18422" cy="34069"/>
            </a:xfrm>
            <a:custGeom>
              <a:rect b="b" l="l" r="r" t="t"/>
              <a:pathLst>
                <a:path extrusionOk="0" fill="none" h="442" w="239">
                  <a:moveTo>
                    <a:pt x="60" y="1"/>
                  </a:moveTo>
                  <a:cubicBezTo>
                    <a:pt x="24" y="120"/>
                    <a:pt x="0" y="239"/>
                    <a:pt x="0" y="358"/>
                  </a:cubicBezTo>
                  <a:cubicBezTo>
                    <a:pt x="12" y="441"/>
                    <a:pt x="226" y="334"/>
                    <a:pt x="238" y="40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7"/>
            <p:cNvSpPr/>
            <p:nvPr/>
          </p:nvSpPr>
          <p:spPr>
            <a:xfrm>
              <a:off x="3089271" y="1560187"/>
              <a:ext cx="22122" cy="10175"/>
            </a:xfrm>
            <a:custGeom>
              <a:rect b="b" l="l" r="r" t="t"/>
              <a:pathLst>
                <a:path extrusionOk="0" fill="none" h="132" w="287">
                  <a:moveTo>
                    <a:pt x="0" y="131"/>
                  </a:moveTo>
                  <a:cubicBezTo>
                    <a:pt x="107" y="131"/>
                    <a:pt x="215" y="83"/>
                    <a:pt x="286"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7"/>
            <p:cNvSpPr/>
            <p:nvPr/>
          </p:nvSpPr>
          <p:spPr>
            <a:xfrm>
              <a:off x="3054354" y="1522495"/>
              <a:ext cx="6552" cy="12024"/>
            </a:xfrm>
            <a:custGeom>
              <a:rect b="b" l="l" r="r" t="t"/>
              <a:pathLst>
                <a:path extrusionOk="0" h="156" w="85">
                  <a:moveTo>
                    <a:pt x="49" y="1"/>
                  </a:moveTo>
                  <a:cubicBezTo>
                    <a:pt x="25" y="1"/>
                    <a:pt x="1" y="37"/>
                    <a:pt x="1" y="84"/>
                  </a:cubicBezTo>
                  <a:cubicBezTo>
                    <a:pt x="1" y="120"/>
                    <a:pt x="25" y="156"/>
                    <a:pt x="49" y="156"/>
                  </a:cubicBezTo>
                  <a:cubicBezTo>
                    <a:pt x="72" y="156"/>
                    <a:pt x="84" y="120"/>
                    <a:pt x="84" y="84"/>
                  </a:cubicBezTo>
                  <a:cubicBezTo>
                    <a:pt x="84" y="37"/>
                    <a:pt x="72" y="1"/>
                    <a:pt x="4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7"/>
            <p:cNvSpPr/>
            <p:nvPr/>
          </p:nvSpPr>
          <p:spPr>
            <a:xfrm>
              <a:off x="3093819" y="1520722"/>
              <a:ext cx="6552" cy="11947"/>
            </a:xfrm>
            <a:custGeom>
              <a:rect b="b" l="l" r="r" t="t"/>
              <a:pathLst>
                <a:path extrusionOk="0" h="155" w="85">
                  <a:moveTo>
                    <a:pt x="48" y="0"/>
                  </a:moveTo>
                  <a:cubicBezTo>
                    <a:pt x="25" y="0"/>
                    <a:pt x="1" y="36"/>
                    <a:pt x="1" y="83"/>
                  </a:cubicBezTo>
                  <a:cubicBezTo>
                    <a:pt x="1" y="119"/>
                    <a:pt x="25" y="155"/>
                    <a:pt x="48" y="155"/>
                  </a:cubicBezTo>
                  <a:cubicBezTo>
                    <a:pt x="60" y="155"/>
                    <a:pt x="84" y="119"/>
                    <a:pt x="84" y="83"/>
                  </a:cubicBezTo>
                  <a:cubicBezTo>
                    <a:pt x="84" y="36"/>
                    <a:pt x="72" y="0"/>
                    <a:pt x="4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7"/>
            <p:cNvSpPr/>
            <p:nvPr/>
          </p:nvSpPr>
          <p:spPr>
            <a:xfrm>
              <a:off x="3048881" y="1496827"/>
              <a:ext cx="18422" cy="18422"/>
            </a:xfrm>
            <a:custGeom>
              <a:rect b="b" l="l" r="r" t="t"/>
              <a:pathLst>
                <a:path extrusionOk="0" fill="none" h="239" w="239">
                  <a:moveTo>
                    <a:pt x="0" y="131"/>
                  </a:moveTo>
                  <a:cubicBezTo>
                    <a:pt x="0" y="131"/>
                    <a:pt x="96" y="1"/>
                    <a:pt x="239" y="23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7"/>
            <p:cNvSpPr/>
            <p:nvPr/>
          </p:nvSpPr>
          <p:spPr>
            <a:xfrm>
              <a:off x="3086497" y="1500526"/>
              <a:ext cx="21197" cy="14722"/>
            </a:xfrm>
            <a:custGeom>
              <a:rect b="b" l="l" r="r" t="t"/>
              <a:pathLst>
                <a:path extrusionOk="0" fill="none" h="191" w="275">
                  <a:moveTo>
                    <a:pt x="1" y="191"/>
                  </a:moveTo>
                  <a:cubicBezTo>
                    <a:pt x="1" y="191"/>
                    <a:pt x="191" y="0"/>
                    <a:pt x="274" y="8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7"/>
            <p:cNvSpPr/>
            <p:nvPr/>
          </p:nvSpPr>
          <p:spPr>
            <a:xfrm>
              <a:off x="3338860" y="1969488"/>
              <a:ext cx="54264" cy="1927"/>
            </a:xfrm>
            <a:custGeom>
              <a:rect b="b" l="l" r="r" t="t"/>
              <a:pathLst>
                <a:path extrusionOk="0" fill="none" h="25" w="704">
                  <a:moveTo>
                    <a:pt x="1" y="0"/>
                  </a:moveTo>
                  <a:lnTo>
                    <a:pt x="703" y="24"/>
                  </a:ln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7"/>
            <p:cNvSpPr/>
            <p:nvPr/>
          </p:nvSpPr>
          <p:spPr>
            <a:xfrm>
              <a:off x="3429738" y="1868512"/>
              <a:ext cx="27595" cy="73534"/>
            </a:xfrm>
            <a:custGeom>
              <a:rect b="b" l="l" r="r" t="t"/>
              <a:pathLst>
                <a:path extrusionOk="0" fill="none" h="954" w="358">
                  <a:moveTo>
                    <a:pt x="1" y="1"/>
                  </a:moveTo>
                  <a:cubicBezTo>
                    <a:pt x="251" y="251"/>
                    <a:pt x="358" y="608"/>
                    <a:pt x="286" y="953"/>
                  </a:cubicBezTo>
                </a:path>
              </a:pathLst>
            </a:custGeom>
            <a:noFill/>
            <a:ln cap="rnd" cmpd="sng" w="9525">
              <a:solidFill>
                <a:srgbClr val="7F7F7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7"/>
            <p:cNvSpPr/>
            <p:nvPr/>
          </p:nvSpPr>
          <p:spPr>
            <a:xfrm>
              <a:off x="1487759" y="2331462"/>
              <a:ext cx="279107" cy="343854"/>
            </a:xfrm>
            <a:custGeom>
              <a:rect b="b" l="l" r="r" t="t"/>
              <a:pathLst>
                <a:path extrusionOk="0" h="4461" w="3621">
                  <a:moveTo>
                    <a:pt x="3029" y="0"/>
                  </a:moveTo>
                  <a:cubicBezTo>
                    <a:pt x="2957" y="0"/>
                    <a:pt x="2807" y="193"/>
                    <a:pt x="2775" y="376"/>
                  </a:cubicBezTo>
                  <a:cubicBezTo>
                    <a:pt x="2751" y="531"/>
                    <a:pt x="2704" y="674"/>
                    <a:pt x="2644" y="829"/>
                  </a:cubicBezTo>
                  <a:cubicBezTo>
                    <a:pt x="2644" y="829"/>
                    <a:pt x="1573" y="1912"/>
                    <a:pt x="1192" y="2365"/>
                  </a:cubicBezTo>
                  <a:cubicBezTo>
                    <a:pt x="1001" y="2591"/>
                    <a:pt x="822" y="2829"/>
                    <a:pt x="656" y="3091"/>
                  </a:cubicBezTo>
                  <a:lnTo>
                    <a:pt x="13" y="3698"/>
                  </a:lnTo>
                  <a:lnTo>
                    <a:pt x="1" y="3698"/>
                  </a:lnTo>
                  <a:lnTo>
                    <a:pt x="525" y="4460"/>
                  </a:lnTo>
                  <a:lnTo>
                    <a:pt x="1334" y="3496"/>
                  </a:lnTo>
                  <a:cubicBezTo>
                    <a:pt x="1775" y="3186"/>
                    <a:pt x="3001" y="1055"/>
                    <a:pt x="3001" y="1055"/>
                  </a:cubicBezTo>
                  <a:cubicBezTo>
                    <a:pt x="3073" y="1031"/>
                    <a:pt x="3156" y="1007"/>
                    <a:pt x="3228" y="995"/>
                  </a:cubicBezTo>
                  <a:cubicBezTo>
                    <a:pt x="3358" y="972"/>
                    <a:pt x="3311" y="864"/>
                    <a:pt x="3311" y="864"/>
                  </a:cubicBezTo>
                  <a:cubicBezTo>
                    <a:pt x="3442" y="853"/>
                    <a:pt x="3418" y="698"/>
                    <a:pt x="3418" y="698"/>
                  </a:cubicBezTo>
                  <a:cubicBezTo>
                    <a:pt x="3430" y="698"/>
                    <a:pt x="3442" y="698"/>
                    <a:pt x="3442" y="686"/>
                  </a:cubicBezTo>
                  <a:cubicBezTo>
                    <a:pt x="3513" y="638"/>
                    <a:pt x="3525" y="555"/>
                    <a:pt x="3478" y="483"/>
                  </a:cubicBezTo>
                  <a:cubicBezTo>
                    <a:pt x="3478" y="483"/>
                    <a:pt x="3620" y="400"/>
                    <a:pt x="3525" y="341"/>
                  </a:cubicBezTo>
                  <a:cubicBezTo>
                    <a:pt x="3478" y="305"/>
                    <a:pt x="3338" y="302"/>
                    <a:pt x="3210" y="302"/>
                  </a:cubicBezTo>
                  <a:cubicBezTo>
                    <a:pt x="3184" y="302"/>
                    <a:pt x="3159" y="302"/>
                    <a:pt x="3135" y="302"/>
                  </a:cubicBezTo>
                  <a:cubicBezTo>
                    <a:pt x="3040" y="302"/>
                    <a:pt x="2966" y="300"/>
                    <a:pt x="2966" y="281"/>
                  </a:cubicBezTo>
                  <a:cubicBezTo>
                    <a:pt x="2966" y="233"/>
                    <a:pt x="3120" y="43"/>
                    <a:pt x="3049" y="7"/>
                  </a:cubicBezTo>
                  <a:cubicBezTo>
                    <a:pt x="3043" y="3"/>
                    <a:pt x="3036" y="0"/>
                    <a:pt x="3029"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7"/>
            <p:cNvSpPr/>
            <p:nvPr/>
          </p:nvSpPr>
          <p:spPr>
            <a:xfrm>
              <a:off x="1401505" y="2595388"/>
              <a:ext cx="144140" cy="156087"/>
            </a:xfrm>
            <a:custGeom>
              <a:rect b="b" l="l" r="r" t="t"/>
              <a:pathLst>
                <a:path extrusionOk="0" h="2025" w="1870">
                  <a:moveTo>
                    <a:pt x="1346" y="0"/>
                  </a:moveTo>
                  <a:cubicBezTo>
                    <a:pt x="906" y="334"/>
                    <a:pt x="1" y="1250"/>
                    <a:pt x="1" y="1250"/>
                  </a:cubicBezTo>
                  <a:lnTo>
                    <a:pt x="798" y="2024"/>
                  </a:lnTo>
                  <a:cubicBezTo>
                    <a:pt x="1156" y="1953"/>
                    <a:pt x="1846" y="1143"/>
                    <a:pt x="1846" y="1143"/>
                  </a:cubicBezTo>
                  <a:cubicBezTo>
                    <a:pt x="1870" y="607"/>
                    <a:pt x="1346" y="0"/>
                    <a:pt x="13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7"/>
            <p:cNvSpPr/>
            <p:nvPr/>
          </p:nvSpPr>
          <p:spPr>
            <a:xfrm>
              <a:off x="1401505" y="2595388"/>
              <a:ext cx="144140" cy="156087"/>
            </a:xfrm>
            <a:custGeom>
              <a:rect b="b" l="l" r="r" t="t"/>
              <a:pathLst>
                <a:path extrusionOk="0" fill="none" h="2025" w="1870">
                  <a:moveTo>
                    <a:pt x="1" y="1250"/>
                  </a:moveTo>
                  <a:cubicBezTo>
                    <a:pt x="1" y="1250"/>
                    <a:pt x="906" y="334"/>
                    <a:pt x="1346" y="0"/>
                  </a:cubicBezTo>
                  <a:cubicBezTo>
                    <a:pt x="1346" y="0"/>
                    <a:pt x="1870" y="607"/>
                    <a:pt x="1846" y="1143"/>
                  </a:cubicBezTo>
                  <a:cubicBezTo>
                    <a:pt x="1846" y="1143"/>
                    <a:pt x="1156" y="1953"/>
                    <a:pt x="798" y="202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7"/>
            <p:cNvSpPr/>
            <p:nvPr/>
          </p:nvSpPr>
          <p:spPr>
            <a:xfrm>
              <a:off x="1554820" y="3056102"/>
              <a:ext cx="183990" cy="128030"/>
            </a:xfrm>
            <a:custGeom>
              <a:rect b="b" l="l" r="r" t="t"/>
              <a:pathLst>
                <a:path extrusionOk="0" h="1661" w="2387">
                  <a:moveTo>
                    <a:pt x="667" y="0"/>
                  </a:moveTo>
                  <a:lnTo>
                    <a:pt x="0" y="405"/>
                  </a:lnTo>
                  <a:cubicBezTo>
                    <a:pt x="214" y="560"/>
                    <a:pt x="393" y="762"/>
                    <a:pt x="512" y="1000"/>
                  </a:cubicBezTo>
                  <a:cubicBezTo>
                    <a:pt x="655" y="1310"/>
                    <a:pt x="512" y="1441"/>
                    <a:pt x="726" y="1631"/>
                  </a:cubicBezTo>
                  <a:cubicBezTo>
                    <a:pt x="748" y="1652"/>
                    <a:pt x="778" y="1661"/>
                    <a:pt x="817" y="1661"/>
                  </a:cubicBezTo>
                  <a:cubicBezTo>
                    <a:pt x="1208" y="1661"/>
                    <a:pt x="2387" y="696"/>
                    <a:pt x="2322" y="512"/>
                  </a:cubicBezTo>
                  <a:cubicBezTo>
                    <a:pt x="2302" y="458"/>
                    <a:pt x="2264" y="438"/>
                    <a:pt x="2213" y="438"/>
                  </a:cubicBezTo>
                  <a:cubicBezTo>
                    <a:pt x="2084" y="438"/>
                    <a:pt x="1870" y="568"/>
                    <a:pt x="1631" y="619"/>
                  </a:cubicBezTo>
                  <a:cubicBezTo>
                    <a:pt x="1453" y="655"/>
                    <a:pt x="1262" y="679"/>
                    <a:pt x="1084" y="691"/>
                  </a:cubicBezTo>
                  <a:lnTo>
                    <a:pt x="667"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7"/>
            <p:cNvSpPr/>
            <p:nvPr/>
          </p:nvSpPr>
          <p:spPr>
            <a:xfrm>
              <a:off x="1279486" y="2807361"/>
              <a:ext cx="349712" cy="309399"/>
            </a:xfrm>
            <a:custGeom>
              <a:rect b="b" l="l" r="r" t="t"/>
              <a:pathLst>
                <a:path extrusionOk="0" h="4014" w="4537">
                  <a:moveTo>
                    <a:pt x="2503" y="1"/>
                  </a:moveTo>
                  <a:cubicBezTo>
                    <a:pt x="2502" y="1"/>
                    <a:pt x="2501" y="1"/>
                    <a:pt x="2501" y="1"/>
                  </a:cubicBezTo>
                  <a:cubicBezTo>
                    <a:pt x="1977" y="24"/>
                    <a:pt x="0" y="1691"/>
                    <a:pt x="0" y="1691"/>
                  </a:cubicBezTo>
                  <a:cubicBezTo>
                    <a:pt x="0" y="1691"/>
                    <a:pt x="167" y="2743"/>
                    <a:pt x="987" y="2743"/>
                  </a:cubicBezTo>
                  <a:cubicBezTo>
                    <a:pt x="1044" y="2743"/>
                    <a:pt x="1104" y="2738"/>
                    <a:pt x="1167" y="2727"/>
                  </a:cubicBezTo>
                  <a:lnTo>
                    <a:pt x="1167" y="2739"/>
                  </a:lnTo>
                  <a:cubicBezTo>
                    <a:pt x="1167" y="2739"/>
                    <a:pt x="2048" y="2370"/>
                    <a:pt x="2370" y="1501"/>
                  </a:cubicBezTo>
                  <a:lnTo>
                    <a:pt x="2370" y="1501"/>
                  </a:lnTo>
                  <a:cubicBezTo>
                    <a:pt x="2369" y="1501"/>
                    <a:pt x="2120" y="2347"/>
                    <a:pt x="3822" y="4013"/>
                  </a:cubicBezTo>
                  <a:cubicBezTo>
                    <a:pt x="3822" y="4013"/>
                    <a:pt x="4346" y="3942"/>
                    <a:pt x="4536" y="3489"/>
                  </a:cubicBezTo>
                  <a:cubicBezTo>
                    <a:pt x="4536" y="3489"/>
                    <a:pt x="3041" y="1"/>
                    <a:pt x="2503"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7"/>
            <p:cNvSpPr/>
            <p:nvPr/>
          </p:nvSpPr>
          <p:spPr>
            <a:xfrm>
              <a:off x="1375837" y="2871261"/>
              <a:ext cx="240490" cy="245500"/>
            </a:xfrm>
            <a:custGeom>
              <a:rect b="b" l="l" r="r" t="t"/>
              <a:pathLst>
                <a:path extrusionOk="0" h="3185" w="3120">
                  <a:moveTo>
                    <a:pt x="1238" y="1"/>
                  </a:moveTo>
                  <a:cubicBezTo>
                    <a:pt x="1207" y="1"/>
                    <a:pt x="1165" y="65"/>
                    <a:pt x="1108" y="219"/>
                  </a:cubicBezTo>
                  <a:cubicBezTo>
                    <a:pt x="889" y="826"/>
                    <a:pt x="412" y="876"/>
                    <a:pt x="261" y="876"/>
                  </a:cubicBezTo>
                  <a:cubicBezTo>
                    <a:pt x="232" y="876"/>
                    <a:pt x="215" y="874"/>
                    <a:pt x="215" y="874"/>
                  </a:cubicBezTo>
                  <a:lnTo>
                    <a:pt x="0" y="1184"/>
                  </a:lnTo>
                  <a:lnTo>
                    <a:pt x="250" y="1720"/>
                  </a:lnTo>
                  <a:cubicBezTo>
                    <a:pt x="643" y="1470"/>
                    <a:pt x="941" y="1100"/>
                    <a:pt x="1120" y="660"/>
                  </a:cubicBezTo>
                  <a:lnTo>
                    <a:pt x="1120" y="660"/>
                  </a:lnTo>
                  <a:cubicBezTo>
                    <a:pt x="1119" y="660"/>
                    <a:pt x="870" y="1518"/>
                    <a:pt x="2572" y="3184"/>
                  </a:cubicBezTo>
                  <a:cubicBezTo>
                    <a:pt x="2775" y="3148"/>
                    <a:pt x="2977" y="3053"/>
                    <a:pt x="3120" y="2898"/>
                  </a:cubicBezTo>
                  <a:lnTo>
                    <a:pt x="3120" y="2898"/>
                  </a:lnTo>
                  <a:cubicBezTo>
                    <a:pt x="3088" y="2908"/>
                    <a:pt x="3056" y="2912"/>
                    <a:pt x="3023" y="2912"/>
                  </a:cubicBezTo>
                  <a:cubicBezTo>
                    <a:pt x="2459" y="2912"/>
                    <a:pt x="1622" y="1648"/>
                    <a:pt x="1465" y="1243"/>
                  </a:cubicBezTo>
                  <a:cubicBezTo>
                    <a:pt x="1333" y="905"/>
                    <a:pt x="1358" y="1"/>
                    <a:pt x="123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7"/>
            <p:cNvSpPr/>
            <p:nvPr/>
          </p:nvSpPr>
          <p:spPr>
            <a:xfrm>
              <a:off x="1463941" y="2870722"/>
              <a:ext cx="8325" cy="34917"/>
            </a:xfrm>
            <a:custGeom>
              <a:rect b="b" l="l" r="r" t="t"/>
              <a:pathLst>
                <a:path extrusionOk="0" fill="none" h="453" w="108">
                  <a:moveTo>
                    <a:pt x="108" y="0"/>
                  </a:moveTo>
                  <a:cubicBezTo>
                    <a:pt x="108" y="0"/>
                    <a:pt x="0" y="60"/>
                    <a:pt x="24" y="45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7"/>
            <p:cNvSpPr/>
            <p:nvPr/>
          </p:nvSpPr>
          <p:spPr>
            <a:xfrm>
              <a:off x="1468489" y="3579175"/>
              <a:ext cx="162022" cy="92342"/>
            </a:xfrm>
            <a:custGeom>
              <a:rect b="b" l="l" r="r" t="t"/>
              <a:pathLst>
                <a:path extrusionOk="0" h="1198" w="2102">
                  <a:moveTo>
                    <a:pt x="930" y="1"/>
                  </a:moveTo>
                  <a:lnTo>
                    <a:pt x="239" y="132"/>
                  </a:lnTo>
                  <a:cubicBezTo>
                    <a:pt x="251" y="263"/>
                    <a:pt x="251" y="406"/>
                    <a:pt x="215" y="537"/>
                  </a:cubicBezTo>
                  <a:cubicBezTo>
                    <a:pt x="156" y="751"/>
                    <a:pt x="1" y="1001"/>
                    <a:pt x="60" y="1084"/>
                  </a:cubicBezTo>
                  <a:cubicBezTo>
                    <a:pt x="111" y="1174"/>
                    <a:pt x="256" y="1198"/>
                    <a:pt x="427" y="1198"/>
                  </a:cubicBezTo>
                  <a:cubicBezTo>
                    <a:pt x="619" y="1198"/>
                    <a:pt x="843" y="1168"/>
                    <a:pt x="1001" y="1168"/>
                  </a:cubicBezTo>
                  <a:cubicBezTo>
                    <a:pt x="1093" y="1168"/>
                    <a:pt x="1227" y="1172"/>
                    <a:pt x="1371" y="1172"/>
                  </a:cubicBezTo>
                  <a:cubicBezTo>
                    <a:pt x="1711" y="1172"/>
                    <a:pt x="2101" y="1148"/>
                    <a:pt x="2084" y="989"/>
                  </a:cubicBezTo>
                  <a:cubicBezTo>
                    <a:pt x="2061" y="751"/>
                    <a:pt x="1489" y="929"/>
                    <a:pt x="989" y="429"/>
                  </a:cubicBezTo>
                  <a:lnTo>
                    <a:pt x="930"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7"/>
            <p:cNvSpPr/>
            <p:nvPr/>
          </p:nvSpPr>
          <p:spPr>
            <a:xfrm>
              <a:off x="1246418" y="2435290"/>
              <a:ext cx="179982" cy="217982"/>
            </a:xfrm>
            <a:custGeom>
              <a:rect b="b" l="l" r="r" t="t"/>
              <a:pathLst>
                <a:path extrusionOk="0" h="2828" w="2335">
                  <a:moveTo>
                    <a:pt x="1713" y="0"/>
                  </a:moveTo>
                  <a:cubicBezTo>
                    <a:pt x="1520" y="0"/>
                    <a:pt x="1489" y="422"/>
                    <a:pt x="1489" y="422"/>
                  </a:cubicBezTo>
                  <a:cubicBezTo>
                    <a:pt x="1489" y="422"/>
                    <a:pt x="1477" y="6"/>
                    <a:pt x="1251" y="6"/>
                  </a:cubicBezTo>
                  <a:cubicBezTo>
                    <a:pt x="1025" y="17"/>
                    <a:pt x="1251" y="303"/>
                    <a:pt x="870" y="565"/>
                  </a:cubicBezTo>
                  <a:cubicBezTo>
                    <a:pt x="477" y="815"/>
                    <a:pt x="1" y="1125"/>
                    <a:pt x="370" y="1541"/>
                  </a:cubicBezTo>
                  <a:cubicBezTo>
                    <a:pt x="370" y="1541"/>
                    <a:pt x="143" y="1815"/>
                    <a:pt x="596" y="2101"/>
                  </a:cubicBezTo>
                  <a:cubicBezTo>
                    <a:pt x="1048" y="2399"/>
                    <a:pt x="1167" y="2494"/>
                    <a:pt x="1227" y="2827"/>
                  </a:cubicBezTo>
                  <a:lnTo>
                    <a:pt x="1751" y="2339"/>
                  </a:lnTo>
                  <a:lnTo>
                    <a:pt x="1810" y="1339"/>
                  </a:lnTo>
                  <a:lnTo>
                    <a:pt x="1882" y="958"/>
                  </a:lnTo>
                  <a:cubicBezTo>
                    <a:pt x="1882" y="958"/>
                    <a:pt x="2334" y="589"/>
                    <a:pt x="2168" y="434"/>
                  </a:cubicBezTo>
                  <a:cubicBezTo>
                    <a:pt x="2134" y="404"/>
                    <a:pt x="2099" y="392"/>
                    <a:pt x="2064" y="392"/>
                  </a:cubicBezTo>
                  <a:cubicBezTo>
                    <a:pt x="1935" y="392"/>
                    <a:pt x="1810" y="553"/>
                    <a:pt x="1810" y="553"/>
                  </a:cubicBezTo>
                  <a:cubicBezTo>
                    <a:pt x="1810" y="553"/>
                    <a:pt x="1965" y="77"/>
                    <a:pt x="1751" y="6"/>
                  </a:cubicBezTo>
                  <a:cubicBezTo>
                    <a:pt x="1737" y="2"/>
                    <a:pt x="1725" y="0"/>
                    <a:pt x="1713"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7"/>
            <p:cNvSpPr/>
            <p:nvPr/>
          </p:nvSpPr>
          <p:spPr>
            <a:xfrm>
              <a:off x="1465791" y="2314658"/>
              <a:ext cx="298300" cy="327590"/>
            </a:xfrm>
            <a:custGeom>
              <a:rect b="b" l="l" r="r" t="t"/>
              <a:pathLst>
                <a:path extrusionOk="0" h="4250" w="3870">
                  <a:moveTo>
                    <a:pt x="3295" y="0"/>
                  </a:moveTo>
                  <a:cubicBezTo>
                    <a:pt x="3218" y="0"/>
                    <a:pt x="3066" y="178"/>
                    <a:pt x="3024" y="356"/>
                  </a:cubicBezTo>
                  <a:cubicBezTo>
                    <a:pt x="2977" y="511"/>
                    <a:pt x="2917" y="654"/>
                    <a:pt x="2846" y="797"/>
                  </a:cubicBezTo>
                  <a:cubicBezTo>
                    <a:pt x="2846" y="797"/>
                    <a:pt x="1703" y="1797"/>
                    <a:pt x="1286" y="2225"/>
                  </a:cubicBezTo>
                  <a:cubicBezTo>
                    <a:pt x="1072" y="2428"/>
                    <a:pt x="881" y="2654"/>
                    <a:pt x="703" y="2892"/>
                  </a:cubicBezTo>
                  <a:lnTo>
                    <a:pt x="0" y="3452"/>
                  </a:lnTo>
                  <a:lnTo>
                    <a:pt x="453" y="4249"/>
                  </a:lnTo>
                  <a:lnTo>
                    <a:pt x="1346" y="3345"/>
                  </a:lnTo>
                  <a:cubicBezTo>
                    <a:pt x="1810" y="3071"/>
                    <a:pt x="3191" y="1059"/>
                    <a:pt x="3191" y="1059"/>
                  </a:cubicBezTo>
                  <a:cubicBezTo>
                    <a:pt x="3274" y="1035"/>
                    <a:pt x="3346" y="1023"/>
                    <a:pt x="3417" y="1011"/>
                  </a:cubicBezTo>
                  <a:cubicBezTo>
                    <a:pt x="3548" y="987"/>
                    <a:pt x="3524" y="892"/>
                    <a:pt x="3524" y="892"/>
                  </a:cubicBezTo>
                  <a:cubicBezTo>
                    <a:pt x="3643" y="880"/>
                    <a:pt x="3643" y="737"/>
                    <a:pt x="3643" y="737"/>
                  </a:cubicBezTo>
                  <a:cubicBezTo>
                    <a:pt x="3643" y="725"/>
                    <a:pt x="3655" y="725"/>
                    <a:pt x="3667" y="725"/>
                  </a:cubicBezTo>
                  <a:cubicBezTo>
                    <a:pt x="3727" y="678"/>
                    <a:pt x="3751" y="594"/>
                    <a:pt x="3715" y="523"/>
                  </a:cubicBezTo>
                  <a:cubicBezTo>
                    <a:pt x="3715" y="523"/>
                    <a:pt x="3870" y="451"/>
                    <a:pt x="3774" y="380"/>
                  </a:cubicBezTo>
                  <a:cubicBezTo>
                    <a:pt x="3679" y="297"/>
                    <a:pt x="3215" y="332"/>
                    <a:pt x="3215" y="285"/>
                  </a:cubicBezTo>
                  <a:cubicBezTo>
                    <a:pt x="3215" y="237"/>
                    <a:pt x="3393" y="59"/>
                    <a:pt x="3322" y="11"/>
                  </a:cubicBezTo>
                  <a:cubicBezTo>
                    <a:pt x="3315" y="4"/>
                    <a:pt x="3306" y="0"/>
                    <a:pt x="3295"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7"/>
            <p:cNvSpPr/>
            <p:nvPr/>
          </p:nvSpPr>
          <p:spPr>
            <a:xfrm>
              <a:off x="1165638" y="2975321"/>
              <a:ext cx="387404" cy="629358"/>
            </a:xfrm>
            <a:custGeom>
              <a:rect b="b" l="l" r="r" t="t"/>
              <a:pathLst>
                <a:path extrusionOk="0" h="8165" w="5026">
                  <a:moveTo>
                    <a:pt x="382" y="0"/>
                  </a:moveTo>
                  <a:lnTo>
                    <a:pt x="382" y="12"/>
                  </a:lnTo>
                  <a:cubicBezTo>
                    <a:pt x="382" y="12"/>
                    <a:pt x="1" y="774"/>
                    <a:pt x="870" y="1536"/>
                  </a:cubicBezTo>
                  <a:cubicBezTo>
                    <a:pt x="1739" y="2298"/>
                    <a:pt x="3346" y="4060"/>
                    <a:pt x="3454" y="4620"/>
                  </a:cubicBezTo>
                  <a:cubicBezTo>
                    <a:pt x="3561" y="5192"/>
                    <a:pt x="4049" y="8120"/>
                    <a:pt x="4049" y="8120"/>
                  </a:cubicBezTo>
                  <a:cubicBezTo>
                    <a:pt x="4049" y="8120"/>
                    <a:pt x="4210" y="8164"/>
                    <a:pt x="4416" y="8164"/>
                  </a:cubicBezTo>
                  <a:cubicBezTo>
                    <a:pt x="4598" y="8164"/>
                    <a:pt x="4816" y="8130"/>
                    <a:pt x="4990" y="8001"/>
                  </a:cubicBezTo>
                  <a:cubicBezTo>
                    <a:pt x="4990" y="8001"/>
                    <a:pt x="5025" y="5180"/>
                    <a:pt x="4728" y="4060"/>
                  </a:cubicBezTo>
                  <a:cubicBezTo>
                    <a:pt x="4418" y="2953"/>
                    <a:pt x="3323" y="1596"/>
                    <a:pt x="3001" y="703"/>
                  </a:cubicBezTo>
                  <a:cubicBezTo>
                    <a:pt x="2965" y="512"/>
                    <a:pt x="2942" y="322"/>
                    <a:pt x="2930" y="131"/>
                  </a:cubicBezTo>
                  <a:lnTo>
                    <a:pt x="382" y="0"/>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7"/>
            <p:cNvSpPr/>
            <p:nvPr/>
          </p:nvSpPr>
          <p:spPr>
            <a:xfrm>
              <a:off x="1233546" y="3093717"/>
              <a:ext cx="277257" cy="511272"/>
            </a:xfrm>
            <a:custGeom>
              <a:rect b="b" l="l" r="r" t="t"/>
              <a:pathLst>
                <a:path extrusionOk="0" h="6633" w="3597">
                  <a:moveTo>
                    <a:pt x="1" y="0"/>
                  </a:moveTo>
                  <a:cubicBezTo>
                    <a:pt x="870" y="762"/>
                    <a:pt x="2465" y="2513"/>
                    <a:pt x="2573" y="3084"/>
                  </a:cubicBezTo>
                  <a:cubicBezTo>
                    <a:pt x="2680" y="3656"/>
                    <a:pt x="3168" y="6584"/>
                    <a:pt x="3168" y="6584"/>
                  </a:cubicBezTo>
                  <a:cubicBezTo>
                    <a:pt x="3311" y="6620"/>
                    <a:pt x="3454" y="6632"/>
                    <a:pt x="3597" y="6632"/>
                  </a:cubicBezTo>
                  <a:cubicBezTo>
                    <a:pt x="3156" y="6525"/>
                    <a:pt x="2954" y="3132"/>
                    <a:pt x="3013" y="2834"/>
                  </a:cubicBezTo>
                  <a:cubicBezTo>
                    <a:pt x="3061" y="2548"/>
                    <a:pt x="1394" y="203"/>
                    <a:pt x="858" y="203"/>
                  </a:cubicBezTo>
                  <a:cubicBezTo>
                    <a:pt x="644" y="203"/>
                    <a:pt x="299" y="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7"/>
            <p:cNvSpPr/>
            <p:nvPr/>
          </p:nvSpPr>
          <p:spPr>
            <a:xfrm>
              <a:off x="1440046" y="3297443"/>
              <a:ext cx="32219" cy="14799"/>
            </a:xfrm>
            <a:custGeom>
              <a:rect b="b" l="l" r="r" t="t"/>
              <a:pathLst>
                <a:path extrusionOk="0" fill="none" h="192" w="418">
                  <a:moveTo>
                    <a:pt x="418" y="36"/>
                  </a:moveTo>
                  <a:cubicBezTo>
                    <a:pt x="263" y="1"/>
                    <a:pt x="96" y="60"/>
                    <a:pt x="1" y="19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7"/>
            <p:cNvSpPr/>
            <p:nvPr/>
          </p:nvSpPr>
          <p:spPr>
            <a:xfrm>
              <a:off x="1319337" y="2500192"/>
              <a:ext cx="145604" cy="142058"/>
            </a:xfrm>
            <a:custGeom>
              <a:rect b="b" l="l" r="r" t="t"/>
              <a:pathLst>
                <a:path extrusionOk="0" h="1843" w="1889">
                  <a:moveTo>
                    <a:pt x="904" y="0"/>
                  </a:moveTo>
                  <a:cubicBezTo>
                    <a:pt x="717" y="0"/>
                    <a:pt x="539" y="253"/>
                    <a:pt x="531" y="354"/>
                  </a:cubicBezTo>
                  <a:cubicBezTo>
                    <a:pt x="519" y="485"/>
                    <a:pt x="388" y="545"/>
                    <a:pt x="424" y="711"/>
                  </a:cubicBezTo>
                  <a:cubicBezTo>
                    <a:pt x="448" y="783"/>
                    <a:pt x="424" y="878"/>
                    <a:pt x="340" y="914"/>
                  </a:cubicBezTo>
                  <a:cubicBezTo>
                    <a:pt x="340" y="914"/>
                    <a:pt x="243" y="803"/>
                    <a:pt x="159" y="803"/>
                  </a:cubicBezTo>
                  <a:cubicBezTo>
                    <a:pt x="105" y="803"/>
                    <a:pt x="57" y="848"/>
                    <a:pt x="43" y="997"/>
                  </a:cubicBezTo>
                  <a:cubicBezTo>
                    <a:pt x="0" y="1336"/>
                    <a:pt x="306" y="1355"/>
                    <a:pt x="375" y="1355"/>
                  </a:cubicBezTo>
                  <a:cubicBezTo>
                    <a:pt x="383" y="1355"/>
                    <a:pt x="388" y="1354"/>
                    <a:pt x="388" y="1354"/>
                  </a:cubicBezTo>
                  <a:lnTo>
                    <a:pt x="388" y="1354"/>
                  </a:lnTo>
                  <a:cubicBezTo>
                    <a:pt x="471" y="1557"/>
                    <a:pt x="293" y="1842"/>
                    <a:pt x="293" y="1842"/>
                  </a:cubicBezTo>
                  <a:lnTo>
                    <a:pt x="1317" y="1783"/>
                  </a:lnTo>
                  <a:cubicBezTo>
                    <a:pt x="1317" y="1783"/>
                    <a:pt x="1781" y="1533"/>
                    <a:pt x="1841" y="1390"/>
                  </a:cubicBezTo>
                  <a:cubicBezTo>
                    <a:pt x="1888" y="1259"/>
                    <a:pt x="1555" y="878"/>
                    <a:pt x="1555" y="878"/>
                  </a:cubicBezTo>
                  <a:cubicBezTo>
                    <a:pt x="1555" y="878"/>
                    <a:pt x="1805" y="807"/>
                    <a:pt x="1757" y="699"/>
                  </a:cubicBezTo>
                  <a:cubicBezTo>
                    <a:pt x="1698" y="592"/>
                    <a:pt x="1352" y="545"/>
                    <a:pt x="1352" y="545"/>
                  </a:cubicBezTo>
                  <a:lnTo>
                    <a:pt x="1114" y="152"/>
                  </a:lnTo>
                  <a:lnTo>
                    <a:pt x="1126" y="152"/>
                  </a:lnTo>
                  <a:cubicBezTo>
                    <a:pt x="1058" y="42"/>
                    <a:pt x="980" y="0"/>
                    <a:pt x="904"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7"/>
            <p:cNvSpPr/>
            <p:nvPr/>
          </p:nvSpPr>
          <p:spPr>
            <a:xfrm>
              <a:off x="1405205" y="2537345"/>
              <a:ext cx="12024" cy="14029"/>
            </a:xfrm>
            <a:custGeom>
              <a:rect b="b" l="l" r="r" t="t"/>
              <a:pathLst>
                <a:path extrusionOk="0" h="182" w="156">
                  <a:moveTo>
                    <a:pt x="42" y="0"/>
                  </a:moveTo>
                  <a:cubicBezTo>
                    <a:pt x="36" y="0"/>
                    <a:pt x="30" y="1"/>
                    <a:pt x="24" y="3"/>
                  </a:cubicBezTo>
                  <a:cubicBezTo>
                    <a:pt x="0" y="15"/>
                    <a:pt x="0" y="75"/>
                    <a:pt x="24" y="122"/>
                  </a:cubicBezTo>
                  <a:cubicBezTo>
                    <a:pt x="48" y="170"/>
                    <a:pt x="96" y="182"/>
                    <a:pt x="119" y="182"/>
                  </a:cubicBezTo>
                  <a:cubicBezTo>
                    <a:pt x="155" y="170"/>
                    <a:pt x="155" y="110"/>
                    <a:pt x="119" y="63"/>
                  </a:cubicBezTo>
                  <a:cubicBezTo>
                    <a:pt x="100" y="23"/>
                    <a:pt x="72" y="0"/>
                    <a:pt x="4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7"/>
            <p:cNvSpPr/>
            <p:nvPr/>
          </p:nvSpPr>
          <p:spPr>
            <a:xfrm>
              <a:off x="1374912" y="2515532"/>
              <a:ext cx="26670" cy="11100"/>
            </a:xfrm>
            <a:custGeom>
              <a:rect b="b" l="l" r="r" t="t"/>
              <a:pathLst>
                <a:path extrusionOk="0" fill="none" h="144" w="346">
                  <a:moveTo>
                    <a:pt x="346" y="143"/>
                  </a:moveTo>
                  <a:cubicBezTo>
                    <a:pt x="346" y="143"/>
                    <a:pt x="12" y="0"/>
                    <a:pt x="0" y="14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7"/>
            <p:cNvSpPr/>
            <p:nvPr/>
          </p:nvSpPr>
          <p:spPr>
            <a:xfrm>
              <a:off x="1322574" y="2626760"/>
              <a:ext cx="133965" cy="42086"/>
            </a:xfrm>
            <a:custGeom>
              <a:rect b="b" l="l" r="r" t="t"/>
              <a:pathLst>
                <a:path extrusionOk="0" h="546" w="1738">
                  <a:moveTo>
                    <a:pt x="1050" y="0"/>
                  </a:moveTo>
                  <a:cubicBezTo>
                    <a:pt x="578" y="0"/>
                    <a:pt x="1" y="129"/>
                    <a:pt x="1" y="129"/>
                  </a:cubicBezTo>
                  <a:lnTo>
                    <a:pt x="1" y="546"/>
                  </a:lnTo>
                  <a:lnTo>
                    <a:pt x="1441" y="546"/>
                  </a:lnTo>
                  <a:lnTo>
                    <a:pt x="1632" y="379"/>
                  </a:lnTo>
                  <a:cubicBezTo>
                    <a:pt x="1738" y="83"/>
                    <a:pt x="1427" y="0"/>
                    <a:pt x="1050"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7"/>
            <p:cNvSpPr/>
            <p:nvPr/>
          </p:nvSpPr>
          <p:spPr>
            <a:xfrm>
              <a:off x="1183983" y="2643101"/>
              <a:ext cx="295602" cy="361736"/>
            </a:xfrm>
            <a:custGeom>
              <a:rect b="b" l="l" r="r" t="t"/>
              <a:pathLst>
                <a:path extrusionOk="0" h="4693" w="3835">
                  <a:moveTo>
                    <a:pt x="2706" y="0"/>
                  </a:moveTo>
                  <a:cubicBezTo>
                    <a:pt x="2134" y="0"/>
                    <a:pt x="1451" y="285"/>
                    <a:pt x="1013" y="1167"/>
                  </a:cubicBezTo>
                  <a:cubicBezTo>
                    <a:pt x="489" y="2263"/>
                    <a:pt x="144" y="3441"/>
                    <a:pt x="1" y="4656"/>
                  </a:cubicBezTo>
                  <a:cubicBezTo>
                    <a:pt x="1" y="4656"/>
                    <a:pt x="959" y="4693"/>
                    <a:pt x="1770" y="4693"/>
                  </a:cubicBezTo>
                  <a:cubicBezTo>
                    <a:pt x="2176" y="4693"/>
                    <a:pt x="2545" y="4684"/>
                    <a:pt x="2739" y="4656"/>
                  </a:cubicBezTo>
                  <a:cubicBezTo>
                    <a:pt x="2978" y="4632"/>
                    <a:pt x="2882" y="4049"/>
                    <a:pt x="3049" y="3322"/>
                  </a:cubicBezTo>
                  <a:cubicBezTo>
                    <a:pt x="3311" y="2227"/>
                    <a:pt x="3835" y="1405"/>
                    <a:pt x="3728" y="512"/>
                  </a:cubicBezTo>
                  <a:cubicBezTo>
                    <a:pt x="3698" y="262"/>
                    <a:pt x="3253" y="0"/>
                    <a:pt x="2706"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7"/>
            <p:cNvSpPr/>
            <p:nvPr/>
          </p:nvSpPr>
          <p:spPr>
            <a:xfrm>
              <a:off x="1381310" y="2554072"/>
              <a:ext cx="143292" cy="157937"/>
            </a:xfrm>
            <a:custGeom>
              <a:rect b="b" l="l" r="r" t="t"/>
              <a:pathLst>
                <a:path extrusionOk="0" h="2049" w="1859">
                  <a:moveTo>
                    <a:pt x="1322" y="0"/>
                  </a:moveTo>
                  <a:cubicBezTo>
                    <a:pt x="882" y="346"/>
                    <a:pt x="1" y="1263"/>
                    <a:pt x="1" y="1263"/>
                  </a:cubicBezTo>
                  <a:lnTo>
                    <a:pt x="810" y="2048"/>
                  </a:lnTo>
                  <a:cubicBezTo>
                    <a:pt x="1156" y="1965"/>
                    <a:pt x="1846" y="1143"/>
                    <a:pt x="1846" y="1143"/>
                  </a:cubicBezTo>
                  <a:cubicBezTo>
                    <a:pt x="1858" y="608"/>
                    <a:pt x="1322" y="0"/>
                    <a:pt x="1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7"/>
            <p:cNvSpPr/>
            <p:nvPr/>
          </p:nvSpPr>
          <p:spPr>
            <a:xfrm>
              <a:off x="1381310" y="2554072"/>
              <a:ext cx="143292" cy="157937"/>
            </a:xfrm>
            <a:custGeom>
              <a:rect b="b" l="l" r="r" t="t"/>
              <a:pathLst>
                <a:path extrusionOk="0" fill="none" h="2049" w="1859">
                  <a:moveTo>
                    <a:pt x="1" y="1263"/>
                  </a:moveTo>
                  <a:cubicBezTo>
                    <a:pt x="1" y="1263"/>
                    <a:pt x="882" y="346"/>
                    <a:pt x="1322" y="0"/>
                  </a:cubicBezTo>
                  <a:cubicBezTo>
                    <a:pt x="1322" y="0"/>
                    <a:pt x="1858" y="608"/>
                    <a:pt x="1846" y="1143"/>
                  </a:cubicBezTo>
                  <a:cubicBezTo>
                    <a:pt x="1846" y="1143"/>
                    <a:pt x="1156" y="1965"/>
                    <a:pt x="810" y="204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7"/>
            <p:cNvSpPr/>
            <p:nvPr/>
          </p:nvSpPr>
          <p:spPr>
            <a:xfrm>
              <a:off x="1289584" y="2745850"/>
              <a:ext cx="149612" cy="151539"/>
            </a:xfrm>
            <a:custGeom>
              <a:rect b="b" l="l" r="r" t="t"/>
              <a:pathLst>
                <a:path extrusionOk="0" fill="none" h="1966" w="1941">
                  <a:moveTo>
                    <a:pt x="1941" y="1"/>
                  </a:moveTo>
                  <a:cubicBezTo>
                    <a:pt x="1417" y="763"/>
                    <a:pt x="750" y="1430"/>
                    <a:pt x="0" y="196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7"/>
            <p:cNvSpPr/>
            <p:nvPr/>
          </p:nvSpPr>
          <p:spPr>
            <a:xfrm>
              <a:off x="1250118" y="2851451"/>
              <a:ext cx="130342" cy="119320"/>
            </a:xfrm>
            <a:custGeom>
              <a:rect b="b" l="l" r="r" t="t"/>
              <a:pathLst>
                <a:path extrusionOk="0" fill="none" h="1548" w="1691">
                  <a:moveTo>
                    <a:pt x="1691" y="0"/>
                  </a:moveTo>
                  <a:cubicBezTo>
                    <a:pt x="1274" y="655"/>
                    <a:pt x="691" y="1191"/>
                    <a:pt x="0" y="1548"/>
                  </a:cubicBezTo>
                  <a:cubicBezTo>
                    <a:pt x="12" y="1524"/>
                    <a:pt x="12" y="1512"/>
                    <a:pt x="24" y="148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7"/>
            <p:cNvSpPr/>
            <p:nvPr/>
          </p:nvSpPr>
          <p:spPr>
            <a:xfrm>
              <a:off x="1158315" y="2903635"/>
              <a:ext cx="79007" cy="139669"/>
            </a:xfrm>
            <a:custGeom>
              <a:rect b="b" l="l" r="r" t="t"/>
              <a:pathLst>
                <a:path extrusionOk="0" h="1812" w="1025">
                  <a:moveTo>
                    <a:pt x="580" y="0"/>
                  </a:moveTo>
                  <a:cubicBezTo>
                    <a:pt x="524" y="0"/>
                    <a:pt x="274" y="669"/>
                    <a:pt x="274" y="669"/>
                  </a:cubicBezTo>
                  <a:cubicBezTo>
                    <a:pt x="274" y="669"/>
                    <a:pt x="274" y="335"/>
                    <a:pt x="179" y="311"/>
                  </a:cubicBezTo>
                  <a:cubicBezTo>
                    <a:pt x="178" y="311"/>
                    <a:pt x="176" y="311"/>
                    <a:pt x="175" y="311"/>
                  </a:cubicBezTo>
                  <a:cubicBezTo>
                    <a:pt x="85" y="311"/>
                    <a:pt x="131" y="1063"/>
                    <a:pt x="120" y="1192"/>
                  </a:cubicBezTo>
                  <a:cubicBezTo>
                    <a:pt x="96" y="1300"/>
                    <a:pt x="60" y="1395"/>
                    <a:pt x="1" y="1478"/>
                  </a:cubicBezTo>
                  <a:lnTo>
                    <a:pt x="370" y="1812"/>
                  </a:lnTo>
                  <a:lnTo>
                    <a:pt x="441" y="1419"/>
                  </a:lnTo>
                  <a:cubicBezTo>
                    <a:pt x="584" y="1276"/>
                    <a:pt x="691" y="1097"/>
                    <a:pt x="751" y="907"/>
                  </a:cubicBezTo>
                  <a:cubicBezTo>
                    <a:pt x="798" y="752"/>
                    <a:pt x="1025" y="502"/>
                    <a:pt x="977" y="466"/>
                  </a:cubicBezTo>
                  <a:cubicBezTo>
                    <a:pt x="972" y="461"/>
                    <a:pt x="966" y="459"/>
                    <a:pt x="959" y="459"/>
                  </a:cubicBezTo>
                  <a:cubicBezTo>
                    <a:pt x="895" y="459"/>
                    <a:pt x="751" y="633"/>
                    <a:pt x="751" y="633"/>
                  </a:cubicBezTo>
                  <a:cubicBezTo>
                    <a:pt x="751" y="633"/>
                    <a:pt x="917" y="228"/>
                    <a:pt x="870" y="216"/>
                  </a:cubicBezTo>
                  <a:cubicBezTo>
                    <a:pt x="867" y="214"/>
                    <a:pt x="864" y="214"/>
                    <a:pt x="861" y="214"/>
                  </a:cubicBezTo>
                  <a:cubicBezTo>
                    <a:pt x="816" y="214"/>
                    <a:pt x="691" y="359"/>
                    <a:pt x="691" y="359"/>
                  </a:cubicBezTo>
                  <a:cubicBezTo>
                    <a:pt x="691" y="359"/>
                    <a:pt x="798" y="49"/>
                    <a:pt x="751" y="26"/>
                  </a:cubicBezTo>
                  <a:cubicBezTo>
                    <a:pt x="748" y="24"/>
                    <a:pt x="746" y="24"/>
                    <a:pt x="743" y="24"/>
                  </a:cubicBezTo>
                  <a:cubicBezTo>
                    <a:pt x="690" y="24"/>
                    <a:pt x="572" y="228"/>
                    <a:pt x="572" y="228"/>
                  </a:cubicBezTo>
                  <a:cubicBezTo>
                    <a:pt x="572" y="228"/>
                    <a:pt x="632" y="26"/>
                    <a:pt x="584" y="2"/>
                  </a:cubicBezTo>
                  <a:cubicBezTo>
                    <a:pt x="583" y="1"/>
                    <a:pt x="581" y="0"/>
                    <a:pt x="580"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7"/>
            <p:cNvSpPr/>
            <p:nvPr/>
          </p:nvSpPr>
          <p:spPr>
            <a:xfrm>
              <a:off x="859163" y="3000989"/>
              <a:ext cx="337765" cy="309399"/>
            </a:xfrm>
            <a:custGeom>
              <a:rect b="b" l="l" r="r" t="t"/>
              <a:pathLst>
                <a:path extrusionOk="0" h="4014" w="4382">
                  <a:moveTo>
                    <a:pt x="3810" y="1"/>
                  </a:moveTo>
                  <a:cubicBezTo>
                    <a:pt x="3131" y="1453"/>
                    <a:pt x="3048" y="1632"/>
                    <a:pt x="2774" y="1942"/>
                  </a:cubicBezTo>
                  <a:cubicBezTo>
                    <a:pt x="2572" y="2156"/>
                    <a:pt x="2203" y="2489"/>
                    <a:pt x="1941" y="2751"/>
                  </a:cubicBezTo>
                  <a:cubicBezTo>
                    <a:pt x="1822" y="2870"/>
                    <a:pt x="1679" y="2942"/>
                    <a:pt x="1512" y="2965"/>
                  </a:cubicBezTo>
                  <a:cubicBezTo>
                    <a:pt x="357" y="3156"/>
                    <a:pt x="0" y="3466"/>
                    <a:pt x="0" y="3466"/>
                  </a:cubicBezTo>
                  <a:lnTo>
                    <a:pt x="1679" y="4013"/>
                  </a:lnTo>
                  <a:cubicBezTo>
                    <a:pt x="1679" y="4013"/>
                    <a:pt x="3120" y="2954"/>
                    <a:pt x="3453" y="2489"/>
                  </a:cubicBezTo>
                  <a:cubicBezTo>
                    <a:pt x="3786" y="2025"/>
                    <a:pt x="4382" y="584"/>
                    <a:pt x="4382" y="584"/>
                  </a:cubicBezTo>
                  <a:cubicBezTo>
                    <a:pt x="4346" y="287"/>
                    <a:pt x="4108" y="48"/>
                    <a:pt x="3810"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7"/>
            <p:cNvSpPr/>
            <p:nvPr/>
          </p:nvSpPr>
          <p:spPr>
            <a:xfrm>
              <a:off x="859163" y="3000989"/>
              <a:ext cx="337765" cy="309399"/>
            </a:xfrm>
            <a:custGeom>
              <a:rect b="b" l="l" r="r" t="t"/>
              <a:pathLst>
                <a:path extrusionOk="0" fill="none" h="4014" w="4382">
                  <a:moveTo>
                    <a:pt x="0" y="3466"/>
                  </a:moveTo>
                  <a:cubicBezTo>
                    <a:pt x="0" y="3466"/>
                    <a:pt x="357" y="3156"/>
                    <a:pt x="1512" y="2965"/>
                  </a:cubicBezTo>
                  <a:cubicBezTo>
                    <a:pt x="1679" y="2942"/>
                    <a:pt x="1822" y="2870"/>
                    <a:pt x="1941" y="2751"/>
                  </a:cubicBezTo>
                  <a:cubicBezTo>
                    <a:pt x="2203" y="2489"/>
                    <a:pt x="2572" y="2156"/>
                    <a:pt x="2774" y="1942"/>
                  </a:cubicBezTo>
                  <a:cubicBezTo>
                    <a:pt x="3048" y="1632"/>
                    <a:pt x="3131" y="1453"/>
                    <a:pt x="3810" y="1"/>
                  </a:cubicBezTo>
                  <a:cubicBezTo>
                    <a:pt x="4108" y="48"/>
                    <a:pt x="4346" y="287"/>
                    <a:pt x="4382" y="584"/>
                  </a:cubicBezTo>
                  <a:cubicBezTo>
                    <a:pt x="4382" y="584"/>
                    <a:pt x="3786" y="2025"/>
                    <a:pt x="3453" y="2489"/>
                  </a:cubicBezTo>
                  <a:cubicBezTo>
                    <a:pt x="3120" y="2954"/>
                    <a:pt x="1679" y="4013"/>
                    <a:pt x="1679" y="401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7"/>
            <p:cNvSpPr/>
            <p:nvPr/>
          </p:nvSpPr>
          <p:spPr>
            <a:xfrm>
              <a:off x="849991" y="3111138"/>
              <a:ext cx="82630" cy="85405"/>
            </a:xfrm>
            <a:custGeom>
              <a:rect b="b" l="l" r="r" t="t"/>
              <a:pathLst>
                <a:path extrusionOk="0" h="1108" w="1072">
                  <a:moveTo>
                    <a:pt x="226" y="1"/>
                  </a:moveTo>
                  <a:lnTo>
                    <a:pt x="0" y="905"/>
                  </a:lnTo>
                  <a:lnTo>
                    <a:pt x="988" y="1108"/>
                  </a:lnTo>
                  <a:lnTo>
                    <a:pt x="1072" y="346"/>
                  </a:lnTo>
                  <a:lnTo>
                    <a:pt x="226"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7"/>
            <p:cNvSpPr/>
            <p:nvPr/>
          </p:nvSpPr>
          <p:spPr>
            <a:xfrm>
              <a:off x="762889" y="2988964"/>
              <a:ext cx="168805" cy="174586"/>
            </a:xfrm>
            <a:custGeom>
              <a:rect b="b" l="l" r="r" t="t"/>
              <a:pathLst>
                <a:path extrusionOk="0" h="2265" w="2190">
                  <a:moveTo>
                    <a:pt x="1913" y="1"/>
                  </a:moveTo>
                  <a:cubicBezTo>
                    <a:pt x="1700" y="1"/>
                    <a:pt x="1336" y="196"/>
                    <a:pt x="1071" y="240"/>
                  </a:cubicBezTo>
                  <a:cubicBezTo>
                    <a:pt x="713" y="300"/>
                    <a:pt x="225" y="454"/>
                    <a:pt x="380" y="824"/>
                  </a:cubicBezTo>
                  <a:lnTo>
                    <a:pt x="344" y="919"/>
                  </a:lnTo>
                  <a:cubicBezTo>
                    <a:pt x="344" y="919"/>
                    <a:pt x="1" y="1689"/>
                    <a:pt x="1204" y="2260"/>
                  </a:cubicBezTo>
                  <a:lnTo>
                    <a:pt x="1204" y="2260"/>
                  </a:lnTo>
                  <a:cubicBezTo>
                    <a:pt x="1234" y="2206"/>
                    <a:pt x="1523" y="1686"/>
                    <a:pt x="1523" y="1562"/>
                  </a:cubicBezTo>
                  <a:cubicBezTo>
                    <a:pt x="1523" y="1562"/>
                    <a:pt x="1892" y="1359"/>
                    <a:pt x="1833" y="1062"/>
                  </a:cubicBezTo>
                  <a:cubicBezTo>
                    <a:pt x="1773" y="764"/>
                    <a:pt x="1713" y="574"/>
                    <a:pt x="1713" y="574"/>
                  </a:cubicBezTo>
                  <a:lnTo>
                    <a:pt x="1821" y="395"/>
                  </a:lnTo>
                  <a:cubicBezTo>
                    <a:pt x="1821" y="395"/>
                    <a:pt x="2190" y="324"/>
                    <a:pt x="2071" y="85"/>
                  </a:cubicBezTo>
                  <a:cubicBezTo>
                    <a:pt x="2043" y="24"/>
                    <a:pt x="1987" y="1"/>
                    <a:pt x="1913" y="1"/>
                  </a:cubicBezTo>
                  <a:close/>
                  <a:moveTo>
                    <a:pt x="1204" y="2260"/>
                  </a:moveTo>
                  <a:cubicBezTo>
                    <a:pt x="1202" y="2263"/>
                    <a:pt x="1202" y="2264"/>
                    <a:pt x="1202" y="2264"/>
                  </a:cubicBezTo>
                  <a:lnTo>
                    <a:pt x="1213" y="2264"/>
                  </a:lnTo>
                  <a:cubicBezTo>
                    <a:pt x="1210" y="2263"/>
                    <a:pt x="1207" y="2261"/>
                    <a:pt x="1204" y="226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7"/>
            <p:cNvSpPr/>
            <p:nvPr/>
          </p:nvSpPr>
          <p:spPr>
            <a:xfrm>
              <a:off x="834343" y="3168949"/>
              <a:ext cx="101977" cy="57887"/>
            </a:xfrm>
            <a:custGeom>
              <a:rect b="b" l="l" r="r" t="t"/>
              <a:pathLst>
                <a:path extrusionOk="0" h="751" w="1323">
                  <a:moveTo>
                    <a:pt x="132" y="1"/>
                  </a:moveTo>
                  <a:lnTo>
                    <a:pt x="1" y="477"/>
                  </a:lnTo>
                  <a:lnTo>
                    <a:pt x="1322" y="751"/>
                  </a:lnTo>
                  <a:lnTo>
                    <a:pt x="1322" y="370"/>
                  </a:lnTo>
                  <a:cubicBezTo>
                    <a:pt x="941" y="24"/>
                    <a:pt x="132" y="1"/>
                    <a:pt x="132"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7"/>
            <p:cNvSpPr/>
            <p:nvPr/>
          </p:nvSpPr>
          <p:spPr>
            <a:xfrm>
              <a:off x="840201" y="3019334"/>
              <a:ext cx="136509" cy="138282"/>
            </a:xfrm>
            <a:custGeom>
              <a:rect b="b" l="l" r="r" t="t"/>
              <a:pathLst>
                <a:path extrusionOk="0" h="1794" w="1771">
                  <a:moveTo>
                    <a:pt x="765" y="0"/>
                  </a:moveTo>
                  <a:cubicBezTo>
                    <a:pt x="652" y="0"/>
                    <a:pt x="398" y="8"/>
                    <a:pt x="389" y="72"/>
                  </a:cubicBezTo>
                  <a:cubicBezTo>
                    <a:pt x="377" y="144"/>
                    <a:pt x="651" y="406"/>
                    <a:pt x="651" y="406"/>
                  </a:cubicBezTo>
                  <a:cubicBezTo>
                    <a:pt x="651" y="406"/>
                    <a:pt x="675" y="977"/>
                    <a:pt x="603" y="1013"/>
                  </a:cubicBezTo>
                  <a:cubicBezTo>
                    <a:pt x="587" y="1021"/>
                    <a:pt x="564" y="1024"/>
                    <a:pt x="539" y="1024"/>
                  </a:cubicBezTo>
                  <a:cubicBezTo>
                    <a:pt x="454" y="1024"/>
                    <a:pt x="341" y="989"/>
                    <a:pt x="341" y="989"/>
                  </a:cubicBezTo>
                  <a:cubicBezTo>
                    <a:pt x="341" y="989"/>
                    <a:pt x="260" y="958"/>
                    <a:pt x="179" y="958"/>
                  </a:cubicBezTo>
                  <a:cubicBezTo>
                    <a:pt x="89" y="958"/>
                    <a:pt x="0" y="998"/>
                    <a:pt x="32" y="1168"/>
                  </a:cubicBezTo>
                  <a:cubicBezTo>
                    <a:pt x="73" y="1383"/>
                    <a:pt x="252" y="1500"/>
                    <a:pt x="405" y="1500"/>
                  </a:cubicBezTo>
                  <a:cubicBezTo>
                    <a:pt x="473" y="1500"/>
                    <a:pt x="536" y="1477"/>
                    <a:pt x="580" y="1430"/>
                  </a:cubicBezTo>
                  <a:cubicBezTo>
                    <a:pt x="580" y="1430"/>
                    <a:pt x="825" y="1794"/>
                    <a:pt x="1202" y="1794"/>
                  </a:cubicBezTo>
                  <a:cubicBezTo>
                    <a:pt x="1272" y="1794"/>
                    <a:pt x="1346" y="1781"/>
                    <a:pt x="1425" y="1751"/>
                  </a:cubicBezTo>
                  <a:cubicBezTo>
                    <a:pt x="1770" y="1620"/>
                    <a:pt x="1472" y="1132"/>
                    <a:pt x="1472" y="1132"/>
                  </a:cubicBezTo>
                  <a:cubicBezTo>
                    <a:pt x="1472" y="1132"/>
                    <a:pt x="1639" y="1049"/>
                    <a:pt x="1639" y="953"/>
                  </a:cubicBezTo>
                  <a:cubicBezTo>
                    <a:pt x="1627" y="846"/>
                    <a:pt x="1353" y="644"/>
                    <a:pt x="1353" y="644"/>
                  </a:cubicBezTo>
                  <a:cubicBezTo>
                    <a:pt x="1353" y="644"/>
                    <a:pt x="1294" y="322"/>
                    <a:pt x="1199" y="263"/>
                  </a:cubicBezTo>
                  <a:lnTo>
                    <a:pt x="818" y="1"/>
                  </a:lnTo>
                  <a:cubicBezTo>
                    <a:pt x="818" y="1"/>
                    <a:pt x="797" y="0"/>
                    <a:pt x="76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7"/>
            <p:cNvSpPr/>
            <p:nvPr/>
          </p:nvSpPr>
          <p:spPr>
            <a:xfrm>
              <a:off x="928922" y="3067818"/>
              <a:ext cx="8325" cy="13258"/>
            </a:xfrm>
            <a:custGeom>
              <a:rect b="b" l="l" r="r" t="t"/>
              <a:pathLst>
                <a:path extrusionOk="0" h="172" w="108">
                  <a:moveTo>
                    <a:pt x="30" y="1"/>
                  </a:moveTo>
                  <a:cubicBezTo>
                    <a:pt x="27" y="1"/>
                    <a:pt x="25" y="1"/>
                    <a:pt x="24" y="3"/>
                  </a:cubicBezTo>
                  <a:cubicBezTo>
                    <a:pt x="0" y="3"/>
                    <a:pt x="0" y="51"/>
                    <a:pt x="24" y="98"/>
                  </a:cubicBezTo>
                  <a:cubicBezTo>
                    <a:pt x="34" y="140"/>
                    <a:pt x="62" y="172"/>
                    <a:pt x="78" y="172"/>
                  </a:cubicBezTo>
                  <a:cubicBezTo>
                    <a:pt x="80" y="172"/>
                    <a:pt x="82" y="171"/>
                    <a:pt x="83" y="170"/>
                  </a:cubicBezTo>
                  <a:cubicBezTo>
                    <a:pt x="107" y="170"/>
                    <a:pt x="107" y="122"/>
                    <a:pt x="83" y="74"/>
                  </a:cubicBezTo>
                  <a:cubicBezTo>
                    <a:pt x="73" y="33"/>
                    <a:pt x="45"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7"/>
            <p:cNvSpPr/>
            <p:nvPr/>
          </p:nvSpPr>
          <p:spPr>
            <a:xfrm>
              <a:off x="914199" y="3052402"/>
              <a:ext cx="14722" cy="5627"/>
            </a:xfrm>
            <a:custGeom>
              <a:rect b="b" l="l" r="r" t="t"/>
              <a:pathLst>
                <a:path extrusionOk="0" fill="none" h="73" w="191">
                  <a:moveTo>
                    <a:pt x="1" y="72"/>
                  </a:moveTo>
                  <a:cubicBezTo>
                    <a:pt x="48" y="12"/>
                    <a:pt x="131" y="1"/>
                    <a:pt x="191" y="3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7"/>
            <p:cNvSpPr/>
            <p:nvPr/>
          </p:nvSpPr>
          <p:spPr>
            <a:xfrm>
              <a:off x="938094" y="3118461"/>
              <a:ext cx="14722" cy="4702"/>
            </a:xfrm>
            <a:custGeom>
              <a:rect b="b" l="l" r="r" t="t"/>
              <a:pathLst>
                <a:path extrusionOk="0" fill="none" h="61" w="191">
                  <a:moveTo>
                    <a:pt x="0" y="13"/>
                  </a:moveTo>
                  <a:cubicBezTo>
                    <a:pt x="0" y="13"/>
                    <a:pt x="131" y="60"/>
                    <a:pt x="191"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7"/>
            <p:cNvSpPr/>
            <p:nvPr/>
          </p:nvSpPr>
          <p:spPr>
            <a:xfrm>
              <a:off x="984883" y="4089452"/>
              <a:ext cx="161868" cy="93267"/>
            </a:xfrm>
            <a:custGeom>
              <a:rect b="b" l="l" r="r" t="t"/>
              <a:pathLst>
                <a:path extrusionOk="0" h="1210" w="2100">
                  <a:moveTo>
                    <a:pt x="917" y="1"/>
                  </a:moveTo>
                  <a:lnTo>
                    <a:pt x="227" y="143"/>
                  </a:lnTo>
                  <a:cubicBezTo>
                    <a:pt x="250" y="274"/>
                    <a:pt x="238" y="417"/>
                    <a:pt x="203" y="548"/>
                  </a:cubicBezTo>
                  <a:cubicBezTo>
                    <a:pt x="143" y="763"/>
                    <a:pt x="0" y="1001"/>
                    <a:pt x="48" y="1096"/>
                  </a:cubicBezTo>
                  <a:cubicBezTo>
                    <a:pt x="98" y="1186"/>
                    <a:pt x="244" y="1209"/>
                    <a:pt x="416" y="1209"/>
                  </a:cubicBezTo>
                  <a:cubicBezTo>
                    <a:pt x="609" y="1209"/>
                    <a:pt x="837" y="1179"/>
                    <a:pt x="1000" y="1179"/>
                  </a:cubicBezTo>
                  <a:cubicBezTo>
                    <a:pt x="1072" y="1179"/>
                    <a:pt x="1173" y="1181"/>
                    <a:pt x="1284" y="1181"/>
                  </a:cubicBezTo>
                  <a:cubicBezTo>
                    <a:pt x="1638" y="1181"/>
                    <a:pt x="2099" y="1161"/>
                    <a:pt x="2072" y="989"/>
                  </a:cubicBezTo>
                  <a:cubicBezTo>
                    <a:pt x="2048" y="763"/>
                    <a:pt x="1477" y="941"/>
                    <a:pt x="989" y="429"/>
                  </a:cubicBezTo>
                  <a:lnTo>
                    <a:pt x="917"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7"/>
            <p:cNvSpPr/>
            <p:nvPr/>
          </p:nvSpPr>
          <p:spPr>
            <a:xfrm>
              <a:off x="570032" y="4089452"/>
              <a:ext cx="161174" cy="93267"/>
            </a:xfrm>
            <a:custGeom>
              <a:rect b="b" l="l" r="r" t="t"/>
              <a:pathLst>
                <a:path extrusionOk="0" h="1210" w="2091">
                  <a:moveTo>
                    <a:pt x="1239" y="1"/>
                  </a:moveTo>
                  <a:lnTo>
                    <a:pt x="441" y="143"/>
                  </a:lnTo>
                  <a:cubicBezTo>
                    <a:pt x="441" y="143"/>
                    <a:pt x="1" y="1001"/>
                    <a:pt x="48" y="1096"/>
                  </a:cubicBezTo>
                  <a:cubicBezTo>
                    <a:pt x="99" y="1186"/>
                    <a:pt x="244" y="1209"/>
                    <a:pt x="416" y="1209"/>
                  </a:cubicBezTo>
                  <a:cubicBezTo>
                    <a:pt x="610" y="1209"/>
                    <a:pt x="837" y="1179"/>
                    <a:pt x="1001" y="1179"/>
                  </a:cubicBezTo>
                  <a:cubicBezTo>
                    <a:pt x="1072" y="1179"/>
                    <a:pt x="1172" y="1181"/>
                    <a:pt x="1283" y="1181"/>
                  </a:cubicBezTo>
                  <a:cubicBezTo>
                    <a:pt x="1634" y="1181"/>
                    <a:pt x="2090" y="1161"/>
                    <a:pt x="2072" y="989"/>
                  </a:cubicBezTo>
                  <a:cubicBezTo>
                    <a:pt x="2049" y="763"/>
                    <a:pt x="1477" y="941"/>
                    <a:pt x="977" y="429"/>
                  </a:cubicBezTo>
                  <a:lnTo>
                    <a:pt x="1239"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7"/>
            <p:cNvSpPr/>
            <p:nvPr/>
          </p:nvSpPr>
          <p:spPr>
            <a:xfrm>
              <a:off x="904102" y="3512191"/>
              <a:ext cx="190079" cy="603845"/>
            </a:xfrm>
            <a:custGeom>
              <a:rect b="b" l="l" r="r" t="t"/>
              <a:pathLst>
                <a:path extrusionOk="0" h="7834" w="2466">
                  <a:moveTo>
                    <a:pt x="1370" y="1"/>
                  </a:moveTo>
                  <a:lnTo>
                    <a:pt x="1" y="286"/>
                  </a:lnTo>
                  <a:cubicBezTo>
                    <a:pt x="1" y="286"/>
                    <a:pt x="84" y="1441"/>
                    <a:pt x="298" y="1977"/>
                  </a:cubicBezTo>
                  <a:cubicBezTo>
                    <a:pt x="501" y="2525"/>
                    <a:pt x="1239" y="4299"/>
                    <a:pt x="1239" y="4299"/>
                  </a:cubicBezTo>
                  <a:cubicBezTo>
                    <a:pt x="1096" y="5275"/>
                    <a:pt x="1203" y="7728"/>
                    <a:pt x="1203" y="7728"/>
                  </a:cubicBezTo>
                  <a:cubicBezTo>
                    <a:pt x="1398" y="7807"/>
                    <a:pt x="1560" y="7834"/>
                    <a:pt x="1691" y="7834"/>
                  </a:cubicBezTo>
                  <a:cubicBezTo>
                    <a:pt x="1952" y="7834"/>
                    <a:pt x="2084" y="7728"/>
                    <a:pt x="2084" y="7728"/>
                  </a:cubicBezTo>
                  <a:cubicBezTo>
                    <a:pt x="2084" y="7728"/>
                    <a:pt x="2465" y="4311"/>
                    <a:pt x="2465" y="4120"/>
                  </a:cubicBezTo>
                  <a:cubicBezTo>
                    <a:pt x="2429" y="3096"/>
                    <a:pt x="1382" y="786"/>
                    <a:pt x="1382" y="786"/>
                  </a:cubicBezTo>
                  <a:cubicBezTo>
                    <a:pt x="1453" y="560"/>
                    <a:pt x="1382" y="1"/>
                    <a:pt x="1382" y="1"/>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7"/>
            <p:cNvSpPr/>
            <p:nvPr/>
          </p:nvSpPr>
          <p:spPr>
            <a:xfrm>
              <a:off x="904102" y="3512191"/>
              <a:ext cx="162485" cy="603845"/>
            </a:xfrm>
            <a:custGeom>
              <a:rect b="b" l="l" r="r" t="t"/>
              <a:pathLst>
                <a:path extrusionOk="0" h="7834" w="2108">
                  <a:moveTo>
                    <a:pt x="1370" y="1"/>
                  </a:moveTo>
                  <a:lnTo>
                    <a:pt x="1" y="286"/>
                  </a:lnTo>
                  <a:cubicBezTo>
                    <a:pt x="1" y="286"/>
                    <a:pt x="84" y="1441"/>
                    <a:pt x="298" y="1977"/>
                  </a:cubicBezTo>
                  <a:cubicBezTo>
                    <a:pt x="501" y="2525"/>
                    <a:pt x="1227" y="4299"/>
                    <a:pt x="1227" y="4299"/>
                  </a:cubicBezTo>
                  <a:cubicBezTo>
                    <a:pt x="1084" y="5275"/>
                    <a:pt x="1191" y="7728"/>
                    <a:pt x="1191" y="7728"/>
                  </a:cubicBezTo>
                  <a:cubicBezTo>
                    <a:pt x="1390" y="7807"/>
                    <a:pt x="1555" y="7834"/>
                    <a:pt x="1687" y="7834"/>
                  </a:cubicBezTo>
                  <a:cubicBezTo>
                    <a:pt x="1952" y="7834"/>
                    <a:pt x="2084" y="7728"/>
                    <a:pt x="2084" y="7728"/>
                  </a:cubicBezTo>
                  <a:cubicBezTo>
                    <a:pt x="2084" y="7728"/>
                    <a:pt x="2096" y="7632"/>
                    <a:pt x="2108" y="7490"/>
                  </a:cubicBezTo>
                  <a:lnTo>
                    <a:pt x="2108" y="7490"/>
                  </a:lnTo>
                  <a:cubicBezTo>
                    <a:pt x="2108" y="7490"/>
                    <a:pt x="1891" y="7637"/>
                    <a:pt x="1686" y="7637"/>
                  </a:cubicBezTo>
                  <a:cubicBezTo>
                    <a:pt x="1522" y="7637"/>
                    <a:pt x="1366" y="7543"/>
                    <a:pt x="1334" y="7204"/>
                  </a:cubicBezTo>
                  <a:cubicBezTo>
                    <a:pt x="1263" y="6442"/>
                    <a:pt x="1584" y="4811"/>
                    <a:pt x="1620" y="4334"/>
                  </a:cubicBezTo>
                  <a:cubicBezTo>
                    <a:pt x="1656" y="3858"/>
                    <a:pt x="846" y="2953"/>
                    <a:pt x="1084" y="2298"/>
                  </a:cubicBezTo>
                  <a:cubicBezTo>
                    <a:pt x="1322" y="1632"/>
                    <a:pt x="1370" y="1"/>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7"/>
            <p:cNvSpPr/>
            <p:nvPr/>
          </p:nvSpPr>
          <p:spPr>
            <a:xfrm>
              <a:off x="1044543" y="3832464"/>
              <a:ext cx="28520" cy="26747"/>
            </a:xfrm>
            <a:custGeom>
              <a:rect b="b" l="l" r="r" t="t"/>
              <a:pathLst>
                <a:path extrusionOk="0" fill="none" h="347" w="370">
                  <a:moveTo>
                    <a:pt x="0" y="1"/>
                  </a:moveTo>
                  <a:cubicBezTo>
                    <a:pt x="0" y="1"/>
                    <a:pt x="131" y="334"/>
                    <a:pt x="369" y="34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7"/>
            <p:cNvSpPr/>
            <p:nvPr/>
          </p:nvSpPr>
          <p:spPr>
            <a:xfrm>
              <a:off x="951815" y="3629663"/>
              <a:ext cx="47790" cy="59737"/>
            </a:xfrm>
            <a:custGeom>
              <a:rect b="b" l="l" r="r" t="t"/>
              <a:pathLst>
                <a:path extrusionOk="0" fill="none" h="775" w="620">
                  <a:moveTo>
                    <a:pt x="620" y="1"/>
                  </a:moveTo>
                  <a:cubicBezTo>
                    <a:pt x="465" y="298"/>
                    <a:pt x="251" y="560"/>
                    <a:pt x="1" y="77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7"/>
            <p:cNvSpPr/>
            <p:nvPr/>
          </p:nvSpPr>
          <p:spPr>
            <a:xfrm>
              <a:off x="588378" y="3527839"/>
              <a:ext cx="411222" cy="593593"/>
            </a:xfrm>
            <a:custGeom>
              <a:rect b="b" l="l" r="r" t="t"/>
              <a:pathLst>
                <a:path extrusionOk="0" h="7701" w="5335">
                  <a:moveTo>
                    <a:pt x="5335" y="0"/>
                  </a:moveTo>
                  <a:lnTo>
                    <a:pt x="3299" y="131"/>
                  </a:lnTo>
                  <a:cubicBezTo>
                    <a:pt x="2775" y="1072"/>
                    <a:pt x="2930" y="1786"/>
                    <a:pt x="2930" y="1786"/>
                  </a:cubicBezTo>
                  <a:cubicBezTo>
                    <a:pt x="2692" y="2310"/>
                    <a:pt x="1942" y="4108"/>
                    <a:pt x="1942" y="4108"/>
                  </a:cubicBezTo>
                  <a:cubicBezTo>
                    <a:pt x="1203" y="5036"/>
                    <a:pt x="1" y="7465"/>
                    <a:pt x="1" y="7465"/>
                  </a:cubicBezTo>
                  <a:cubicBezTo>
                    <a:pt x="141" y="7643"/>
                    <a:pt x="309" y="7701"/>
                    <a:pt x="468" y="7701"/>
                  </a:cubicBezTo>
                  <a:cubicBezTo>
                    <a:pt x="756" y="7701"/>
                    <a:pt x="1013" y="7513"/>
                    <a:pt x="1013" y="7513"/>
                  </a:cubicBezTo>
                  <a:cubicBezTo>
                    <a:pt x="1013" y="7513"/>
                    <a:pt x="2453" y="5203"/>
                    <a:pt x="2930" y="4822"/>
                  </a:cubicBezTo>
                  <a:cubicBezTo>
                    <a:pt x="3406" y="4453"/>
                    <a:pt x="3966" y="2857"/>
                    <a:pt x="4585" y="2024"/>
                  </a:cubicBezTo>
                  <a:cubicBezTo>
                    <a:pt x="5192" y="1203"/>
                    <a:pt x="5335" y="0"/>
                    <a:pt x="5335" y="0"/>
                  </a:cubicBezTo>
                  <a:close/>
                </a:path>
              </a:pathLst>
            </a:custGeom>
            <a:solidFill>
              <a:srgbClr val="999999"/>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7"/>
            <p:cNvSpPr/>
            <p:nvPr/>
          </p:nvSpPr>
          <p:spPr>
            <a:xfrm>
              <a:off x="588378" y="3657181"/>
              <a:ext cx="301999" cy="463559"/>
            </a:xfrm>
            <a:custGeom>
              <a:rect b="b" l="l" r="r" t="t"/>
              <a:pathLst>
                <a:path extrusionOk="0" h="6014" w="3918">
                  <a:moveTo>
                    <a:pt x="2918" y="1"/>
                  </a:moveTo>
                  <a:cubicBezTo>
                    <a:pt x="2918" y="36"/>
                    <a:pt x="2918" y="72"/>
                    <a:pt x="2930" y="108"/>
                  </a:cubicBezTo>
                  <a:cubicBezTo>
                    <a:pt x="2692" y="620"/>
                    <a:pt x="1942" y="2430"/>
                    <a:pt x="1942" y="2430"/>
                  </a:cubicBezTo>
                  <a:cubicBezTo>
                    <a:pt x="1203" y="3358"/>
                    <a:pt x="1" y="5787"/>
                    <a:pt x="1" y="5787"/>
                  </a:cubicBezTo>
                  <a:cubicBezTo>
                    <a:pt x="84" y="5906"/>
                    <a:pt x="227" y="5990"/>
                    <a:pt x="370" y="6013"/>
                  </a:cubicBezTo>
                  <a:cubicBezTo>
                    <a:pt x="429" y="5942"/>
                    <a:pt x="453" y="5859"/>
                    <a:pt x="441" y="5763"/>
                  </a:cubicBezTo>
                  <a:cubicBezTo>
                    <a:pt x="406" y="5109"/>
                    <a:pt x="1465" y="3799"/>
                    <a:pt x="2215" y="2275"/>
                  </a:cubicBezTo>
                  <a:cubicBezTo>
                    <a:pt x="2954" y="763"/>
                    <a:pt x="3918" y="525"/>
                    <a:pt x="3406" y="417"/>
                  </a:cubicBezTo>
                  <a:cubicBezTo>
                    <a:pt x="3180" y="358"/>
                    <a:pt x="3001" y="203"/>
                    <a:pt x="291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7"/>
            <p:cNvSpPr/>
            <p:nvPr/>
          </p:nvSpPr>
          <p:spPr>
            <a:xfrm>
              <a:off x="746240" y="3851734"/>
              <a:ext cx="20272" cy="43242"/>
            </a:xfrm>
            <a:custGeom>
              <a:rect b="b" l="l" r="r" t="t"/>
              <a:pathLst>
                <a:path extrusionOk="0" fill="none" h="561" w="263">
                  <a:moveTo>
                    <a:pt x="84" y="1"/>
                  </a:moveTo>
                  <a:cubicBezTo>
                    <a:pt x="84" y="1"/>
                    <a:pt x="1" y="382"/>
                    <a:pt x="263" y="56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7"/>
            <p:cNvSpPr/>
            <p:nvPr/>
          </p:nvSpPr>
          <p:spPr>
            <a:xfrm>
              <a:off x="765510" y="3191534"/>
              <a:ext cx="264384" cy="374146"/>
            </a:xfrm>
            <a:custGeom>
              <a:rect b="b" l="l" r="r" t="t"/>
              <a:pathLst>
                <a:path extrusionOk="0" h="4854" w="3430">
                  <a:moveTo>
                    <a:pt x="1328" y="0"/>
                  </a:moveTo>
                  <a:cubicBezTo>
                    <a:pt x="988" y="0"/>
                    <a:pt x="655" y="127"/>
                    <a:pt x="417" y="446"/>
                  </a:cubicBezTo>
                  <a:cubicBezTo>
                    <a:pt x="1" y="1017"/>
                    <a:pt x="644" y="2970"/>
                    <a:pt x="858" y="4042"/>
                  </a:cubicBezTo>
                  <a:cubicBezTo>
                    <a:pt x="882" y="4173"/>
                    <a:pt x="882" y="4292"/>
                    <a:pt x="858" y="4423"/>
                  </a:cubicBezTo>
                  <a:cubicBezTo>
                    <a:pt x="846" y="4434"/>
                    <a:pt x="846" y="4446"/>
                    <a:pt x="846" y="4458"/>
                  </a:cubicBezTo>
                  <a:cubicBezTo>
                    <a:pt x="834" y="4649"/>
                    <a:pt x="977" y="4815"/>
                    <a:pt x="1168" y="4839"/>
                  </a:cubicBezTo>
                  <a:cubicBezTo>
                    <a:pt x="1302" y="4849"/>
                    <a:pt x="1436" y="4853"/>
                    <a:pt x="1571" y="4853"/>
                  </a:cubicBezTo>
                  <a:cubicBezTo>
                    <a:pt x="2114" y="4853"/>
                    <a:pt x="2655" y="4775"/>
                    <a:pt x="3180" y="4613"/>
                  </a:cubicBezTo>
                  <a:cubicBezTo>
                    <a:pt x="3323" y="4565"/>
                    <a:pt x="3418" y="4423"/>
                    <a:pt x="3418" y="4280"/>
                  </a:cubicBezTo>
                  <a:cubicBezTo>
                    <a:pt x="3430" y="3315"/>
                    <a:pt x="2977" y="1172"/>
                    <a:pt x="2608" y="636"/>
                  </a:cubicBezTo>
                  <a:cubicBezTo>
                    <a:pt x="2365" y="286"/>
                    <a:pt x="1839" y="0"/>
                    <a:pt x="1328"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7"/>
            <p:cNvSpPr/>
            <p:nvPr/>
          </p:nvSpPr>
          <p:spPr>
            <a:xfrm>
              <a:off x="1159240" y="2899010"/>
              <a:ext cx="90029" cy="136046"/>
            </a:xfrm>
            <a:custGeom>
              <a:rect b="b" l="l" r="r" t="t"/>
              <a:pathLst>
                <a:path extrusionOk="0" h="1765" w="1168">
                  <a:moveTo>
                    <a:pt x="782" y="1"/>
                  </a:moveTo>
                  <a:cubicBezTo>
                    <a:pt x="720" y="1"/>
                    <a:pt x="381" y="633"/>
                    <a:pt x="381" y="633"/>
                  </a:cubicBezTo>
                  <a:cubicBezTo>
                    <a:pt x="381" y="633"/>
                    <a:pt x="441" y="288"/>
                    <a:pt x="346" y="264"/>
                  </a:cubicBezTo>
                  <a:cubicBezTo>
                    <a:pt x="344" y="263"/>
                    <a:pt x="342" y="263"/>
                    <a:pt x="340" y="263"/>
                  </a:cubicBezTo>
                  <a:cubicBezTo>
                    <a:pt x="259" y="263"/>
                    <a:pt x="190" y="1005"/>
                    <a:pt x="155" y="1133"/>
                  </a:cubicBezTo>
                  <a:cubicBezTo>
                    <a:pt x="131" y="1229"/>
                    <a:pt x="72" y="1312"/>
                    <a:pt x="0" y="1383"/>
                  </a:cubicBezTo>
                  <a:lnTo>
                    <a:pt x="334" y="1764"/>
                  </a:lnTo>
                  <a:lnTo>
                    <a:pt x="465" y="1395"/>
                  </a:lnTo>
                  <a:cubicBezTo>
                    <a:pt x="620" y="1264"/>
                    <a:pt x="751" y="1110"/>
                    <a:pt x="846" y="931"/>
                  </a:cubicBezTo>
                  <a:cubicBezTo>
                    <a:pt x="905" y="788"/>
                    <a:pt x="1167" y="562"/>
                    <a:pt x="1120" y="514"/>
                  </a:cubicBezTo>
                  <a:cubicBezTo>
                    <a:pt x="1116" y="511"/>
                    <a:pt x="1112" y="509"/>
                    <a:pt x="1106" y="509"/>
                  </a:cubicBezTo>
                  <a:cubicBezTo>
                    <a:pt x="1049" y="509"/>
                    <a:pt x="882" y="657"/>
                    <a:pt x="882" y="657"/>
                  </a:cubicBezTo>
                  <a:cubicBezTo>
                    <a:pt x="882" y="657"/>
                    <a:pt x="1096" y="276"/>
                    <a:pt x="1048" y="252"/>
                  </a:cubicBezTo>
                  <a:cubicBezTo>
                    <a:pt x="1045" y="250"/>
                    <a:pt x="1040" y="250"/>
                    <a:pt x="1035" y="250"/>
                  </a:cubicBezTo>
                  <a:cubicBezTo>
                    <a:pt x="978" y="250"/>
                    <a:pt x="846" y="371"/>
                    <a:pt x="846" y="371"/>
                  </a:cubicBezTo>
                  <a:cubicBezTo>
                    <a:pt x="846" y="371"/>
                    <a:pt x="1001" y="74"/>
                    <a:pt x="953" y="50"/>
                  </a:cubicBezTo>
                  <a:cubicBezTo>
                    <a:pt x="950" y="49"/>
                    <a:pt x="948" y="48"/>
                    <a:pt x="945" y="48"/>
                  </a:cubicBezTo>
                  <a:cubicBezTo>
                    <a:pt x="888" y="48"/>
                    <a:pt x="739" y="240"/>
                    <a:pt x="739" y="240"/>
                  </a:cubicBezTo>
                  <a:cubicBezTo>
                    <a:pt x="739" y="240"/>
                    <a:pt x="834" y="38"/>
                    <a:pt x="786" y="2"/>
                  </a:cubicBezTo>
                  <a:cubicBezTo>
                    <a:pt x="785" y="1"/>
                    <a:pt x="784" y="1"/>
                    <a:pt x="782"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7"/>
            <p:cNvSpPr/>
            <p:nvPr/>
          </p:nvSpPr>
          <p:spPr>
            <a:xfrm>
              <a:off x="829796" y="2989118"/>
              <a:ext cx="364357" cy="283654"/>
            </a:xfrm>
            <a:custGeom>
              <a:rect b="b" l="l" r="r" t="t"/>
              <a:pathLst>
                <a:path extrusionOk="0" h="3680" w="4727">
                  <a:moveTo>
                    <a:pt x="4239" y="0"/>
                  </a:moveTo>
                  <a:cubicBezTo>
                    <a:pt x="3370" y="1345"/>
                    <a:pt x="3262" y="1512"/>
                    <a:pt x="2941" y="1786"/>
                  </a:cubicBezTo>
                  <a:cubicBezTo>
                    <a:pt x="2727" y="1965"/>
                    <a:pt x="2310" y="2250"/>
                    <a:pt x="2012" y="2477"/>
                  </a:cubicBezTo>
                  <a:cubicBezTo>
                    <a:pt x="1881" y="2572"/>
                    <a:pt x="1727" y="2631"/>
                    <a:pt x="1560" y="2631"/>
                  </a:cubicBezTo>
                  <a:cubicBezTo>
                    <a:pt x="381" y="2655"/>
                    <a:pt x="0" y="2917"/>
                    <a:pt x="0" y="2917"/>
                  </a:cubicBezTo>
                  <a:lnTo>
                    <a:pt x="1584" y="3679"/>
                  </a:lnTo>
                  <a:cubicBezTo>
                    <a:pt x="1584" y="3679"/>
                    <a:pt x="3155" y="2822"/>
                    <a:pt x="3548" y="2417"/>
                  </a:cubicBezTo>
                  <a:cubicBezTo>
                    <a:pt x="3941" y="2000"/>
                    <a:pt x="4727" y="655"/>
                    <a:pt x="4727" y="655"/>
                  </a:cubicBezTo>
                  <a:cubicBezTo>
                    <a:pt x="4727" y="357"/>
                    <a:pt x="4536" y="95"/>
                    <a:pt x="4239"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7"/>
            <p:cNvSpPr/>
            <p:nvPr/>
          </p:nvSpPr>
          <p:spPr>
            <a:xfrm>
              <a:off x="829796" y="2989118"/>
              <a:ext cx="364357" cy="283654"/>
            </a:xfrm>
            <a:custGeom>
              <a:rect b="b" l="l" r="r" t="t"/>
              <a:pathLst>
                <a:path extrusionOk="0" fill="none" h="3680" w="4727">
                  <a:moveTo>
                    <a:pt x="0" y="2917"/>
                  </a:moveTo>
                  <a:cubicBezTo>
                    <a:pt x="0" y="2917"/>
                    <a:pt x="381" y="2655"/>
                    <a:pt x="1560" y="2631"/>
                  </a:cubicBezTo>
                  <a:cubicBezTo>
                    <a:pt x="1727" y="2631"/>
                    <a:pt x="1881" y="2572"/>
                    <a:pt x="2012" y="2477"/>
                  </a:cubicBezTo>
                  <a:cubicBezTo>
                    <a:pt x="2310" y="2250"/>
                    <a:pt x="2727" y="1965"/>
                    <a:pt x="2941" y="1786"/>
                  </a:cubicBezTo>
                  <a:cubicBezTo>
                    <a:pt x="3262" y="1512"/>
                    <a:pt x="3370" y="1345"/>
                    <a:pt x="4239" y="0"/>
                  </a:cubicBezTo>
                  <a:cubicBezTo>
                    <a:pt x="4536" y="95"/>
                    <a:pt x="4727" y="357"/>
                    <a:pt x="4727" y="655"/>
                  </a:cubicBezTo>
                  <a:cubicBezTo>
                    <a:pt x="4727" y="655"/>
                    <a:pt x="3941" y="2000"/>
                    <a:pt x="3548" y="2417"/>
                  </a:cubicBezTo>
                  <a:cubicBezTo>
                    <a:pt x="3155" y="2822"/>
                    <a:pt x="1584" y="3679"/>
                    <a:pt x="1584" y="367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7"/>
            <p:cNvSpPr/>
            <p:nvPr/>
          </p:nvSpPr>
          <p:spPr>
            <a:xfrm>
              <a:off x="896779" y="3284570"/>
              <a:ext cx="64285" cy="79007"/>
            </a:xfrm>
            <a:custGeom>
              <a:rect b="b" l="l" r="r" t="t"/>
              <a:pathLst>
                <a:path extrusionOk="0" fill="none" h="1025" w="834">
                  <a:moveTo>
                    <a:pt x="834" y="1"/>
                  </a:moveTo>
                  <a:cubicBezTo>
                    <a:pt x="679" y="418"/>
                    <a:pt x="381" y="775"/>
                    <a:pt x="0" y="102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7"/>
            <p:cNvSpPr/>
            <p:nvPr/>
          </p:nvSpPr>
          <p:spPr>
            <a:xfrm>
              <a:off x="830720" y="3431410"/>
              <a:ext cx="17497" cy="90954"/>
            </a:xfrm>
            <a:custGeom>
              <a:rect b="b" l="l" r="r" t="t"/>
              <a:pathLst>
                <a:path extrusionOk="0" fill="none" h="1180" w="227">
                  <a:moveTo>
                    <a:pt x="226" y="1"/>
                  </a:moveTo>
                  <a:lnTo>
                    <a:pt x="0" y="118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7"/>
            <p:cNvSpPr/>
            <p:nvPr/>
          </p:nvSpPr>
          <p:spPr>
            <a:xfrm>
              <a:off x="1000453" y="3855434"/>
              <a:ext cx="43242" cy="62512"/>
            </a:xfrm>
            <a:custGeom>
              <a:rect b="b" l="l" r="r" t="t"/>
              <a:pathLst>
                <a:path extrusionOk="0" fill="none" h="811" w="561">
                  <a:moveTo>
                    <a:pt x="1" y="1"/>
                  </a:moveTo>
                  <a:cubicBezTo>
                    <a:pt x="60" y="346"/>
                    <a:pt x="275" y="643"/>
                    <a:pt x="560" y="81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7"/>
            <p:cNvSpPr/>
            <p:nvPr/>
          </p:nvSpPr>
          <p:spPr>
            <a:xfrm>
              <a:off x="1524527" y="3299293"/>
              <a:ext cx="8325" cy="53262"/>
            </a:xfrm>
            <a:custGeom>
              <a:rect b="b" l="l" r="r" t="t"/>
              <a:pathLst>
                <a:path extrusionOk="0" fill="none" h="691" w="108">
                  <a:moveTo>
                    <a:pt x="107" y="0"/>
                  </a:moveTo>
                  <a:cubicBezTo>
                    <a:pt x="72" y="227"/>
                    <a:pt x="36" y="465"/>
                    <a:pt x="0" y="69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 name="Shape 1104"/>
        <p:cNvGrpSpPr/>
        <p:nvPr/>
      </p:nvGrpSpPr>
      <p:grpSpPr>
        <a:xfrm>
          <a:off x="0" y="0"/>
          <a:ext cx="0" cy="0"/>
          <a:chOff x="0" y="0"/>
          <a:chExt cx="0" cy="0"/>
        </a:xfrm>
      </p:grpSpPr>
      <p:sp>
        <p:nvSpPr>
          <p:cNvPr id="1105" name="Google Shape;1105;p8"/>
          <p:cNvSpPr/>
          <p:nvPr/>
        </p:nvSpPr>
        <p:spPr>
          <a:xfrm>
            <a:off x="2618563" y="1601713"/>
            <a:ext cx="3699900" cy="592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8"/>
          <p:cNvSpPr/>
          <p:nvPr/>
        </p:nvSpPr>
        <p:spPr>
          <a:xfrm>
            <a:off x="2683929" y="1671205"/>
            <a:ext cx="3569400" cy="4539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8"/>
          <p:cNvSpPr txBox="1"/>
          <p:nvPr>
            <p:ph type="title"/>
          </p:nvPr>
        </p:nvSpPr>
        <p:spPr>
          <a:xfrm>
            <a:off x="2618713" y="1671211"/>
            <a:ext cx="3699900" cy="453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000"/>
              <a:buNone/>
            </a:pPr>
            <a:r>
              <a:rPr lang="de">
                <a:solidFill>
                  <a:schemeClr val="lt1"/>
                </a:solidFill>
              </a:rPr>
              <a:t>—Jemand Berühmt</a:t>
            </a:r>
            <a:endParaRPr>
              <a:solidFill>
                <a:schemeClr val="lt1"/>
              </a:solidFill>
            </a:endParaRPr>
          </a:p>
        </p:txBody>
      </p:sp>
      <p:sp>
        <p:nvSpPr>
          <p:cNvPr id="1108" name="Google Shape;1108;p8"/>
          <p:cNvSpPr txBox="1"/>
          <p:nvPr>
            <p:ph idx="1" type="subTitle"/>
          </p:nvPr>
        </p:nvSpPr>
        <p:spPr>
          <a:xfrm>
            <a:off x="1862700" y="543925"/>
            <a:ext cx="5418600" cy="988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t>„Dies ist ein Zitat, Worte voller Weisheit, die jemand Wichtiges gesagt hat und die den Leser inspirieren können.”</a:t>
            </a:r>
            <a:endParaRPr/>
          </a:p>
        </p:txBody>
      </p:sp>
      <p:sp>
        <p:nvSpPr>
          <p:cNvPr id="1109" name="Google Shape;1109;p8"/>
          <p:cNvSpPr/>
          <p:nvPr/>
        </p:nvSpPr>
        <p:spPr>
          <a:xfrm>
            <a:off x="2349500" y="2338350"/>
            <a:ext cx="4444969" cy="3119338"/>
          </a:xfrm>
          <a:custGeom>
            <a:rect b="b" l="l" r="r" t="t"/>
            <a:pathLst>
              <a:path extrusionOk="0" h="46156" w="65771">
                <a:moveTo>
                  <a:pt x="35377" y="0"/>
                </a:moveTo>
                <a:cubicBezTo>
                  <a:pt x="32299" y="0"/>
                  <a:pt x="29058" y="1198"/>
                  <a:pt x="26480" y="3883"/>
                </a:cubicBezTo>
                <a:cubicBezTo>
                  <a:pt x="21948" y="8584"/>
                  <a:pt x="21855" y="11631"/>
                  <a:pt x="18844" y="11631"/>
                </a:cubicBezTo>
                <a:cubicBezTo>
                  <a:pt x="18446" y="11631"/>
                  <a:pt x="17996" y="11578"/>
                  <a:pt x="17479" y="11468"/>
                </a:cubicBezTo>
                <a:cubicBezTo>
                  <a:pt x="16336" y="11228"/>
                  <a:pt x="14881" y="11059"/>
                  <a:pt x="13340" y="11059"/>
                </a:cubicBezTo>
                <a:cubicBezTo>
                  <a:pt x="8909" y="11059"/>
                  <a:pt x="3776" y="12458"/>
                  <a:pt x="3370" y="17599"/>
                </a:cubicBezTo>
                <a:cubicBezTo>
                  <a:pt x="2810" y="24517"/>
                  <a:pt x="9454" y="23457"/>
                  <a:pt x="7930" y="28506"/>
                </a:cubicBezTo>
                <a:cubicBezTo>
                  <a:pt x="6406" y="33566"/>
                  <a:pt x="1" y="35137"/>
                  <a:pt x="1239" y="40995"/>
                </a:cubicBezTo>
                <a:cubicBezTo>
                  <a:pt x="2241" y="45689"/>
                  <a:pt x="3885" y="46155"/>
                  <a:pt x="4498" y="46155"/>
                </a:cubicBezTo>
                <a:cubicBezTo>
                  <a:pt x="4650" y="46155"/>
                  <a:pt x="4739" y="46127"/>
                  <a:pt x="4739" y="46127"/>
                </a:cubicBezTo>
                <a:lnTo>
                  <a:pt x="61484" y="46127"/>
                </a:lnTo>
                <a:cubicBezTo>
                  <a:pt x="60949" y="43603"/>
                  <a:pt x="60639" y="41043"/>
                  <a:pt x="60556" y="38471"/>
                </a:cubicBezTo>
                <a:cubicBezTo>
                  <a:pt x="60461" y="34447"/>
                  <a:pt x="65771" y="30375"/>
                  <a:pt x="62866" y="21457"/>
                </a:cubicBezTo>
                <a:cubicBezTo>
                  <a:pt x="59960" y="12539"/>
                  <a:pt x="55531" y="11599"/>
                  <a:pt x="50686" y="11599"/>
                </a:cubicBezTo>
                <a:cubicBezTo>
                  <a:pt x="45840" y="11599"/>
                  <a:pt x="47090" y="7336"/>
                  <a:pt x="43208" y="3217"/>
                </a:cubicBezTo>
                <a:cubicBezTo>
                  <a:pt x="41287" y="1165"/>
                  <a:pt x="38412" y="0"/>
                  <a:pt x="35377"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8"/>
          <p:cNvSpPr/>
          <p:nvPr/>
        </p:nvSpPr>
        <p:spPr>
          <a:xfrm>
            <a:off x="2349500" y="2338350"/>
            <a:ext cx="4444969" cy="3119338"/>
          </a:xfrm>
          <a:custGeom>
            <a:rect b="b" l="l" r="r" t="t"/>
            <a:pathLst>
              <a:path extrusionOk="0" h="46156" w="65771">
                <a:moveTo>
                  <a:pt x="35377" y="0"/>
                </a:moveTo>
                <a:cubicBezTo>
                  <a:pt x="32299" y="0"/>
                  <a:pt x="29058" y="1198"/>
                  <a:pt x="26480" y="3883"/>
                </a:cubicBezTo>
                <a:cubicBezTo>
                  <a:pt x="21948" y="8584"/>
                  <a:pt x="21855" y="11631"/>
                  <a:pt x="18844" y="11631"/>
                </a:cubicBezTo>
                <a:cubicBezTo>
                  <a:pt x="18446" y="11631"/>
                  <a:pt x="17996" y="11578"/>
                  <a:pt x="17479" y="11468"/>
                </a:cubicBezTo>
                <a:cubicBezTo>
                  <a:pt x="16336" y="11228"/>
                  <a:pt x="14881" y="11059"/>
                  <a:pt x="13340" y="11059"/>
                </a:cubicBezTo>
                <a:cubicBezTo>
                  <a:pt x="8909" y="11059"/>
                  <a:pt x="3776" y="12458"/>
                  <a:pt x="3370" y="17599"/>
                </a:cubicBezTo>
                <a:cubicBezTo>
                  <a:pt x="2810" y="24517"/>
                  <a:pt x="9454" y="23457"/>
                  <a:pt x="7930" y="28506"/>
                </a:cubicBezTo>
                <a:cubicBezTo>
                  <a:pt x="6406" y="33566"/>
                  <a:pt x="1" y="35137"/>
                  <a:pt x="1239" y="40995"/>
                </a:cubicBezTo>
                <a:cubicBezTo>
                  <a:pt x="2241" y="45689"/>
                  <a:pt x="3885" y="46155"/>
                  <a:pt x="4498" y="46155"/>
                </a:cubicBezTo>
                <a:cubicBezTo>
                  <a:pt x="4650" y="46155"/>
                  <a:pt x="4739" y="46127"/>
                  <a:pt x="4739" y="46127"/>
                </a:cubicBezTo>
                <a:lnTo>
                  <a:pt x="61484" y="46127"/>
                </a:lnTo>
                <a:cubicBezTo>
                  <a:pt x="60949" y="43603"/>
                  <a:pt x="60639" y="41043"/>
                  <a:pt x="60556" y="38471"/>
                </a:cubicBezTo>
                <a:cubicBezTo>
                  <a:pt x="60461" y="34447"/>
                  <a:pt x="65771" y="30375"/>
                  <a:pt x="62866" y="21457"/>
                </a:cubicBezTo>
                <a:cubicBezTo>
                  <a:pt x="59960" y="12539"/>
                  <a:pt x="55531" y="11599"/>
                  <a:pt x="50686" y="11599"/>
                </a:cubicBezTo>
                <a:cubicBezTo>
                  <a:pt x="45840" y="11599"/>
                  <a:pt x="47090" y="7336"/>
                  <a:pt x="43208" y="3217"/>
                </a:cubicBezTo>
                <a:cubicBezTo>
                  <a:pt x="41287" y="1165"/>
                  <a:pt x="38412" y="0"/>
                  <a:pt x="353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8"/>
          <p:cNvSpPr/>
          <p:nvPr/>
        </p:nvSpPr>
        <p:spPr>
          <a:xfrm>
            <a:off x="4108482" y="2544478"/>
            <a:ext cx="722660" cy="1042055"/>
          </a:xfrm>
          <a:custGeom>
            <a:rect b="b" l="l" r="r" t="t"/>
            <a:pathLst>
              <a:path extrusionOk="0" h="15419" w="10693">
                <a:moveTo>
                  <a:pt x="1" y="0"/>
                </a:moveTo>
                <a:lnTo>
                  <a:pt x="1" y="15419"/>
                </a:lnTo>
                <a:lnTo>
                  <a:pt x="10692" y="15419"/>
                </a:lnTo>
                <a:lnTo>
                  <a:pt x="10692"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8"/>
          <p:cNvSpPr/>
          <p:nvPr/>
        </p:nvSpPr>
        <p:spPr>
          <a:xfrm>
            <a:off x="4108482" y="2544478"/>
            <a:ext cx="722660" cy="1042055"/>
          </a:xfrm>
          <a:custGeom>
            <a:rect b="b" l="l" r="r" t="t"/>
            <a:pathLst>
              <a:path extrusionOk="0" h="15419" w="10693">
                <a:moveTo>
                  <a:pt x="1" y="0"/>
                </a:moveTo>
                <a:lnTo>
                  <a:pt x="1" y="15419"/>
                </a:lnTo>
                <a:lnTo>
                  <a:pt x="10692" y="15419"/>
                </a:lnTo>
                <a:lnTo>
                  <a:pt x="10692"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8"/>
          <p:cNvSpPr/>
          <p:nvPr/>
        </p:nvSpPr>
        <p:spPr>
          <a:xfrm>
            <a:off x="4211479" y="2693295"/>
            <a:ext cx="516668" cy="744354"/>
          </a:xfrm>
          <a:custGeom>
            <a:rect b="b" l="l" r="r" t="t"/>
            <a:pathLst>
              <a:path extrusionOk="0" h="11014" w="7645">
                <a:moveTo>
                  <a:pt x="1" y="1"/>
                </a:moveTo>
                <a:lnTo>
                  <a:pt x="1" y="11014"/>
                </a:lnTo>
                <a:lnTo>
                  <a:pt x="7644" y="11014"/>
                </a:lnTo>
                <a:lnTo>
                  <a:pt x="764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8"/>
          <p:cNvSpPr/>
          <p:nvPr/>
        </p:nvSpPr>
        <p:spPr>
          <a:xfrm>
            <a:off x="3031074" y="3168064"/>
            <a:ext cx="501327" cy="723471"/>
          </a:xfrm>
          <a:custGeom>
            <a:rect b="b" l="l" r="r" t="t"/>
            <a:pathLst>
              <a:path extrusionOk="0" h="10705" w="7418">
                <a:moveTo>
                  <a:pt x="0" y="0"/>
                </a:moveTo>
                <a:lnTo>
                  <a:pt x="0" y="10704"/>
                </a:lnTo>
                <a:lnTo>
                  <a:pt x="7418" y="10704"/>
                </a:lnTo>
                <a:lnTo>
                  <a:pt x="7418"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8"/>
          <p:cNvSpPr/>
          <p:nvPr/>
        </p:nvSpPr>
        <p:spPr>
          <a:xfrm>
            <a:off x="3031074" y="3168064"/>
            <a:ext cx="501327" cy="723471"/>
          </a:xfrm>
          <a:custGeom>
            <a:rect b="b" l="l" r="r" t="t"/>
            <a:pathLst>
              <a:path extrusionOk="0" h="10705" w="7418">
                <a:moveTo>
                  <a:pt x="0" y="0"/>
                </a:moveTo>
                <a:lnTo>
                  <a:pt x="0" y="10704"/>
                </a:lnTo>
                <a:lnTo>
                  <a:pt x="7418" y="10704"/>
                </a:lnTo>
                <a:lnTo>
                  <a:pt x="7418"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8"/>
          <p:cNvSpPr/>
          <p:nvPr/>
        </p:nvSpPr>
        <p:spPr>
          <a:xfrm>
            <a:off x="3102645" y="3271060"/>
            <a:ext cx="358187" cy="516668"/>
          </a:xfrm>
          <a:custGeom>
            <a:rect b="b" l="l" r="r" t="t"/>
            <a:pathLst>
              <a:path extrusionOk="0" h="7645" w="5300">
                <a:moveTo>
                  <a:pt x="1" y="0"/>
                </a:moveTo>
                <a:lnTo>
                  <a:pt x="1" y="7644"/>
                </a:lnTo>
                <a:lnTo>
                  <a:pt x="5299" y="7644"/>
                </a:lnTo>
                <a:lnTo>
                  <a:pt x="529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8"/>
          <p:cNvSpPr/>
          <p:nvPr/>
        </p:nvSpPr>
        <p:spPr>
          <a:xfrm>
            <a:off x="5465143" y="3168064"/>
            <a:ext cx="502206" cy="723471"/>
          </a:xfrm>
          <a:custGeom>
            <a:rect b="b" l="l" r="r" t="t"/>
            <a:pathLst>
              <a:path extrusionOk="0" h="10705" w="7431">
                <a:moveTo>
                  <a:pt x="1" y="0"/>
                </a:moveTo>
                <a:lnTo>
                  <a:pt x="1" y="10704"/>
                </a:lnTo>
                <a:lnTo>
                  <a:pt x="7430" y="10704"/>
                </a:lnTo>
                <a:lnTo>
                  <a:pt x="7430"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8"/>
          <p:cNvSpPr/>
          <p:nvPr/>
        </p:nvSpPr>
        <p:spPr>
          <a:xfrm>
            <a:off x="5465143" y="3168064"/>
            <a:ext cx="502206" cy="723471"/>
          </a:xfrm>
          <a:custGeom>
            <a:rect b="b" l="l" r="r" t="t"/>
            <a:pathLst>
              <a:path extrusionOk="0" h="10705" w="7431">
                <a:moveTo>
                  <a:pt x="1" y="0"/>
                </a:moveTo>
                <a:lnTo>
                  <a:pt x="1" y="10704"/>
                </a:lnTo>
                <a:lnTo>
                  <a:pt x="7430" y="10704"/>
                </a:lnTo>
                <a:lnTo>
                  <a:pt x="7430"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8"/>
          <p:cNvSpPr/>
          <p:nvPr/>
        </p:nvSpPr>
        <p:spPr>
          <a:xfrm>
            <a:off x="5537592" y="3271060"/>
            <a:ext cx="358120" cy="516668"/>
          </a:xfrm>
          <a:custGeom>
            <a:rect b="b" l="l" r="r" t="t"/>
            <a:pathLst>
              <a:path extrusionOk="0" h="7645" w="5299">
                <a:moveTo>
                  <a:pt x="0" y="0"/>
                </a:moveTo>
                <a:lnTo>
                  <a:pt x="0" y="7644"/>
                </a:lnTo>
                <a:lnTo>
                  <a:pt x="5298" y="7644"/>
                </a:lnTo>
                <a:lnTo>
                  <a:pt x="529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8"/>
          <p:cNvSpPr/>
          <p:nvPr/>
        </p:nvSpPr>
        <p:spPr>
          <a:xfrm>
            <a:off x="4853584" y="4035760"/>
            <a:ext cx="1046110" cy="1223243"/>
          </a:xfrm>
          <a:custGeom>
            <a:rect b="b" l="l" r="r" t="t"/>
            <a:pathLst>
              <a:path extrusionOk="0" h="18100" w="15479">
                <a:moveTo>
                  <a:pt x="2724" y="1"/>
                </a:moveTo>
                <a:cubicBezTo>
                  <a:pt x="2553" y="1"/>
                  <a:pt x="2379" y="40"/>
                  <a:pt x="2204" y="127"/>
                </a:cubicBezTo>
                <a:cubicBezTo>
                  <a:pt x="1" y="1234"/>
                  <a:pt x="2549" y="3842"/>
                  <a:pt x="3823" y="5104"/>
                </a:cubicBezTo>
                <a:cubicBezTo>
                  <a:pt x="5613" y="6855"/>
                  <a:pt x="6587" y="7539"/>
                  <a:pt x="6944" y="7539"/>
                </a:cubicBezTo>
                <a:cubicBezTo>
                  <a:pt x="7130" y="7539"/>
                  <a:pt x="7148" y="7352"/>
                  <a:pt x="7026" y="7033"/>
                </a:cubicBezTo>
                <a:lnTo>
                  <a:pt x="6192" y="4878"/>
                </a:lnTo>
                <a:cubicBezTo>
                  <a:pt x="6192" y="4878"/>
                  <a:pt x="4620" y="1"/>
                  <a:pt x="2724" y="1"/>
                </a:cubicBezTo>
                <a:close/>
                <a:moveTo>
                  <a:pt x="9009" y="1289"/>
                </a:moveTo>
                <a:cubicBezTo>
                  <a:pt x="7732" y="1289"/>
                  <a:pt x="7641" y="4006"/>
                  <a:pt x="7609" y="5414"/>
                </a:cubicBezTo>
                <a:cubicBezTo>
                  <a:pt x="7573" y="7897"/>
                  <a:pt x="7752" y="8873"/>
                  <a:pt x="7979" y="8873"/>
                </a:cubicBezTo>
                <a:cubicBezTo>
                  <a:pt x="8055" y="8873"/>
                  <a:pt x="8136" y="8765"/>
                  <a:pt x="8216" y="8569"/>
                </a:cubicBezTo>
                <a:lnTo>
                  <a:pt x="8942" y="6747"/>
                </a:lnTo>
                <a:cubicBezTo>
                  <a:pt x="8942" y="6747"/>
                  <a:pt x="11109" y="2056"/>
                  <a:pt x="9466" y="1389"/>
                </a:cubicBezTo>
                <a:cubicBezTo>
                  <a:pt x="9299" y="1321"/>
                  <a:pt x="9147" y="1289"/>
                  <a:pt x="9009" y="1289"/>
                </a:cubicBezTo>
                <a:close/>
                <a:moveTo>
                  <a:pt x="2335" y="7683"/>
                </a:moveTo>
                <a:cubicBezTo>
                  <a:pt x="1790" y="7683"/>
                  <a:pt x="1355" y="7836"/>
                  <a:pt x="1168" y="8247"/>
                </a:cubicBezTo>
                <a:cubicBezTo>
                  <a:pt x="394" y="9926"/>
                  <a:pt x="3549" y="10176"/>
                  <a:pt x="5097" y="10271"/>
                </a:cubicBezTo>
                <a:cubicBezTo>
                  <a:pt x="5840" y="10317"/>
                  <a:pt x="6449" y="10337"/>
                  <a:pt x="6938" y="10337"/>
                </a:cubicBezTo>
                <a:cubicBezTo>
                  <a:pt x="8624" y="10337"/>
                  <a:pt x="8876" y="10096"/>
                  <a:pt x="8276" y="9819"/>
                </a:cubicBezTo>
                <a:lnTo>
                  <a:pt x="6490" y="9009"/>
                </a:lnTo>
                <a:cubicBezTo>
                  <a:pt x="6490" y="9009"/>
                  <a:pt x="3937" y="7683"/>
                  <a:pt x="2335" y="7683"/>
                </a:cubicBezTo>
                <a:close/>
                <a:moveTo>
                  <a:pt x="12139" y="3854"/>
                </a:moveTo>
                <a:cubicBezTo>
                  <a:pt x="11053" y="3854"/>
                  <a:pt x="10190" y="6127"/>
                  <a:pt x="9752" y="7342"/>
                </a:cubicBezTo>
                <a:cubicBezTo>
                  <a:pt x="8869" y="9776"/>
                  <a:pt x="8741" y="10739"/>
                  <a:pt x="8993" y="10739"/>
                </a:cubicBezTo>
                <a:cubicBezTo>
                  <a:pt x="9064" y="10739"/>
                  <a:pt x="9165" y="10663"/>
                  <a:pt x="9288" y="10521"/>
                </a:cubicBezTo>
                <a:lnTo>
                  <a:pt x="10574" y="9033"/>
                </a:lnTo>
                <a:cubicBezTo>
                  <a:pt x="10574" y="9033"/>
                  <a:pt x="14145" y="5306"/>
                  <a:pt x="12800" y="4140"/>
                </a:cubicBezTo>
                <a:cubicBezTo>
                  <a:pt x="12572" y="3941"/>
                  <a:pt x="12352" y="3854"/>
                  <a:pt x="12139" y="3854"/>
                </a:cubicBezTo>
                <a:close/>
                <a:moveTo>
                  <a:pt x="3652" y="11085"/>
                </a:moveTo>
                <a:cubicBezTo>
                  <a:pt x="2715" y="11085"/>
                  <a:pt x="1915" y="11288"/>
                  <a:pt x="1763" y="11938"/>
                </a:cubicBezTo>
                <a:cubicBezTo>
                  <a:pt x="1498" y="13058"/>
                  <a:pt x="2605" y="13335"/>
                  <a:pt x="3852" y="13335"/>
                </a:cubicBezTo>
                <a:cubicBezTo>
                  <a:pt x="4619" y="13335"/>
                  <a:pt x="5440" y="13230"/>
                  <a:pt x="6025" y="13153"/>
                </a:cubicBezTo>
                <a:cubicBezTo>
                  <a:pt x="9300" y="12688"/>
                  <a:pt x="9871" y="12272"/>
                  <a:pt x="9050" y="12081"/>
                </a:cubicBezTo>
                <a:lnTo>
                  <a:pt x="7133" y="11641"/>
                </a:lnTo>
                <a:cubicBezTo>
                  <a:pt x="7133" y="11641"/>
                  <a:pt x="5203" y="11085"/>
                  <a:pt x="3652" y="11085"/>
                </a:cubicBezTo>
                <a:close/>
                <a:moveTo>
                  <a:pt x="13159" y="8636"/>
                </a:moveTo>
                <a:cubicBezTo>
                  <a:pt x="12354" y="8636"/>
                  <a:pt x="11437" y="10138"/>
                  <a:pt x="10943" y="10974"/>
                </a:cubicBezTo>
                <a:cubicBezTo>
                  <a:pt x="9892" y="12750"/>
                  <a:pt x="9669" y="13454"/>
                  <a:pt x="9892" y="13454"/>
                </a:cubicBezTo>
                <a:cubicBezTo>
                  <a:pt x="9947" y="13454"/>
                  <a:pt x="10029" y="13411"/>
                  <a:pt x="10133" y="13331"/>
                </a:cubicBezTo>
                <a:lnTo>
                  <a:pt x="11324" y="12379"/>
                </a:lnTo>
                <a:cubicBezTo>
                  <a:pt x="11324" y="12379"/>
                  <a:pt x="14598" y="10045"/>
                  <a:pt x="13741" y="8962"/>
                </a:cubicBezTo>
                <a:cubicBezTo>
                  <a:pt x="13560" y="8733"/>
                  <a:pt x="13363" y="8636"/>
                  <a:pt x="13159" y="8636"/>
                </a:cubicBezTo>
                <a:close/>
                <a:moveTo>
                  <a:pt x="5481" y="14107"/>
                </a:moveTo>
                <a:cubicBezTo>
                  <a:pt x="4618" y="14107"/>
                  <a:pt x="3859" y="14285"/>
                  <a:pt x="3739" y="14879"/>
                </a:cubicBezTo>
                <a:cubicBezTo>
                  <a:pt x="3551" y="15778"/>
                  <a:pt x="4383" y="16016"/>
                  <a:pt x="5365" y="16016"/>
                </a:cubicBezTo>
                <a:cubicBezTo>
                  <a:pt x="6061" y="16016"/>
                  <a:pt x="6833" y="15897"/>
                  <a:pt x="7371" y="15808"/>
                </a:cubicBezTo>
                <a:cubicBezTo>
                  <a:pt x="10133" y="15343"/>
                  <a:pt x="10609" y="14974"/>
                  <a:pt x="9907" y="14831"/>
                </a:cubicBezTo>
                <a:lnTo>
                  <a:pt x="8276" y="14498"/>
                </a:lnTo>
                <a:cubicBezTo>
                  <a:pt x="8276" y="14498"/>
                  <a:pt x="6763" y="14107"/>
                  <a:pt x="5481" y="14107"/>
                </a:cubicBezTo>
                <a:close/>
                <a:moveTo>
                  <a:pt x="14051" y="11970"/>
                </a:moveTo>
                <a:cubicBezTo>
                  <a:pt x="13243" y="11970"/>
                  <a:pt x="12318" y="13472"/>
                  <a:pt x="11824" y="14308"/>
                </a:cubicBezTo>
                <a:cubicBezTo>
                  <a:pt x="10775" y="16080"/>
                  <a:pt x="10551" y="16792"/>
                  <a:pt x="10772" y="16792"/>
                </a:cubicBezTo>
                <a:cubicBezTo>
                  <a:pt x="10827" y="16792"/>
                  <a:pt x="10910" y="16748"/>
                  <a:pt x="11014" y="16665"/>
                </a:cubicBezTo>
                <a:lnTo>
                  <a:pt x="12205" y="15712"/>
                </a:lnTo>
                <a:cubicBezTo>
                  <a:pt x="12205" y="15712"/>
                  <a:pt x="15479" y="13391"/>
                  <a:pt x="14634" y="12295"/>
                </a:cubicBezTo>
                <a:cubicBezTo>
                  <a:pt x="14453" y="12066"/>
                  <a:pt x="14256" y="11970"/>
                  <a:pt x="14051" y="11970"/>
                </a:cubicBezTo>
                <a:close/>
                <a:moveTo>
                  <a:pt x="5683" y="16144"/>
                </a:moveTo>
                <a:cubicBezTo>
                  <a:pt x="5048" y="16144"/>
                  <a:pt x="4531" y="16300"/>
                  <a:pt x="4382" y="16760"/>
                </a:cubicBezTo>
                <a:cubicBezTo>
                  <a:pt x="4021" y="17888"/>
                  <a:pt x="5473" y="18100"/>
                  <a:pt x="6767" y="18100"/>
                </a:cubicBezTo>
                <a:cubicBezTo>
                  <a:pt x="7180" y="18100"/>
                  <a:pt x="7578" y="18078"/>
                  <a:pt x="7895" y="18058"/>
                </a:cubicBezTo>
                <a:cubicBezTo>
                  <a:pt x="10693" y="17891"/>
                  <a:pt x="11193" y="17582"/>
                  <a:pt x="10514" y="17356"/>
                </a:cubicBezTo>
                <a:lnTo>
                  <a:pt x="8931" y="16855"/>
                </a:lnTo>
                <a:cubicBezTo>
                  <a:pt x="8931" y="16855"/>
                  <a:pt x="7038" y="16144"/>
                  <a:pt x="5683" y="16144"/>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8"/>
          <p:cNvSpPr/>
          <p:nvPr/>
        </p:nvSpPr>
        <p:spPr>
          <a:xfrm>
            <a:off x="5062821" y="4185118"/>
            <a:ext cx="551270" cy="1260954"/>
          </a:xfrm>
          <a:custGeom>
            <a:rect b="b" l="l" r="r" t="t"/>
            <a:pathLst>
              <a:path extrusionOk="0" fill="none" h="18658" w="8157">
                <a:moveTo>
                  <a:pt x="0" y="1"/>
                </a:moveTo>
                <a:cubicBezTo>
                  <a:pt x="0" y="1"/>
                  <a:pt x="4692" y="5716"/>
                  <a:pt x="5811" y="8585"/>
                </a:cubicBezTo>
                <a:cubicBezTo>
                  <a:pt x="7097" y="11883"/>
                  <a:pt x="7978" y="15586"/>
                  <a:pt x="8156" y="18658"/>
                </a:cubicBez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8"/>
          <p:cNvSpPr/>
          <p:nvPr/>
        </p:nvSpPr>
        <p:spPr>
          <a:xfrm>
            <a:off x="5391950" y="4269596"/>
            <a:ext cx="44267" cy="369406"/>
          </a:xfrm>
          <a:custGeom>
            <a:rect b="b" l="l" r="r" t="t"/>
            <a:pathLst>
              <a:path extrusionOk="0" fill="none" h="5466" w="655">
                <a:moveTo>
                  <a:pt x="0" y="5466"/>
                </a:moveTo>
                <a:lnTo>
                  <a:pt x="655"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8"/>
          <p:cNvSpPr/>
          <p:nvPr/>
        </p:nvSpPr>
        <p:spPr>
          <a:xfrm>
            <a:off x="5455478" y="4455517"/>
            <a:ext cx="159427" cy="309866"/>
          </a:xfrm>
          <a:custGeom>
            <a:rect b="b" l="l" r="r" t="t"/>
            <a:pathLst>
              <a:path extrusionOk="0" fill="none" h="4585" w="2359">
                <a:moveTo>
                  <a:pt x="1" y="4584"/>
                </a:moveTo>
                <a:lnTo>
                  <a:pt x="2358"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8"/>
          <p:cNvSpPr/>
          <p:nvPr/>
        </p:nvSpPr>
        <p:spPr>
          <a:xfrm>
            <a:off x="5098235" y="4651034"/>
            <a:ext cx="333993" cy="68461"/>
          </a:xfrm>
          <a:custGeom>
            <a:rect b="b" l="l" r="r" t="t"/>
            <a:pathLst>
              <a:path extrusionOk="0" fill="none" h="1013" w="4942">
                <a:moveTo>
                  <a:pt x="4941" y="1013"/>
                </a:moveTo>
                <a:lnTo>
                  <a:pt x="0"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8"/>
          <p:cNvSpPr/>
          <p:nvPr/>
        </p:nvSpPr>
        <p:spPr>
          <a:xfrm>
            <a:off x="5518263" y="4716994"/>
            <a:ext cx="196395" cy="224577"/>
          </a:xfrm>
          <a:custGeom>
            <a:rect b="b" l="l" r="r" t="t"/>
            <a:pathLst>
              <a:path extrusionOk="0" fill="none" h="3323" w="2906">
                <a:moveTo>
                  <a:pt x="0" y="3323"/>
                </a:moveTo>
                <a:lnTo>
                  <a:pt x="2906"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8"/>
          <p:cNvSpPr/>
          <p:nvPr/>
        </p:nvSpPr>
        <p:spPr>
          <a:xfrm>
            <a:off x="5239010" y="4865068"/>
            <a:ext cx="251948" cy="2501"/>
          </a:xfrm>
          <a:custGeom>
            <a:rect b="b" l="l" r="r" t="t"/>
            <a:pathLst>
              <a:path extrusionOk="0" fill="none" h="37" w="3728">
                <a:moveTo>
                  <a:pt x="3728" y="36"/>
                </a:moveTo>
                <a:lnTo>
                  <a:pt x="1"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8"/>
          <p:cNvSpPr/>
          <p:nvPr/>
        </p:nvSpPr>
        <p:spPr>
          <a:xfrm>
            <a:off x="5346062" y="5050921"/>
            <a:ext cx="193151" cy="7366"/>
          </a:xfrm>
          <a:custGeom>
            <a:rect b="b" l="l" r="r" t="t"/>
            <a:pathLst>
              <a:path extrusionOk="0" fill="none" h="109" w="2858">
                <a:moveTo>
                  <a:pt x="2858" y="1"/>
                </a:moveTo>
                <a:lnTo>
                  <a:pt x="0" y="108"/>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8"/>
          <p:cNvSpPr/>
          <p:nvPr/>
        </p:nvSpPr>
        <p:spPr>
          <a:xfrm>
            <a:off x="5578615" y="5029227"/>
            <a:ext cx="103874" cy="137666"/>
          </a:xfrm>
          <a:custGeom>
            <a:rect b="b" l="l" r="r" t="t"/>
            <a:pathLst>
              <a:path extrusionOk="0" fill="none" h="2037" w="1537">
                <a:moveTo>
                  <a:pt x="0" y="2036"/>
                </a:moveTo>
                <a:lnTo>
                  <a:pt x="1536"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8"/>
          <p:cNvSpPr/>
          <p:nvPr/>
        </p:nvSpPr>
        <p:spPr>
          <a:xfrm>
            <a:off x="5360524" y="5207037"/>
            <a:ext cx="226199" cy="11354"/>
          </a:xfrm>
          <a:custGeom>
            <a:rect b="b" l="l" r="r" t="t"/>
            <a:pathLst>
              <a:path extrusionOk="0" fill="none" h="168" w="3347">
                <a:moveTo>
                  <a:pt x="3346" y="167"/>
                </a:moveTo>
                <a:lnTo>
                  <a:pt x="1"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8"/>
          <p:cNvSpPr/>
          <p:nvPr/>
        </p:nvSpPr>
        <p:spPr>
          <a:xfrm>
            <a:off x="5725878" y="4417873"/>
            <a:ext cx="820789" cy="895401"/>
          </a:xfrm>
          <a:custGeom>
            <a:rect b="b" l="l" r="r" t="t"/>
            <a:pathLst>
              <a:path extrusionOk="0" h="13249" w="12145">
                <a:moveTo>
                  <a:pt x="8332" y="0"/>
                </a:moveTo>
                <a:cubicBezTo>
                  <a:pt x="7104" y="0"/>
                  <a:pt x="6986" y="2238"/>
                  <a:pt x="6953" y="3403"/>
                </a:cubicBezTo>
                <a:cubicBezTo>
                  <a:pt x="6891" y="5486"/>
                  <a:pt x="7051" y="6303"/>
                  <a:pt x="7272" y="6303"/>
                </a:cubicBezTo>
                <a:cubicBezTo>
                  <a:pt x="7344" y="6303"/>
                  <a:pt x="7422" y="6216"/>
                  <a:pt x="7501" y="6058"/>
                </a:cubicBezTo>
                <a:lnTo>
                  <a:pt x="8227" y="4558"/>
                </a:lnTo>
                <a:cubicBezTo>
                  <a:pt x="8227" y="4558"/>
                  <a:pt x="10406" y="712"/>
                  <a:pt x="8799" y="93"/>
                </a:cubicBezTo>
                <a:cubicBezTo>
                  <a:pt x="8628" y="29"/>
                  <a:pt x="8473" y="0"/>
                  <a:pt x="8332" y="0"/>
                </a:cubicBezTo>
                <a:close/>
                <a:moveTo>
                  <a:pt x="11052" y="4087"/>
                </a:moveTo>
                <a:cubicBezTo>
                  <a:pt x="10322" y="4087"/>
                  <a:pt x="9247" y="5016"/>
                  <a:pt x="8644" y="5558"/>
                </a:cubicBezTo>
                <a:cubicBezTo>
                  <a:pt x="7129" y="6921"/>
                  <a:pt x="6771" y="7479"/>
                  <a:pt x="7053" y="7479"/>
                </a:cubicBezTo>
                <a:cubicBezTo>
                  <a:pt x="7103" y="7479"/>
                  <a:pt x="7174" y="7462"/>
                  <a:pt x="7263" y="7427"/>
                </a:cubicBezTo>
                <a:lnTo>
                  <a:pt x="8585" y="6927"/>
                </a:lnTo>
                <a:cubicBezTo>
                  <a:pt x="8585" y="6927"/>
                  <a:pt x="12145" y="5772"/>
                  <a:pt x="11692" y="4570"/>
                </a:cubicBezTo>
                <a:cubicBezTo>
                  <a:pt x="11560" y="4223"/>
                  <a:pt x="11332" y="4087"/>
                  <a:pt x="11052" y="4087"/>
                </a:cubicBezTo>
                <a:close/>
                <a:moveTo>
                  <a:pt x="4175" y="3492"/>
                </a:moveTo>
                <a:cubicBezTo>
                  <a:pt x="4114" y="3492"/>
                  <a:pt x="4052" y="3502"/>
                  <a:pt x="3989" y="3522"/>
                </a:cubicBezTo>
                <a:cubicBezTo>
                  <a:pt x="2703" y="3939"/>
                  <a:pt x="4132" y="5748"/>
                  <a:pt x="4834" y="6618"/>
                </a:cubicBezTo>
                <a:cubicBezTo>
                  <a:pt x="5873" y="7883"/>
                  <a:pt x="6425" y="8375"/>
                  <a:pt x="6611" y="8375"/>
                </a:cubicBezTo>
                <a:cubicBezTo>
                  <a:pt x="6698" y="8375"/>
                  <a:pt x="6705" y="8268"/>
                  <a:pt x="6644" y="8082"/>
                </a:cubicBezTo>
                <a:lnTo>
                  <a:pt x="6191" y="6737"/>
                </a:lnTo>
                <a:cubicBezTo>
                  <a:pt x="6191" y="6737"/>
                  <a:pt x="5303" y="3492"/>
                  <a:pt x="4175" y="3492"/>
                </a:cubicBezTo>
                <a:close/>
                <a:moveTo>
                  <a:pt x="11020" y="6975"/>
                </a:moveTo>
                <a:cubicBezTo>
                  <a:pt x="10299" y="6975"/>
                  <a:pt x="9288" y="7385"/>
                  <a:pt x="8668" y="7641"/>
                </a:cubicBezTo>
                <a:cubicBezTo>
                  <a:pt x="6526" y="8556"/>
                  <a:pt x="6152" y="8964"/>
                  <a:pt x="6702" y="8964"/>
                </a:cubicBezTo>
                <a:cubicBezTo>
                  <a:pt x="6718" y="8964"/>
                  <a:pt x="6734" y="8964"/>
                  <a:pt x="6751" y="8963"/>
                </a:cubicBezTo>
                <a:lnTo>
                  <a:pt x="8168" y="8915"/>
                </a:lnTo>
                <a:cubicBezTo>
                  <a:pt x="8168" y="8915"/>
                  <a:pt x="8205" y="8916"/>
                  <a:pt x="8273" y="8916"/>
                </a:cubicBezTo>
                <a:cubicBezTo>
                  <a:pt x="8878" y="8916"/>
                  <a:pt x="11903" y="8858"/>
                  <a:pt x="11871" y="7701"/>
                </a:cubicBezTo>
                <a:cubicBezTo>
                  <a:pt x="11856" y="7160"/>
                  <a:pt x="11504" y="6975"/>
                  <a:pt x="11020" y="6975"/>
                </a:cubicBezTo>
                <a:close/>
                <a:moveTo>
                  <a:pt x="2607" y="5583"/>
                </a:moveTo>
                <a:cubicBezTo>
                  <a:pt x="2501" y="5583"/>
                  <a:pt x="2397" y="5609"/>
                  <a:pt x="2298" y="5665"/>
                </a:cubicBezTo>
                <a:cubicBezTo>
                  <a:pt x="1131" y="6320"/>
                  <a:pt x="2882" y="7808"/>
                  <a:pt x="3751" y="8523"/>
                </a:cubicBezTo>
                <a:cubicBezTo>
                  <a:pt x="4966" y="9512"/>
                  <a:pt x="5600" y="9900"/>
                  <a:pt x="5810" y="9900"/>
                </a:cubicBezTo>
                <a:cubicBezTo>
                  <a:pt x="5921" y="9900"/>
                  <a:pt x="5913" y="9791"/>
                  <a:pt x="5810" y="9606"/>
                </a:cubicBezTo>
                <a:lnTo>
                  <a:pt x="5108" y="8368"/>
                </a:lnTo>
                <a:cubicBezTo>
                  <a:pt x="5108" y="8368"/>
                  <a:pt x="3711" y="5583"/>
                  <a:pt x="2607" y="5583"/>
                </a:cubicBezTo>
                <a:close/>
                <a:moveTo>
                  <a:pt x="8813" y="9857"/>
                </a:moveTo>
                <a:cubicBezTo>
                  <a:pt x="8310" y="9857"/>
                  <a:pt x="7720" y="9976"/>
                  <a:pt x="7323" y="10058"/>
                </a:cubicBezTo>
                <a:cubicBezTo>
                  <a:pt x="5501" y="10451"/>
                  <a:pt x="5191" y="10713"/>
                  <a:pt x="5668" y="10797"/>
                </a:cubicBezTo>
                <a:lnTo>
                  <a:pt x="6763" y="10963"/>
                </a:lnTo>
                <a:cubicBezTo>
                  <a:pt x="6763" y="10963"/>
                  <a:pt x="7613" y="11141"/>
                  <a:pt x="8411" y="11141"/>
                </a:cubicBezTo>
                <a:cubicBezTo>
                  <a:pt x="9073" y="11141"/>
                  <a:pt x="9700" y="11019"/>
                  <a:pt x="9775" y="10570"/>
                </a:cubicBezTo>
                <a:cubicBezTo>
                  <a:pt x="9858" y="10015"/>
                  <a:pt x="9394" y="9857"/>
                  <a:pt x="8813" y="9857"/>
                </a:cubicBezTo>
                <a:close/>
                <a:moveTo>
                  <a:pt x="1973" y="8079"/>
                </a:moveTo>
                <a:cubicBezTo>
                  <a:pt x="1879" y="8079"/>
                  <a:pt x="1789" y="8102"/>
                  <a:pt x="1703" y="8153"/>
                </a:cubicBezTo>
                <a:cubicBezTo>
                  <a:pt x="738" y="8737"/>
                  <a:pt x="2251" y="9951"/>
                  <a:pt x="3001" y="10535"/>
                </a:cubicBezTo>
                <a:cubicBezTo>
                  <a:pt x="4040" y="11343"/>
                  <a:pt x="4586" y="11658"/>
                  <a:pt x="4769" y="11658"/>
                </a:cubicBezTo>
                <a:cubicBezTo>
                  <a:pt x="4869" y="11658"/>
                  <a:pt x="4860" y="11564"/>
                  <a:pt x="4763" y="11404"/>
                </a:cubicBezTo>
                <a:lnTo>
                  <a:pt x="4144" y="10380"/>
                </a:lnTo>
                <a:cubicBezTo>
                  <a:pt x="4144" y="10380"/>
                  <a:pt x="2905" y="8079"/>
                  <a:pt x="1973" y="8079"/>
                </a:cubicBezTo>
                <a:close/>
                <a:moveTo>
                  <a:pt x="1245" y="9378"/>
                </a:moveTo>
                <a:cubicBezTo>
                  <a:pt x="1170" y="9378"/>
                  <a:pt x="1097" y="9393"/>
                  <a:pt x="1024" y="9427"/>
                </a:cubicBezTo>
                <a:cubicBezTo>
                  <a:pt x="0" y="9892"/>
                  <a:pt x="1369" y="11273"/>
                  <a:pt x="2060" y="11928"/>
                </a:cubicBezTo>
                <a:cubicBezTo>
                  <a:pt x="3034" y="12862"/>
                  <a:pt x="3545" y="13228"/>
                  <a:pt x="3714" y="13228"/>
                </a:cubicBezTo>
                <a:cubicBezTo>
                  <a:pt x="3800" y="13228"/>
                  <a:pt x="3799" y="13135"/>
                  <a:pt x="3727" y="12975"/>
                </a:cubicBezTo>
                <a:lnTo>
                  <a:pt x="3203" y="11892"/>
                </a:lnTo>
                <a:lnTo>
                  <a:pt x="3215" y="11892"/>
                </a:lnTo>
                <a:cubicBezTo>
                  <a:pt x="3215" y="11892"/>
                  <a:pt x="2183" y="9378"/>
                  <a:pt x="1245" y="9378"/>
                </a:cubicBezTo>
                <a:close/>
                <a:moveTo>
                  <a:pt x="7484" y="11970"/>
                </a:moveTo>
                <a:cubicBezTo>
                  <a:pt x="6980" y="11970"/>
                  <a:pt x="6387" y="12089"/>
                  <a:pt x="5989" y="12178"/>
                </a:cubicBezTo>
                <a:cubicBezTo>
                  <a:pt x="4167" y="12571"/>
                  <a:pt x="3858" y="12833"/>
                  <a:pt x="4334" y="12904"/>
                </a:cubicBezTo>
                <a:lnTo>
                  <a:pt x="5429" y="13071"/>
                </a:lnTo>
                <a:cubicBezTo>
                  <a:pt x="5429" y="13071"/>
                  <a:pt x="6279" y="13248"/>
                  <a:pt x="7077" y="13248"/>
                </a:cubicBezTo>
                <a:cubicBezTo>
                  <a:pt x="7739" y="13248"/>
                  <a:pt x="8366" y="13126"/>
                  <a:pt x="8442" y="12678"/>
                </a:cubicBezTo>
                <a:cubicBezTo>
                  <a:pt x="8531" y="12129"/>
                  <a:pt x="8066" y="11970"/>
                  <a:pt x="7484" y="1197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8"/>
          <p:cNvSpPr/>
          <p:nvPr/>
        </p:nvSpPr>
        <p:spPr>
          <a:xfrm>
            <a:off x="5865099" y="4524721"/>
            <a:ext cx="410429" cy="924596"/>
          </a:xfrm>
          <a:custGeom>
            <a:rect b="b" l="l" r="r" t="t"/>
            <a:pathLst>
              <a:path extrusionOk="0" fill="none" h="13681" w="6073">
                <a:moveTo>
                  <a:pt x="6072" y="0"/>
                </a:moveTo>
                <a:cubicBezTo>
                  <a:pt x="6072" y="0"/>
                  <a:pt x="5334" y="5310"/>
                  <a:pt x="4358" y="7323"/>
                </a:cubicBezTo>
                <a:cubicBezTo>
                  <a:pt x="3239" y="9620"/>
                  <a:pt x="1548" y="12073"/>
                  <a:pt x="0" y="13680"/>
                </a:cubicBez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8"/>
          <p:cNvSpPr/>
          <p:nvPr/>
        </p:nvSpPr>
        <p:spPr>
          <a:xfrm>
            <a:off x="6195782" y="4765316"/>
            <a:ext cx="218156" cy="158549"/>
          </a:xfrm>
          <a:custGeom>
            <a:rect b="b" l="l" r="r" t="t"/>
            <a:pathLst>
              <a:path extrusionOk="0" fill="none" h="2346" w="3228">
                <a:moveTo>
                  <a:pt x="0" y="2346"/>
                </a:moveTo>
                <a:lnTo>
                  <a:pt x="3227"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8"/>
          <p:cNvSpPr/>
          <p:nvPr/>
        </p:nvSpPr>
        <p:spPr>
          <a:xfrm>
            <a:off x="6159558" y="4951169"/>
            <a:ext cx="243094" cy="67650"/>
          </a:xfrm>
          <a:custGeom>
            <a:rect b="b" l="l" r="r" t="t"/>
            <a:pathLst>
              <a:path extrusionOk="0" fill="none" h="1001" w="3597">
                <a:moveTo>
                  <a:pt x="1" y="1001"/>
                </a:moveTo>
                <a:lnTo>
                  <a:pt x="3596"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8"/>
          <p:cNvSpPr/>
          <p:nvPr/>
        </p:nvSpPr>
        <p:spPr>
          <a:xfrm>
            <a:off x="6044532" y="4773358"/>
            <a:ext cx="128001" cy="210857"/>
          </a:xfrm>
          <a:custGeom>
            <a:rect b="b" l="l" r="r" t="t"/>
            <a:pathLst>
              <a:path extrusionOk="0" fill="none" h="3120" w="1894">
                <a:moveTo>
                  <a:pt x="1893" y="3120"/>
                </a:moveTo>
                <a:lnTo>
                  <a:pt x="0"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8"/>
          <p:cNvSpPr/>
          <p:nvPr/>
        </p:nvSpPr>
        <p:spPr>
          <a:xfrm>
            <a:off x="6096841" y="5133034"/>
            <a:ext cx="215656" cy="5677"/>
          </a:xfrm>
          <a:custGeom>
            <a:rect b="b" l="l" r="r" t="t"/>
            <a:pathLst>
              <a:path extrusionOk="0" fill="none" h="84" w="3191">
                <a:moveTo>
                  <a:pt x="0" y="84"/>
                </a:moveTo>
                <a:lnTo>
                  <a:pt x="3191"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8"/>
          <p:cNvSpPr/>
          <p:nvPr/>
        </p:nvSpPr>
        <p:spPr>
          <a:xfrm>
            <a:off x="5999454" y="4952791"/>
            <a:ext cx="123135" cy="135233"/>
          </a:xfrm>
          <a:custGeom>
            <a:rect b="b" l="l" r="r" t="t"/>
            <a:pathLst>
              <a:path extrusionOk="0" fill="none" h="2001" w="1822">
                <a:moveTo>
                  <a:pt x="1822" y="2001"/>
                </a:moveTo>
                <a:lnTo>
                  <a:pt x="0"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8"/>
          <p:cNvSpPr/>
          <p:nvPr/>
        </p:nvSpPr>
        <p:spPr>
          <a:xfrm>
            <a:off x="5949578" y="5104852"/>
            <a:ext cx="99819" cy="99076"/>
          </a:xfrm>
          <a:custGeom>
            <a:rect b="b" l="l" r="r" t="t"/>
            <a:pathLst>
              <a:path extrusionOk="0" fill="none" h="1466" w="1477">
                <a:moveTo>
                  <a:pt x="1477" y="1465"/>
                </a:moveTo>
                <a:lnTo>
                  <a:pt x="0"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8"/>
          <p:cNvSpPr/>
          <p:nvPr/>
        </p:nvSpPr>
        <p:spPr>
          <a:xfrm>
            <a:off x="6006685" y="5269822"/>
            <a:ext cx="124014" cy="12908"/>
          </a:xfrm>
          <a:custGeom>
            <a:rect b="b" l="l" r="r" t="t"/>
            <a:pathLst>
              <a:path extrusionOk="0" fill="none" h="191" w="1835">
                <a:moveTo>
                  <a:pt x="1" y="191"/>
                </a:moveTo>
                <a:lnTo>
                  <a:pt x="1834"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8"/>
          <p:cNvSpPr/>
          <p:nvPr/>
        </p:nvSpPr>
        <p:spPr>
          <a:xfrm>
            <a:off x="5877129" y="5186154"/>
            <a:ext cx="105496" cy="125568"/>
          </a:xfrm>
          <a:custGeom>
            <a:rect b="b" l="l" r="r" t="t"/>
            <a:pathLst>
              <a:path extrusionOk="0" fill="none" h="1858" w="1561">
                <a:moveTo>
                  <a:pt x="1560" y="1858"/>
                </a:moveTo>
                <a:lnTo>
                  <a:pt x="1"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8"/>
          <p:cNvSpPr/>
          <p:nvPr/>
        </p:nvSpPr>
        <p:spPr>
          <a:xfrm>
            <a:off x="2403431" y="4036368"/>
            <a:ext cx="1046921" cy="1222297"/>
          </a:xfrm>
          <a:custGeom>
            <a:rect b="b" l="l" r="r" t="t"/>
            <a:pathLst>
              <a:path extrusionOk="0" h="18086" w="15491">
                <a:moveTo>
                  <a:pt x="2732" y="1"/>
                </a:moveTo>
                <a:cubicBezTo>
                  <a:pt x="2558" y="1"/>
                  <a:pt x="2381" y="41"/>
                  <a:pt x="2203" y="130"/>
                </a:cubicBezTo>
                <a:cubicBezTo>
                  <a:pt x="0" y="1225"/>
                  <a:pt x="2548" y="3845"/>
                  <a:pt x="3822" y="5095"/>
                </a:cubicBezTo>
                <a:cubicBezTo>
                  <a:pt x="5609" y="6851"/>
                  <a:pt x="6583" y="7532"/>
                  <a:pt x="6941" y="7532"/>
                </a:cubicBezTo>
                <a:cubicBezTo>
                  <a:pt x="7130" y="7532"/>
                  <a:pt x="7148" y="7344"/>
                  <a:pt x="7025" y="7024"/>
                </a:cubicBezTo>
                <a:lnTo>
                  <a:pt x="6203" y="4869"/>
                </a:lnTo>
                <a:cubicBezTo>
                  <a:pt x="6203" y="4869"/>
                  <a:pt x="4634" y="1"/>
                  <a:pt x="2732" y="1"/>
                </a:cubicBezTo>
                <a:close/>
                <a:moveTo>
                  <a:pt x="9009" y="1280"/>
                </a:moveTo>
                <a:cubicBezTo>
                  <a:pt x="7731" y="1280"/>
                  <a:pt x="7642" y="3997"/>
                  <a:pt x="7620" y="5405"/>
                </a:cubicBezTo>
                <a:cubicBezTo>
                  <a:pt x="7585" y="7888"/>
                  <a:pt x="7763" y="8864"/>
                  <a:pt x="7986" y="8864"/>
                </a:cubicBezTo>
                <a:cubicBezTo>
                  <a:pt x="8060" y="8864"/>
                  <a:pt x="8138" y="8756"/>
                  <a:pt x="8216" y="8560"/>
                </a:cubicBezTo>
                <a:lnTo>
                  <a:pt x="8942" y="6738"/>
                </a:lnTo>
                <a:cubicBezTo>
                  <a:pt x="8942" y="6738"/>
                  <a:pt x="11121" y="2047"/>
                  <a:pt x="9466" y="1380"/>
                </a:cubicBezTo>
                <a:cubicBezTo>
                  <a:pt x="9299" y="1312"/>
                  <a:pt x="9147" y="1280"/>
                  <a:pt x="9009" y="1280"/>
                </a:cubicBezTo>
                <a:close/>
                <a:moveTo>
                  <a:pt x="2330" y="7669"/>
                </a:moveTo>
                <a:cubicBezTo>
                  <a:pt x="1789" y="7669"/>
                  <a:pt x="1356" y="7821"/>
                  <a:pt x="1167" y="8226"/>
                </a:cubicBezTo>
                <a:cubicBezTo>
                  <a:pt x="393" y="9917"/>
                  <a:pt x="3548" y="10167"/>
                  <a:pt x="5096" y="10262"/>
                </a:cubicBezTo>
                <a:cubicBezTo>
                  <a:pt x="5840" y="10308"/>
                  <a:pt x="6448" y="10328"/>
                  <a:pt x="6937" y="10328"/>
                </a:cubicBezTo>
                <a:cubicBezTo>
                  <a:pt x="8623" y="10328"/>
                  <a:pt x="8875" y="10087"/>
                  <a:pt x="8275" y="9810"/>
                </a:cubicBezTo>
                <a:lnTo>
                  <a:pt x="6489" y="9000"/>
                </a:lnTo>
                <a:cubicBezTo>
                  <a:pt x="6489" y="9000"/>
                  <a:pt x="3933" y="7669"/>
                  <a:pt x="2330" y="7669"/>
                </a:cubicBezTo>
                <a:close/>
                <a:moveTo>
                  <a:pt x="12150" y="3845"/>
                </a:moveTo>
                <a:cubicBezTo>
                  <a:pt x="11061" y="3845"/>
                  <a:pt x="10190" y="6118"/>
                  <a:pt x="9752" y="7333"/>
                </a:cubicBezTo>
                <a:cubicBezTo>
                  <a:pt x="8878" y="9767"/>
                  <a:pt x="8752" y="10730"/>
                  <a:pt x="8998" y="10730"/>
                </a:cubicBezTo>
                <a:cubicBezTo>
                  <a:pt x="9068" y="10730"/>
                  <a:pt x="9167" y="10654"/>
                  <a:pt x="9287" y="10512"/>
                </a:cubicBezTo>
                <a:lnTo>
                  <a:pt x="10573" y="9024"/>
                </a:lnTo>
                <a:cubicBezTo>
                  <a:pt x="10573" y="9024"/>
                  <a:pt x="14157" y="5297"/>
                  <a:pt x="12811" y="4131"/>
                </a:cubicBezTo>
                <a:cubicBezTo>
                  <a:pt x="12584" y="3932"/>
                  <a:pt x="12363" y="3845"/>
                  <a:pt x="12150" y="3845"/>
                </a:cubicBezTo>
                <a:close/>
                <a:moveTo>
                  <a:pt x="3675" y="11073"/>
                </a:moveTo>
                <a:cubicBezTo>
                  <a:pt x="2730" y="11073"/>
                  <a:pt x="1920" y="11276"/>
                  <a:pt x="1762" y="11929"/>
                </a:cubicBezTo>
                <a:cubicBezTo>
                  <a:pt x="1503" y="13047"/>
                  <a:pt x="2620" y="13322"/>
                  <a:pt x="3871" y="13322"/>
                </a:cubicBezTo>
                <a:cubicBezTo>
                  <a:pt x="4632" y="13322"/>
                  <a:pt x="5444" y="13220"/>
                  <a:pt x="6025" y="13144"/>
                </a:cubicBezTo>
                <a:cubicBezTo>
                  <a:pt x="9299" y="12679"/>
                  <a:pt x="9883" y="12263"/>
                  <a:pt x="9049" y="12060"/>
                </a:cubicBezTo>
                <a:lnTo>
                  <a:pt x="7144" y="11620"/>
                </a:lnTo>
                <a:cubicBezTo>
                  <a:pt x="7144" y="11620"/>
                  <a:pt x="5227" y="11073"/>
                  <a:pt x="3675" y="11073"/>
                </a:cubicBezTo>
                <a:close/>
                <a:moveTo>
                  <a:pt x="13163" y="8627"/>
                </a:moveTo>
                <a:cubicBezTo>
                  <a:pt x="12361" y="8627"/>
                  <a:pt x="11436" y="10127"/>
                  <a:pt x="10942" y="10953"/>
                </a:cubicBezTo>
                <a:cubicBezTo>
                  <a:pt x="9896" y="12732"/>
                  <a:pt x="9670" y="13439"/>
                  <a:pt x="9889" y="13439"/>
                </a:cubicBezTo>
                <a:cubicBezTo>
                  <a:pt x="9944" y="13439"/>
                  <a:pt x="10027" y="13394"/>
                  <a:pt x="10133" y="13310"/>
                </a:cubicBezTo>
                <a:lnTo>
                  <a:pt x="11323" y="12370"/>
                </a:lnTo>
                <a:cubicBezTo>
                  <a:pt x="11323" y="12370"/>
                  <a:pt x="14597" y="10036"/>
                  <a:pt x="13740" y="8953"/>
                </a:cubicBezTo>
                <a:cubicBezTo>
                  <a:pt x="13562" y="8724"/>
                  <a:pt x="13366" y="8627"/>
                  <a:pt x="13163" y="8627"/>
                </a:cubicBezTo>
                <a:close/>
                <a:moveTo>
                  <a:pt x="5486" y="14098"/>
                </a:moveTo>
                <a:cubicBezTo>
                  <a:pt x="4623" y="14098"/>
                  <a:pt x="3864" y="14276"/>
                  <a:pt x="3739" y="14870"/>
                </a:cubicBezTo>
                <a:cubicBezTo>
                  <a:pt x="3559" y="15765"/>
                  <a:pt x="4380" y="16005"/>
                  <a:pt x="5354" y="16005"/>
                </a:cubicBezTo>
                <a:cubicBezTo>
                  <a:pt x="6052" y="16005"/>
                  <a:pt x="6828" y="15881"/>
                  <a:pt x="7370" y="15787"/>
                </a:cubicBezTo>
                <a:cubicBezTo>
                  <a:pt x="10133" y="15334"/>
                  <a:pt x="10609" y="14965"/>
                  <a:pt x="9906" y="14810"/>
                </a:cubicBezTo>
                <a:lnTo>
                  <a:pt x="8275" y="14489"/>
                </a:lnTo>
                <a:cubicBezTo>
                  <a:pt x="8275" y="14489"/>
                  <a:pt x="6767" y="14098"/>
                  <a:pt x="5486" y="14098"/>
                </a:cubicBezTo>
                <a:close/>
                <a:moveTo>
                  <a:pt x="14050" y="11961"/>
                </a:moveTo>
                <a:cubicBezTo>
                  <a:pt x="13243" y="11961"/>
                  <a:pt x="12319" y="13461"/>
                  <a:pt x="11835" y="14287"/>
                </a:cubicBezTo>
                <a:cubicBezTo>
                  <a:pt x="10784" y="16073"/>
                  <a:pt x="10561" y="16779"/>
                  <a:pt x="10785" y="16779"/>
                </a:cubicBezTo>
                <a:cubicBezTo>
                  <a:pt x="10840" y="16779"/>
                  <a:pt x="10922" y="16736"/>
                  <a:pt x="11026" y="16656"/>
                </a:cubicBezTo>
                <a:lnTo>
                  <a:pt x="12216" y="15703"/>
                </a:lnTo>
                <a:cubicBezTo>
                  <a:pt x="12216" y="15703"/>
                  <a:pt x="15490" y="13370"/>
                  <a:pt x="14633" y="12286"/>
                </a:cubicBezTo>
                <a:cubicBezTo>
                  <a:pt x="14452" y="12057"/>
                  <a:pt x="14255" y="11961"/>
                  <a:pt x="14050" y="11961"/>
                </a:cubicBezTo>
                <a:close/>
                <a:moveTo>
                  <a:pt x="5675" y="16131"/>
                </a:moveTo>
                <a:cubicBezTo>
                  <a:pt x="5043" y="16131"/>
                  <a:pt x="4529" y="16286"/>
                  <a:pt x="4382" y="16739"/>
                </a:cubicBezTo>
                <a:cubicBezTo>
                  <a:pt x="4019" y="17883"/>
                  <a:pt x="5490" y="18086"/>
                  <a:pt x="6790" y="18086"/>
                </a:cubicBezTo>
                <a:cubicBezTo>
                  <a:pt x="7195" y="18086"/>
                  <a:pt x="7583" y="18066"/>
                  <a:pt x="7894" y="18049"/>
                </a:cubicBezTo>
                <a:cubicBezTo>
                  <a:pt x="10692" y="17882"/>
                  <a:pt x="11204" y="17561"/>
                  <a:pt x="10525" y="17347"/>
                </a:cubicBezTo>
                <a:lnTo>
                  <a:pt x="8942" y="16846"/>
                </a:lnTo>
                <a:cubicBezTo>
                  <a:pt x="8942" y="16846"/>
                  <a:pt x="7034" y="16131"/>
                  <a:pt x="5675" y="1613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8"/>
          <p:cNvSpPr/>
          <p:nvPr/>
        </p:nvSpPr>
        <p:spPr>
          <a:xfrm>
            <a:off x="2612601" y="4185118"/>
            <a:ext cx="551270" cy="1260954"/>
          </a:xfrm>
          <a:custGeom>
            <a:rect b="b" l="l" r="r" t="t"/>
            <a:pathLst>
              <a:path extrusionOk="0" fill="none" h="18658" w="8157">
                <a:moveTo>
                  <a:pt x="1" y="1"/>
                </a:moveTo>
                <a:cubicBezTo>
                  <a:pt x="1" y="1"/>
                  <a:pt x="4692" y="5716"/>
                  <a:pt x="5823" y="8585"/>
                </a:cubicBezTo>
                <a:cubicBezTo>
                  <a:pt x="7109" y="11883"/>
                  <a:pt x="7990" y="15586"/>
                  <a:pt x="8157" y="18658"/>
                </a:cubicBez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8"/>
          <p:cNvSpPr/>
          <p:nvPr/>
        </p:nvSpPr>
        <p:spPr>
          <a:xfrm>
            <a:off x="2942541" y="4269596"/>
            <a:ext cx="44334" cy="369406"/>
          </a:xfrm>
          <a:custGeom>
            <a:rect b="b" l="l" r="r" t="t"/>
            <a:pathLst>
              <a:path extrusionOk="0" fill="none" h="5466" w="656">
                <a:moveTo>
                  <a:pt x="1" y="5466"/>
                </a:moveTo>
                <a:lnTo>
                  <a:pt x="655"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8"/>
          <p:cNvSpPr/>
          <p:nvPr/>
        </p:nvSpPr>
        <p:spPr>
          <a:xfrm>
            <a:off x="3006136" y="4455517"/>
            <a:ext cx="159360" cy="309866"/>
          </a:xfrm>
          <a:custGeom>
            <a:rect b="b" l="l" r="r" t="t"/>
            <a:pathLst>
              <a:path extrusionOk="0" fill="none" h="4585" w="2358">
                <a:moveTo>
                  <a:pt x="0" y="4584"/>
                </a:moveTo>
                <a:lnTo>
                  <a:pt x="2358"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8"/>
          <p:cNvSpPr/>
          <p:nvPr/>
        </p:nvSpPr>
        <p:spPr>
          <a:xfrm>
            <a:off x="2648014" y="4651034"/>
            <a:ext cx="334804" cy="68461"/>
          </a:xfrm>
          <a:custGeom>
            <a:rect b="b" l="l" r="r" t="t"/>
            <a:pathLst>
              <a:path extrusionOk="0" fill="none" h="1013" w="4954">
                <a:moveTo>
                  <a:pt x="4954" y="1013"/>
                </a:moveTo>
                <a:lnTo>
                  <a:pt x="1"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8"/>
          <p:cNvSpPr/>
          <p:nvPr/>
        </p:nvSpPr>
        <p:spPr>
          <a:xfrm>
            <a:off x="3068042" y="4716994"/>
            <a:ext cx="197206" cy="224577"/>
          </a:xfrm>
          <a:custGeom>
            <a:rect b="b" l="l" r="r" t="t"/>
            <a:pathLst>
              <a:path extrusionOk="0" fill="none" h="3323" w="2918">
                <a:moveTo>
                  <a:pt x="1" y="3323"/>
                </a:moveTo>
                <a:lnTo>
                  <a:pt x="2918"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8"/>
          <p:cNvSpPr/>
          <p:nvPr/>
        </p:nvSpPr>
        <p:spPr>
          <a:xfrm>
            <a:off x="2788857" y="4865068"/>
            <a:ext cx="251948" cy="2501"/>
          </a:xfrm>
          <a:custGeom>
            <a:rect b="b" l="l" r="r" t="t"/>
            <a:pathLst>
              <a:path extrusionOk="0" fill="none" h="37" w="3728">
                <a:moveTo>
                  <a:pt x="3727" y="36"/>
                </a:moveTo>
                <a:lnTo>
                  <a:pt x="0"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8"/>
          <p:cNvSpPr/>
          <p:nvPr/>
        </p:nvSpPr>
        <p:spPr>
          <a:xfrm>
            <a:off x="2895841" y="5050921"/>
            <a:ext cx="194029" cy="7366"/>
          </a:xfrm>
          <a:custGeom>
            <a:rect b="b" l="l" r="r" t="t"/>
            <a:pathLst>
              <a:path extrusionOk="0" fill="none" h="109" w="2871">
                <a:moveTo>
                  <a:pt x="2870" y="1"/>
                </a:moveTo>
                <a:lnTo>
                  <a:pt x="1" y="108"/>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8"/>
          <p:cNvSpPr/>
          <p:nvPr/>
        </p:nvSpPr>
        <p:spPr>
          <a:xfrm>
            <a:off x="3129205" y="5029227"/>
            <a:ext cx="103874" cy="137666"/>
          </a:xfrm>
          <a:custGeom>
            <a:rect b="b" l="l" r="r" t="t"/>
            <a:pathLst>
              <a:path extrusionOk="0" fill="none" h="2037" w="1537">
                <a:moveTo>
                  <a:pt x="1" y="2036"/>
                </a:moveTo>
                <a:lnTo>
                  <a:pt x="1537"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8"/>
          <p:cNvSpPr/>
          <p:nvPr/>
        </p:nvSpPr>
        <p:spPr>
          <a:xfrm>
            <a:off x="2910371" y="5207037"/>
            <a:ext cx="226131" cy="11354"/>
          </a:xfrm>
          <a:custGeom>
            <a:rect b="b" l="l" r="r" t="t"/>
            <a:pathLst>
              <a:path extrusionOk="0" fill="none" h="168" w="3346">
                <a:moveTo>
                  <a:pt x="3346" y="167"/>
                </a:moveTo>
                <a:lnTo>
                  <a:pt x="0"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8"/>
          <p:cNvSpPr/>
          <p:nvPr/>
        </p:nvSpPr>
        <p:spPr>
          <a:xfrm>
            <a:off x="3275657" y="4417873"/>
            <a:ext cx="821600" cy="895401"/>
          </a:xfrm>
          <a:custGeom>
            <a:rect b="b" l="l" r="r" t="t"/>
            <a:pathLst>
              <a:path extrusionOk="0" h="13249" w="12157">
                <a:moveTo>
                  <a:pt x="8333" y="0"/>
                </a:moveTo>
                <a:cubicBezTo>
                  <a:pt x="7104" y="0"/>
                  <a:pt x="6986" y="2238"/>
                  <a:pt x="6954" y="3403"/>
                </a:cubicBezTo>
                <a:cubicBezTo>
                  <a:pt x="6891" y="5486"/>
                  <a:pt x="7052" y="6303"/>
                  <a:pt x="7272" y="6303"/>
                </a:cubicBezTo>
                <a:cubicBezTo>
                  <a:pt x="7344" y="6303"/>
                  <a:pt x="7423" y="6216"/>
                  <a:pt x="7502" y="6058"/>
                </a:cubicBezTo>
                <a:lnTo>
                  <a:pt x="8228" y="4558"/>
                </a:lnTo>
                <a:cubicBezTo>
                  <a:pt x="8228" y="4558"/>
                  <a:pt x="10407" y="712"/>
                  <a:pt x="8799" y="93"/>
                </a:cubicBezTo>
                <a:cubicBezTo>
                  <a:pt x="8628" y="29"/>
                  <a:pt x="8473" y="0"/>
                  <a:pt x="8333" y="0"/>
                </a:cubicBezTo>
                <a:close/>
                <a:moveTo>
                  <a:pt x="11064" y="4087"/>
                </a:moveTo>
                <a:cubicBezTo>
                  <a:pt x="10335" y="4087"/>
                  <a:pt x="9259" y="5016"/>
                  <a:pt x="8657" y="5558"/>
                </a:cubicBezTo>
                <a:cubicBezTo>
                  <a:pt x="7142" y="6921"/>
                  <a:pt x="6783" y="7479"/>
                  <a:pt x="7065" y="7479"/>
                </a:cubicBezTo>
                <a:cubicBezTo>
                  <a:pt x="7116" y="7479"/>
                  <a:pt x="7187" y="7462"/>
                  <a:pt x="7275" y="7427"/>
                </a:cubicBezTo>
                <a:lnTo>
                  <a:pt x="7264" y="7427"/>
                </a:lnTo>
                <a:lnTo>
                  <a:pt x="8597" y="6927"/>
                </a:lnTo>
                <a:cubicBezTo>
                  <a:pt x="8597" y="6927"/>
                  <a:pt x="12157" y="5772"/>
                  <a:pt x="11705" y="4570"/>
                </a:cubicBezTo>
                <a:cubicBezTo>
                  <a:pt x="11573" y="4223"/>
                  <a:pt x="11344" y="4087"/>
                  <a:pt x="11064" y="4087"/>
                </a:cubicBezTo>
                <a:close/>
                <a:moveTo>
                  <a:pt x="4176" y="3492"/>
                </a:moveTo>
                <a:cubicBezTo>
                  <a:pt x="4114" y="3492"/>
                  <a:pt x="4052" y="3502"/>
                  <a:pt x="3989" y="3522"/>
                </a:cubicBezTo>
                <a:cubicBezTo>
                  <a:pt x="2703" y="3939"/>
                  <a:pt x="4120" y="5748"/>
                  <a:pt x="4835" y="6618"/>
                </a:cubicBezTo>
                <a:cubicBezTo>
                  <a:pt x="5865" y="7883"/>
                  <a:pt x="6420" y="8375"/>
                  <a:pt x="6605" y="8375"/>
                </a:cubicBezTo>
                <a:cubicBezTo>
                  <a:pt x="6691" y="8375"/>
                  <a:pt x="6697" y="8268"/>
                  <a:pt x="6632" y="8082"/>
                </a:cubicBezTo>
                <a:lnTo>
                  <a:pt x="6192" y="6737"/>
                </a:lnTo>
                <a:cubicBezTo>
                  <a:pt x="6192" y="6737"/>
                  <a:pt x="5303" y="3492"/>
                  <a:pt x="4176" y="3492"/>
                </a:cubicBezTo>
                <a:close/>
                <a:moveTo>
                  <a:pt x="11028" y="6975"/>
                </a:moveTo>
                <a:cubicBezTo>
                  <a:pt x="10306" y="6975"/>
                  <a:pt x="9293" y="7385"/>
                  <a:pt x="8680" y="7641"/>
                </a:cubicBezTo>
                <a:cubicBezTo>
                  <a:pt x="6539" y="8556"/>
                  <a:pt x="6164" y="8964"/>
                  <a:pt x="6714" y="8964"/>
                </a:cubicBezTo>
                <a:cubicBezTo>
                  <a:pt x="6730" y="8964"/>
                  <a:pt x="6746" y="8964"/>
                  <a:pt x="6763" y="8963"/>
                </a:cubicBezTo>
                <a:lnTo>
                  <a:pt x="8180" y="8915"/>
                </a:lnTo>
                <a:cubicBezTo>
                  <a:pt x="8180" y="8915"/>
                  <a:pt x="8218" y="8916"/>
                  <a:pt x="8285" y="8916"/>
                </a:cubicBezTo>
                <a:cubicBezTo>
                  <a:pt x="8890" y="8916"/>
                  <a:pt x="11915" y="8858"/>
                  <a:pt x="11883" y="7701"/>
                </a:cubicBezTo>
                <a:cubicBezTo>
                  <a:pt x="11869" y="7160"/>
                  <a:pt x="11514" y="6975"/>
                  <a:pt x="11028" y="6975"/>
                </a:cubicBezTo>
                <a:close/>
                <a:moveTo>
                  <a:pt x="2607" y="5583"/>
                </a:moveTo>
                <a:cubicBezTo>
                  <a:pt x="2501" y="5583"/>
                  <a:pt x="2398" y="5609"/>
                  <a:pt x="2299" y="5665"/>
                </a:cubicBezTo>
                <a:cubicBezTo>
                  <a:pt x="1132" y="6320"/>
                  <a:pt x="2882" y="7808"/>
                  <a:pt x="3751" y="8523"/>
                </a:cubicBezTo>
                <a:cubicBezTo>
                  <a:pt x="4966" y="9512"/>
                  <a:pt x="5600" y="9900"/>
                  <a:pt x="5810" y="9900"/>
                </a:cubicBezTo>
                <a:cubicBezTo>
                  <a:pt x="5921" y="9900"/>
                  <a:pt x="5914" y="9791"/>
                  <a:pt x="5811" y="9606"/>
                </a:cubicBezTo>
                <a:lnTo>
                  <a:pt x="5108" y="8368"/>
                </a:lnTo>
                <a:cubicBezTo>
                  <a:pt x="5108" y="8368"/>
                  <a:pt x="3711" y="5583"/>
                  <a:pt x="2607" y="5583"/>
                </a:cubicBezTo>
                <a:close/>
                <a:moveTo>
                  <a:pt x="8820" y="9857"/>
                </a:moveTo>
                <a:cubicBezTo>
                  <a:pt x="8320" y="9857"/>
                  <a:pt x="7733" y="9976"/>
                  <a:pt x="7335" y="10058"/>
                </a:cubicBezTo>
                <a:cubicBezTo>
                  <a:pt x="5501" y="10451"/>
                  <a:pt x="5204" y="10713"/>
                  <a:pt x="5680" y="10797"/>
                </a:cubicBezTo>
                <a:lnTo>
                  <a:pt x="6775" y="10963"/>
                </a:lnTo>
                <a:cubicBezTo>
                  <a:pt x="6775" y="10963"/>
                  <a:pt x="7625" y="11141"/>
                  <a:pt x="8421" y="11141"/>
                </a:cubicBezTo>
                <a:cubicBezTo>
                  <a:pt x="9082" y="11141"/>
                  <a:pt x="9706" y="11019"/>
                  <a:pt x="9776" y="10570"/>
                </a:cubicBezTo>
                <a:cubicBezTo>
                  <a:pt x="9859" y="10015"/>
                  <a:pt x="9398" y="9857"/>
                  <a:pt x="8820" y="9857"/>
                </a:cubicBezTo>
                <a:close/>
                <a:moveTo>
                  <a:pt x="1982" y="8079"/>
                </a:moveTo>
                <a:cubicBezTo>
                  <a:pt x="1889" y="8079"/>
                  <a:pt x="1800" y="8102"/>
                  <a:pt x="1715" y="8153"/>
                </a:cubicBezTo>
                <a:cubicBezTo>
                  <a:pt x="739" y="8737"/>
                  <a:pt x="2251" y="9951"/>
                  <a:pt x="3001" y="10535"/>
                </a:cubicBezTo>
                <a:cubicBezTo>
                  <a:pt x="4040" y="11343"/>
                  <a:pt x="4586" y="11658"/>
                  <a:pt x="4769" y="11658"/>
                </a:cubicBezTo>
                <a:cubicBezTo>
                  <a:pt x="4869" y="11658"/>
                  <a:pt x="4860" y="11564"/>
                  <a:pt x="4763" y="11404"/>
                </a:cubicBezTo>
                <a:lnTo>
                  <a:pt x="4144" y="10380"/>
                </a:lnTo>
                <a:cubicBezTo>
                  <a:pt x="4144" y="10380"/>
                  <a:pt x="2905" y="8079"/>
                  <a:pt x="1982" y="8079"/>
                </a:cubicBezTo>
                <a:close/>
                <a:moveTo>
                  <a:pt x="1245" y="9378"/>
                </a:moveTo>
                <a:cubicBezTo>
                  <a:pt x="1171" y="9378"/>
                  <a:pt x="1097" y="9393"/>
                  <a:pt x="1025" y="9427"/>
                </a:cubicBezTo>
                <a:cubicBezTo>
                  <a:pt x="1" y="9892"/>
                  <a:pt x="1382" y="11273"/>
                  <a:pt x="2060" y="11928"/>
                </a:cubicBezTo>
                <a:cubicBezTo>
                  <a:pt x="3034" y="12862"/>
                  <a:pt x="3545" y="13228"/>
                  <a:pt x="3715" y="13228"/>
                </a:cubicBezTo>
                <a:cubicBezTo>
                  <a:pt x="3800" y="13228"/>
                  <a:pt x="3799" y="13135"/>
                  <a:pt x="3727" y="12975"/>
                </a:cubicBezTo>
                <a:lnTo>
                  <a:pt x="3203" y="11892"/>
                </a:lnTo>
                <a:lnTo>
                  <a:pt x="3215" y="11892"/>
                </a:lnTo>
                <a:cubicBezTo>
                  <a:pt x="3215" y="11892"/>
                  <a:pt x="2183" y="9378"/>
                  <a:pt x="1245" y="9378"/>
                </a:cubicBezTo>
                <a:close/>
                <a:moveTo>
                  <a:pt x="7485" y="11970"/>
                </a:moveTo>
                <a:cubicBezTo>
                  <a:pt x="6980" y="11970"/>
                  <a:pt x="6387" y="12089"/>
                  <a:pt x="5990" y="12178"/>
                </a:cubicBezTo>
                <a:cubicBezTo>
                  <a:pt x="4168" y="12571"/>
                  <a:pt x="3858" y="12833"/>
                  <a:pt x="4335" y="12904"/>
                </a:cubicBezTo>
                <a:lnTo>
                  <a:pt x="5430" y="13071"/>
                </a:lnTo>
                <a:cubicBezTo>
                  <a:pt x="5430" y="13071"/>
                  <a:pt x="6280" y="13248"/>
                  <a:pt x="7078" y="13248"/>
                </a:cubicBezTo>
                <a:cubicBezTo>
                  <a:pt x="7740" y="13248"/>
                  <a:pt x="8367" y="13126"/>
                  <a:pt x="8442" y="12678"/>
                </a:cubicBezTo>
                <a:cubicBezTo>
                  <a:pt x="8532" y="12129"/>
                  <a:pt x="8067" y="11970"/>
                  <a:pt x="7485" y="1197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8"/>
          <p:cNvSpPr/>
          <p:nvPr/>
        </p:nvSpPr>
        <p:spPr>
          <a:xfrm>
            <a:off x="3415689" y="4524721"/>
            <a:ext cx="409618" cy="924596"/>
          </a:xfrm>
          <a:custGeom>
            <a:rect b="b" l="l" r="r" t="t"/>
            <a:pathLst>
              <a:path extrusionOk="0" fill="none" h="13681" w="6061">
                <a:moveTo>
                  <a:pt x="6061" y="0"/>
                </a:moveTo>
                <a:cubicBezTo>
                  <a:pt x="6061" y="0"/>
                  <a:pt x="5322" y="5310"/>
                  <a:pt x="4358" y="7323"/>
                </a:cubicBezTo>
                <a:cubicBezTo>
                  <a:pt x="3239" y="9620"/>
                  <a:pt x="1548" y="12073"/>
                  <a:pt x="0" y="13680"/>
                </a:cubicBez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8"/>
          <p:cNvSpPr/>
          <p:nvPr/>
        </p:nvSpPr>
        <p:spPr>
          <a:xfrm>
            <a:off x="3745562" y="4765316"/>
            <a:ext cx="218156" cy="158549"/>
          </a:xfrm>
          <a:custGeom>
            <a:rect b="b" l="l" r="r" t="t"/>
            <a:pathLst>
              <a:path extrusionOk="0" fill="none" h="2346" w="3228">
                <a:moveTo>
                  <a:pt x="1" y="2346"/>
                </a:moveTo>
                <a:lnTo>
                  <a:pt x="3228"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8"/>
          <p:cNvSpPr/>
          <p:nvPr/>
        </p:nvSpPr>
        <p:spPr>
          <a:xfrm>
            <a:off x="3710216" y="4951169"/>
            <a:ext cx="243027" cy="67650"/>
          </a:xfrm>
          <a:custGeom>
            <a:rect b="b" l="l" r="r" t="t"/>
            <a:pathLst>
              <a:path extrusionOk="0" fill="none" h="1001" w="3596">
                <a:moveTo>
                  <a:pt x="0" y="1001"/>
                </a:moveTo>
                <a:lnTo>
                  <a:pt x="3596"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8"/>
          <p:cNvSpPr/>
          <p:nvPr/>
        </p:nvSpPr>
        <p:spPr>
          <a:xfrm>
            <a:off x="3595122" y="4773358"/>
            <a:ext cx="128001" cy="210857"/>
          </a:xfrm>
          <a:custGeom>
            <a:rect b="b" l="l" r="r" t="t"/>
            <a:pathLst>
              <a:path extrusionOk="0" fill="none" h="3120" w="1894">
                <a:moveTo>
                  <a:pt x="1894" y="3120"/>
                </a:moveTo>
                <a:lnTo>
                  <a:pt x="0"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8"/>
          <p:cNvSpPr/>
          <p:nvPr/>
        </p:nvSpPr>
        <p:spPr>
          <a:xfrm>
            <a:off x="3647431" y="5133034"/>
            <a:ext cx="214912" cy="5677"/>
          </a:xfrm>
          <a:custGeom>
            <a:rect b="b" l="l" r="r" t="t"/>
            <a:pathLst>
              <a:path extrusionOk="0" fill="none" h="84" w="3180">
                <a:moveTo>
                  <a:pt x="0" y="84"/>
                </a:moveTo>
                <a:lnTo>
                  <a:pt x="3179"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8"/>
          <p:cNvSpPr/>
          <p:nvPr/>
        </p:nvSpPr>
        <p:spPr>
          <a:xfrm>
            <a:off x="3550044" y="4952791"/>
            <a:ext cx="123203" cy="135233"/>
          </a:xfrm>
          <a:custGeom>
            <a:rect b="b" l="l" r="r" t="t"/>
            <a:pathLst>
              <a:path extrusionOk="0" fill="none" h="2001" w="1823">
                <a:moveTo>
                  <a:pt x="1822" y="2001"/>
                </a:moveTo>
                <a:lnTo>
                  <a:pt x="1"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8"/>
          <p:cNvSpPr/>
          <p:nvPr/>
        </p:nvSpPr>
        <p:spPr>
          <a:xfrm>
            <a:off x="3500168" y="5104852"/>
            <a:ext cx="99008" cy="99076"/>
          </a:xfrm>
          <a:custGeom>
            <a:rect b="b" l="l" r="r" t="t"/>
            <a:pathLst>
              <a:path extrusionOk="0" fill="none" h="1466" w="1465">
                <a:moveTo>
                  <a:pt x="1465" y="1465"/>
                </a:moveTo>
                <a:lnTo>
                  <a:pt x="1" y="1"/>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8"/>
          <p:cNvSpPr/>
          <p:nvPr/>
        </p:nvSpPr>
        <p:spPr>
          <a:xfrm>
            <a:off x="3556464" y="5269822"/>
            <a:ext cx="124825" cy="12908"/>
          </a:xfrm>
          <a:custGeom>
            <a:rect b="b" l="l" r="r" t="t"/>
            <a:pathLst>
              <a:path extrusionOk="0" fill="none" h="191" w="1847">
                <a:moveTo>
                  <a:pt x="1" y="191"/>
                </a:moveTo>
                <a:lnTo>
                  <a:pt x="1846"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8"/>
          <p:cNvSpPr/>
          <p:nvPr/>
        </p:nvSpPr>
        <p:spPr>
          <a:xfrm>
            <a:off x="3427719" y="5186154"/>
            <a:ext cx="105496" cy="125568"/>
          </a:xfrm>
          <a:custGeom>
            <a:rect b="b" l="l" r="r" t="t"/>
            <a:pathLst>
              <a:path extrusionOk="0" fill="none" h="1858" w="1561">
                <a:moveTo>
                  <a:pt x="1561" y="1858"/>
                </a:moveTo>
                <a:lnTo>
                  <a:pt x="1" y="0"/>
                </a:lnTo>
              </a:path>
            </a:pathLst>
          </a:custGeom>
          <a:noFill/>
          <a:ln cap="rnd" cmpd="sng" w="952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8"/>
          <p:cNvSpPr/>
          <p:nvPr/>
        </p:nvSpPr>
        <p:spPr>
          <a:xfrm>
            <a:off x="3944323" y="3247879"/>
            <a:ext cx="690490" cy="1374696"/>
          </a:xfrm>
          <a:custGeom>
            <a:rect b="b" l="l" r="r" t="t"/>
            <a:pathLst>
              <a:path extrusionOk="0" h="20341" w="10217">
                <a:moveTo>
                  <a:pt x="5400" y="1"/>
                </a:moveTo>
                <a:cubicBezTo>
                  <a:pt x="4679" y="1"/>
                  <a:pt x="3680" y="198"/>
                  <a:pt x="2823" y="1082"/>
                </a:cubicBezTo>
                <a:cubicBezTo>
                  <a:pt x="1287" y="2665"/>
                  <a:pt x="2096" y="5832"/>
                  <a:pt x="2096" y="6939"/>
                </a:cubicBezTo>
                <a:cubicBezTo>
                  <a:pt x="2096" y="8047"/>
                  <a:pt x="679" y="15119"/>
                  <a:pt x="679" y="15119"/>
                </a:cubicBezTo>
                <a:cubicBezTo>
                  <a:pt x="679" y="15119"/>
                  <a:pt x="1" y="17691"/>
                  <a:pt x="1882" y="19322"/>
                </a:cubicBezTo>
                <a:cubicBezTo>
                  <a:pt x="2640" y="19974"/>
                  <a:pt x="3659" y="20341"/>
                  <a:pt x="4703" y="20341"/>
                </a:cubicBezTo>
                <a:cubicBezTo>
                  <a:pt x="6250" y="20341"/>
                  <a:pt x="7851" y="19536"/>
                  <a:pt x="8740" y="17667"/>
                </a:cubicBezTo>
                <a:cubicBezTo>
                  <a:pt x="10216" y="14536"/>
                  <a:pt x="8645" y="10071"/>
                  <a:pt x="8645" y="7761"/>
                </a:cubicBezTo>
                <a:cubicBezTo>
                  <a:pt x="8645" y="5451"/>
                  <a:pt x="8990" y="3903"/>
                  <a:pt x="8478" y="2236"/>
                </a:cubicBezTo>
                <a:cubicBezTo>
                  <a:pt x="8157" y="1236"/>
                  <a:pt x="7383" y="450"/>
                  <a:pt x="6383" y="129"/>
                </a:cubicBezTo>
                <a:cubicBezTo>
                  <a:pt x="6383" y="129"/>
                  <a:pt x="5982" y="1"/>
                  <a:pt x="5400"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8"/>
          <p:cNvSpPr/>
          <p:nvPr/>
        </p:nvSpPr>
        <p:spPr>
          <a:xfrm>
            <a:off x="4114903" y="3337832"/>
            <a:ext cx="220589" cy="209303"/>
          </a:xfrm>
          <a:custGeom>
            <a:rect b="b" l="l" r="r" t="t"/>
            <a:pathLst>
              <a:path extrusionOk="0" fill="none" h="3097" w="3264">
                <a:moveTo>
                  <a:pt x="3263" y="1"/>
                </a:moveTo>
                <a:cubicBezTo>
                  <a:pt x="3263" y="1"/>
                  <a:pt x="1323" y="2418"/>
                  <a:pt x="1" y="3096"/>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8"/>
          <p:cNvSpPr/>
          <p:nvPr/>
        </p:nvSpPr>
        <p:spPr>
          <a:xfrm>
            <a:off x="4094019" y="3324180"/>
            <a:ext cx="128001" cy="208424"/>
          </a:xfrm>
          <a:custGeom>
            <a:rect b="b" l="l" r="r" t="t"/>
            <a:pathLst>
              <a:path extrusionOk="0" fill="none" h="3084" w="1894">
                <a:moveTo>
                  <a:pt x="1893" y="0"/>
                </a:moveTo>
                <a:cubicBezTo>
                  <a:pt x="1893" y="0"/>
                  <a:pt x="893" y="2405"/>
                  <a:pt x="0" y="308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8"/>
          <p:cNvSpPr/>
          <p:nvPr/>
        </p:nvSpPr>
        <p:spPr>
          <a:xfrm>
            <a:off x="4457683" y="3838350"/>
            <a:ext cx="194840" cy="1214322"/>
          </a:xfrm>
          <a:custGeom>
            <a:rect b="b" l="l" r="r" t="t"/>
            <a:pathLst>
              <a:path extrusionOk="0" h="17968" w="2883">
                <a:moveTo>
                  <a:pt x="703" y="0"/>
                </a:moveTo>
                <a:cubicBezTo>
                  <a:pt x="703" y="0"/>
                  <a:pt x="656" y="1096"/>
                  <a:pt x="656" y="2560"/>
                </a:cubicBezTo>
                <a:cubicBezTo>
                  <a:pt x="656" y="4013"/>
                  <a:pt x="108" y="7835"/>
                  <a:pt x="108" y="7835"/>
                </a:cubicBezTo>
                <a:cubicBezTo>
                  <a:pt x="108" y="7835"/>
                  <a:pt x="1" y="9489"/>
                  <a:pt x="394" y="10752"/>
                </a:cubicBezTo>
                <a:cubicBezTo>
                  <a:pt x="799" y="12014"/>
                  <a:pt x="1858" y="16193"/>
                  <a:pt x="1882" y="16740"/>
                </a:cubicBezTo>
                <a:cubicBezTo>
                  <a:pt x="1915" y="17237"/>
                  <a:pt x="2250" y="17968"/>
                  <a:pt x="2419" y="17968"/>
                </a:cubicBezTo>
                <a:cubicBezTo>
                  <a:pt x="2436" y="17968"/>
                  <a:pt x="2452" y="17960"/>
                  <a:pt x="2466" y="17943"/>
                </a:cubicBezTo>
                <a:cubicBezTo>
                  <a:pt x="2608" y="17764"/>
                  <a:pt x="2858" y="15335"/>
                  <a:pt x="2692" y="14312"/>
                </a:cubicBezTo>
                <a:cubicBezTo>
                  <a:pt x="2513" y="13276"/>
                  <a:pt x="1537" y="9037"/>
                  <a:pt x="1537" y="8751"/>
                </a:cubicBezTo>
                <a:cubicBezTo>
                  <a:pt x="1585" y="7620"/>
                  <a:pt x="1692" y="6501"/>
                  <a:pt x="1858" y="5394"/>
                </a:cubicBezTo>
                <a:cubicBezTo>
                  <a:pt x="2025" y="4477"/>
                  <a:pt x="2882" y="2620"/>
                  <a:pt x="2763" y="1810"/>
                </a:cubicBezTo>
                <a:cubicBezTo>
                  <a:pt x="2716" y="1358"/>
                  <a:pt x="2466" y="941"/>
                  <a:pt x="2096" y="679"/>
                </a:cubicBezTo>
                <a:lnTo>
                  <a:pt x="703" y="0"/>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8"/>
          <p:cNvSpPr/>
          <p:nvPr/>
        </p:nvSpPr>
        <p:spPr>
          <a:xfrm>
            <a:off x="4456940" y="4144095"/>
            <a:ext cx="193962" cy="908376"/>
          </a:xfrm>
          <a:custGeom>
            <a:rect b="b" l="l" r="r" t="t"/>
            <a:pathLst>
              <a:path extrusionOk="0" h="13441" w="2870">
                <a:moveTo>
                  <a:pt x="2107" y="1"/>
                </a:moveTo>
                <a:lnTo>
                  <a:pt x="2107" y="1"/>
                </a:lnTo>
                <a:cubicBezTo>
                  <a:pt x="1774" y="167"/>
                  <a:pt x="1405" y="251"/>
                  <a:pt x="1024" y="251"/>
                </a:cubicBezTo>
                <a:cubicBezTo>
                  <a:pt x="834" y="251"/>
                  <a:pt x="631" y="429"/>
                  <a:pt x="453" y="751"/>
                </a:cubicBezTo>
                <a:cubicBezTo>
                  <a:pt x="286" y="2072"/>
                  <a:pt x="119" y="3311"/>
                  <a:pt x="119" y="3311"/>
                </a:cubicBezTo>
                <a:cubicBezTo>
                  <a:pt x="119" y="3311"/>
                  <a:pt x="0" y="4965"/>
                  <a:pt x="405" y="6228"/>
                </a:cubicBezTo>
                <a:cubicBezTo>
                  <a:pt x="810" y="7490"/>
                  <a:pt x="1869" y="11669"/>
                  <a:pt x="1893" y="12216"/>
                </a:cubicBezTo>
                <a:cubicBezTo>
                  <a:pt x="1915" y="12715"/>
                  <a:pt x="2252" y="13441"/>
                  <a:pt x="2420" y="13441"/>
                </a:cubicBezTo>
                <a:cubicBezTo>
                  <a:pt x="2437" y="13441"/>
                  <a:pt x="2452" y="13434"/>
                  <a:pt x="2465" y="13419"/>
                </a:cubicBezTo>
                <a:cubicBezTo>
                  <a:pt x="2608" y="13240"/>
                  <a:pt x="2869" y="10811"/>
                  <a:pt x="2691" y="9776"/>
                </a:cubicBezTo>
                <a:cubicBezTo>
                  <a:pt x="2524" y="8740"/>
                  <a:pt x="1548" y="4501"/>
                  <a:pt x="1548" y="4227"/>
                </a:cubicBezTo>
                <a:cubicBezTo>
                  <a:pt x="1596" y="3096"/>
                  <a:pt x="1703" y="1977"/>
                  <a:pt x="1869" y="870"/>
                </a:cubicBezTo>
                <a:cubicBezTo>
                  <a:pt x="1929" y="572"/>
                  <a:pt x="2012" y="286"/>
                  <a:pt x="210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8"/>
          <p:cNvSpPr/>
          <p:nvPr/>
        </p:nvSpPr>
        <p:spPr>
          <a:xfrm>
            <a:off x="3892014" y="3783338"/>
            <a:ext cx="737122" cy="1674019"/>
          </a:xfrm>
          <a:custGeom>
            <a:rect b="b" l="l" r="r" t="t"/>
            <a:pathLst>
              <a:path extrusionOk="0" h="24770" w="10907">
                <a:moveTo>
                  <a:pt x="6597" y="0"/>
                </a:moveTo>
                <a:cubicBezTo>
                  <a:pt x="6228" y="0"/>
                  <a:pt x="5860" y="42"/>
                  <a:pt x="5502" y="124"/>
                </a:cubicBezTo>
                <a:cubicBezTo>
                  <a:pt x="5502" y="124"/>
                  <a:pt x="3632" y="957"/>
                  <a:pt x="2692" y="1362"/>
                </a:cubicBezTo>
                <a:cubicBezTo>
                  <a:pt x="1739" y="1767"/>
                  <a:pt x="965" y="2541"/>
                  <a:pt x="941" y="3541"/>
                </a:cubicBezTo>
                <a:cubicBezTo>
                  <a:pt x="918" y="4541"/>
                  <a:pt x="2775" y="8815"/>
                  <a:pt x="2954" y="9125"/>
                </a:cubicBezTo>
                <a:cubicBezTo>
                  <a:pt x="3120" y="9446"/>
                  <a:pt x="2573" y="10554"/>
                  <a:pt x="2346" y="11137"/>
                </a:cubicBezTo>
                <a:cubicBezTo>
                  <a:pt x="2120" y="11708"/>
                  <a:pt x="1168" y="13768"/>
                  <a:pt x="549" y="16066"/>
                </a:cubicBezTo>
                <a:cubicBezTo>
                  <a:pt x="1" y="18019"/>
                  <a:pt x="370" y="23281"/>
                  <a:pt x="489" y="24770"/>
                </a:cubicBezTo>
                <a:lnTo>
                  <a:pt x="5073" y="24770"/>
                </a:lnTo>
                <a:cubicBezTo>
                  <a:pt x="5132" y="24067"/>
                  <a:pt x="5263" y="22626"/>
                  <a:pt x="5359" y="22079"/>
                </a:cubicBezTo>
                <a:cubicBezTo>
                  <a:pt x="5466" y="21329"/>
                  <a:pt x="5692" y="19817"/>
                  <a:pt x="5692" y="19817"/>
                </a:cubicBezTo>
                <a:lnTo>
                  <a:pt x="6275" y="24770"/>
                </a:lnTo>
                <a:lnTo>
                  <a:pt x="10252" y="24770"/>
                </a:lnTo>
                <a:cubicBezTo>
                  <a:pt x="10395" y="23686"/>
                  <a:pt x="10752" y="20793"/>
                  <a:pt x="10824" y="18757"/>
                </a:cubicBezTo>
                <a:cubicBezTo>
                  <a:pt x="10907" y="16209"/>
                  <a:pt x="8990" y="10935"/>
                  <a:pt x="8942" y="10530"/>
                </a:cubicBezTo>
                <a:cubicBezTo>
                  <a:pt x="8883" y="10125"/>
                  <a:pt x="8990" y="8958"/>
                  <a:pt x="8990" y="8613"/>
                </a:cubicBezTo>
                <a:cubicBezTo>
                  <a:pt x="8990" y="8268"/>
                  <a:pt x="9990" y="6065"/>
                  <a:pt x="10085" y="4946"/>
                </a:cubicBezTo>
                <a:cubicBezTo>
                  <a:pt x="10169" y="3826"/>
                  <a:pt x="10419" y="3481"/>
                  <a:pt x="10419" y="3481"/>
                </a:cubicBezTo>
                <a:lnTo>
                  <a:pt x="10562" y="1600"/>
                </a:lnTo>
                <a:cubicBezTo>
                  <a:pt x="10478" y="1576"/>
                  <a:pt x="9193" y="564"/>
                  <a:pt x="7907" y="183"/>
                </a:cubicBezTo>
                <a:cubicBezTo>
                  <a:pt x="7479" y="60"/>
                  <a:pt x="7037" y="0"/>
                  <a:pt x="659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8"/>
          <p:cNvSpPr/>
          <p:nvPr/>
        </p:nvSpPr>
        <p:spPr>
          <a:xfrm>
            <a:off x="4295146" y="4263176"/>
            <a:ext cx="198828" cy="95021"/>
          </a:xfrm>
          <a:custGeom>
            <a:rect b="b" l="l" r="r" t="t"/>
            <a:pathLst>
              <a:path extrusionOk="0" fill="none" h="1406" w="2942">
                <a:moveTo>
                  <a:pt x="1" y="1239"/>
                </a:moveTo>
                <a:cubicBezTo>
                  <a:pt x="1" y="1239"/>
                  <a:pt x="1465" y="1406"/>
                  <a:pt x="2942"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8"/>
          <p:cNvSpPr/>
          <p:nvPr/>
        </p:nvSpPr>
        <p:spPr>
          <a:xfrm>
            <a:off x="4208302" y="3783338"/>
            <a:ext cx="229375" cy="286009"/>
          </a:xfrm>
          <a:custGeom>
            <a:rect b="b" l="l" r="r" t="t"/>
            <a:pathLst>
              <a:path extrusionOk="0" h="4232" w="3394">
                <a:moveTo>
                  <a:pt x="1921" y="0"/>
                </a:moveTo>
                <a:cubicBezTo>
                  <a:pt x="1554" y="0"/>
                  <a:pt x="1185" y="42"/>
                  <a:pt x="822" y="124"/>
                </a:cubicBezTo>
                <a:lnTo>
                  <a:pt x="60" y="469"/>
                </a:lnTo>
                <a:cubicBezTo>
                  <a:pt x="0" y="874"/>
                  <a:pt x="48" y="1290"/>
                  <a:pt x="191" y="1671"/>
                </a:cubicBezTo>
                <a:cubicBezTo>
                  <a:pt x="490" y="2502"/>
                  <a:pt x="1795" y="4225"/>
                  <a:pt x="2266" y="4225"/>
                </a:cubicBezTo>
                <a:cubicBezTo>
                  <a:pt x="2282" y="4225"/>
                  <a:pt x="2296" y="4223"/>
                  <a:pt x="2310" y="4219"/>
                </a:cubicBezTo>
                <a:lnTo>
                  <a:pt x="2310" y="4231"/>
                </a:lnTo>
                <a:cubicBezTo>
                  <a:pt x="2738" y="4112"/>
                  <a:pt x="3286" y="2338"/>
                  <a:pt x="3334" y="1421"/>
                </a:cubicBezTo>
                <a:cubicBezTo>
                  <a:pt x="3370" y="898"/>
                  <a:pt x="3393" y="517"/>
                  <a:pt x="3381" y="231"/>
                </a:cubicBezTo>
                <a:cubicBezTo>
                  <a:pt x="3334" y="219"/>
                  <a:pt x="3274" y="195"/>
                  <a:pt x="3227" y="183"/>
                </a:cubicBezTo>
                <a:cubicBezTo>
                  <a:pt x="2799" y="60"/>
                  <a:pt x="2361" y="0"/>
                  <a:pt x="192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8"/>
          <p:cNvSpPr/>
          <p:nvPr/>
        </p:nvSpPr>
        <p:spPr>
          <a:xfrm>
            <a:off x="4234051" y="3715214"/>
            <a:ext cx="172200" cy="291618"/>
          </a:xfrm>
          <a:custGeom>
            <a:rect b="b" l="l" r="r" t="t"/>
            <a:pathLst>
              <a:path extrusionOk="0" h="4315" w="2548">
                <a:moveTo>
                  <a:pt x="2548" y="1"/>
                </a:moveTo>
                <a:cubicBezTo>
                  <a:pt x="2548" y="1"/>
                  <a:pt x="1981" y="463"/>
                  <a:pt x="1075" y="463"/>
                </a:cubicBezTo>
                <a:cubicBezTo>
                  <a:pt x="755" y="463"/>
                  <a:pt x="394" y="406"/>
                  <a:pt x="0" y="251"/>
                </a:cubicBezTo>
                <a:lnTo>
                  <a:pt x="0" y="251"/>
                </a:lnTo>
                <a:cubicBezTo>
                  <a:pt x="0" y="251"/>
                  <a:pt x="155" y="1941"/>
                  <a:pt x="238" y="2358"/>
                </a:cubicBezTo>
                <a:cubicBezTo>
                  <a:pt x="319" y="2763"/>
                  <a:pt x="1142" y="4315"/>
                  <a:pt x="1637" y="4315"/>
                </a:cubicBezTo>
                <a:cubicBezTo>
                  <a:pt x="1651" y="4315"/>
                  <a:pt x="1665" y="4313"/>
                  <a:pt x="1679" y="4311"/>
                </a:cubicBezTo>
                <a:cubicBezTo>
                  <a:pt x="2179" y="4227"/>
                  <a:pt x="2488" y="2096"/>
                  <a:pt x="2488" y="1882"/>
                </a:cubicBezTo>
                <a:cubicBezTo>
                  <a:pt x="2488" y="1679"/>
                  <a:pt x="2548" y="1"/>
                  <a:pt x="2548"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8"/>
          <p:cNvSpPr/>
          <p:nvPr/>
        </p:nvSpPr>
        <p:spPr>
          <a:xfrm>
            <a:off x="3874307" y="3894647"/>
            <a:ext cx="600335" cy="1023537"/>
          </a:xfrm>
          <a:custGeom>
            <a:rect b="b" l="l" r="r" t="t"/>
            <a:pathLst>
              <a:path extrusionOk="0" h="15145" w="8883">
                <a:moveTo>
                  <a:pt x="2489" y="1"/>
                </a:moveTo>
                <a:cubicBezTo>
                  <a:pt x="2489" y="1"/>
                  <a:pt x="1311" y="60"/>
                  <a:pt x="656" y="1370"/>
                </a:cubicBezTo>
                <a:cubicBezTo>
                  <a:pt x="1" y="2691"/>
                  <a:pt x="775" y="3573"/>
                  <a:pt x="1025" y="4096"/>
                </a:cubicBezTo>
                <a:cubicBezTo>
                  <a:pt x="1287" y="4620"/>
                  <a:pt x="2001" y="6728"/>
                  <a:pt x="2227" y="7359"/>
                </a:cubicBezTo>
                <a:cubicBezTo>
                  <a:pt x="2466" y="7990"/>
                  <a:pt x="2918" y="8740"/>
                  <a:pt x="3728" y="9776"/>
                </a:cubicBezTo>
                <a:cubicBezTo>
                  <a:pt x="4525" y="10800"/>
                  <a:pt x="6216" y="13002"/>
                  <a:pt x="6216" y="13002"/>
                </a:cubicBezTo>
                <a:lnTo>
                  <a:pt x="6680" y="13812"/>
                </a:lnTo>
                <a:cubicBezTo>
                  <a:pt x="6680" y="13812"/>
                  <a:pt x="7454" y="14693"/>
                  <a:pt x="7538" y="14729"/>
                </a:cubicBezTo>
                <a:cubicBezTo>
                  <a:pt x="7602" y="14747"/>
                  <a:pt x="7918" y="15145"/>
                  <a:pt x="8154" y="15145"/>
                </a:cubicBezTo>
                <a:cubicBezTo>
                  <a:pt x="8225" y="15145"/>
                  <a:pt x="8288" y="15108"/>
                  <a:pt x="8335" y="15014"/>
                </a:cubicBezTo>
                <a:cubicBezTo>
                  <a:pt x="8538" y="14610"/>
                  <a:pt x="8335" y="13181"/>
                  <a:pt x="8335" y="13181"/>
                </a:cubicBezTo>
                <a:lnTo>
                  <a:pt x="8335" y="13181"/>
                </a:lnTo>
                <a:cubicBezTo>
                  <a:pt x="8335" y="13181"/>
                  <a:pt x="8585" y="13690"/>
                  <a:pt x="8722" y="13690"/>
                </a:cubicBezTo>
                <a:cubicBezTo>
                  <a:pt x="8738" y="13690"/>
                  <a:pt x="8752" y="13684"/>
                  <a:pt x="8764" y="13669"/>
                </a:cubicBezTo>
                <a:cubicBezTo>
                  <a:pt x="8883" y="13526"/>
                  <a:pt x="8740" y="13205"/>
                  <a:pt x="8621" y="12859"/>
                </a:cubicBezTo>
                <a:cubicBezTo>
                  <a:pt x="8514" y="12526"/>
                  <a:pt x="7454" y="11859"/>
                  <a:pt x="7216" y="11835"/>
                </a:cubicBezTo>
                <a:cubicBezTo>
                  <a:pt x="6990" y="11800"/>
                  <a:pt x="6704" y="11514"/>
                  <a:pt x="6359" y="10835"/>
                </a:cubicBezTo>
                <a:cubicBezTo>
                  <a:pt x="6014" y="10145"/>
                  <a:pt x="5764" y="8942"/>
                  <a:pt x="5216" y="8228"/>
                </a:cubicBezTo>
                <a:cubicBezTo>
                  <a:pt x="4668" y="7502"/>
                  <a:pt x="3954" y="6454"/>
                  <a:pt x="3954" y="6454"/>
                </a:cubicBezTo>
                <a:cubicBezTo>
                  <a:pt x="3954" y="6454"/>
                  <a:pt x="3156" y="3584"/>
                  <a:pt x="3156" y="3465"/>
                </a:cubicBezTo>
                <a:cubicBezTo>
                  <a:pt x="3204" y="2930"/>
                  <a:pt x="3132" y="2394"/>
                  <a:pt x="2930" y="1894"/>
                </a:cubicBezTo>
                <a:lnTo>
                  <a:pt x="2489"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8"/>
          <p:cNvSpPr/>
          <p:nvPr/>
        </p:nvSpPr>
        <p:spPr>
          <a:xfrm>
            <a:off x="3874307" y="3894647"/>
            <a:ext cx="600335" cy="1042122"/>
          </a:xfrm>
          <a:custGeom>
            <a:rect b="b" l="l" r="r" t="t"/>
            <a:pathLst>
              <a:path extrusionOk="0" fill="none" h="15420" w="8883">
                <a:moveTo>
                  <a:pt x="2489" y="1"/>
                </a:moveTo>
                <a:cubicBezTo>
                  <a:pt x="2489" y="1"/>
                  <a:pt x="1311" y="60"/>
                  <a:pt x="656" y="1370"/>
                </a:cubicBezTo>
                <a:cubicBezTo>
                  <a:pt x="1" y="2691"/>
                  <a:pt x="775" y="3573"/>
                  <a:pt x="1025" y="4096"/>
                </a:cubicBezTo>
                <a:cubicBezTo>
                  <a:pt x="1287" y="4620"/>
                  <a:pt x="2001" y="6728"/>
                  <a:pt x="2227" y="7359"/>
                </a:cubicBezTo>
                <a:cubicBezTo>
                  <a:pt x="2466" y="7990"/>
                  <a:pt x="2918" y="8740"/>
                  <a:pt x="3728" y="9776"/>
                </a:cubicBezTo>
                <a:cubicBezTo>
                  <a:pt x="4525" y="10800"/>
                  <a:pt x="6216" y="13002"/>
                  <a:pt x="6216" y="13002"/>
                </a:cubicBezTo>
                <a:lnTo>
                  <a:pt x="6680" y="13812"/>
                </a:lnTo>
                <a:cubicBezTo>
                  <a:pt x="6680" y="13812"/>
                  <a:pt x="7454" y="14693"/>
                  <a:pt x="7538" y="14729"/>
                </a:cubicBezTo>
                <a:cubicBezTo>
                  <a:pt x="7621" y="14752"/>
                  <a:pt x="8133" y="15419"/>
                  <a:pt x="8335" y="15014"/>
                </a:cubicBezTo>
                <a:cubicBezTo>
                  <a:pt x="8538" y="14610"/>
                  <a:pt x="8335" y="13181"/>
                  <a:pt x="8335" y="13181"/>
                </a:cubicBezTo>
                <a:cubicBezTo>
                  <a:pt x="8335" y="13181"/>
                  <a:pt x="8645" y="13812"/>
                  <a:pt x="8764" y="13669"/>
                </a:cubicBezTo>
                <a:cubicBezTo>
                  <a:pt x="8883" y="13526"/>
                  <a:pt x="8740" y="13205"/>
                  <a:pt x="8621" y="12859"/>
                </a:cubicBezTo>
                <a:cubicBezTo>
                  <a:pt x="8514" y="12526"/>
                  <a:pt x="7454" y="11859"/>
                  <a:pt x="7216" y="11835"/>
                </a:cubicBezTo>
                <a:cubicBezTo>
                  <a:pt x="6990" y="11800"/>
                  <a:pt x="6704" y="11514"/>
                  <a:pt x="6359" y="10835"/>
                </a:cubicBezTo>
                <a:cubicBezTo>
                  <a:pt x="6014" y="10145"/>
                  <a:pt x="5764" y="8942"/>
                  <a:pt x="5216" y="8228"/>
                </a:cubicBezTo>
                <a:cubicBezTo>
                  <a:pt x="4668" y="7502"/>
                  <a:pt x="3954" y="6454"/>
                  <a:pt x="3954" y="6454"/>
                </a:cubicBezTo>
                <a:cubicBezTo>
                  <a:pt x="3954" y="6454"/>
                  <a:pt x="3156" y="3584"/>
                  <a:pt x="3156" y="3465"/>
                </a:cubicBezTo>
                <a:cubicBezTo>
                  <a:pt x="3204" y="2930"/>
                  <a:pt x="3132" y="2394"/>
                  <a:pt x="2930" y="189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8"/>
          <p:cNvSpPr/>
          <p:nvPr/>
        </p:nvSpPr>
        <p:spPr>
          <a:xfrm>
            <a:off x="3943512" y="4145041"/>
            <a:ext cx="531131" cy="772468"/>
          </a:xfrm>
          <a:custGeom>
            <a:rect b="b" l="l" r="r" t="t"/>
            <a:pathLst>
              <a:path extrusionOk="0" h="11430" w="7859">
                <a:moveTo>
                  <a:pt x="1549" y="1"/>
                </a:moveTo>
                <a:cubicBezTo>
                  <a:pt x="847" y="1"/>
                  <a:pt x="344" y="178"/>
                  <a:pt x="1" y="391"/>
                </a:cubicBezTo>
                <a:cubicBezTo>
                  <a:pt x="263" y="903"/>
                  <a:pt x="977" y="3023"/>
                  <a:pt x="1203" y="3654"/>
                </a:cubicBezTo>
                <a:cubicBezTo>
                  <a:pt x="1442" y="4285"/>
                  <a:pt x="1894" y="5023"/>
                  <a:pt x="2704" y="6059"/>
                </a:cubicBezTo>
                <a:cubicBezTo>
                  <a:pt x="3501" y="7095"/>
                  <a:pt x="5192" y="9297"/>
                  <a:pt x="5192" y="9297"/>
                </a:cubicBezTo>
                <a:lnTo>
                  <a:pt x="5644" y="10095"/>
                </a:lnTo>
                <a:cubicBezTo>
                  <a:pt x="5644" y="10095"/>
                  <a:pt x="6418" y="10988"/>
                  <a:pt x="6514" y="11012"/>
                </a:cubicBezTo>
                <a:cubicBezTo>
                  <a:pt x="6577" y="11039"/>
                  <a:pt x="6892" y="11429"/>
                  <a:pt x="7127" y="11429"/>
                </a:cubicBezTo>
                <a:cubicBezTo>
                  <a:pt x="7199" y="11429"/>
                  <a:pt x="7264" y="11392"/>
                  <a:pt x="7311" y="11297"/>
                </a:cubicBezTo>
                <a:cubicBezTo>
                  <a:pt x="7514" y="10905"/>
                  <a:pt x="7311" y="9464"/>
                  <a:pt x="7311" y="9464"/>
                </a:cubicBezTo>
                <a:lnTo>
                  <a:pt x="7311" y="9464"/>
                </a:lnTo>
                <a:cubicBezTo>
                  <a:pt x="7311" y="9464"/>
                  <a:pt x="7561" y="9973"/>
                  <a:pt x="7698" y="9973"/>
                </a:cubicBezTo>
                <a:cubicBezTo>
                  <a:pt x="7714" y="9973"/>
                  <a:pt x="7728" y="9967"/>
                  <a:pt x="7740" y="9952"/>
                </a:cubicBezTo>
                <a:cubicBezTo>
                  <a:pt x="7859" y="9809"/>
                  <a:pt x="7716" y="9500"/>
                  <a:pt x="7597" y="9154"/>
                </a:cubicBezTo>
                <a:cubicBezTo>
                  <a:pt x="7490" y="8809"/>
                  <a:pt x="6430" y="8154"/>
                  <a:pt x="6192" y="8130"/>
                </a:cubicBezTo>
                <a:cubicBezTo>
                  <a:pt x="5966" y="8095"/>
                  <a:pt x="5680" y="7809"/>
                  <a:pt x="5335" y="7130"/>
                </a:cubicBezTo>
                <a:cubicBezTo>
                  <a:pt x="4990" y="6440"/>
                  <a:pt x="4740" y="5237"/>
                  <a:pt x="4192" y="4523"/>
                </a:cubicBezTo>
                <a:cubicBezTo>
                  <a:pt x="3644" y="3797"/>
                  <a:pt x="2930" y="2749"/>
                  <a:pt x="2930" y="2749"/>
                </a:cubicBezTo>
                <a:cubicBezTo>
                  <a:pt x="2930" y="2749"/>
                  <a:pt x="2382" y="808"/>
                  <a:pt x="2192" y="46"/>
                </a:cubicBezTo>
                <a:cubicBezTo>
                  <a:pt x="1961" y="15"/>
                  <a:pt x="1747" y="1"/>
                  <a:pt x="154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8"/>
          <p:cNvSpPr/>
          <p:nvPr/>
        </p:nvSpPr>
        <p:spPr>
          <a:xfrm>
            <a:off x="3892014" y="4764505"/>
            <a:ext cx="733946" cy="692856"/>
          </a:xfrm>
          <a:custGeom>
            <a:rect b="b" l="l" r="r" t="t"/>
            <a:pathLst>
              <a:path extrusionOk="0" h="10252" w="10860">
                <a:moveTo>
                  <a:pt x="1013" y="0"/>
                </a:moveTo>
                <a:cubicBezTo>
                  <a:pt x="846" y="488"/>
                  <a:pt x="680" y="1012"/>
                  <a:pt x="549" y="1536"/>
                </a:cubicBezTo>
                <a:cubicBezTo>
                  <a:pt x="1" y="3501"/>
                  <a:pt x="370" y="8751"/>
                  <a:pt x="477" y="10252"/>
                </a:cubicBezTo>
                <a:lnTo>
                  <a:pt x="5073" y="10252"/>
                </a:lnTo>
                <a:cubicBezTo>
                  <a:pt x="5132" y="9549"/>
                  <a:pt x="5263" y="8108"/>
                  <a:pt x="5359" y="7561"/>
                </a:cubicBezTo>
                <a:cubicBezTo>
                  <a:pt x="5466" y="6811"/>
                  <a:pt x="5692" y="5299"/>
                  <a:pt x="5692" y="5299"/>
                </a:cubicBezTo>
                <a:lnTo>
                  <a:pt x="6275" y="10252"/>
                </a:lnTo>
                <a:lnTo>
                  <a:pt x="10252" y="10252"/>
                </a:lnTo>
                <a:cubicBezTo>
                  <a:pt x="10395" y="9168"/>
                  <a:pt x="10752" y="6275"/>
                  <a:pt x="10824" y="4239"/>
                </a:cubicBezTo>
                <a:cubicBezTo>
                  <a:pt x="10859" y="3179"/>
                  <a:pt x="10550" y="1643"/>
                  <a:pt x="10169" y="179"/>
                </a:cubicBezTo>
                <a:cubicBezTo>
                  <a:pt x="8947" y="448"/>
                  <a:pt x="7663" y="547"/>
                  <a:pt x="6429" y="547"/>
                </a:cubicBezTo>
                <a:cubicBezTo>
                  <a:pt x="4273" y="547"/>
                  <a:pt x="2270" y="243"/>
                  <a:pt x="1013"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8"/>
          <p:cNvSpPr/>
          <p:nvPr/>
        </p:nvSpPr>
        <p:spPr>
          <a:xfrm>
            <a:off x="4149505" y="3561734"/>
            <a:ext cx="38725" cy="85965"/>
          </a:xfrm>
          <a:custGeom>
            <a:rect b="b" l="l" r="r" t="t"/>
            <a:pathLst>
              <a:path extrusionOk="0" h="1272" w="573">
                <a:moveTo>
                  <a:pt x="208" y="0"/>
                </a:moveTo>
                <a:cubicBezTo>
                  <a:pt x="131" y="0"/>
                  <a:pt x="1" y="53"/>
                  <a:pt x="1" y="414"/>
                </a:cubicBezTo>
                <a:cubicBezTo>
                  <a:pt x="1" y="926"/>
                  <a:pt x="572" y="1271"/>
                  <a:pt x="572" y="1271"/>
                </a:cubicBezTo>
                <a:lnTo>
                  <a:pt x="263" y="9"/>
                </a:lnTo>
                <a:cubicBezTo>
                  <a:pt x="263" y="9"/>
                  <a:pt x="240" y="0"/>
                  <a:pt x="20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8"/>
          <p:cNvSpPr/>
          <p:nvPr/>
        </p:nvSpPr>
        <p:spPr>
          <a:xfrm>
            <a:off x="4162413" y="3371623"/>
            <a:ext cx="322436" cy="425905"/>
          </a:xfrm>
          <a:custGeom>
            <a:rect b="b" l="l" r="r" t="t"/>
            <a:pathLst>
              <a:path extrusionOk="0" h="6302" w="4771">
                <a:moveTo>
                  <a:pt x="3013" y="1"/>
                </a:moveTo>
                <a:cubicBezTo>
                  <a:pt x="3013" y="1"/>
                  <a:pt x="2096" y="1287"/>
                  <a:pt x="1298" y="1810"/>
                </a:cubicBezTo>
                <a:cubicBezTo>
                  <a:pt x="881" y="2084"/>
                  <a:pt x="453" y="2322"/>
                  <a:pt x="0" y="2549"/>
                </a:cubicBezTo>
                <a:cubicBezTo>
                  <a:pt x="0" y="2549"/>
                  <a:pt x="405" y="4215"/>
                  <a:pt x="584" y="4751"/>
                </a:cubicBezTo>
                <a:cubicBezTo>
                  <a:pt x="750" y="5299"/>
                  <a:pt x="1262" y="6251"/>
                  <a:pt x="2298" y="6299"/>
                </a:cubicBezTo>
                <a:cubicBezTo>
                  <a:pt x="2325" y="6301"/>
                  <a:pt x="2352" y="6301"/>
                  <a:pt x="2379" y="6301"/>
                </a:cubicBezTo>
                <a:cubicBezTo>
                  <a:pt x="3347" y="6301"/>
                  <a:pt x="3792" y="5261"/>
                  <a:pt x="3989" y="4751"/>
                </a:cubicBezTo>
                <a:cubicBezTo>
                  <a:pt x="4108" y="4489"/>
                  <a:pt x="4168" y="4204"/>
                  <a:pt x="4168" y="3906"/>
                </a:cubicBezTo>
                <a:cubicBezTo>
                  <a:pt x="4465" y="3727"/>
                  <a:pt x="4656" y="3418"/>
                  <a:pt x="4715" y="3084"/>
                </a:cubicBezTo>
                <a:cubicBezTo>
                  <a:pt x="4770" y="2580"/>
                  <a:pt x="4653" y="2560"/>
                  <a:pt x="4634" y="2560"/>
                </a:cubicBezTo>
                <a:cubicBezTo>
                  <a:pt x="4633" y="2560"/>
                  <a:pt x="4632" y="2560"/>
                  <a:pt x="4632" y="2560"/>
                </a:cubicBezTo>
                <a:cubicBezTo>
                  <a:pt x="4632" y="2560"/>
                  <a:pt x="4576" y="2620"/>
                  <a:pt x="4465" y="2620"/>
                </a:cubicBezTo>
                <a:cubicBezTo>
                  <a:pt x="4384" y="2620"/>
                  <a:pt x="4273" y="2588"/>
                  <a:pt x="4132" y="2477"/>
                </a:cubicBezTo>
                <a:cubicBezTo>
                  <a:pt x="3858" y="2263"/>
                  <a:pt x="2917" y="775"/>
                  <a:pt x="301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8"/>
          <p:cNvSpPr/>
          <p:nvPr/>
        </p:nvSpPr>
        <p:spPr>
          <a:xfrm>
            <a:off x="4218710" y="3572007"/>
            <a:ext cx="66907" cy="20140"/>
          </a:xfrm>
          <a:custGeom>
            <a:rect b="b" l="l" r="r" t="t"/>
            <a:pathLst>
              <a:path extrusionOk="0" fill="none" h="298" w="990">
                <a:moveTo>
                  <a:pt x="1" y="298"/>
                </a:moveTo>
                <a:cubicBezTo>
                  <a:pt x="1" y="298"/>
                  <a:pt x="406" y="0"/>
                  <a:pt x="989" y="29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8"/>
          <p:cNvSpPr/>
          <p:nvPr/>
        </p:nvSpPr>
        <p:spPr>
          <a:xfrm>
            <a:off x="4341846" y="3566330"/>
            <a:ext cx="67650" cy="29060"/>
          </a:xfrm>
          <a:custGeom>
            <a:rect b="b" l="l" r="r" t="t"/>
            <a:pathLst>
              <a:path extrusionOk="0" fill="none" h="430" w="1001">
                <a:moveTo>
                  <a:pt x="0" y="430"/>
                </a:moveTo>
                <a:cubicBezTo>
                  <a:pt x="0" y="430"/>
                  <a:pt x="489" y="1"/>
                  <a:pt x="1001" y="34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8"/>
          <p:cNvSpPr/>
          <p:nvPr/>
        </p:nvSpPr>
        <p:spPr>
          <a:xfrm>
            <a:off x="4213101" y="3520508"/>
            <a:ext cx="63663" cy="27438"/>
          </a:xfrm>
          <a:custGeom>
            <a:rect b="b" l="l" r="r" t="t"/>
            <a:pathLst>
              <a:path extrusionOk="0" fill="none" h="406" w="942">
                <a:moveTo>
                  <a:pt x="0" y="405"/>
                </a:moveTo>
                <a:cubicBezTo>
                  <a:pt x="0" y="405"/>
                  <a:pt x="215" y="0"/>
                  <a:pt x="941" y="19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8"/>
          <p:cNvSpPr/>
          <p:nvPr/>
        </p:nvSpPr>
        <p:spPr>
          <a:xfrm>
            <a:off x="4341846" y="3518886"/>
            <a:ext cx="74881" cy="24195"/>
          </a:xfrm>
          <a:custGeom>
            <a:rect b="b" l="l" r="r" t="t"/>
            <a:pathLst>
              <a:path extrusionOk="0" fill="none" h="358" w="1108">
                <a:moveTo>
                  <a:pt x="0" y="250"/>
                </a:moveTo>
                <a:cubicBezTo>
                  <a:pt x="346" y="0"/>
                  <a:pt x="822" y="48"/>
                  <a:pt x="1108" y="3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8"/>
          <p:cNvSpPr/>
          <p:nvPr/>
        </p:nvSpPr>
        <p:spPr>
          <a:xfrm>
            <a:off x="4295146" y="3655674"/>
            <a:ext cx="41158" cy="20207"/>
          </a:xfrm>
          <a:custGeom>
            <a:rect b="b" l="l" r="r" t="t"/>
            <a:pathLst>
              <a:path extrusionOk="0" fill="none" h="299" w="609">
                <a:moveTo>
                  <a:pt x="608" y="1"/>
                </a:moveTo>
                <a:cubicBezTo>
                  <a:pt x="608" y="1"/>
                  <a:pt x="180" y="298"/>
                  <a:pt x="1"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8"/>
          <p:cNvSpPr/>
          <p:nvPr/>
        </p:nvSpPr>
        <p:spPr>
          <a:xfrm>
            <a:off x="4283928" y="3695075"/>
            <a:ext cx="54742" cy="16963"/>
          </a:xfrm>
          <a:custGeom>
            <a:rect b="b" l="l" r="r" t="t"/>
            <a:pathLst>
              <a:path extrusionOk="0" fill="none" h="251" w="810">
                <a:moveTo>
                  <a:pt x="0" y="37"/>
                </a:moveTo>
                <a:cubicBezTo>
                  <a:pt x="0" y="37"/>
                  <a:pt x="536" y="251"/>
                  <a:pt x="81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8"/>
          <p:cNvSpPr/>
          <p:nvPr/>
        </p:nvSpPr>
        <p:spPr>
          <a:xfrm>
            <a:off x="3497735" y="4603253"/>
            <a:ext cx="326626" cy="653050"/>
          </a:xfrm>
          <a:custGeom>
            <a:rect b="b" l="l" r="r" t="t"/>
            <a:pathLst>
              <a:path extrusionOk="0" h="9663" w="4833">
                <a:moveTo>
                  <a:pt x="684" y="0"/>
                </a:moveTo>
                <a:cubicBezTo>
                  <a:pt x="666" y="0"/>
                  <a:pt x="649" y="2"/>
                  <a:pt x="632" y="5"/>
                </a:cubicBezTo>
                <a:cubicBezTo>
                  <a:pt x="1" y="112"/>
                  <a:pt x="132" y="791"/>
                  <a:pt x="132" y="791"/>
                </a:cubicBezTo>
                <a:lnTo>
                  <a:pt x="1799" y="3577"/>
                </a:lnTo>
                <a:cubicBezTo>
                  <a:pt x="1799" y="3577"/>
                  <a:pt x="1977" y="4184"/>
                  <a:pt x="2061" y="4637"/>
                </a:cubicBezTo>
                <a:cubicBezTo>
                  <a:pt x="2156" y="5089"/>
                  <a:pt x="2323" y="6268"/>
                  <a:pt x="2620" y="6934"/>
                </a:cubicBezTo>
                <a:cubicBezTo>
                  <a:pt x="2930" y="7601"/>
                  <a:pt x="2989" y="7649"/>
                  <a:pt x="2989" y="7649"/>
                </a:cubicBezTo>
                <a:cubicBezTo>
                  <a:pt x="2989" y="7649"/>
                  <a:pt x="2751" y="8387"/>
                  <a:pt x="2644" y="8494"/>
                </a:cubicBezTo>
                <a:cubicBezTo>
                  <a:pt x="2556" y="8582"/>
                  <a:pt x="2540" y="8759"/>
                  <a:pt x="2637" y="8759"/>
                </a:cubicBezTo>
                <a:cubicBezTo>
                  <a:pt x="2658" y="8759"/>
                  <a:pt x="2684" y="8751"/>
                  <a:pt x="2715" y="8732"/>
                </a:cubicBezTo>
                <a:cubicBezTo>
                  <a:pt x="2882" y="8625"/>
                  <a:pt x="3299" y="7959"/>
                  <a:pt x="3299" y="7958"/>
                </a:cubicBezTo>
                <a:lnTo>
                  <a:pt x="3299" y="7958"/>
                </a:lnTo>
                <a:cubicBezTo>
                  <a:pt x="3299" y="8161"/>
                  <a:pt x="3275" y="8363"/>
                  <a:pt x="3227" y="8566"/>
                </a:cubicBezTo>
                <a:cubicBezTo>
                  <a:pt x="3168" y="8780"/>
                  <a:pt x="2882" y="8970"/>
                  <a:pt x="2775" y="9149"/>
                </a:cubicBezTo>
                <a:cubicBezTo>
                  <a:pt x="2736" y="9210"/>
                  <a:pt x="2754" y="9237"/>
                  <a:pt x="2808" y="9237"/>
                </a:cubicBezTo>
                <a:cubicBezTo>
                  <a:pt x="2901" y="9237"/>
                  <a:pt x="3102" y="9154"/>
                  <a:pt x="3299" y="9018"/>
                </a:cubicBezTo>
                <a:cubicBezTo>
                  <a:pt x="3596" y="8792"/>
                  <a:pt x="3727" y="8197"/>
                  <a:pt x="3727" y="8197"/>
                </a:cubicBezTo>
                <a:lnTo>
                  <a:pt x="3727" y="8197"/>
                </a:lnTo>
                <a:cubicBezTo>
                  <a:pt x="3751" y="8447"/>
                  <a:pt x="3739" y="8697"/>
                  <a:pt x="3680" y="8947"/>
                </a:cubicBezTo>
                <a:cubicBezTo>
                  <a:pt x="3597" y="9268"/>
                  <a:pt x="3537" y="9494"/>
                  <a:pt x="3561" y="9625"/>
                </a:cubicBezTo>
                <a:cubicBezTo>
                  <a:pt x="3563" y="9647"/>
                  <a:pt x="3573" y="9657"/>
                  <a:pt x="3589" y="9657"/>
                </a:cubicBezTo>
                <a:cubicBezTo>
                  <a:pt x="3659" y="9657"/>
                  <a:pt x="3844" y="9467"/>
                  <a:pt x="3989" y="9292"/>
                </a:cubicBezTo>
                <a:cubicBezTo>
                  <a:pt x="4156" y="9078"/>
                  <a:pt x="4263" y="7946"/>
                  <a:pt x="4263" y="7946"/>
                </a:cubicBezTo>
                <a:lnTo>
                  <a:pt x="4263" y="8256"/>
                </a:lnTo>
                <a:cubicBezTo>
                  <a:pt x="4263" y="8447"/>
                  <a:pt x="4359" y="9637"/>
                  <a:pt x="4573" y="9661"/>
                </a:cubicBezTo>
                <a:cubicBezTo>
                  <a:pt x="4583" y="9662"/>
                  <a:pt x="4594" y="9663"/>
                  <a:pt x="4604" y="9663"/>
                </a:cubicBezTo>
                <a:cubicBezTo>
                  <a:pt x="4792" y="9663"/>
                  <a:pt x="4832" y="9435"/>
                  <a:pt x="4787" y="8530"/>
                </a:cubicBezTo>
                <a:cubicBezTo>
                  <a:pt x="4751" y="7577"/>
                  <a:pt x="4394" y="5982"/>
                  <a:pt x="4097" y="5422"/>
                </a:cubicBezTo>
                <a:cubicBezTo>
                  <a:pt x="3799" y="4851"/>
                  <a:pt x="2537" y="2065"/>
                  <a:pt x="2537" y="2065"/>
                </a:cubicBezTo>
                <a:cubicBezTo>
                  <a:pt x="2537" y="2065"/>
                  <a:pt x="1330"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8"/>
          <p:cNvSpPr/>
          <p:nvPr/>
        </p:nvSpPr>
        <p:spPr>
          <a:xfrm>
            <a:off x="3497735" y="4603253"/>
            <a:ext cx="326626" cy="653050"/>
          </a:xfrm>
          <a:custGeom>
            <a:rect b="b" l="l" r="r" t="t"/>
            <a:pathLst>
              <a:path extrusionOk="0" h="9663" w="4833">
                <a:moveTo>
                  <a:pt x="684" y="0"/>
                </a:moveTo>
                <a:cubicBezTo>
                  <a:pt x="666" y="0"/>
                  <a:pt x="649" y="2"/>
                  <a:pt x="632" y="5"/>
                </a:cubicBezTo>
                <a:cubicBezTo>
                  <a:pt x="1" y="112"/>
                  <a:pt x="132" y="791"/>
                  <a:pt x="132" y="791"/>
                </a:cubicBezTo>
                <a:lnTo>
                  <a:pt x="1799" y="3577"/>
                </a:lnTo>
                <a:cubicBezTo>
                  <a:pt x="1799" y="3577"/>
                  <a:pt x="1977" y="4184"/>
                  <a:pt x="2061" y="4637"/>
                </a:cubicBezTo>
                <a:cubicBezTo>
                  <a:pt x="2156" y="5089"/>
                  <a:pt x="2323" y="6268"/>
                  <a:pt x="2620" y="6934"/>
                </a:cubicBezTo>
                <a:cubicBezTo>
                  <a:pt x="2930" y="7601"/>
                  <a:pt x="2989" y="7649"/>
                  <a:pt x="2989" y="7649"/>
                </a:cubicBezTo>
                <a:cubicBezTo>
                  <a:pt x="2989" y="7649"/>
                  <a:pt x="2751" y="8387"/>
                  <a:pt x="2644" y="8494"/>
                </a:cubicBezTo>
                <a:cubicBezTo>
                  <a:pt x="2556" y="8582"/>
                  <a:pt x="2540" y="8759"/>
                  <a:pt x="2637" y="8759"/>
                </a:cubicBezTo>
                <a:cubicBezTo>
                  <a:pt x="2658" y="8759"/>
                  <a:pt x="2684" y="8751"/>
                  <a:pt x="2715" y="8732"/>
                </a:cubicBezTo>
                <a:cubicBezTo>
                  <a:pt x="2882" y="8625"/>
                  <a:pt x="3299" y="7959"/>
                  <a:pt x="3299" y="7958"/>
                </a:cubicBezTo>
                <a:lnTo>
                  <a:pt x="3299" y="7958"/>
                </a:lnTo>
                <a:cubicBezTo>
                  <a:pt x="3299" y="8161"/>
                  <a:pt x="3275" y="8363"/>
                  <a:pt x="3227" y="8566"/>
                </a:cubicBezTo>
                <a:cubicBezTo>
                  <a:pt x="3168" y="8780"/>
                  <a:pt x="2882" y="8970"/>
                  <a:pt x="2775" y="9149"/>
                </a:cubicBezTo>
                <a:cubicBezTo>
                  <a:pt x="2736" y="9210"/>
                  <a:pt x="2754" y="9237"/>
                  <a:pt x="2808" y="9237"/>
                </a:cubicBezTo>
                <a:cubicBezTo>
                  <a:pt x="2901" y="9237"/>
                  <a:pt x="3102" y="9154"/>
                  <a:pt x="3299" y="9018"/>
                </a:cubicBezTo>
                <a:cubicBezTo>
                  <a:pt x="3596" y="8792"/>
                  <a:pt x="3727" y="8197"/>
                  <a:pt x="3727" y="8197"/>
                </a:cubicBezTo>
                <a:lnTo>
                  <a:pt x="3727" y="8197"/>
                </a:lnTo>
                <a:cubicBezTo>
                  <a:pt x="3751" y="8447"/>
                  <a:pt x="3739" y="8697"/>
                  <a:pt x="3680" y="8947"/>
                </a:cubicBezTo>
                <a:cubicBezTo>
                  <a:pt x="3597" y="9268"/>
                  <a:pt x="3537" y="9494"/>
                  <a:pt x="3561" y="9625"/>
                </a:cubicBezTo>
                <a:cubicBezTo>
                  <a:pt x="3563" y="9647"/>
                  <a:pt x="3573" y="9657"/>
                  <a:pt x="3589" y="9657"/>
                </a:cubicBezTo>
                <a:cubicBezTo>
                  <a:pt x="3659" y="9657"/>
                  <a:pt x="3844" y="9467"/>
                  <a:pt x="3989" y="9292"/>
                </a:cubicBezTo>
                <a:cubicBezTo>
                  <a:pt x="4156" y="9078"/>
                  <a:pt x="4263" y="7946"/>
                  <a:pt x="4263" y="7946"/>
                </a:cubicBezTo>
                <a:lnTo>
                  <a:pt x="4263" y="8256"/>
                </a:lnTo>
                <a:cubicBezTo>
                  <a:pt x="4263" y="8447"/>
                  <a:pt x="4359" y="9637"/>
                  <a:pt x="4573" y="9661"/>
                </a:cubicBezTo>
                <a:cubicBezTo>
                  <a:pt x="4583" y="9662"/>
                  <a:pt x="4594" y="9663"/>
                  <a:pt x="4604" y="9663"/>
                </a:cubicBezTo>
                <a:cubicBezTo>
                  <a:pt x="4792" y="9663"/>
                  <a:pt x="4832" y="9435"/>
                  <a:pt x="4787" y="8530"/>
                </a:cubicBezTo>
                <a:cubicBezTo>
                  <a:pt x="4751" y="7577"/>
                  <a:pt x="4394" y="5982"/>
                  <a:pt x="4097" y="5422"/>
                </a:cubicBezTo>
                <a:cubicBezTo>
                  <a:pt x="3799" y="4851"/>
                  <a:pt x="2537" y="2065"/>
                  <a:pt x="2537" y="2065"/>
                </a:cubicBezTo>
                <a:cubicBezTo>
                  <a:pt x="2537" y="2065"/>
                  <a:pt x="1330" y="0"/>
                  <a:pt x="68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8"/>
          <p:cNvSpPr/>
          <p:nvPr/>
        </p:nvSpPr>
        <p:spPr>
          <a:xfrm>
            <a:off x="3497735" y="4595481"/>
            <a:ext cx="326761" cy="666363"/>
          </a:xfrm>
          <a:custGeom>
            <a:rect b="b" l="l" r="r" t="t"/>
            <a:pathLst>
              <a:path extrusionOk="0" fill="none" h="9860" w="4835">
                <a:moveTo>
                  <a:pt x="2537" y="2180"/>
                </a:moveTo>
                <a:cubicBezTo>
                  <a:pt x="2537" y="2180"/>
                  <a:pt x="3799" y="4966"/>
                  <a:pt x="4097" y="5537"/>
                </a:cubicBezTo>
                <a:cubicBezTo>
                  <a:pt x="4394" y="6097"/>
                  <a:pt x="4751" y="7692"/>
                  <a:pt x="4787" y="8645"/>
                </a:cubicBezTo>
                <a:cubicBezTo>
                  <a:pt x="4835" y="9597"/>
                  <a:pt x="4787" y="9800"/>
                  <a:pt x="4573" y="9776"/>
                </a:cubicBezTo>
                <a:cubicBezTo>
                  <a:pt x="4359" y="9752"/>
                  <a:pt x="4263" y="8562"/>
                  <a:pt x="4263" y="8371"/>
                </a:cubicBezTo>
                <a:lnTo>
                  <a:pt x="4263" y="8061"/>
                </a:lnTo>
                <a:cubicBezTo>
                  <a:pt x="4263" y="8061"/>
                  <a:pt x="4156" y="9193"/>
                  <a:pt x="3989" y="9407"/>
                </a:cubicBezTo>
                <a:cubicBezTo>
                  <a:pt x="3811" y="9621"/>
                  <a:pt x="3573" y="9859"/>
                  <a:pt x="3561" y="9740"/>
                </a:cubicBezTo>
                <a:cubicBezTo>
                  <a:pt x="3537" y="9609"/>
                  <a:pt x="3597" y="9383"/>
                  <a:pt x="3680" y="9062"/>
                </a:cubicBezTo>
                <a:cubicBezTo>
                  <a:pt x="3739" y="8812"/>
                  <a:pt x="3751" y="8562"/>
                  <a:pt x="3727" y="8312"/>
                </a:cubicBezTo>
                <a:cubicBezTo>
                  <a:pt x="3727" y="8312"/>
                  <a:pt x="3597" y="8907"/>
                  <a:pt x="3299" y="9133"/>
                </a:cubicBezTo>
                <a:cubicBezTo>
                  <a:pt x="2989" y="9347"/>
                  <a:pt x="2668" y="9431"/>
                  <a:pt x="2775" y="9264"/>
                </a:cubicBezTo>
                <a:cubicBezTo>
                  <a:pt x="2882" y="9085"/>
                  <a:pt x="3168" y="8895"/>
                  <a:pt x="3227" y="8681"/>
                </a:cubicBezTo>
                <a:cubicBezTo>
                  <a:pt x="3275" y="8478"/>
                  <a:pt x="3299" y="8276"/>
                  <a:pt x="3299" y="8073"/>
                </a:cubicBezTo>
                <a:cubicBezTo>
                  <a:pt x="3299" y="8073"/>
                  <a:pt x="2882" y="8740"/>
                  <a:pt x="2715" y="8847"/>
                </a:cubicBezTo>
                <a:cubicBezTo>
                  <a:pt x="2537" y="8954"/>
                  <a:pt x="2537" y="8716"/>
                  <a:pt x="2644" y="8609"/>
                </a:cubicBezTo>
                <a:cubicBezTo>
                  <a:pt x="2751" y="8502"/>
                  <a:pt x="2989" y="7764"/>
                  <a:pt x="2989" y="7764"/>
                </a:cubicBezTo>
                <a:cubicBezTo>
                  <a:pt x="2989" y="7764"/>
                  <a:pt x="2930" y="7716"/>
                  <a:pt x="2620" y="7049"/>
                </a:cubicBezTo>
                <a:cubicBezTo>
                  <a:pt x="2323" y="6383"/>
                  <a:pt x="2156" y="5204"/>
                  <a:pt x="2061" y="4752"/>
                </a:cubicBezTo>
                <a:cubicBezTo>
                  <a:pt x="1977" y="4299"/>
                  <a:pt x="1799" y="3692"/>
                  <a:pt x="1799" y="3692"/>
                </a:cubicBezTo>
                <a:lnTo>
                  <a:pt x="132" y="906"/>
                </a:lnTo>
                <a:cubicBezTo>
                  <a:pt x="132" y="906"/>
                  <a:pt x="1" y="227"/>
                  <a:pt x="632" y="120"/>
                </a:cubicBezTo>
                <a:cubicBezTo>
                  <a:pt x="1263" y="1"/>
                  <a:pt x="2537" y="2180"/>
                  <a:pt x="2537" y="2180"/>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8"/>
          <p:cNvSpPr/>
          <p:nvPr/>
        </p:nvSpPr>
        <p:spPr>
          <a:xfrm>
            <a:off x="3697307" y="5009898"/>
            <a:ext cx="96643" cy="167469"/>
          </a:xfrm>
          <a:custGeom>
            <a:rect b="b" l="l" r="r" t="t"/>
            <a:pathLst>
              <a:path extrusionOk="0" h="2478" w="1430">
                <a:moveTo>
                  <a:pt x="1" y="1"/>
                </a:moveTo>
                <a:lnTo>
                  <a:pt x="1" y="1"/>
                </a:lnTo>
                <a:cubicBezTo>
                  <a:pt x="203" y="810"/>
                  <a:pt x="739" y="810"/>
                  <a:pt x="739" y="810"/>
                </a:cubicBezTo>
                <a:cubicBezTo>
                  <a:pt x="763" y="1167"/>
                  <a:pt x="834" y="1537"/>
                  <a:pt x="929" y="1894"/>
                </a:cubicBezTo>
                <a:cubicBezTo>
                  <a:pt x="1084" y="2370"/>
                  <a:pt x="1132" y="2477"/>
                  <a:pt x="1275" y="2477"/>
                </a:cubicBezTo>
                <a:cubicBezTo>
                  <a:pt x="1429" y="2477"/>
                  <a:pt x="1322" y="2239"/>
                  <a:pt x="1346" y="1763"/>
                </a:cubicBezTo>
                <a:cubicBezTo>
                  <a:pt x="1370" y="1287"/>
                  <a:pt x="1155" y="227"/>
                  <a:pt x="1155" y="227"/>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8"/>
          <p:cNvSpPr/>
          <p:nvPr/>
        </p:nvSpPr>
        <p:spPr>
          <a:xfrm>
            <a:off x="3697307" y="5009898"/>
            <a:ext cx="96643" cy="167469"/>
          </a:xfrm>
          <a:custGeom>
            <a:rect b="b" l="l" r="r" t="t"/>
            <a:pathLst>
              <a:path extrusionOk="0" h="2478" w="1430">
                <a:moveTo>
                  <a:pt x="1" y="1"/>
                </a:moveTo>
                <a:lnTo>
                  <a:pt x="1" y="1"/>
                </a:lnTo>
                <a:cubicBezTo>
                  <a:pt x="203" y="810"/>
                  <a:pt x="739" y="810"/>
                  <a:pt x="739" y="810"/>
                </a:cubicBezTo>
                <a:cubicBezTo>
                  <a:pt x="763" y="1167"/>
                  <a:pt x="834" y="1537"/>
                  <a:pt x="929" y="1894"/>
                </a:cubicBezTo>
                <a:cubicBezTo>
                  <a:pt x="1084" y="2370"/>
                  <a:pt x="1132" y="2477"/>
                  <a:pt x="1275" y="2477"/>
                </a:cubicBezTo>
                <a:cubicBezTo>
                  <a:pt x="1429" y="2477"/>
                  <a:pt x="1322" y="2239"/>
                  <a:pt x="1346" y="1763"/>
                </a:cubicBezTo>
                <a:cubicBezTo>
                  <a:pt x="1370" y="1287"/>
                  <a:pt x="1155" y="227"/>
                  <a:pt x="1155" y="227"/>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8"/>
          <p:cNvSpPr/>
          <p:nvPr/>
        </p:nvSpPr>
        <p:spPr>
          <a:xfrm>
            <a:off x="3697307" y="5009898"/>
            <a:ext cx="96643" cy="167469"/>
          </a:xfrm>
          <a:custGeom>
            <a:rect b="b" l="l" r="r" t="t"/>
            <a:pathLst>
              <a:path extrusionOk="0" fill="none" h="2478" w="1430">
                <a:moveTo>
                  <a:pt x="1155" y="227"/>
                </a:moveTo>
                <a:cubicBezTo>
                  <a:pt x="1155" y="227"/>
                  <a:pt x="1370" y="1287"/>
                  <a:pt x="1346" y="1763"/>
                </a:cubicBezTo>
                <a:cubicBezTo>
                  <a:pt x="1322" y="2239"/>
                  <a:pt x="1429" y="2477"/>
                  <a:pt x="1275" y="2477"/>
                </a:cubicBezTo>
                <a:cubicBezTo>
                  <a:pt x="1132" y="2477"/>
                  <a:pt x="1084" y="2370"/>
                  <a:pt x="929" y="1894"/>
                </a:cubicBezTo>
                <a:cubicBezTo>
                  <a:pt x="834" y="1537"/>
                  <a:pt x="763" y="1167"/>
                  <a:pt x="739" y="810"/>
                </a:cubicBezTo>
                <a:cubicBezTo>
                  <a:pt x="739" y="810"/>
                  <a:pt x="203" y="810"/>
                  <a:pt x="1" y="1"/>
                </a:cubicBezTo>
              </a:path>
            </a:pathLst>
          </a:custGeom>
          <a:solidFill>
            <a:schemeClr val="accent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8"/>
          <p:cNvSpPr/>
          <p:nvPr/>
        </p:nvSpPr>
        <p:spPr>
          <a:xfrm>
            <a:off x="3116364" y="3715485"/>
            <a:ext cx="610811" cy="1741871"/>
          </a:xfrm>
          <a:custGeom>
            <a:rect b="b" l="l" r="r" t="t"/>
            <a:pathLst>
              <a:path extrusionOk="0" h="25774" w="9038">
                <a:moveTo>
                  <a:pt x="4884" y="1"/>
                </a:moveTo>
                <a:cubicBezTo>
                  <a:pt x="4725" y="1"/>
                  <a:pt x="4607" y="24"/>
                  <a:pt x="4537" y="56"/>
                </a:cubicBezTo>
                <a:cubicBezTo>
                  <a:pt x="4537" y="56"/>
                  <a:pt x="3596" y="699"/>
                  <a:pt x="2096" y="2294"/>
                </a:cubicBezTo>
                <a:cubicBezTo>
                  <a:pt x="596" y="3878"/>
                  <a:pt x="84" y="5152"/>
                  <a:pt x="84" y="7593"/>
                </a:cubicBezTo>
                <a:cubicBezTo>
                  <a:pt x="84" y="9069"/>
                  <a:pt x="215" y="10545"/>
                  <a:pt x="477" y="11998"/>
                </a:cubicBezTo>
                <a:cubicBezTo>
                  <a:pt x="477" y="11998"/>
                  <a:pt x="0" y="19618"/>
                  <a:pt x="0" y="19797"/>
                </a:cubicBezTo>
                <a:cubicBezTo>
                  <a:pt x="0" y="19963"/>
                  <a:pt x="72" y="24762"/>
                  <a:pt x="84" y="25774"/>
                </a:cubicBezTo>
                <a:lnTo>
                  <a:pt x="8049" y="25774"/>
                </a:lnTo>
                <a:cubicBezTo>
                  <a:pt x="8097" y="24285"/>
                  <a:pt x="8358" y="14546"/>
                  <a:pt x="8430" y="14105"/>
                </a:cubicBezTo>
                <a:cubicBezTo>
                  <a:pt x="8525" y="13629"/>
                  <a:pt x="8954" y="9176"/>
                  <a:pt x="8989" y="7426"/>
                </a:cubicBezTo>
                <a:cubicBezTo>
                  <a:pt x="9037" y="5676"/>
                  <a:pt x="8263" y="3140"/>
                  <a:pt x="8263" y="2973"/>
                </a:cubicBezTo>
                <a:cubicBezTo>
                  <a:pt x="8263" y="2806"/>
                  <a:pt x="8132" y="1735"/>
                  <a:pt x="6942" y="830"/>
                </a:cubicBezTo>
                <a:cubicBezTo>
                  <a:pt x="6061" y="176"/>
                  <a:pt x="5320" y="1"/>
                  <a:pt x="488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8"/>
          <p:cNvSpPr/>
          <p:nvPr/>
        </p:nvSpPr>
        <p:spPr>
          <a:xfrm>
            <a:off x="3124406" y="3996832"/>
            <a:ext cx="578574" cy="296214"/>
          </a:xfrm>
          <a:custGeom>
            <a:rect b="b" l="l" r="r" t="t"/>
            <a:pathLst>
              <a:path extrusionOk="0" h="4383" w="8561">
                <a:moveTo>
                  <a:pt x="8418" y="1"/>
                </a:moveTo>
                <a:cubicBezTo>
                  <a:pt x="7430" y="1620"/>
                  <a:pt x="5822" y="3692"/>
                  <a:pt x="4037" y="3894"/>
                </a:cubicBezTo>
                <a:cubicBezTo>
                  <a:pt x="3882" y="3910"/>
                  <a:pt x="3732" y="3918"/>
                  <a:pt x="3588" y="3918"/>
                </a:cubicBezTo>
                <a:cubicBezTo>
                  <a:pt x="1411" y="3918"/>
                  <a:pt x="398" y="2163"/>
                  <a:pt x="107" y="1560"/>
                </a:cubicBezTo>
                <a:cubicBezTo>
                  <a:pt x="60" y="1810"/>
                  <a:pt x="24" y="2061"/>
                  <a:pt x="0" y="2334"/>
                </a:cubicBezTo>
                <a:cubicBezTo>
                  <a:pt x="560" y="3180"/>
                  <a:pt x="1679" y="4382"/>
                  <a:pt x="3584" y="4382"/>
                </a:cubicBezTo>
                <a:cubicBezTo>
                  <a:pt x="3751" y="4382"/>
                  <a:pt x="3917" y="4370"/>
                  <a:pt x="4084" y="4358"/>
                </a:cubicBezTo>
                <a:cubicBezTo>
                  <a:pt x="5918" y="4156"/>
                  <a:pt x="7513" y="2287"/>
                  <a:pt x="8561" y="667"/>
                </a:cubicBezTo>
                <a:cubicBezTo>
                  <a:pt x="8513" y="429"/>
                  <a:pt x="8466" y="203"/>
                  <a:pt x="841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8"/>
          <p:cNvSpPr/>
          <p:nvPr/>
        </p:nvSpPr>
        <p:spPr>
          <a:xfrm>
            <a:off x="3325533" y="3727312"/>
            <a:ext cx="211736" cy="318719"/>
          </a:xfrm>
          <a:custGeom>
            <a:rect b="b" l="l" r="r" t="t"/>
            <a:pathLst>
              <a:path extrusionOk="0" h="4716" w="3133">
                <a:moveTo>
                  <a:pt x="2668" y="0"/>
                </a:moveTo>
                <a:cubicBezTo>
                  <a:pt x="1394" y="1274"/>
                  <a:pt x="477" y="2858"/>
                  <a:pt x="13" y="4584"/>
                </a:cubicBezTo>
                <a:lnTo>
                  <a:pt x="1" y="4584"/>
                </a:lnTo>
                <a:lnTo>
                  <a:pt x="465" y="4715"/>
                </a:lnTo>
                <a:cubicBezTo>
                  <a:pt x="930" y="3001"/>
                  <a:pt x="1858" y="1441"/>
                  <a:pt x="3132" y="214"/>
                </a:cubicBezTo>
                <a:cubicBezTo>
                  <a:pt x="2989" y="131"/>
                  <a:pt x="2823" y="60"/>
                  <a:pt x="266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8"/>
          <p:cNvSpPr/>
          <p:nvPr/>
        </p:nvSpPr>
        <p:spPr>
          <a:xfrm>
            <a:off x="3341686" y="3865721"/>
            <a:ext cx="331560" cy="324328"/>
          </a:xfrm>
          <a:custGeom>
            <a:rect b="b" l="l" r="r" t="t"/>
            <a:pathLst>
              <a:path extrusionOk="0" h="4799" w="4906">
                <a:moveTo>
                  <a:pt x="4739" y="0"/>
                </a:moveTo>
                <a:cubicBezTo>
                  <a:pt x="2369" y="3143"/>
                  <a:pt x="24" y="4358"/>
                  <a:pt x="0" y="4370"/>
                </a:cubicBezTo>
                <a:lnTo>
                  <a:pt x="214" y="4798"/>
                </a:lnTo>
                <a:cubicBezTo>
                  <a:pt x="321" y="4739"/>
                  <a:pt x="2548" y="3584"/>
                  <a:pt x="4905" y="548"/>
                </a:cubicBezTo>
                <a:cubicBezTo>
                  <a:pt x="4870" y="357"/>
                  <a:pt x="4810" y="179"/>
                  <a:pt x="473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8"/>
          <p:cNvSpPr/>
          <p:nvPr/>
        </p:nvSpPr>
        <p:spPr>
          <a:xfrm>
            <a:off x="3191178" y="3831862"/>
            <a:ext cx="104685" cy="243094"/>
          </a:xfrm>
          <a:custGeom>
            <a:rect b="b" l="l" r="r" t="t"/>
            <a:pathLst>
              <a:path extrusionOk="0" h="3597" w="1549">
                <a:moveTo>
                  <a:pt x="1548" y="1"/>
                </a:moveTo>
                <a:lnTo>
                  <a:pt x="1548" y="1"/>
                </a:lnTo>
                <a:cubicBezTo>
                  <a:pt x="1370" y="168"/>
                  <a:pt x="1191" y="358"/>
                  <a:pt x="989" y="572"/>
                </a:cubicBezTo>
                <a:cubicBezTo>
                  <a:pt x="870" y="703"/>
                  <a:pt x="751" y="834"/>
                  <a:pt x="643" y="965"/>
                </a:cubicBezTo>
                <a:cubicBezTo>
                  <a:pt x="1" y="2704"/>
                  <a:pt x="108" y="3549"/>
                  <a:pt x="120" y="3597"/>
                </a:cubicBezTo>
                <a:lnTo>
                  <a:pt x="584" y="3525"/>
                </a:lnTo>
                <a:cubicBezTo>
                  <a:pt x="584" y="3513"/>
                  <a:pt x="453" y="2394"/>
                  <a:pt x="154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8"/>
          <p:cNvSpPr/>
          <p:nvPr/>
        </p:nvSpPr>
        <p:spPr>
          <a:xfrm>
            <a:off x="3143735" y="4453084"/>
            <a:ext cx="564111" cy="133678"/>
          </a:xfrm>
          <a:custGeom>
            <a:rect b="b" l="l" r="r" t="t"/>
            <a:pathLst>
              <a:path extrusionOk="0" h="1978" w="8347">
                <a:moveTo>
                  <a:pt x="8346" y="1"/>
                </a:moveTo>
                <a:lnTo>
                  <a:pt x="8346" y="1"/>
                </a:lnTo>
                <a:cubicBezTo>
                  <a:pt x="7263" y="751"/>
                  <a:pt x="6013" y="1227"/>
                  <a:pt x="4703" y="1394"/>
                </a:cubicBezTo>
                <a:cubicBezTo>
                  <a:pt x="4115" y="1469"/>
                  <a:pt x="3590" y="1501"/>
                  <a:pt x="3121" y="1501"/>
                </a:cubicBezTo>
                <a:cubicBezTo>
                  <a:pt x="1435" y="1501"/>
                  <a:pt x="484" y="1083"/>
                  <a:pt x="0" y="739"/>
                </a:cubicBezTo>
                <a:lnTo>
                  <a:pt x="0" y="739"/>
                </a:lnTo>
                <a:cubicBezTo>
                  <a:pt x="36" y="965"/>
                  <a:pt x="60" y="1096"/>
                  <a:pt x="60" y="1096"/>
                </a:cubicBezTo>
                <a:cubicBezTo>
                  <a:pt x="60" y="1096"/>
                  <a:pt x="60" y="1179"/>
                  <a:pt x="48" y="1322"/>
                </a:cubicBezTo>
                <a:cubicBezTo>
                  <a:pt x="655" y="1656"/>
                  <a:pt x="1619" y="1977"/>
                  <a:pt x="3108" y="1977"/>
                </a:cubicBezTo>
                <a:cubicBezTo>
                  <a:pt x="3655" y="1965"/>
                  <a:pt x="4215" y="1929"/>
                  <a:pt x="4763" y="1858"/>
                </a:cubicBezTo>
                <a:cubicBezTo>
                  <a:pt x="6013" y="1703"/>
                  <a:pt x="7215" y="1275"/>
                  <a:pt x="8299" y="608"/>
                </a:cubicBezTo>
                <a:cubicBezTo>
                  <a:pt x="8311" y="417"/>
                  <a:pt x="8334" y="215"/>
                  <a:pt x="8346"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8"/>
          <p:cNvSpPr/>
          <p:nvPr/>
        </p:nvSpPr>
        <p:spPr>
          <a:xfrm>
            <a:off x="3136436" y="4597913"/>
            <a:ext cx="557691" cy="158616"/>
          </a:xfrm>
          <a:custGeom>
            <a:rect b="b" l="l" r="r" t="t"/>
            <a:pathLst>
              <a:path extrusionOk="0" h="2347" w="8252">
                <a:moveTo>
                  <a:pt x="8252" y="1"/>
                </a:moveTo>
                <a:lnTo>
                  <a:pt x="8252" y="1"/>
                </a:lnTo>
                <a:cubicBezTo>
                  <a:pt x="7133" y="787"/>
                  <a:pt x="5883" y="1358"/>
                  <a:pt x="4561" y="1691"/>
                </a:cubicBezTo>
                <a:cubicBezTo>
                  <a:pt x="4044" y="1820"/>
                  <a:pt x="3531" y="1871"/>
                  <a:pt x="3039" y="1871"/>
                </a:cubicBezTo>
                <a:cubicBezTo>
                  <a:pt x="1799" y="1871"/>
                  <a:pt x="698" y="1542"/>
                  <a:pt x="25" y="1287"/>
                </a:cubicBezTo>
                <a:cubicBezTo>
                  <a:pt x="25" y="1441"/>
                  <a:pt x="13" y="1608"/>
                  <a:pt x="1" y="1775"/>
                </a:cubicBezTo>
                <a:cubicBezTo>
                  <a:pt x="965" y="2144"/>
                  <a:pt x="1989" y="2334"/>
                  <a:pt x="3025" y="2346"/>
                </a:cubicBezTo>
                <a:cubicBezTo>
                  <a:pt x="3585" y="2346"/>
                  <a:pt x="4144" y="2287"/>
                  <a:pt x="4680" y="2156"/>
                </a:cubicBezTo>
                <a:cubicBezTo>
                  <a:pt x="5930" y="1834"/>
                  <a:pt x="7109" y="1322"/>
                  <a:pt x="8192" y="620"/>
                </a:cubicBezTo>
                <a:cubicBezTo>
                  <a:pt x="8216" y="453"/>
                  <a:pt x="8228" y="239"/>
                  <a:pt x="825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8"/>
          <p:cNvSpPr/>
          <p:nvPr/>
        </p:nvSpPr>
        <p:spPr>
          <a:xfrm>
            <a:off x="3120351" y="4924609"/>
            <a:ext cx="556069" cy="89479"/>
          </a:xfrm>
          <a:custGeom>
            <a:rect b="b" l="l" r="r" t="t"/>
            <a:pathLst>
              <a:path extrusionOk="0" h="1324" w="8228">
                <a:moveTo>
                  <a:pt x="8228" y="1"/>
                </a:moveTo>
                <a:lnTo>
                  <a:pt x="8228" y="1"/>
                </a:lnTo>
                <a:cubicBezTo>
                  <a:pt x="6699" y="641"/>
                  <a:pt x="5116" y="851"/>
                  <a:pt x="3701" y="851"/>
                </a:cubicBezTo>
                <a:cubicBezTo>
                  <a:pt x="2198" y="851"/>
                  <a:pt x="883" y="614"/>
                  <a:pt x="25" y="405"/>
                </a:cubicBezTo>
                <a:cubicBezTo>
                  <a:pt x="13" y="572"/>
                  <a:pt x="1" y="739"/>
                  <a:pt x="1" y="870"/>
                </a:cubicBezTo>
                <a:cubicBezTo>
                  <a:pt x="1215" y="1167"/>
                  <a:pt x="2453" y="1322"/>
                  <a:pt x="3716" y="1322"/>
                </a:cubicBezTo>
                <a:cubicBezTo>
                  <a:pt x="3775" y="1323"/>
                  <a:pt x="3834" y="1324"/>
                  <a:pt x="3893" y="1324"/>
                </a:cubicBezTo>
                <a:cubicBezTo>
                  <a:pt x="5369" y="1324"/>
                  <a:pt x="6831" y="1039"/>
                  <a:pt x="8204" y="513"/>
                </a:cubicBezTo>
                <a:cubicBezTo>
                  <a:pt x="8204" y="334"/>
                  <a:pt x="8216" y="167"/>
                  <a:pt x="822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8"/>
          <p:cNvSpPr/>
          <p:nvPr/>
        </p:nvSpPr>
        <p:spPr>
          <a:xfrm>
            <a:off x="3126839" y="4766938"/>
            <a:ext cx="555258" cy="130367"/>
          </a:xfrm>
          <a:custGeom>
            <a:rect b="b" l="l" r="r" t="t"/>
            <a:pathLst>
              <a:path extrusionOk="0" h="1929" w="8216">
                <a:moveTo>
                  <a:pt x="8215" y="0"/>
                </a:moveTo>
                <a:cubicBezTo>
                  <a:pt x="7251" y="536"/>
                  <a:pt x="6227" y="929"/>
                  <a:pt x="5167" y="1179"/>
                </a:cubicBezTo>
                <a:cubicBezTo>
                  <a:pt x="4415" y="1359"/>
                  <a:pt x="3647" y="1449"/>
                  <a:pt x="2879" y="1449"/>
                </a:cubicBezTo>
                <a:cubicBezTo>
                  <a:pt x="1920" y="1449"/>
                  <a:pt x="961" y="1308"/>
                  <a:pt x="36" y="1024"/>
                </a:cubicBezTo>
                <a:cubicBezTo>
                  <a:pt x="24" y="1191"/>
                  <a:pt x="12" y="1345"/>
                  <a:pt x="0" y="1512"/>
                </a:cubicBezTo>
                <a:cubicBezTo>
                  <a:pt x="917" y="1786"/>
                  <a:pt x="1881" y="1929"/>
                  <a:pt x="2834" y="1929"/>
                </a:cubicBezTo>
                <a:cubicBezTo>
                  <a:pt x="3655" y="1929"/>
                  <a:pt x="4477" y="1834"/>
                  <a:pt x="5275" y="1643"/>
                </a:cubicBezTo>
                <a:cubicBezTo>
                  <a:pt x="6287" y="1405"/>
                  <a:pt x="7263" y="1048"/>
                  <a:pt x="8192" y="560"/>
                </a:cubicBezTo>
                <a:cubicBezTo>
                  <a:pt x="8192" y="369"/>
                  <a:pt x="8203" y="179"/>
                  <a:pt x="821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8"/>
          <p:cNvSpPr/>
          <p:nvPr/>
        </p:nvSpPr>
        <p:spPr>
          <a:xfrm>
            <a:off x="3124406" y="4215733"/>
            <a:ext cx="599524" cy="214237"/>
          </a:xfrm>
          <a:custGeom>
            <a:rect b="b" l="l" r="r" t="t"/>
            <a:pathLst>
              <a:path extrusionOk="0" h="3170" w="8871">
                <a:moveTo>
                  <a:pt x="8870" y="0"/>
                </a:moveTo>
                <a:cubicBezTo>
                  <a:pt x="7763" y="1369"/>
                  <a:pt x="6156" y="2572"/>
                  <a:pt x="3882" y="2691"/>
                </a:cubicBezTo>
                <a:cubicBezTo>
                  <a:pt x="3763" y="2697"/>
                  <a:pt x="3648" y="2700"/>
                  <a:pt x="3534" y="2700"/>
                </a:cubicBezTo>
                <a:cubicBezTo>
                  <a:pt x="1791" y="2700"/>
                  <a:pt x="649" y="2036"/>
                  <a:pt x="0" y="1489"/>
                </a:cubicBezTo>
                <a:lnTo>
                  <a:pt x="0" y="1489"/>
                </a:lnTo>
                <a:cubicBezTo>
                  <a:pt x="12" y="1703"/>
                  <a:pt x="24" y="1917"/>
                  <a:pt x="36" y="2120"/>
                </a:cubicBezTo>
                <a:cubicBezTo>
                  <a:pt x="1015" y="2802"/>
                  <a:pt x="2167" y="3170"/>
                  <a:pt x="3359" y="3170"/>
                </a:cubicBezTo>
                <a:cubicBezTo>
                  <a:pt x="3414" y="3170"/>
                  <a:pt x="3469" y="3169"/>
                  <a:pt x="3525" y="3167"/>
                </a:cubicBezTo>
                <a:lnTo>
                  <a:pt x="3906" y="3167"/>
                </a:lnTo>
                <a:cubicBezTo>
                  <a:pt x="5799" y="3072"/>
                  <a:pt x="7477" y="2239"/>
                  <a:pt x="8835" y="762"/>
                </a:cubicBezTo>
                <a:cubicBezTo>
                  <a:pt x="8859" y="488"/>
                  <a:pt x="8859" y="238"/>
                  <a:pt x="8870" y="24"/>
                </a:cubicBezTo>
                <a:lnTo>
                  <a:pt x="887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8"/>
          <p:cNvSpPr/>
          <p:nvPr/>
        </p:nvSpPr>
        <p:spPr>
          <a:xfrm>
            <a:off x="3320735" y="3715823"/>
            <a:ext cx="351699" cy="446180"/>
          </a:xfrm>
          <a:custGeom>
            <a:rect b="b" l="l" r="r" t="t"/>
            <a:pathLst>
              <a:path extrusionOk="0" h="6602" w="5204">
                <a:moveTo>
                  <a:pt x="1877" y="1"/>
                </a:moveTo>
                <a:cubicBezTo>
                  <a:pt x="1710" y="1"/>
                  <a:pt x="1585" y="27"/>
                  <a:pt x="1513" y="63"/>
                </a:cubicBezTo>
                <a:cubicBezTo>
                  <a:pt x="1012" y="420"/>
                  <a:pt x="536" y="825"/>
                  <a:pt x="96" y="1254"/>
                </a:cubicBezTo>
                <a:cubicBezTo>
                  <a:pt x="0" y="1647"/>
                  <a:pt x="96" y="2063"/>
                  <a:pt x="358" y="2373"/>
                </a:cubicBezTo>
                <a:cubicBezTo>
                  <a:pt x="1089" y="3298"/>
                  <a:pt x="3316" y="6602"/>
                  <a:pt x="4249" y="6602"/>
                </a:cubicBezTo>
                <a:cubicBezTo>
                  <a:pt x="4349" y="6602"/>
                  <a:pt x="4434" y="6564"/>
                  <a:pt x="4501" y="6480"/>
                </a:cubicBezTo>
                <a:cubicBezTo>
                  <a:pt x="5203" y="5623"/>
                  <a:pt x="5025" y="3266"/>
                  <a:pt x="4251" y="1218"/>
                </a:cubicBezTo>
                <a:cubicBezTo>
                  <a:pt x="4227" y="1158"/>
                  <a:pt x="4203" y="1111"/>
                  <a:pt x="4191" y="1063"/>
                </a:cubicBezTo>
                <a:cubicBezTo>
                  <a:pt x="4096" y="980"/>
                  <a:pt x="4013" y="896"/>
                  <a:pt x="3906" y="825"/>
                </a:cubicBezTo>
                <a:cubicBezTo>
                  <a:pt x="3045" y="179"/>
                  <a:pt x="2315" y="1"/>
                  <a:pt x="187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8"/>
          <p:cNvSpPr/>
          <p:nvPr/>
        </p:nvSpPr>
        <p:spPr>
          <a:xfrm>
            <a:off x="3156576" y="4092597"/>
            <a:ext cx="1436398" cy="759695"/>
          </a:xfrm>
          <a:custGeom>
            <a:rect b="b" l="l" r="r" t="t"/>
            <a:pathLst>
              <a:path extrusionOk="0" h="11241" w="21254">
                <a:moveTo>
                  <a:pt x="4120" y="1"/>
                </a:moveTo>
                <a:lnTo>
                  <a:pt x="560" y="96"/>
                </a:lnTo>
                <a:cubicBezTo>
                  <a:pt x="1" y="1644"/>
                  <a:pt x="1477" y="3358"/>
                  <a:pt x="2287" y="4573"/>
                </a:cubicBezTo>
                <a:cubicBezTo>
                  <a:pt x="3275" y="6061"/>
                  <a:pt x="4382" y="7490"/>
                  <a:pt x="5573" y="8823"/>
                </a:cubicBezTo>
                <a:cubicBezTo>
                  <a:pt x="6156" y="9514"/>
                  <a:pt x="7668" y="9692"/>
                  <a:pt x="8990" y="9859"/>
                </a:cubicBezTo>
                <a:cubicBezTo>
                  <a:pt x="10323" y="10014"/>
                  <a:pt x="15943" y="10407"/>
                  <a:pt x="15943" y="10407"/>
                </a:cubicBezTo>
                <a:cubicBezTo>
                  <a:pt x="16419" y="10692"/>
                  <a:pt x="16943" y="10919"/>
                  <a:pt x="17479" y="11085"/>
                </a:cubicBezTo>
                <a:cubicBezTo>
                  <a:pt x="17865" y="11185"/>
                  <a:pt x="18155" y="11240"/>
                  <a:pt x="18416" y="11240"/>
                </a:cubicBezTo>
                <a:cubicBezTo>
                  <a:pt x="18622" y="11240"/>
                  <a:pt x="18810" y="11206"/>
                  <a:pt x="19015" y="11133"/>
                </a:cubicBezTo>
                <a:cubicBezTo>
                  <a:pt x="19491" y="10966"/>
                  <a:pt x="20479" y="10883"/>
                  <a:pt x="20777" y="10788"/>
                </a:cubicBezTo>
                <a:cubicBezTo>
                  <a:pt x="21075" y="10704"/>
                  <a:pt x="21253" y="10538"/>
                  <a:pt x="21122" y="10454"/>
                </a:cubicBezTo>
                <a:cubicBezTo>
                  <a:pt x="20991" y="10359"/>
                  <a:pt x="18932" y="9895"/>
                  <a:pt x="18765" y="9895"/>
                </a:cubicBezTo>
                <a:cubicBezTo>
                  <a:pt x="18586" y="9895"/>
                  <a:pt x="17515" y="9895"/>
                  <a:pt x="16872" y="9716"/>
                </a:cubicBezTo>
                <a:cubicBezTo>
                  <a:pt x="16229" y="9549"/>
                  <a:pt x="13181" y="8704"/>
                  <a:pt x="11431" y="8061"/>
                </a:cubicBezTo>
                <a:cubicBezTo>
                  <a:pt x="9680" y="7418"/>
                  <a:pt x="7632" y="6728"/>
                  <a:pt x="7632" y="6728"/>
                </a:cubicBezTo>
                <a:cubicBezTo>
                  <a:pt x="7359" y="6406"/>
                  <a:pt x="7109" y="6061"/>
                  <a:pt x="6906" y="5704"/>
                </a:cubicBezTo>
                <a:cubicBezTo>
                  <a:pt x="6430" y="4930"/>
                  <a:pt x="4120" y="1"/>
                  <a:pt x="4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8"/>
          <p:cNvSpPr/>
          <p:nvPr/>
        </p:nvSpPr>
        <p:spPr>
          <a:xfrm>
            <a:off x="3156576" y="4092597"/>
            <a:ext cx="1436398" cy="763682"/>
          </a:xfrm>
          <a:custGeom>
            <a:rect b="b" l="l" r="r" t="t"/>
            <a:pathLst>
              <a:path extrusionOk="0" fill="none" h="11300" w="21254">
                <a:moveTo>
                  <a:pt x="4120" y="1"/>
                </a:moveTo>
                <a:cubicBezTo>
                  <a:pt x="4120" y="1"/>
                  <a:pt x="6430" y="4930"/>
                  <a:pt x="6906" y="5704"/>
                </a:cubicBezTo>
                <a:cubicBezTo>
                  <a:pt x="7109" y="6061"/>
                  <a:pt x="7359" y="6406"/>
                  <a:pt x="7632" y="6728"/>
                </a:cubicBezTo>
                <a:cubicBezTo>
                  <a:pt x="7632" y="6728"/>
                  <a:pt x="9680" y="7418"/>
                  <a:pt x="11431" y="8061"/>
                </a:cubicBezTo>
                <a:cubicBezTo>
                  <a:pt x="13181" y="8704"/>
                  <a:pt x="16229" y="9549"/>
                  <a:pt x="16872" y="9716"/>
                </a:cubicBezTo>
                <a:cubicBezTo>
                  <a:pt x="17515" y="9895"/>
                  <a:pt x="18586" y="9895"/>
                  <a:pt x="18765" y="9895"/>
                </a:cubicBezTo>
                <a:cubicBezTo>
                  <a:pt x="18932" y="9895"/>
                  <a:pt x="20991" y="10359"/>
                  <a:pt x="21122" y="10454"/>
                </a:cubicBezTo>
                <a:cubicBezTo>
                  <a:pt x="21253" y="10538"/>
                  <a:pt x="21075" y="10704"/>
                  <a:pt x="20777" y="10788"/>
                </a:cubicBezTo>
                <a:cubicBezTo>
                  <a:pt x="20479" y="10883"/>
                  <a:pt x="19491" y="10966"/>
                  <a:pt x="19015" y="11133"/>
                </a:cubicBezTo>
                <a:cubicBezTo>
                  <a:pt x="18551" y="11300"/>
                  <a:pt x="18170" y="11264"/>
                  <a:pt x="17479" y="11085"/>
                </a:cubicBezTo>
                <a:cubicBezTo>
                  <a:pt x="16943" y="10919"/>
                  <a:pt x="16419" y="10692"/>
                  <a:pt x="15943" y="10407"/>
                </a:cubicBezTo>
                <a:cubicBezTo>
                  <a:pt x="15943" y="10407"/>
                  <a:pt x="10323" y="10014"/>
                  <a:pt x="8990" y="9859"/>
                </a:cubicBezTo>
                <a:cubicBezTo>
                  <a:pt x="7668" y="9692"/>
                  <a:pt x="6156" y="9514"/>
                  <a:pt x="5573" y="8823"/>
                </a:cubicBezTo>
                <a:cubicBezTo>
                  <a:pt x="4382" y="7490"/>
                  <a:pt x="3275" y="6061"/>
                  <a:pt x="2287" y="4573"/>
                </a:cubicBezTo>
                <a:cubicBezTo>
                  <a:pt x="1477" y="3358"/>
                  <a:pt x="1" y="1644"/>
                  <a:pt x="560" y="9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8"/>
          <p:cNvSpPr/>
          <p:nvPr/>
        </p:nvSpPr>
        <p:spPr>
          <a:xfrm>
            <a:off x="3336820" y="4313052"/>
            <a:ext cx="1254534" cy="539781"/>
          </a:xfrm>
          <a:custGeom>
            <a:rect b="b" l="l" r="r" t="t"/>
            <a:pathLst>
              <a:path extrusionOk="0" h="7987" w="18563">
                <a:moveTo>
                  <a:pt x="2989" y="1"/>
                </a:moveTo>
                <a:cubicBezTo>
                  <a:pt x="1286" y="453"/>
                  <a:pt x="417" y="1263"/>
                  <a:pt x="1" y="1894"/>
                </a:cubicBezTo>
                <a:cubicBezTo>
                  <a:pt x="894" y="3168"/>
                  <a:pt x="1858" y="4394"/>
                  <a:pt x="2894" y="5573"/>
                </a:cubicBezTo>
                <a:cubicBezTo>
                  <a:pt x="3489" y="6252"/>
                  <a:pt x="4989" y="6418"/>
                  <a:pt x="6323" y="6597"/>
                </a:cubicBezTo>
                <a:cubicBezTo>
                  <a:pt x="7644" y="6764"/>
                  <a:pt x="13252" y="7157"/>
                  <a:pt x="13252" y="7157"/>
                </a:cubicBezTo>
                <a:cubicBezTo>
                  <a:pt x="13740" y="7442"/>
                  <a:pt x="14252" y="7669"/>
                  <a:pt x="14800" y="7835"/>
                </a:cubicBezTo>
                <a:cubicBezTo>
                  <a:pt x="15187" y="7930"/>
                  <a:pt x="15477" y="7987"/>
                  <a:pt x="15743" y="7987"/>
                </a:cubicBezTo>
                <a:cubicBezTo>
                  <a:pt x="15944" y="7987"/>
                  <a:pt x="16131" y="7954"/>
                  <a:pt x="16336" y="7883"/>
                </a:cubicBezTo>
                <a:cubicBezTo>
                  <a:pt x="16800" y="7704"/>
                  <a:pt x="17789" y="7621"/>
                  <a:pt x="18086" y="7538"/>
                </a:cubicBezTo>
                <a:cubicBezTo>
                  <a:pt x="18396" y="7454"/>
                  <a:pt x="18562" y="7276"/>
                  <a:pt x="18431" y="7192"/>
                </a:cubicBezTo>
                <a:cubicBezTo>
                  <a:pt x="18300" y="7109"/>
                  <a:pt x="16265" y="6633"/>
                  <a:pt x="16086" y="6633"/>
                </a:cubicBezTo>
                <a:cubicBezTo>
                  <a:pt x="15907" y="6633"/>
                  <a:pt x="14836" y="6633"/>
                  <a:pt x="14193" y="6466"/>
                </a:cubicBezTo>
                <a:cubicBezTo>
                  <a:pt x="13550" y="6287"/>
                  <a:pt x="10502" y="5442"/>
                  <a:pt x="8752" y="4799"/>
                </a:cubicBezTo>
                <a:cubicBezTo>
                  <a:pt x="6990" y="4156"/>
                  <a:pt x="4942" y="3466"/>
                  <a:pt x="4942" y="3466"/>
                </a:cubicBezTo>
                <a:cubicBezTo>
                  <a:pt x="4668" y="3156"/>
                  <a:pt x="4430" y="2811"/>
                  <a:pt x="4215" y="2442"/>
                </a:cubicBezTo>
                <a:cubicBezTo>
                  <a:pt x="4025" y="2132"/>
                  <a:pt x="3525" y="1096"/>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8"/>
          <p:cNvSpPr/>
          <p:nvPr/>
        </p:nvSpPr>
        <p:spPr>
          <a:xfrm>
            <a:off x="3336820" y="4313052"/>
            <a:ext cx="1254534" cy="539781"/>
          </a:xfrm>
          <a:custGeom>
            <a:rect b="b" l="l" r="r" t="t"/>
            <a:pathLst>
              <a:path extrusionOk="0" h="7987" w="18563">
                <a:moveTo>
                  <a:pt x="2989" y="1"/>
                </a:moveTo>
                <a:cubicBezTo>
                  <a:pt x="1286" y="453"/>
                  <a:pt x="417" y="1263"/>
                  <a:pt x="1" y="1894"/>
                </a:cubicBezTo>
                <a:cubicBezTo>
                  <a:pt x="894" y="3168"/>
                  <a:pt x="1858" y="4394"/>
                  <a:pt x="2894" y="5573"/>
                </a:cubicBezTo>
                <a:cubicBezTo>
                  <a:pt x="3489" y="6252"/>
                  <a:pt x="4989" y="6418"/>
                  <a:pt x="6323" y="6597"/>
                </a:cubicBezTo>
                <a:cubicBezTo>
                  <a:pt x="7644" y="6764"/>
                  <a:pt x="13252" y="7157"/>
                  <a:pt x="13252" y="7157"/>
                </a:cubicBezTo>
                <a:cubicBezTo>
                  <a:pt x="13740" y="7442"/>
                  <a:pt x="14252" y="7669"/>
                  <a:pt x="14800" y="7835"/>
                </a:cubicBezTo>
                <a:cubicBezTo>
                  <a:pt x="15187" y="7930"/>
                  <a:pt x="15477" y="7987"/>
                  <a:pt x="15743" y="7987"/>
                </a:cubicBezTo>
                <a:cubicBezTo>
                  <a:pt x="15944" y="7987"/>
                  <a:pt x="16131" y="7954"/>
                  <a:pt x="16336" y="7883"/>
                </a:cubicBezTo>
                <a:cubicBezTo>
                  <a:pt x="16800" y="7704"/>
                  <a:pt x="17789" y="7621"/>
                  <a:pt x="18086" y="7538"/>
                </a:cubicBezTo>
                <a:cubicBezTo>
                  <a:pt x="18396" y="7454"/>
                  <a:pt x="18562" y="7276"/>
                  <a:pt x="18431" y="7192"/>
                </a:cubicBezTo>
                <a:cubicBezTo>
                  <a:pt x="18300" y="7109"/>
                  <a:pt x="16265" y="6633"/>
                  <a:pt x="16086" y="6633"/>
                </a:cubicBezTo>
                <a:cubicBezTo>
                  <a:pt x="15907" y="6633"/>
                  <a:pt x="14836" y="6633"/>
                  <a:pt x="14193" y="6466"/>
                </a:cubicBezTo>
                <a:cubicBezTo>
                  <a:pt x="13550" y="6287"/>
                  <a:pt x="10502" y="5442"/>
                  <a:pt x="8752" y="4799"/>
                </a:cubicBezTo>
                <a:cubicBezTo>
                  <a:pt x="6990" y="4156"/>
                  <a:pt x="4942" y="3466"/>
                  <a:pt x="4942" y="3466"/>
                </a:cubicBezTo>
                <a:cubicBezTo>
                  <a:pt x="4668" y="3156"/>
                  <a:pt x="4430" y="2811"/>
                  <a:pt x="4215" y="2442"/>
                </a:cubicBezTo>
                <a:cubicBezTo>
                  <a:pt x="4025" y="2132"/>
                  <a:pt x="3525" y="1096"/>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8"/>
          <p:cNvSpPr/>
          <p:nvPr/>
        </p:nvSpPr>
        <p:spPr>
          <a:xfrm>
            <a:off x="3336820" y="4313052"/>
            <a:ext cx="1254534" cy="544039"/>
          </a:xfrm>
          <a:custGeom>
            <a:rect b="b" l="l" r="r" t="t"/>
            <a:pathLst>
              <a:path extrusionOk="0" fill="none" h="8050" w="18563">
                <a:moveTo>
                  <a:pt x="16086" y="6633"/>
                </a:moveTo>
                <a:cubicBezTo>
                  <a:pt x="15907" y="6633"/>
                  <a:pt x="14836" y="6633"/>
                  <a:pt x="14193" y="6466"/>
                </a:cubicBezTo>
                <a:cubicBezTo>
                  <a:pt x="13550" y="6287"/>
                  <a:pt x="10502" y="5442"/>
                  <a:pt x="8752" y="4799"/>
                </a:cubicBezTo>
                <a:cubicBezTo>
                  <a:pt x="6990" y="4156"/>
                  <a:pt x="4942" y="3466"/>
                  <a:pt x="4942" y="3466"/>
                </a:cubicBezTo>
                <a:cubicBezTo>
                  <a:pt x="4668" y="3156"/>
                  <a:pt x="4430" y="2811"/>
                  <a:pt x="4215" y="2442"/>
                </a:cubicBezTo>
                <a:cubicBezTo>
                  <a:pt x="4025" y="2132"/>
                  <a:pt x="3525" y="1096"/>
                  <a:pt x="2989" y="1"/>
                </a:cubicBezTo>
                <a:cubicBezTo>
                  <a:pt x="1286" y="453"/>
                  <a:pt x="417" y="1263"/>
                  <a:pt x="1" y="1894"/>
                </a:cubicBezTo>
                <a:cubicBezTo>
                  <a:pt x="894" y="3168"/>
                  <a:pt x="1858" y="4394"/>
                  <a:pt x="2894" y="5573"/>
                </a:cubicBezTo>
                <a:cubicBezTo>
                  <a:pt x="3489" y="6252"/>
                  <a:pt x="4989" y="6418"/>
                  <a:pt x="6323" y="6597"/>
                </a:cubicBezTo>
                <a:cubicBezTo>
                  <a:pt x="7644" y="6764"/>
                  <a:pt x="13252" y="7157"/>
                  <a:pt x="13252" y="7157"/>
                </a:cubicBezTo>
                <a:cubicBezTo>
                  <a:pt x="13740" y="7442"/>
                  <a:pt x="14252" y="7669"/>
                  <a:pt x="14800" y="7835"/>
                </a:cubicBezTo>
                <a:cubicBezTo>
                  <a:pt x="15479" y="8002"/>
                  <a:pt x="15860" y="8049"/>
                  <a:pt x="16336" y="7883"/>
                </a:cubicBezTo>
                <a:cubicBezTo>
                  <a:pt x="16800" y="7704"/>
                  <a:pt x="17789" y="7621"/>
                  <a:pt x="18086" y="7538"/>
                </a:cubicBezTo>
                <a:cubicBezTo>
                  <a:pt x="18396" y="7454"/>
                  <a:pt x="18562" y="7276"/>
                  <a:pt x="18431" y="7192"/>
                </a:cubicBezTo>
                <a:cubicBezTo>
                  <a:pt x="18300" y="7109"/>
                  <a:pt x="16265" y="6633"/>
                  <a:pt x="16086" y="6633"/>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8"/>
          <p:cNvSpPr/>
          <p:nvPr/>
        </p:nvSpPr>
        <p:spPr>
          <a:xfrm>
            <a:off x="3116364" y="5036458"/>
            <a:ext cx="556069" cy="421715"/>
          </a:xfrm>
          <a:custGeom>
            <a:rect b="b" l="l" r="r" t="t"/>
            <a:pathLst>
              <a:path extrusionOk="0" h="6240" w="8228">
                <a:moveTo>
                  <a:pt x="8227" y="1"/>
                </a:moveTo>
                <a:lnTo>
                  <a:pt x="8227" y="1"/>
                </a:lnTo>
                <a:cubicBezTo>
                  <a:pt x="7096" y="453"/>
                  <a:pt x="5906" y="739"/>
                  <a:pt x="4691" y="858"/>
                </a:cubicBezTo>
                <a:cubicBezTo>
                  <a:pt x="4235" y="912"/>
                  <a:pt x="3814" y="936"/>
                  <a:pt x="3425" y="936"/>
                </a:cubicBezTo>
                <a:cubicBezTo>
                  <a:pt x="1676" y="936"/>
                  <a:pt x="597" y="452"/>
                  <a:pt x="12" y="72"/>
                </a:cubicBezTo>
                <a:cubicBezTo>
                  <a:pt x="12" y="179"/>
                  <a:pt x="0" y="239"/>
                  <a:pt x="0" y="251"/>
                </a:cubicBezTo>
                <a:cubicBezTo>
                  <a:pt x="0" y="417"/>
                  <a:pt x="72" y="5216"/>
                  <a:pt x="84" y="6239"/>
                </a:cubicBezTo>
                <a:lnTo>
                  <a:pt x="8049" y="6228"/>
                </a:lnTo>
                <a:cubicBezTo>
                  <a:pt x="8073" y="5489"/>
                  <a:pt x="8144" y="2679"/>
                  <a:pt x="822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8"/>
          <p:cNvSpPr/>
          <p:nvPr/>
        </p:nvSpPr>
        <p:spPr>
          <a:xfrm>
            <a:off x="3470431" y="5139454"/>
            <a:ext cx="91777" cy="293781"/>
          </a:xfrm>
          <a:custGeom>
            <a:rect b="b" l="l" r="r" t="t"/>
            <a:pathLst>
              <a:path extrusionOk="0" fill="none" h="4347" w="1358">
                <a:moveTo>
                  <a:pt x="810" y="4346"/>
                </a:moveTo>
                <a:cubicBezTo>
                  <a:pt x="417" y="2870"/>
                  <a:pt x="1357" y="977"/>
                  <a:pt x="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8"/>
          <p:cNvSpPr/>
          <p:nvPr/>
        </p:nvSpPr>
        <p:spPr>
          <a:xfrm>
            <a:off x="3525106" y="5089578"/>
            <a:ext cx="118337" cy="113539"/>
          </a:xfrm>
          <a:custGeom>
            <a:rect b="b" l="l" r="r" t="t"/>
            <a:pathLst>
              <a:path extrusionOk="0" fill="none" h="1680" w="1751">
                <a:moveTo>
                  <a:pt x="1" y="1679"/>
                </a:moveTo>
                <a:lnTo>
                  <a:pt x="175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8"/>
          <p:cNvSpPr/>
          <p:nvPr/>
        </p:nvSpPr>
        <p:spPr>
          <a:xfrm>
            <a:off x="3224970" y="5203861"/>
            <a:ext cx="3312" cy="229375"/>
          </a:xfrm>
          <a:custGeom>
            <a:rect b="b" l="l" r="r" t="t"/>
            <a:pathLst>
              <a:path extrusionOk="0" fill="none" h="3394" w="49">
                <a:moveTo>
                  <a:pt x="48" y="0"/>
                </a:moveTo>
                <a:lnTo>
                  <a:pt x="1" y="339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8"/>
          <p:cNvSpPr/>
          <p:nvPr/>
        </p:nvSpPr>
        <p:spPr>
          <a:xfrm>
            <a:off x="3228214" y="5120937"/>
            <a:ext cx="879" cy="41901"/>
          </a:xfrm>
          <a:custGeom>
            <a:rect b="b" l="l" r="r" t="t"/>
            <a:pathLst>
              <a:path extrusionOk="0" fill="none" h="620" w="13">
                <a:moveTo>
                  <a:pt x="12" y="1"/>
                </a:moveTo>
                <a:lnTo>
                  <a:pt x="0" y="62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8"/>
          <p:cNvSpPr/>
          <p:nvPr/>
        </p:nvSpPr>
        <p:spPr>
          <a:xfrm>
            <a:off x="3374666" y="3239026"/>
            <a:ext cx="501327" cy="834441"/>
          </a:xfrm>
          <a:custGeom>
            <a:rect b="b" l="l" r="r" t="t"/>
            <a:pathLst>
              <a:path extrusionOk="0" h="12347" w="7418">
                <a:moveTo>
                  <a:pt x="3341" y="0"/>
                </a:moveTo>
                <a:cubicBezTo>
                  <a:pt x="3224" y="0"/>
                  <a:pt x="3106" y="3"/>
                  <a:pt x="2989" y="10"/>
                </a:cubicBezTo>
                <a:cubicBezTo>
                  <a:pt x="1465" y="129"/>
                  <a:pt x="310" y="1522"/>
                  <a:pt x="310" y="2975"/>
                </a:cubicBezTo>
                <a:cubicBezTo>
                  <a:pt x="310" y="4439"/>
                  <a:pt x="1119" y="5570"/>
                  <a:pt x="1191" y="5844"/>
                </a:cubicBezTo>
                <a:cubicBezTo>
                  <a:pt x="1262" y="6130"/>
                  <a:pt x="1191" y="6261"/>
                  <a:pt x="1048" y="6570"/>
                </a:cubicBezTo>
                <a:cubicBezTo>
                  <a:pt x="905" y="6868"/>
                  <a:pt x="107" y="7678"/>
                  <a:pt x="60" y="8023"/>
                </a:cubicBezTo>
                <a:cubicBezTo>
                  <a:pt x="0" y="8368"/>
                  <a:pt x="465" y="9416"/>
                  <a:pt x="1488" y="10690"/>
                </a:cubicBezTo>
                <a:cubicBezTo>
                  <a:pt x="2239" y="11624"/>
                  <a:pt x="2728" y="12347"/>
                  <a:pt x="3024" y="12347"/>
                </a:cubicBezTo>
                <a:cubicBezTo>
                  <a:pt x="3132" y="12347"/>
                  <a:pt x="3214" y="12251"/>
                  <a:pt x="3274" y="12035"/>
                </a:cubicBezTo>
                <a:cubicBezTo>
                  <a:pt x="3501" y="11214"/>
                  <a:pt x="3179" y="9416"/>
                  <a:pt x="3346" y="9118"/>
                </a:cubicBezTo>
                <a:cubicBezTo>
                  <a:pt x="3501" y="8809"/>
                  <a:pt x="4036" y="7904"/>
                  <a:pt x="4036" y="7904"/>
                </a:cubicBezTo>
                <a:cubicBezTo>
                  <a:pt x="4036" y="7904"/>
                  <a:pt x="4668" y="8165"/>
                  <a:pt x="5175" y="8165"/>
                </a:cubicBezTo>
                <a:cubicBezTo>
                  <a:pt x="5395" y="8165"/>
                  <a:pt x="5592" y="8116"/>
                  <a:pt x="5703" y="7975"/>
                </a:cubicBezTo>
                <a:cubicBezTo>
                  <a:pt x="6072" y="7511"/>
                  <a:pt x="6263" y="6451"/>
                  <a:pt x="6346" y="6427"/>
                </a:cubicBezTo>
                <a:cubicBezTo>
                  <a:pt x="6441" y="6404"/>
                  <a:pt x="7025" y="6356"/>
                  <a:pt x="7203" y="6082"/>
                </a:cubicBezTo>
                <a:cubicBezTo>
                  <a:pt x="7394" y="5796"/>
                  <a:pt x="7156" y="5499"/>
                  <a:pt x="6930" y="4927"/>
                </a:cubicBezTo>
                <a:cubicBezTo>
                  <a:pt x="6703" y="4344"/>
                  <a:pt x="7418" y="3951"/>
                  <a:pt x="7203" y="2677"/>
                </a:cubicBezTo>
                <a:cubicBezTo>
                  <a:pt x="7120" y="2201"/>
                  <a:pt x="6918" y="1760"/>
                  <a:pt x="6620" y="1379"/>
                </a:cubicBezTo>
                <a:cubicBezTo>
                  <a:pt x="6180" y="808"/>
                  <a:pt x="5572" y="391"/>
                  <a:pt x="4870" y="212"/>
                </a:cubicBezTo>
                <a:cubicBezTo>
                  <a:pt x="4374" y="67"/>
                  <a:pt x="3862" y="0"/>
                  <a:pt x="33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8"/>
          <p:cNvSpPr/>
          <p:nvPr/>
        </p:nvSpPr>
        <p:spPr>
          <a:xfrm>
            <a:off x="3374666" y="3239026"/>
            <a:ext cx="501327" cy="834441"/>
          </a:xfrm>
          <a:custGeom>
            <a:rect b="b" l="l" r="r" t="t"/>
            <a:pathLst>
              <a:path extrusionOk="0" h="12347" w="7418">
                <a:moveTo>
                  <a:pt x="3341" y="0"/>
                </a:moveTo>
                <a:cubicBezTo>
                  <a:pt x="3224" y="0"/>
                  <a:pt x="3106" y="3"/>
                  <a:pt x="2989" y="10"/>
                </a:cubicBezTo>
                <a:cubicBezTo>
                  <a:pt x="1465" y="129"/>
                  <a:pt x="310" y="1522"/>
                  <a:pt x="310" y="2975"/>
                </a:cubicBezTo>
                <a:cubicBezTo>
                  <a:pt x="310" y="4439"/>
                  <a:pt x="1119" y="5570"/>
                  <a:pt x="1191" y="5844"/>
                </a:cubicBezTo>
                <a:cubicBezTo>
                  <a:pt x="1262" y="6130"/>
                  <a:pt x="1191" y="6261"/>
                  <a:pt x="1048" y="6570"/>
                </a:cubicBezTo>
                <a:cubicBezTo>
                  <a:pt x="905" y="6868"/>
                  <a:pt x="107" y="7678"/>
                  <a:pt x="60" y="8023"/>
                </a:cubicBezTo>
                <a:cubicBezTo>
                  <a:pt x="0" y="8368"/>
                  <a:pt x="465" y="9416"/>
                  <a:pt x="1488" y="10690"/>
                </a:cubicBezTo>
                <a:cubicBezTo>
                  <a:pt x="2239" y="11624"/>
                  <a:pt x="2728" y="12347"/>
                  <a:pt x="3024" y="12347"/>
                </a:cubicBezTo>
                <a:cubicBezTo>
                  <a:pt x="3132" y="12347"/>
                  <a:pt x="3214" y="12251"/>
                  <a:pt x="3274" y="12035"/>
                </a:cubicBezTo>
                <a:cubicBezTo>
                  <a:pt x="3501" y="11214"/>
                  <a:pt x="3179" y="9416"/>
                  <a:pt x="3346" y="9118"/>
                </a:cubicBezTo>
                <a:cubicBezTo>
                  <a:pt x="3501" y="8809"/>
                  <a:pt x="4036" y="7904"/>
                  <a:pt x="4036" y="7904"/>
                </a:cubicBezTo>
                <a:cubicBezTo>
                  <a:pt x="4036" y="7904"/>
                  <a:pt x="4668" y="8165"/>
                  <a:pt x="5175" y="8165"/>
                </a:cubicBezTo>
                <a:cubicBezTo>
                  <a:pt x="5395" y="8165"/>
                  <a:pt x="5592" y="8116"/>
                  <a:pt x="5703" y="7975"/>
                </a:cubicBezTo>
                <a:cubicBezTo>
                  <a:pt x="6072" y="7511"/>
                  <a:pt x="6263" y="6451"/>
                  <a:pt x="6346" y="6427"/>
                </a:cubicBezTo>
                <a:cubicBezTo>
                  <a:pt x="6441" y="6404"/>
                  <a:pt x="7025" y="6356"/>
                  <a:pt x="7203" y="6082"/>
                </a:cubicBezTo>
                <a:cubicBezTo>
                  <a:pt x="7394" y="5796"/>
                  <a:pt x="7156" y="5499"/>
                  <a:pt x="6930" y="4927"/>
                </a:cubicBezTo>
                <a:cubicBezTo>
                  <a:pt x="6703" y="4344"/>
                  <a:pt x="7418" y="3951"/>
                  <a:pt x="7203" y="2677"/>
                </a:cubicBezTo>
                <a:cubicBezTo>
                  <a:pt x="7120" y="2201"/>
                  <a:pt x="6918" y="1760"/>
                  <a:pt x="6620" y="1379"/>
                </a:cubicBezTo>
                <a:cubicBezTo>
                  <a:pt x="6180" y="808"/>
                  <a:pt x="5572" y="391"/>
                  <a:pt x="4870" y="212"/>
                </a:cubicBezTo>
                <a:cubicBezTo>
                  <a:pt x="4374" y="67"/>
                  <a:pt x="3862" y="0"/>
                  <a:pt x="3341"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8"/>
          <p:cNvSpPr/>
          <p:nvPr/>
        </p:nvSpPr>
        <p:spPr>
          <a:xfrm>
            <a:off x="3374666" y="3237269"/>
            <a:ext cx="501327" cy="869854"/>
          </a:xfrm>
          <a:custGeom>
            <a:rect b="b" l="l" r="r" t="t"/>
            <a:pathLst>
              <a:path extrusionOk="0" fill="none" h="12871" w="7418">
                <a:moveTo>
                  <a:pt x="4870" y="238"/>
                </a:moveTo>
                <a:cubicBezTo>
                  <a:pt x="5572" y="417"/>
                  <a:pt x="6180" y="834"/>
                  <a:pt x="6620" y="1405"/>
                </a:cubicBezTo>
                <a:cubicBezTo>
                  <a:pt x="6918" y="1786"/>
                  <a:pt x="7120" y="2227"/>
                  <a:pt x="7203" y="2703"/>
                </a:cubicBezTo>
                <a:cubicBezTo>
                  <a:pt x="7418" y="3977"/>
                  <a:pt x="6703" y="4370"/>
                  <a:pt x="6930" y="4953"/>
                </a:cubicBezTo>
                <a:cubicBezTo>
                  <a:pt x="7156" y="5525"/>
                  <a:pt x="7394" y="5822"/>
                  <a:pt x="7203" y="6108"/>
                </a:cubicBezTo>
                <a:cubicBezTo>
                  <a:pt x="7025" y="6382"/>
                  <a:pt x="6441" y="6430"/>
                  <a:pt x="6346" y="6453"/>
                </a:cubicBezTo>
                <a:cubicBezTo>
                  <a:pt x="6263" y="6477"/>
                  <a:pt x="6072" y="7537"/>
                  <a:pt x="5703" y="8001"/>
                </a:cubicBezTo>
                <a:cubicBezTo>
                  <a:pt x="5334" y="8466"/>
                  <a:pt x="4036" y="7930"/>
                  <a:pt x="4036" y="7930"/>
                </a:cubicBezTo>
                <a:cubicBezTo>
                  <a:pt x="4036" y="7930"/>
                  <a:pt x="3501" y="8835"/>
                  <a:pt x="3346" y="9144"/>
                </a:cubicBezTo>
                <a:cubicBezTo>
                  <a:pt x="3179" y="9442"/>
                  <a:pt x="3501" y="11240"/>
                  <a:pt x="3274" y="12061"/>
                </a:cubicBezTo>
                <a:cubicBezTo>
                  <a:pt x="3048" y="12871"/>
                  <a:pt x="2512" y="11990"/>
                  <a:pt x="1488" y="10716"/>
                </a:cubicBezTo>
                <a:cubicBezTo>
                  <a:pt x="465" y="9442"/>
                  <a:pt x="0" y="8394"/>
                  <a:pt x="60" y="8049"/>
                </a:cubicBezTo>
                <a:cubicBezTo>
                  <a:pt x="107" y="7704"/>
                  <a:pt x="905" y="6894"/>
                  <a:pt x="1048" y="6596"/>
                </a:cubicBezTo>
                <a:cubicBezTo>
                  <a:pt x="1191" y="6287"/>
                  <a:pt x="1262" y="6156"/>
                  <a:pt x="1191" y="5870"/>
                </a:cubicBezTo>
                <a:cubicBezTo>
                  <a:pt x="1119" y="5596"/>
                  <a:pt x="310" y="4465"/>
                  <a:pt x="310" y="3001"/>
                </a:cubicBezTo>
                <a:cubicBezTo>
                  <a:pt x="310" y="1548"/>
                  <a:pt x="1465" y="155"/>
                  <a:pt x="2989" y="36"/>
                </a:cubicBezTo>
                <a:cubicBezTo>
                  <a:pt x="3632" y="0"/>
                  <a:pt x="4263" y="60"/>
                  <a:pt x="4870" y="238"/>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8"/>
          <p:cNvSpPr/>
          <p:nvPr/>
        </p:nvSpPr>
        <p:spPr>
          <a:xfrm>
            <a:off x="3395549" y="3239026"/>
            <a:ext cx="408874" cy="417660"/>
          </a:xfrm>
          <a:custGeom>
            <a:rect b="b" l="l" r="r" t="t"/>
            <a:pathLst>
              <a:path extrusionOk="0" h="6180" w="6050">
                <a:moveTo>
                  <a:pt x="3038" y="0"/>
                </a:moveTo>
                <a:cubicBezTo>
                  <a:pt x="2923" y="0"/>
                  <a:pt x="2807" y="3"/>
                  <a:pt x="2692" y="10"/>
                </a:cubicBezTo>
                <a:cubicBezTo>
                  <a:pt x="1156" y="129"/>
                  <a:pt x="1" y="1522"/>
                  <a:pt x="1" y="2975"/>
                </a:cubicBezTo>
                <a:cubicBezTo>
                  <a:pt x="1" y="4439"/>
                  <a:pt x="810" y="5570"/>
                  <a:pt x="882" y="5844"/>
                </a:cubicBezTo>
                <a:cubicBezTo>
                  <a:pt x="906" y="5939"/>
                  <a:pt x="918" y="6035"/>
                  <a:pt x="894" y="6130"/>
                </a:cubicBezTo>
                <a:cubicBezTo>
                  <a:pt x="1075" y="6165"/>
                  <a:pt x="1236" y="6180"/>
                  <a:pt x="1379" y="6180"/>
                </a:cubicBezTo>
                <a:cubicBezTo>
                  <a:pt x="2108" y="6180"/>
                  <a:pt x="2358" y="5796"/>
                  <a:pt x="2358" y="5796"/>
                </a:cubicBezTo>
                <a:lnTo>
                  <a:pt x="2358" y="5796"/>
                </a:lnTo>
                <a:cubicBezTo>
                  <a:pt x="2316" y="5802"/>
                  <a:pt x="2274" y="5805"/>
                  <a:pt x="2231" y="5805"/>
                </a:cubicBezTo>
                <a:cubicBezTo>
                  <a:pt x="2022" y="5805"/>
                  <a:pt x="1812" y="5733"/>
                  <a:pt x="1644" y="5594"/>
                </a:cubicBezTo>
                <a:cubicBezTo>
                  <a:pt x="1310" y="5308"/>
                  <a:pt x="1310" y="4249"/>
                  <a:pt x="1715" y="3760"/>
                </a:cubicBezTo>
                <a:cubicBezTo>
                  <a:pt x="1812" y="3640"/>
                  <a:pt x="1909" y="3590"/>
                  <a:pt x="2001" y="3590"/>
                </a:cubicBezTo>
                <a:cubicBezTo>
                  <a:pt x="2278" y="3590"/>
                  <a:pt x="2501" y="4048"/>
                  <a:pt x="2501" y="4344"/>
                </a:cubicBezTo>
                <a:cubicBezTo>
                  <a:pt x="2501" y="4711"/>
                  <a:pt x="2657" y="5015"/>
                  <a:pt x="2832" y="5015"/>
                </a:cubicBezTo>
                <a:cubicBezTo>
                  <a:pt x="2845" y="5015"/>
                  <a:pt x="2858" y="5014"/>
                  <a:pt x="2870" y="5011"/>
                </a:cubicBezTo>
                <a:cubicBezTo>
                  <a:pt x="3049" y="4963"/>
                  <a:pt x="3013" y="4522"/>
                  <a:pt x="3073" y="4249"/>
                </a:cubicBezTo>
                <a:cubicBezTo>
                  <a:pt x="3144" y="3975"/>
                  <a:pt x="3954" y="3558"/>
                  <a:pt x="4144" y="3320"/>
                </a:cubicBezTo>
                <a:cubicBezTo>
                  <a:pt x="4335" y="3094"/>
                  <a:pt x="4049" y="2879"/>
                  <a:pt x="3751" y="2534"/>
                </a:cubicBezTo>
                <a:cubicBezTo>
                  <a:pt x="3454" y="2189"/>
                  <a:pt x="3704" y="1820"/>
                  <a:pt x="4847" y="1260"/>
                </a:cubicBezTo>
                <a:lnTo>
                  <a:pt x="4847" y="1260"/>
                </a:lnTo>
                <a:lnTo>
                  <a:pt x="4835" y="1272"/>
                </a:lnTo>
                <a:cubicBezTo>
                  <a:pt x="5188" y="1092"/>
                  <a:pt x="5475" y="1030"/>
                  <a:pt x="5704" y="1030"/>
                </a:cubicBezTo>
                <a:cubicBezTo>
                  <a:pt x="5838" y="1030"/>
                  <a:pt x="5953" y="1051"/>
                  <a:pt x="6049" y="1082"/>
                </a:cubicBezTo>
                <a:cubicBezTo>
                  <a:pt x="5644" y="665"/>
                  <a:pt x="5132" y="367"/>
                  <a:pt x="4561" y="212"/>
                </a:cubicBezTo>
                <a:cubicBezTo>
                  <a:pt x="4065" y="67"/>
                  <a:pt x="3553" y="0"/>
                  <a:pt x="3038"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8"/>
          <p:cNvSpPr/>
          <p:nvPr/>
        </p:nvSpPr>
        <p:spPr>
          <a:xfrm>
            <a:off x="3551666" y="3635534"/>
            <a:ext cx="26628" cy="72516"/>
          </a:xfrm>
          <a:custGeom>
            <a:rect b="b" l="l" r="r" t="t"/>
            <a:pathLst>
              <a:path extrusionOk="0" fill="none" h="1073" w="394">
                <a:moveTo>
                  <a:pt x="1" y="1"/>
                </a:moveTo>
                <a:cubicBezTo>
                  <a:pt x="1" y="1"/>
                  <a:pt x="1" y="656"/>
                  <a:pt x="393" y="10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8"/>
          <p:cNvSpPr/>
          <p:nvPr/>
        </p:nvSpPr>
        <p:spPr>
          <a:xfrm>
            <a:off x="3753672" y="3548623"/>
            <a:ext cx="41901" cy="8177"/>
          </a:xfrm>
          <a:custGeom>
            <a:rect b="b" l="l" r="r" t="t"/>
            <a:pathLst>
              <a:path extrusionOk="0" fill="none" h="121" w="620">
                <a:moveTo>
                  <a:pt x="619" y="120"/>
                </a:moveTo>
                <a:cubicBezTo>
                  <a:pt x="429" y="37"/>
                  <a:pt x="214" y="1"/>
                  <a:pt x="0" y="2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8"/>
          <p:cNvSpPr/>
          <p:nvPr/>
        </p:nvSpPr>
        <p:spPr>
          <a:xfrm>
            <a:off x="3751239" y="3479486"/>
            <a:ext cx="67650" cy="39468"/>
          </a:xfrm>
          <a:custGeom>
            <a:rect b="b" l="l" r="r" t="t"/>
            <a:pathLst>
              <a:path extrusionOk="0" fill="none" h="584" w="1001">
                <a:moveTo>
                  <a:pt x="1000" y="583"/>
                </a:moveTo>
                <a:cubicBezTo>
                  <a:pt x="1000" y="583"/>
                  <a:pt x="655" y="0"/>
                  <a:pt x="0" y="46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8"/>
          <p:cNvSpPr/>
          <p:nvPr/>
        </p:nvSpPr>
        <p:spPr>
          <a:xfrm>
            <a:off x="3720623" y="3666149"/>
            <a:ext cx="43523" cy="30615"/>
          </a:xfrm>
          <a:custGeom>
            <a:rect b="b" l="l" r="r" t="t"/>
            <a:pathLst>
              <a:path extrusionOk="0" fill="none" h="453" w="644">
                <a:moveTo>
                  <a:pt x="644" y="429"/>
                </a:moveTo>
                <a:cubicBezTo>
                  <a:pt x="358" y="453"/>
                  <a:pt x="84" y="274"/>
                  <a:pt x="1"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8"/>
          <p:cNvSpPr/>
          <p:nvPr/>
        </p:nvSpPr>
        <p:spPr>
          <a:xfrm>
            <a:off x="3194422" y="4106249"/>
            <a:ext cx="266410" cy="140099"/>
          </a:xfrm>
          <a:custGeom>
            <a:rect b="b" l="l" r="r" t="t"/>
            <a:pathLst>
              <a:path extrusionOk="0" h="2073" w="3942">
                <a:moveTo>
                  <a:pt x="3643" y="1"/>
                </a:moveTo>
                <a:cubicBezTo>
                  <a:pt x="1750" y="37"/>
                  <a:pt x="631" y="751"/>
                  <a:pt x="0" y="1418"/>
                </a:cubicBezTo>
                <a:cubicBezTo>
                  <a:pt x="72" y="1644"/>
                  <a:pt x="155" y="1858"/>
                  <a:pt x="262" y="2073"/>
                </a:cubicBezTo>
                <a:cubicBezTo>
                  <a:pt x="737" y="1447"/>
                  <a:pt x="1753" y="630"/>
                  <a:pt x="3770" y="630"/>
                </a:cubicBezTo>
                <a:cubicBezTo>
                  <a:pt x="3826" y="630"/>
                  <a:pt x="3883" y="631"/>
                  <a:pt x="3941" y="632"/>
                </a:cubicBezTo>
                <a:lnTo>
                  <a:pt x="3643"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8"/>
          <p:cNvSpPr/>
          <p:nvPr/>
        </p:nvSpPr>
        <p:spPr>
          <a:xfrm>
            <a:off x="3237067" y="4200459"/>
            <a:ext cx="268776" cy="127190"/>
          </a:xfrm>
          <a:custGeom>
            <a:rect b="b" l="l" r="r" t="t"/>
            <a:pathLst>
              <a:path extrusionOk="0" h="1882" w="3977">
                <a:moveTo>
                  <a:pt x="3679" y="0"/>
                </a:moveTo>
                <a:cubicBezTo>
                  <a:pt x="1905" y="95"/>
                  <a:pt x="726" y="750"/>
                  <a:pt x="0" y="1345"/>
                </a:cubicBezTo>
                <a:cubicBezTo>
                  <a:pt x="107" y="1536"/>
                  <a:pt x="226" y="1715"/>
                  <a:pt x="345" y="1881"/>
                </a:cubicBezTo>
                <a:cubicBezTo>
                  <a:pt x="1012" y="1322"/>
                  <a:pt x="2179" y="655"/>
                  <a:pt x="3977" y="619"/>
                </a:cubicBezTo>
                <a:lnTo>
                  <a:pt x="3679"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8"/>
          <p:cNvSpPr/>
          <p:nvPr/>
        </p:nvSpPr>
        <p:spPr>
          <a:xfrm>
            <a:off x="4728894" y="3790096"/>
            <a:ext cx="831265" cy="1667260"/>
          </a:xfrm>
          <a:custGeom>
            <a:rect b="b" l="l" r="r" t="t"/>
            <a:pathLst>
              <a:path extrusionOk="0" h="24670" w="12300">
                <a:moveTo>
                  <a:pt x="5211" y="1"/>
                </a:moveTo>
                <a:cubicBezTo>
                  <a:pt x="4847" y="1"/>
                  <a:pt x="4520" y="50"/>
                  <a:pt x="4287" y="167"/>
                </a:cubicBezTo>
                <a:cubicBezTo>
                  <a:pt x="4287" y="167"/>
                  <a:pt x="2572" y="1119"/>
                  <a:pt x="1512" y="2107"/>
                </a:cubicBezTo>
                <a:cubicBezTo>
                  <a:pt x="453" y="3095"/>
                  <a:pt x="0" y="4608"/>
                  <a:pt x="191" y="5834"/>
                </a:cubicBezTo>
                <a:cubicBezTo>
                  <a:pt x="393" y="7048"/>
                  <a:pt x="2179" y="10299"/>
                  <a:pt x="2370" y="10894"/>
                </a:cubicBezTo>
                <a:cubicBezTo>
                  <a:pt x="2572" y="11489"/>
                  <a:pt x="2703" y="13597"/>
                  <a:pt x="2703" y="14728"/>
                </a:cubicBezTo>
                <a:cubicBezTo>
                  <a:pt x="2703" y="15657"/>
                  <a:pt x="2108" y="22455"/>
                  <a:pt x="1905" y="24670"/>
                </a:cubicBezTo>
                <a:lnTo>
                  <a:pt x="10847" y="24670"/>
                </a:lnTo>
                <a:cubicBezTo>
                  <a:pt x="10954" y="22503"/>
                  <a:pt x="11276" y="16002"/>
                  <a:pt x="11276" y="15180"/>
                </a:cubicBezTo>
                <a:cubicBezTo>
                  <a:pt x="11276" y="14192"/>
                  <a:pt x="10942" y="10144"/>
                  <a:pt x="11371" y="8727"/>
                </a:cubicBezTo>
                <a:cubicBezTo>
                  <a:pt x="11799" y="7310"/>
                  <a:pt x="12300" y="3584"/>
                  <a:pt x="11526" y="2429"/>
                </a:cubicBezTo>
                <a:cubicBezTo>
                  <a:pt x="10764" y="1274"/>
                  <a:pt x="7918" y="619"/>
                  <a:pt x="7049" y="321"/>
                </a:cubicBezTo>
                <a:cubicBezTo>
                  <a:pt x="6514" y="136"/>
                  <a:pt x="5813" y="1"/>
                  <a:pt x="521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8"/>
          <p:cNvSpPr/>
          <p:nvPr/>
        </p:nvSpPr>
        <p:spPr>
          <a:xfrm>
            <a:off x="4882578" y="3852002"/>
            <a:ext cx="531942" cy="754829"/>
          </a:xfrm>
          <a:custGeom>
            <a:rect b="b" l="l" r="r" t="t"/>
            <a:pathLst>
              <a:path extrusionOk="0" h="11169" w="7871">
                <a:moveTo>
                  <a:pt x="6680" y="1"/>
                </a:moveTo>
                <a:cubicBezTo>
                  <a:pt x="5227" y="3715"/>
                  <a:pt x="2941" y="7049"/>
                  <a:pt x="0" y="9728"/>
                </a:cubicBezTo>
                <a:cubicBezTo>
                  <a:pt x="48" y="9835"/>
                  <a:pt x="84" y="9930"/>
                  <a:pt x="96" y="9990"/>
                </a:cubicBezTo>
                <a:cubicBezTo>
                  <a:pt x="203" y="10371"/>
                  <a:pt x="262" y="10764"/>
                  <a:pt x="298" y="11169"/>
                </a:cubicBezTo>
                <a:cubicBezTo>
                  <a:pt x="3656" y="8275"/>
                  <a:pt x="6263" y="4608"/>
                  <a:pt x="7871" y="477"/>
                </a:cubicBezTo>
                <a:cubicBezTo>
                  <a:pt x="7478" y="298"/>
                  <a:pt x="7085" y="143"/>
                  <a:pt x="668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8"/>
          <p:cNvSpPr/>
          <p:nvPr/>
        </p:nvSpPr>
        <p:spPr>
          <a:xfrm>
            <a:off x="4903528" y="4014539"/>
            <a:ext cx="634127" cy="898847"/>
          </a:xfrm>
          <a:custGeom>
            <a:rect b="b" l="l" r="r" t="t"/>
            <a:pathLst>
              <a:path extrusionOk="0" h="13300" w="9383">
                <a:moveTo>
                  <a:pt x="9251" y="1"/>
                </a:moveTo>
                <a:cubicBezTo>
                  <a:pt x="7418" y="3108"/>
                  <a:pt x="4251" y="7835"/>
                  <a:pt x="119" y="11538"/>
                </a:cubicBezTo>
                <a:cubicBezTo>
                  <a:pt x="107" y="11859"/>
                  <a:pt x="71" y="12502"/>
                  <a:pt x="0" y="13300"/>
                </a:cubicBezTo>
                <a:cubicBezTo>
                  <a:pt x="4024" y="9978"/>
                  <a:pt x="7203" y="5680"/>
                  <a:pt x="9299" y="2370"/>
                </a:cubicBezTo>
                <a:cubicBezTo>
                  <a:pt x="9382" y="1584"/>
                  <a:pt x="9358" y="786"/>
                  <a:pt x="925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8"/>
          <p:cNvSpPr/>
          <p:nvPr/>
        </p:nvSpPr>
        <p:spPr>
          <a:xfrm>
            <a:off x="4857639" y="4917377"/>
            <a:ext cx="628517" cy="539984"/>
          </a:xfrm>
          <a:custGeom>
            <a:rect b="b" l="l" r="r" t="t"/>
            <a:pathLst>
              <a:path extrusionOk="0" h="7990" w="9300">
                <a:moveTo>
                  <a:pt x="679" y="0"/>
                </a:moveTo>
                <a:cubicBezTo>
                  <a:pt x="489" y="2453"/>
                  <a:pt x="143" y="6406"/>
                  <a:pt x="0" y="7990"/>
                </a:cubicBezTo>
                <a:lnTo>
                  <a:pt x="8942" y="7990"/>
                </a:lnTo>
                <a:cubicBezTo>
                  <a:pt x="9013" y="6454"/>
                  <a:pt x="9204" y="2715"/>
                  <a:pt x="9299" y="393"/>
                </a:cubicBezTo>
                <a:lnTo>
                  <a:pt x="9299" y="393"/>
                </a:lnTo>
                <a:cubicBezTo>
                  <a:pt x="7921" y="658"/>
                  <a:pt x="6672" y="758"/>
                  <a:pt x="5570" y="758"/>
                </a:cubicBezTo>
                <a:cubicBezTo>
                  <a:pt x="3198" y="758"/>
                  <a:pt x="1508" y="293"/>
                  <a:pt x="679"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8"/>
          <p:cNvSpPr/>
          <p:nvPr/>
        </p:nvSpPr>
        <p:spPr>
          <a:xfrm>
            <a:off x="4948539" y="3783608"/>
            <a:ext cx="292159" cy="282495"/>
          </a:xfrm>
          <a:custGeom>
            <a:rect b="b" l="l" r="r" t="t"/>
            <a:pathLst>
              <a:path extrusionOk="0" h="4180" w="4323">
                <a:moveTo>
                  <a:pt x="2156" y="1"/>
                </a:moveTo>
                <a:cubicBezTo>
                  <a:pt x="965" y="1"/>
                  <a:pt x="1" y="941"/>
                  <a:pt x="1" y="2096"/>
                </a:cubicBezTo>
                <a:cubicBezTo>
                  <a:pt x="1" y="3251"/>
                  <a:pt x="965" y="4180"/>
                  <a:pt x="2156" y="4180"/>
                </a:cubicBezTo>
                <a:cubicBezTo>
                  <a:pt x="3346" y="4180"/>
                  <a:pt x="4323" y="3251"/>
                  <a:pt x="4323" y="2096"/>
                </a:cubicBezTo>
                <a:cubicBezTo>
                  <a:pt x="4323" y="941"/>
                  <a:pt x="3346" y="1"/>
                  <a:pt x="2156"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8"/>
          <p:cNvSpPr/>
          <p:nvPr/>
        </p:nvSpPr>
        <p:spPr>
          <a:xfrm>
            <a:off x="4960636" y="3698319"/>
            <a:ext cx="263166" cy="316421"/>
          </a:xfrm>
          <a:custGeom>
            <a:rect b="b" l="l" r="r" t="t"/>
            <a:pathLst>
              <a:path extrusionOk="0" h="4682" w="3894">
                <a:moveTo>
                  <a:pt x="2572" y="1"/>
                </a:moveTo>
                <a:cubicBezTo>
                  <a:pt x="2572" y="1"/>
                  <a:pt x="2144" y="786"/>
                  <a:pt x="1310" y="822"/>
                </a:cubicBezTo>
                <a:cubicBezTo>
                  <a:pt x="1222" y="827"/>
                  <a:pt x="1134" y="829"/>
                  <a:pt x="1046" y="829"/>
                </a:cubicBezTo>
                <a:cubicBezTo>
                  <a:pt x="694" y="829"/>
                  <a:pt x="343" y="791"/>
                  <a:pt x="0" y="715"/>
                </a:cubicBezTo>
                <a:lnTo>
                  <a:pt x="0" y="727"/>
                </a:lnTo>
                <a:cubicBezTo>
                  <a:pt x="0" y="727"/>
                  <a:pt x="369" y="2013"/>
                  <a:pt x="369" y="2763"/>
                </a:cubicBezTo>
                <a:cubicBezTo>
                  <a:pt x="369" y="3389"/>
                  <a:pt x="924" y="4681"/>
                  <a:pt x="1867" y="4681"/>
                </a:cubicBezTo>
                <a:cubicBezTo>
                  <a:pt x="2072" y="4681"/>
                  <a:pt x="2296" y="4620"/>
                  <a:pt x="2536" y="4477"/>
                </a:cubicBezTo>
                <a:cubicBezTo>
                  <a:pt x="3894" y="3691"/>
                  <a:pt x="3203" y="1882"/>
                  <a:pt x="2965" y="1310"/>
                </a:cubicBezTo>
                <a:cubicBezTo>
                  <a:pt x="2810" y="882"/>
                  <a:pt x="2667" y="441"/>
                  <a:pt x="2572"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8"/>
          <p:cNvSpPr/>
          <p:nvPr/>
        </p:nvSpPr>
        <p:spPr>
          <a:xfrm>
            <a:off x="4794855" y="3396562"/>
            <a:ext cx="64474" cy="177134"/>
          </a:xfrm>
          <a:custGeom>
            <a:rect b="b" l="l" r="r" t="t"/>
            <a:pathLst>
              <a:path extrusionOk="0" h="2621" w="954">
                <a:moveTo>
                  <a:pt x="594" y="0"/>
                </a:moveTo>
                <a:cubicBezTo>
                  <a:pt x="441" y="0"/>
                  <a:pt x="279" y="108"/>
                  <a:pt x="227" y="525"/>
                </a:cubicBezTo>
                <a:cubicBezTo>
                  <a:pt x="227" y="525"/>
                  <a:pt x="1" y="1084"/>
                  <a:pt x="286" y="1549"/>
                </a:cubicBezTo>
                <a:cubicBezTo>
                  <a:pt x="572" y="2001"/>
                  <a:pt x="953" y="2620"/>
                  <a:pt x="953" y="2620"/>
                </a:cubicBezTo>
                <a:lnTo>
                  <a:pt x="906" y="120"/>
                </a:lnTo>
                <a:cubicBezTo>
                  <a:pt x="906" y="120"/>
                  <a:pt x="755" y="0"/>
                  <a:pt x="594"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8"/>
          <p:cNvSpPr/>
          <p:nvPr/>
        </p:nvSpPr>
        <p:spPr>
          <a:xfrm>
            <a:off x="4828646" y="3534971"/>
            <a:ext cx="53998" cy="98806"/>
          </a:xfrm>
          <a:custGeom>
            <a:rect b="b" l="l" r="r" t="t"/>
            <a:pathLst>
              <a:path extrusionOk="0" h="1462" w="799">
                <a:moveTo>
                  <a:pt x="453" y="1"/>
                </a:moveTo>
                <a:cubicBezTo>
                  <a:pt x="453" y="1"/>
                  <a:pt x="1" y="179"/>
                  <a:pt x="227" y="917"/>
                </a:cubicBezTo>
                <a:cubicBezTo>
                  <a:pt x="367" y="1375"/>
                  <a:pt x="553" y="1462"/>
                  <a:pt x="674" y="1462"/>
                </a:cubicBezTo>
                <a:cubicBezTo>
                  <a:pt x="749" y="1462"/>
                  <a:pt x="798" y="1429"/>
                  <a:pt x="798" y="1429"/>
                </a:cubicBezTo>
                <a:lnTo>
                  <a:pt x="453" y="12"/>
                </a:lnTo>
                <a:lnTo>
                  <a:pt x="45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8"/>
          <p:cNvSpPr/>
          <p:nvPr/>
        </p:nvSpPr>
        <p:spPr>
          <a:xfrm>
            <a:off x="4824659" y="3336007"/>
            <a:ext cx="387113" cy="466927"/>
          </a:xfrm>
          <a:custGeom>
            <a:rect b="b" l="l" r="r" t="t"/>
            <a:pathLst>
              <a:path extrusionOk="0" h="6909" w="5728">
                <a:moveTo>
                  <a:pt x="4043" y="1"/>
                </a:moveTo>
                <a:cubicBezTo>
                  <a:pt x="3399" y="1"/>
                  <a:pt x="2430" y="576"/>
                  <a:pt x="1846" y="742"/>
                </a:cubicBezTo>
                <a:cubicBezTo>
                  <a:pt x="1060" y="980"/>
                  <a:pt x="0" y="909"/>
                  <a:pt x="95" y="1671"/>
                </a:cubicBezTo>
                <a:cubicBezTo>
                  <a:pt x="95" y="1671"/>
                  <a:pt x="500" y="3707"/>
                  <a:pt x="727" y="4731"/>
                </a:cubicBezTo>
                <a:cubicBezTo>
                  <a:pt x="965" y="5754"/>
                  <a:pt x="2215" y="6671"/>
                  <a:pt x="2870" y="6874"/>
                </a:cubicBezTo>
                <a:cubicBezTo>
                  <a:pt x="2948" y="6898"/>
                  <a:pt x="3030" y="6908"/>
                  <a:pt x="3113" y="6908"/>
                </a:cubicBezTo>
                <a:cubicBezTo>
                  <a:pt x="3730" y="6908"/>
                  <a:pt x="4416" y="6299"/>
                  <a:pt x="4584" y="5921"/>
                </a:cubicBezTo>
                <a:cubicBezTo>
                  <a:pt x="4787" y="5493"/>
                  <a:pt x="4882" y="4540"/>
                  <a:pt x="4882" y="4540"/>
                </a:cubicBezTo>
                <a:cubicBezTo>
                  <a:pt x="4882" y="4540"/>
                  <a:pt x="5608" y="4242"/>
                  <a:pt x="5668" y="3480"/>
                </a:cubicBezTo>
                <a:cubicBezTo>
                  <a:pt x="5727" y="2718"/>
                  <a:pt x="5537" y="2492"/>
                  <a:pt x="5144" y="2397"/>
                </a:cubicBezTo>
                <a:lnTo>
                  <a:pt x="4846" y="2266"/>
                </a:lnTo>
                <a:cubicBezTo>
                  <a:pt x="4846" y="2266"/>
                  <a:pt x="5013" y="1040"/>
                  <a:pt x="4584" y="278"/>
                </a:cubicBezTo>
                <a:cubicBezTo>
                  <a:pt x="4470" y="77"/>
                  <a:pt x="4278" y="1"/>
                  <a:pt x="404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8"/>
          <p:cNvSpPr/>
          <p:nvPr/>
        </p:nvSpPr>
        <p:spPr>
          <a:xfrm>
            <a:off x="4950161" y="3548623"/>
            <a:ext cx="66028" cy="94278"/>
          </a:xfrm>
          <a:custGeom>
            <a:rect b="b" l="l" r="r" t="t"/>
            <a:pathLst>
              <a:path extrusionOk="0" fill="none" h="1395" w="977">
                <a:moveTo>
                  <a:pt x="155" y="1"/>
                </a:moveTo>
                <a:cubicBezTo>
                  <a:pt x="155" y="1"/>
                  <a:pt x="1" y="1192"/>
                  <a:pt x="227" y="1287"/>
                </a:cubicBezTo>
                <a:cubicBezTo>
                  <a:pt x="441" y="1394"/>
                  <a:pt x="882" y="1156"/>
                  <a:pt x="977" y="112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8"/>
          <p:cNvSpPr/>
          <p:nvPr/>
        </p:nvSpPr>
        <p:spPr>
          <a:xfrm>
            <a:off x="5003281" y="3622694"/>
            <a:ext cx="86979" cy="71637"/>
          </a:xfrm>
          <a:custGeom>
            <a:rect b="b" l="l" r="r" t="t"/>
            <a:pathLst>
              <a:path extrusionOk="0" fill="none" h="1060" w="1287">
                <a:moveTo>
                  <a:pt x="0" y="929"/>
                </a:moveTo>
                <a:cubicBezTo>
                  <a:pt x="0" y="929"/>
                  <a:pt x="917" y="1060"/>
                  <a:pt x="1286"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8"/>
          <p:cNvSpPr/>
          <p:nvPr/>
        </p:nvSpPr>
        <p:spPr>
          <a:xfrm>
            <a:off x="4885011" y="3506789"/>
            <a:ext cx="46700" cy="24262"/>
          </a:xfrm>
          <a:custGeom>
            <a:rect b="b" l="l" r="r" t="t"/>
            <a:pathLst>
              <a:path extrusionOk="0" fill="none" h="359" w="691">
                <a:moveTo>
                  <a:pt x="0" y="358"/>
                </a:moveTo>
                <a:cubicBezTo>
                  <a:pt x="155" y="132"/>
                  <a:pt x="417" y="1"/>
                  <a:pt x="691" y="2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8"/>
          <p:cNvSpPr/>
          <p:nvPr/>
        </p:nvSpPr>
        <p:spPr>
          <a:xfrm>
            <a:off x="4991994" y="3475431"/>
            <a:ext cx="70894" cy="24195"/>
          </a:xfrm>
          <a:custGeom>
            <a:rect b="b" l="l" r="r" t="t"/>
            <a:pathLst>
              <a:path extrusionOk="0" fill="none" h="358" w="1049">
                <a:moveTo>
                  <a:pt x="1" y="334"/>
                </a:moveTo>
                <a:cubicBezTo>
                  <a:pt x="1" y="334"/>
                  <a:pt x="656" y="1"/>
                  <a:pt x="1048" y="3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8"/>
          <p:cNvSpPr/>
          <p:nvPr/>
        </p:nvSpPr>
        <p:spPr>
          <a:xfrm>
            <a:off x="4909138" y="3544568"/>
            <a:ext cx="26628" cy="44469"/>
          </a:xfrm>
          <a:custGeom>
            <a:rect b="b" l="l" r="r" t="t"/>
            <a:pathLst>
              <a:path extrusionOk="0" h="658" w="394">
                <a:moveTo>
                  <a:pt x="155" y="1"/>
                </a:moveTo>
                <a:cubicBezTo>
                  <a:pt x="151" y="1"/>
                  <a:pt x="147" y="1"/>
                  <a:pt x="143" y="1"/>
                </a:cubicBezTo>
                <a:cubicBezTo>
                  <a:pt x="48" y="25"/>
                  <a:pt x="0" y="180"/>
                  <a:pt x="36" y="359"/>
                </a:cubicBezTo>
                <a:cubicBezTo>
                  <a:pt x="70" y="530"/>
                  <a:pt x="159" y="657"/>
                  <a:pt x="240" y="657"/>
                </a:cubicBezTo>
                <a:cubicBezTo>
                  <a:pt x="243" y="657"/>
                  <a:pt x="247" y="657"/>
                  <a:pt x="250" y="656"/>
                </a:cubicBezTo>
                <a:cubicBezTo>
                  <a:pt x="346" y="644"/>
                  <a:pt x="393" y="478"/>
                  <a:pt x="358" y="299"/>
                </a:cubicBezTo>
                <a:cubicBezTo>
                  <a:pt x="335" y="128"/>
                  <a:pt x="246" y="1"/>
                  <a:pt x="155"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8"/>
          <p:cNvSpPr/>
          <p:nvPr/>
        </p:nvSpPr>
        <p:spPr>
          <a:xfrm>
            <a:off x="5007268" y="3524496"/>
            <a:ext cx="26628" cy="44402"/>
          </a:xfrm>
          <a:custGeom>
            <a:rect b="b" l="l" r="r" t="t"/>
            <a:pathLst>
              <a:path extrusionOk="0" h="657" w="394">
                <a:moveTo>
                  <a:pt x="155" y="0"/>
                </a:moveTo>
                <a:cubicBezTo>
                  <a:pt x="151" y="0"/>
                  <a:pt x="147" y="0"/>
                  <a:pt x="144" y="1"/>
                </a:cubicBezTo>
                <a:cubicBezTo>
                  <a:pt x="49" y="25"/>
                  <a:pt x="1" y="179"/>
                  <a:pt x="37" y="358"/>
                </a:cubicBezTo>
                <a:cubicBezTo>
                  <a:pt x="59" y="529"/>
                  <a:pt x="159" y="656"/>
                  <a:pt x="240" y="656"/>
                </a:cubicBezTo>
                <a:cubicBezTo>
                  <a:pt x="244" y="656"/>
                  <a:pt x="247" y="656"/>
                  <a:pt x="251" y="656"/>
                </a:cubicBezTo>
                <a:cubicBezTo>
                  <a:pt x="346" y="644"/>
                  <a:pt x="394" y="477"/>
                  <a:pt x="358" y="298"/>
                </a:cubicBezTo>
                <a:cubicBezTo>
                  <a:pt x="335" y="127"/>
                  <a:pt x="236" y="0"/>
                  <a:pt x="15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8"/>
          <p:cNvSpPr/>
          <p:nvPr/>
        </p:nvSpPr>
        <p:spPr>
          <a:xfrm>
            <a:off x="4759036" y="3244500"/>
            <a:ext cx="416511" cy="282495"/>
          </a:xfrm>
          <a:custGeom>
            <a:rect b="b" l="l" r="r" t="t"/>
            <a:pathLst>
              <a:path extrusionOk="0" h="4180" w="6163">
                <a:moveTo>
                  <a:pt x="3710" y="0"/>
                </a:moveTo>
                <a:cubicBezTo>
                  <a:pt x="1995" y="0"/>
                  <a:pt x="114" y="1584"/>
                  <a:pt x="54" y="2298"/>
                </a:cubicBezTo>
                <a:cubicBezTo>
                  <a:pt x="1" y="2845"/>
                  <a:pt x="358" y="3169"/>
                  <a:pt x="1158" y="3169"/>
                </a:cubicBezTo>
                <a:cubicBezTo>
                  <a:pt x="1421" y="3169"/>
                  <a:pt x="1731" y="3134"/>
                  <a:pt x="2090" y="3060"/>
                </a:cubicBezTo>
                <a:cubicBezTo>
                  <a:pt x="3043" y="2858"/>
                  <a:pt x="3960" y="2536"/>
                  <a:pt x="4829" y="2132"/>
                </a:cubicBezTo>
                <a:lnTo>
                  <a:pt x="4829" y="2132"/>
                </a:lnTo>
                <a:cubicBezTo>
                  <a:pt x="4603" y="2822"/>
                  <a:pt x="4948" y="3310"/>
                  <a:pt x="5424" y="3584"/>
                </a:cubicBezTo>
                <a:cubicBezTo>
                  <a:pt x="5889" y="3846"/>
                  <a:pt x="5817" y="4180"/>
                  <a:pt x="5817" y="4180"/>
                </a:cubicBezTo>
                <a:lnTo>
                  <a:pt x="6115" y="3751"/>
                </a:lnTo>
                <a:cubicBezTo>
                  <a:pt x="6162" y="3037"/>
                  <a:pt x="6162" y="2322"/>
                  <a:pt x="6115" y="1608"/>
                </a:cubicBezTo>
                <a:cubicBezTo>
                  <a:pt x="6019" y="786"/>
                  <a:pt x="5424" y="0"/>
                  <a:pt x="3710"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8"/>
          <p:cNvSpPr/>
          <p:nvPr/>
        </p:nvSpPr>
        <p:spPr>
          <a:xfrm>
            <a:off x="5399993" y="3506316"/>
            <a:ext cx="675149" cy="1225068"/>
          </a:xfrm>
          <a:custGeom>
            <a:rect b="b" l="l" r="r" t="t"/>
            <a:pathLst>
              <a:path extrusionOk="0" h="18127" w="9990">
                <a:moveTo>
                  <a:pt x="2792" y="0"/>
                </a:moveTo>
                <a:cubicBezTo>
                  <a:pt x="2632" y="0"/>
                  <a:pt x="2470" y="14"/>
                  <a:pt x="2310" y="44"/>
                </a:cubicBezTo>
                <a:cubicBezTo>
                  <a:pt x="1238" y="234"/>
                  <a:pt x="345" y="1020"/>
                  <a:pt x="179" y="2115"/>
                </a:cubicBezTo>
                <a:cubicBezTo>
                  <a:pt x="0" y="3258"/>
                  <a:pt x="1036" y="4508"/>
                  <a:pt x="1655" y="7140"/>
                </a:cubicBezTo>
                <a:cubicBezTo>
                  <a:pt x="2286" y="9771"/>
                  <a:pt x="3084" y="14569"/>
                  <a:pt x="4572" y="16736"/>
                </a:cubicBezTo>
                <a:cubicBezTo>
                  <a:pt x="5272" y="17763"/>
                  <a:pt x="6038" y="18126"/>
                  <a:pt x="6766" y="18126"/>
                </a:cubicBezTo>
                <a:cubicBezTo>
                  <a:pt x="7574" y="18126"/>
                  <a:pt x="8336" y="17677"/>
                  <a:pt x="8906" y="17189"/>
                </a:cubicBezTo>
                <a:cubicBezTo>
                  <a:pt x="9990" y="16272"/>
                  <a:pt x="9311" y="15069"/>
                  <a:pt x="8799" y="14045"/>
                </a:cubicBezTo>
                <a:cubicBezTo>
                  <a:pt x="8275" y="13021"/>
                  <a:pt x="9930" y="11819"/>
                  <a:pt x="9644" y="8735"/>
                </a:cubicBezTo>
                <a:cubicBezTo>
                  <a:pt x="9394" y="5913"/>
                  <a:pt x="7977" y="4627"/>
                  <a:pt x="5525" y="2722"/>
                </a:cubicBezTo>
                <a:cubicBezTo>
                  <a:pt x="4465" y="1889"/>
                  <a:pt x="4846" y="865"/>
                  <a:pt x="4525" y="615"/>
                </a:cubicBezTo>
                <a:cubicBezTo>
                  <a:pt x="4032" y="217"/>
                  <a:pt x="3418" y="0"/>
                  <a:pt x="2792"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8"/>
          <p:cNvSpPr/>
          <p:nvPr/>
        </p:nvSpPr>
        <p:spPr>
          <a:xfrm>
            <a:off x="4376449" y="4288114"/>
            <a:ext cx="1223108" cy="631761"/>
          </a:xfrm>
          <a:custGeom>
            <a:rect b="b" l="l" r="r" t="t"/>
            <a:pathLst>
              <a:path extrusionOk="0" h="9348" w="18098">
                <a:moveTo>
                  <a:pt x="16717" y="1"/>
                </a:moveTo>
                <a:lnTo>
                  <a:pt x="12145" y="3346"/>
                </a:lnTo>
                <a:cubicBezTo>
                  <a:pt x="12145" y="3346"/>
                  <a:pt x="4811" y="5966"/>
                  <a:pt x="4382" y="6097"/>
                </a:cubicBezTo>
                <a:cubicBezTo>
                  <a:pt x="3953" y="6240"/>
                  <a:pt x="1894" y="6597"/>
                  <a:pt x="1465" y="6835"/>
                </a:cubicBezTo>
                <a:cubicBezTo>
                  <a:pt x="1036" y="7061"/>
                  <a:pt x="203" y="8585"/>
                  <a:pt x="72" y="8954"/>
                </a:cubicBezTo>
                <a:cubicBezTo>
                  <a:pt x="0" y="9085"/>
                  <a:pt x="48" y="9240"/>
                  <a:pt x="179" y="9311"/>
                </a:cubicBezTo>
                <a:cubicBezTo>
                  <a:pt x="221" y="9335"/>
                  <a:pt x="265" y="9347"/>
                  <a:pt x="310" y="9347"/>
                </a:cubicBezTo>
                <a:cubicBezTo>
                  <a:pt x="355" y="9347"/>
                  <a:pt x="399" y="9335"/>
                  <a:pt x="441" y="9311"/>
                </a:cubicBezTo>
                <a:cubicBezTo>
                  <a:pt x="536" y="9216"/>
                  <a:pt x="1501" y="8288"/>
                  <a:pt x="1798" y="8252"/>
                </a:cubicBezTo>
                <a:cubicBezTo>
                  <a:pt x="2096" y="8228"/>
                  <a:pt x="2358" y="8192"/>
                  <a:pt x="2358" y="8192"/>
                </a:cubicBezTo>
                <a:lnTo>
                  <a:pt x="2358" y="8192"/>
                </a:lnTo>
                <a:cubicBezTo>
                  <a:pt x="2358" y="8192"/>
                  <a:pt x="1596" y="8859"/>
                  <a:pt x="1560" y="9050"/>
                </a:cubicBezTo>
                <a:cubicBezTo>
                  <a:pt x="1549" y="9145"/>
                  <a:pt x="1580" y="9179"/>
                  <a:pt x="1636" y="9179"/>
                </a:cubicBezTo>
                <a:cubicBezTo>
                  <a:pt x="1699" y="9179"/>
                  <a:pt x="1793" y="9136"/>
                  <a:pt x="1894" y="9085"/>
                </a:cubicBezTo>
                <a:cubicBezTo>
                  <a:pt x="2096" y="8990"/>
                  <a:pt x="2858" y="8716"/>
                  <a:pt x="3156" y="8192"/>
                </a:cubicBezTo>
                <a:cubicBezTo>
                  <a:pt x="3453" y="7657"/>
                  <a:pt x="3715" y="7359"/>
                  <a:pt x="4215" y="7168"/>
                </a:cubicBezTo>
                <a:cubicBezTo>
                  <a:pt x="4715" y="6966"/>
                  <a:pt x="11204" y="5561"/>
                  <a:pt x="12359" y="5359"/>
                </a:cubicBezTo>
                <a:cubicBezTo>
                  <a:pt x="13526" y="5168"/>
                  <a:pt x="17693" y="2656"/>
                  <a:pt x="17896" y="2620"/>
                </a:cubicBezTo>
                <a:cubicBezTo>
                  <a:pt x="18098" y="2584"/>
                  <a:pt x="17348" y="1"/>
                  <a:pt x="1671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8"/>
          <p:cNvSpPr/>
          <p:nvPr/>
        </p:nvSpPr>
        <p:spPr>
          <a:xfrm>
            <a:off x="5292941" y="3661283"/>
            <a:ext cx="684002" cy="1796073"/>
          </a:xfrm>
          <a:custGeom>
            <a:rect b="b" l="l" r="r" t="t"/>
            <a:pathLst>
              <a:path extrusionOk="0" h="26576" w="10121">
                <a:moveTo>
                  <a:pt x="2799" y="1"/>
                </a:moveTo>
                <a:lnTo>
                  <a:pt x="1239" y="1311"/>
                </a:lnTo>
                <a:cubicBezTo>
                  <a:pt x="1239" y="1311"/>
                  <a:pt x="2382" y="3156"/>
                  <a:pt x="2549" y="3739"/>
                </a:cubicBezTo>
                <a:cubicBezTo>
                  <a:pt x="2715" y="4311"/>
                  <a:pt x="1441" y="5668"/>
                  <a:pt x="786" y="7061"/>
                </a:cubicBezTo>
                <a:cubicBezTo>
                  <a:pt x="132" y="8466"/>
                  <a:pt x="1" y="9573"/>
                  <a:pt x="584" y="10431"/>
                </a:cubicBezTo>
                <a:cubicBezTo>
                  <a:pt x="1156" y="11300"/>
                  <a:pt x="2227" y="13431"/>
                  <a:pt x="2263" y="13562"/>
                </a:cubicBezTo>
                <a:cubicBezTo>
                  <a:pt x="2299" y="13681"/>
                  <a:pt x="2180" y="15408"/>
                  <a:pt x="2096" y="18408"/>
                </a:cubicBezTo>
                <a:cubicBezTo>
                  <a:pt x="2037" y="20706"/>
                  <a:pt x="1489" y="24802"/>
                  <a:pt x="1239" y="26576"/>
                </a:cubicBezTo>
                <a:lnTo>
                  <a:pt x="9978" y="26576"/>
                </a:lnTo>
                <a:cubicBezTo>
                  <a:pt x="10050" y="24778"/>
                  <a:pt x="10121" y="20646"/>
                  <a:pt x="9621" y="18944"/>
                </a:cubicBezTo>
                <a:cubicBezTo>
                  <a:pt x="8954" y="16717"/>
                  <a:pt x="8216" y="16265"/>
                  <a:pt x="7978" y="15288"/>
                </a:cubicBezTo>
                <a:cubicBezTo>
                  <a:pt x="7728" y="14300"/>
                  <a:pt x="7359" y="8871"/>
                  <a:pt x="6740" y="6823"/>
                </a:cubicBezTo>
                <a:cubicBezTo>
                  <a:pt x="6120" y="4763"/>
                  <a:pt x="4275" y="3525"/>
                  <a:pt x="3989" y="3085"/>
                </a:cubicBezTo>
                <a:cubicBezTo>
                  <a:pt x="3704" y="2632"/>
                  <a:pt x="2799" y="1"/>
                  <a:pt x="2799"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8"/>
          <p:cNvSpPr/>
          <p:nvPr/>
        </p:nvSpPr>
        <p:spPr>
          <a:xfrm>
            <a:off x="5413645" y="5126614"/>
            <a:ext cx="554447" cy="42712"/>
          </a:xfrm>
          <a:custGeom>
            <a:rect b="b" l="l" r="r" t="t"/>
            <a:pathLst>
              <a:path extrusionOk="0" h="632" w="8204">
                <a:moveTo>
                  <a:pt x="1810" y="0"/>
                </a:moveTo>
                <a:lnTo>
                  <a:pt x="382" y="310"/>
                </a:lnTo>
                <a:lnTo>
                  <a:pt x="36" y="238"/>
                </a:lnTo>
                <a:cubicBezTo>
                  <a:pt x="24" y="345"/>
                  <a:pt x="13" y="441"/>
                  <a:pt x="1" y="548"/>
                </a:cubicBezTo>
                <a:lnTo>
                  <a:pt x="382" y="631"/>
                </a:lnTo>
                <a:lnTo>
                  <a:pt x="1810" y="322"/>
                </a:lnTo>
                <a:lnTo>
                  <a:pt x="3251" y="631"/>
                </a:lnTo>
                <a:lnTo>
                  <a:pt x="4680" y="322"/>
                </a:lnTo>
                <a:lnTo>
                  <a:pt x="6109" y="631"/>
                </a:lnTo>
                <a:lnTo>
                  <a:pt x="7549" y="322"/>
                </a:lnTo>
                <a:lnTo>
                  <a:pt x="8204" y="464"/>
                </a:lnTo>
                <a:lnTo>
                  <a:pt x="8192" y="143"/>
                </a:lnTo>
                <a:lnTo>
                  <a:pt x="7549" y="0"/>
                </a:lnTo>
                <a:lnTo>
                  <a:pt x="6109" y="310"/>
                </a:lnTo>
                <a:lnTo>
                  <a:pt x="4680" y="0"/>
                </a:lnTo>
                <a:lnTo>
                  <a:pt x="3239" y="310"/>
                </a:lnTo>
                <a:lnTo>
                  <a:pt x="181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8"/>
          <p:cNvSpPr/>
          <p:nvPr/>
        </p:nvSpPr>
        <p:spPr>
          <a:xfrm>
            <a:off x="5373433" y="4420914"/>
            <a:ext cx="428135" cy="42712"/>
          </a:xfrm>
          <a:custGeom>
            <a:rect b="b" l="l" r="r" t="t"/>
            <a:pathLst>
              <a:path extrusionOk="0" h="632" w="6335">
                <a:moveTo>
                  <a:pt x="1119" y="0"/>
                </a:moveTo>
                <a:lnTo>
                  <a:pt x="0" y="238"/>
                </a:lnTo>
                <a:lnTo>
                  <a:pt x="155" y="524"/>
                </a:lnTo>
                <a:lnTo>
                  <a:pt x="1119" y="310"/>
                </a:lnTo>
                <a:lnTo>
                  <a:pt x="2560" y="631"/>
                </a:lnTo>
                <a:lnTo>
                  <a:pt x="3989" y="310"/>
                </a:lnTo>
                <a:lnTo>
                  <a:pt x="5430" y="631"/>
                </a:lnTo>
                <a:lnTo>
                  <a:pt x="6334" y="429"/>
                </a:lnTo>
                <a:cubicBezTo>
                  <a:pt x="6323" y="322"/>
                  <a:pt x="6311" y="227"/>
                  <a:pt x="6299" y="119"/>
                </a:cubicBezTo>
                <a:lnTo>
                  <a:pt x="5430" y="310"/>
                </a:lnTo>
                <a:lnTo>
                  <a:pt x="3989" y="0"/>
                </a:lnTo>
                <a:lnTo>
                  <a:pt x="2560" y="310"/>
                </a:lnTo>
                <a:lnTo>
                  <a:pt x="111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8"/>
          <p:cNvSpPr/>
          <p:nvPr/>
        </p:nvSpPr>
        <p:spPr>
          <a:xfrm>
            <a:off x="5395127" y="5289150"/>
            <a:ext cx="575397" cy="42712"/>
          </a:xfrm>
          <a:custGeom>
            <a:rect b="b" l="l" r="r" t="t"/>
            <a:pathLst>
              <a:path extrusionOk="0" h="632" w="8514">
                <a:moveTo>
                  <a:pt x="2084" y="0"/>
                </a:moveTo>
                <a:lnTo>
                  <a:pt x="656" y="310"/>
                </a:lnTo>
                <a:lnTo>
                  <a:pt x="36" y="179"/>
                </a:lnTo>
                <a:cubicBezTo>
                  <a:pt x="25" y="286"/>
                  <a:pt x="13" y="381"/>
                  <a:pt x="1" y="488"/>
                </a:cubicBezTo>
                <a:lnTo>
                  <a:pt x="656" y="631"/>
                </a:lnTo>
                <a:lnTo>
                  <a:pt x="2084" y="310"/>
                </a:lnTo>
                <a:lnTo>
                  <a:pt x="3525" y="619"/>
                </a:lnTo>
                <a:lnTo>
                  <a:pt x="4954" y="310"/>
                </a:lnTo>
                <a:lnTo>
                  <a:pt x="6383" y="619"/>
                </a:lnTo>
                <a:lnTo>
                  <a:pt x="7823" y="310"/>
                </a:lnTo>
                <a:lnTo>
                  <a:pt x="8514" y="464"/>
                </a:lnTo>
                <a:lnTo>
                  <a:pt x="8514" y="155"/>
                </a:lnTo>
                <a:lnTo>
                  <a:pt x="7823" y="0"/>
                </a:lnTo>
                <a:lnTo>
                  <a:pt x="6383" y="310"/>
                </a:lnTo>
                <a:lnTo>
                  <a:pt x="4954" y="0"/>
                </a:lnTo>
                <a:lnTo>
                  <a:pt x="3513" y="310"/>
                </a:lnTo>
                <a:lnTo>
                  <a:pt x="208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8"/>
          <p:cNvSpPr/>
          <p:nvPr/>
        </p:nvSpPr>
        <p:spPr>
          <a:xfrm>
            <a:off x="5384652" y="5369574"/>
            <a:ext cx="585062" cy="42712"/>
          </a:xfrm>
          <a:custGeom>
            <a:rect b="b" l="l" r="r" t="t"/>
            <a:pathLst>
              <a:path extrusionOk="0" h="632" w="8657">
                <a:moveTo>
                  <a:pt x="2239" y="1"/>
                </a:moveTo>
                <a:lnTo>
                  <a:pt x="811" y="310"/>
                </a:lnTo>
                <a:lnTo>
                  <a:pt x="37" y="144"/>
                </a:lnTo>
                <a:cubicBezTo>
                  <a:pt x="25" y="251"/>
                  <a:pt x="1" y="358"/>
                  <a:pt x="1" y="453"/>
                </a:cubicBezTo>
                <a:lnTo>
                  <a:pt x="811" y="632"/>
                </a:lnTo>
                <a:lnTo>
                  <a:pt x="2239" y="322"/>
                </a:lnTo>
                <a:lnTo>
                  <a:pt x="3668" y="632"/>
                </a:lnTo>
                <a:lnTo>
                  <a:pt x="5109" y="322"/>
                </a:lnTo>
                <a:lnTo>
                  <a:pt x="6538" y="632"/>
                </a:lnTo>
                <a:lnTo>
                  <a:pt x="7978" y="322"/>
                </a:lnTo>
                <a:lnTo>
                  <a:pt x="8645" y="465"/>
                </a:lnTo>
                <a:cubicBezTo>
                  <a:pt x="8645" y="358"/>
                  <a:pt x="8645" y="251"/>
                  <a:pt x="8657" y="144"/>
                </a:cubicBezTo>
                <a:lnTo>
                  <a:pt x="7978" y="1"/>
                </a:lnTo>
                <a:lnTo>
                  <a:pt x="6538" y="310"/>
                </a:lnTo>
                <a:lnTo>
                  <a:pt x="5109" y="1"/>
                </a:lnTo>
                <a:lnTo>
                  <a:pt x="3668" y="310"/>
                </a:lnTo>
                <a:lnTo>
                  <a:pt x="2239"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8"/>
          <p:cNvSpPr/>
          <p:nvPr/>
        </p:nvSpPr>
        <p:spPr>
          <a:xfrm>
            <a:off x="5317069" y="4177075"/>
            <a:ext cx="452330" cy="43523"/>
          </a:xfrm>
          <a:custGeom>
            <a:rect b="b" l="l" r="r" t="t"/>
            <a:pathLst>
              <a:path extrusionOk="0" h="644" w="6693">
                <a:moveTo>
                  <a:pt x="1953" y="1"/>
                </a:moveTo>
                <a:lnTo>
                  <a:pt x="525" y="322"/>
                </a:lnTo>
                <a:lnTo>
                  <a:pt x="96" y="227"/>
                </a:lnTo>
                <a:cubicBezTo>
                  <a:pt x="72" y="334"/>
                  <a:pt x="37" y="429"/>
                  <a:pt x="13" y="537"/>
                </a:cubicBezTo>
                <a:lnTo>
                  <a:pt x="1" y="537"/>
                </a:lnTo>
                <a:lnTo>
                  <a:pt x="525" y="644"/>
                </a:lnTo>
                <a:lnTo>
                  <a:pt x="1953" y="334"/>
                </a:lnTo>
                <a:lnTo>
                  <a:pt x="3394" y="644"/>
                </a:lnTo>
                <a:lnTo>
                  <a:pt x="4823" y="334"/>
                </a:lnTo>
                <a:lnTo>
                  <a:pt x="6264" y="644"/>
                </a:lnTo>
                <a:lnTo>
                  <a:pt x="6692" y="548"/>
                </a:lnTo>
                <a:cubicBezTo>
                  <a:pt x="6668" y="441"/>
                  <a:pt x="6656" y="346"/>
                  <a:pt x="6633" y="239"/>
                </a:cubicBezTo>
                <a:lnTo>
                  <a:pt x="6264" y="322"/>
                </a:lnTo>
                <a:lnTo>
                  <a:pt x="4823" y="1"/>
                </a:lnTo>
                <a:lnTo>
                  <a:pt x="3394" y="322"/>
                </a:lnTo>
                <a:lnTo>
                  <a:pt x="195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8"/>
          <p:cNvSpPr/>
          <p:nvPr/>
        </p:nvSpPr>
        <p:spPr>
          <a:xfrm>
            <a:off x="5306661" y="4258377"/>
            <a:ext cx="474767" cy="43523"/>
          </a:xfrm>
          <a:custGeom>
            <a:rect b="b" l="l" r="r" t="t"/>
            <a:pathLst>
              <a:path extrusionOk="0" h="644" w="7025">
                <a:moveTo>
                  <a:pt x="2107" y="0"/>
                </a:moveTo>
                <a:lnTo>
                  <a:pt x="679" y="322"/>
                </a:lnTo>
                <a:lnTo>
                  <a:pt x="12" y="167"/>
                </a:lnTo>
                <a:cubicBezTo>
                  <a:pt x="0" y="274"/>
                  <a:pt x="0" y="381"/>
                  <a:pt x="12" y="488"/>
                </a:cubicBezTo>
                <a:lnTo>
                  <a:pt x="679" y="643"/>
                </a:lnTo>
                <a:lnTo>
                  <a:pt x="2107" y="322"/>
                </a:lnTo>
                <a:lnTo>
                  <a:pt x="3548" y="643"/>
                </a:lnTo>
                <a:lnTo>
                  <a:pt x="4977" y="322"/>
                </a:lnTo>
                <a:lnTo>
                  <a:pt x="6406" y="643"/>
                </a:lnTo>
                <a:lnTo>
                  <a:pt x="7025" y="500"/>
                </a:lnTo>
                <a:cubicBezTo>
                  <a:pt x="7013" y="393"/>
                  <a:pt x="6989" y="298"/>
                  <a:pt x="6977" y="191"/>
                </a:cubicBezTo>
                <a:lnTo>
                  <a:pt x="6406" y="310"/>
                </a:lnTo>
                <a:lnTo>
                  <a:pt x="4977" y="0"/>
                </a:lnTo>
                <a:lnTo>
                  <a:pt x="3548" y="322"/>
                </a:lnTo>
                <a:lnTo>
                  <a:pt x="2107"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8"/>
          <p:cNvSpPr/>
          <p:nvPr/>
        </p:nvSpPr>
        <p:spPr>
          <a:xfrm>
            <a:off x="5325111" y="4339612"/>
            <a:ext cx="466792" cy="42712"/>
          </a:xfrm>
          <a:custGeom>
            <a:rect b="b" l="l" r="r" t="t"/>
            <a:pathLst>
              <a:path extrusionOk="0" h="632" w="6907">
                <a:moveTo>
                  <a:pt x="1834" y="1"/>
                </a:moveTo>
                <a:lnTo>
                  <a:pt x="406" y="310"/>
                </a:lnTo>
                <a:lnTo>
                  <a:pt x="1" y="227"/>
                </a:lnTo>
                <a:lnTo>
                  <a:pt x="1" y="227"/>
                </a:lnTo>
                <a:cubicBezTo>
                  <a:pt x="25" y="287"/>
                  <a:pt x="60" y="334"/>
                  <a:pt x="96" y="394"/>
                </a:cubicBezTo>
                <a:cubicBezTo>
                  <a:pt x="144" y="453"/>
                  <a:pt x="180" y="525"/>
                  <a:pt x="227" y="596"/>
                </a:cubicBezTo>
                <a:lnTo>
                  <a:pt x="406" y="632"/>
                </a:lnTo>
                <a:lnTo>
                  <a:pt x="1834" y="322"/>
                </a:lnTo>
                <a:lnTo>
                  <a:pt x="3275" y="632"/>
                </a:lnTo>
                <a:lnTo>
                  <a:pt x="4704" y="322"/>
                </a:lnTo>
                <a:lnTo>
                  <a:pt x="6133" y="632"/>
                </a:lnTo>
                <a:lnTo>
                  <a:pt x="6907" y="465"/>
                </a:lnTo>
                <a:cubicBezTo>
                  <a:pt x="6895" y="358"/>
                  <a:pt x="6883" y="251"/>
                  <a:pt x="6871" y="156"/>
                </a:cubicBezTo>
                <a:lnTo>
                  <a:pt x="6145" y="310"/>
                </a:lnTo>
                <a:lnTo>
                  <a:pt x="4704" y="1"/>
                </a:lnTo>
                <a:lnTo>
                  <a:pt x="3275" y="310"/>
                </a:lnTo>
                <a:lnTo>
                  <a:pt x="183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8"/>
          <p:cNvSpPr/>
          <p:nvPr/>
        </p:nvSpPr>
        <p:spPr>
          <a:xfrm>
            <a:off x="5405602" y="5207037"/>
            <a:ext cx="564922" cy="43523"/>
          </a:xfrm>
          <a:custGeom>
            <a:rect b="b" l="l" r="r" t="t"/>
            <a:pathLst>
              <a:path extrusionOk="0" h="644" w="8359">
                <a:moveTo>
                  <a:pt x="1941" y="1"/>
                </a:moveTo>
                <a:lnTo>
                  <a:pt x="501" y="322"/>
                </a:lnTo>
                <a:lnTo>
                  <a:pt x="36" y="215"/>
                </a:lnTo>
                <a:lnTo>
                  <a:pt x="1" y="525"/>
                </a:lnTo>
                <a:lnTo>
                  <a:pt x="513" y="644"/>
                </a:lnTo>
                <a:lnTo>
                  <a:pt x="1929" y="322"/>
                </a:lnTo>
                <a:lnTo>
                  <a:pt x="1929" y="334"/>
                </a:lnTo>
                <a:lnTo>
                  <a:pt x="3370" y="644"/>
                </a:lnTo>
                <a:lnTo>
                  <a:pt x="4799" y="334"/>
                </a:lnTo>
                <a:lnTo>
                  <a:pt x="6228" y="644"/>
                </a:lnTo>
                <a:lnTo>
                  <a:pt x="7668" y="334"/>
                </a:lnTo>
                <a:lnTo>
                  <a:pt x="8359" y="489"/>
                </a:lnTo>
                <a:lnTo>
                  <a:pt x="8359" y="167"/>
                </a:lnTo>
                <a:lnTo>
                  <a:pt x="7668" y="1"/>
                </a:lnTo>
                <a:lnTo>
                  <a:pt x="6239" y="322"/>
                </a:lnTo>
                <a:lnTo>
                  <a:pt x="4799" y="1"/>
                </a:lnTo>
                <a:lnTo>
                  <a:pt x="3370" y="322"/>
                </a:lnTo>
                <a:lnTo>
                  <a:pt x="194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8"/>
          <p:cNvSpPr/>
          <p:nvPr/>
        </p:nvSpPr>
        <p:spPr>
          <a:xfrm>
            <a:off x="5292941" y="3661283"/>
            <a:ext cx="684002" cy="1796073"/>
          </a:xfrm>
          <a:custGeom>
            <a:rect b="b" l="l" r="r" t="t"/>
            <a:pathLst>
              <a:path extrusionOk="0" fill="none" h="26576" w="10121">
                <a:moveTo>
                  <a:pt x="2263" y="13562"/>
                </a:moveTo>
                <a:cubicBezTo>
                  <a:pt x="2299" y="13681"/>
                  <a:pt x="2180" y="15408"/>
                  <a:pt x="2096" y="18408"/>
                </a:cubicBezTo>
                <a:cubicBezTo>
                  <a:pt x="2037" y="20706"/>
                  <a:pt x="1489" y="24802"/>
                  <a:pt x="1239" y="26576"/>
                </a:cubicBezTo>
                <a:lnTo>
                  <a:pt x="9978" y="26576"/>
                </a:lnTo>
                <a:cubicBezTo>
                  <a:pt x="10050" y="24778"/>
                  <a:pt x="10121" y="20646"/>
                  <a:pt x="9621" y="18944"/>
                </a:cubicBezTo>
                <a:cubicBezTo>
                  <a:pt x="8954" y="16717"/>
                  <a:pt x="8216" y="16265"/>
                  <a:pt x="7978" y="15288"/>
                </a:cubicBezTo>
                <a:cubicBezTo>
                  <a:pt x="7728" y="14300"/>
                  <a:pt x="7359" y="8871"/>
                  <a:pt x="6740" y="6823"/>
                </a:cubicBezTo>
                <a:cubicBezTo>
                  <a:pt x="6120" y="4763"/>
                  <a:pt x="4275" y="3525"/>
                  <a:pt x="3989" y="3085"/>
                </a:cubicBezTo>
                <a:cubicBezTo>
                  <a:pt x="3704" y="2632"/>
                  <a:pt x="2799" y="1"/>
                  <a:pt x="2799" y="1"/>
                </a:cubicBezTo>
                <a:lnTo>
                  <a:pt x="1239" y="1311"/>
                </a:lnTo>
                <a:cubicBezTo>
                  <a:pt x="1239" y="1311"/>
                  <a:pt x="2382" y="3156"/>
                  <a:pt x="2549" y="3739"/>
                </a:cubicBezTo>
                <a:cubicBezTo>
                  <a:pt x="2715" y="4311"/>
                  <a:pt x="1441" y="5668"/>
                  <a:pt x="786" y="7061"/>
                </a:cubicBezTo>
                <a:cubicBezTo>
                  <a:pt x="132" y="8466"/>
                  <a:pt x="1" y="9573"/>
                  <a:pt x="584" y="10431"/>
                </a:cubicBezTo>
                <a:cubicBezTo>
                  <a:pt x="1156" y="11300"/>
                  <a:pt x="2227" y="13431"/>
                  <a:pt x="2263" y="13562"/>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8"/>
          <p:cNvSpPr/>
          <p:nvPr/>
        </p:nvSpPr>
        <p:spPr>
          <a:xfrm>
            <a:off x="5375866" y="4398341"/>
            <a:ext cx="155305" cy="71705"/>
          </a:xfrm>
          <a:custGeom>
            <a:rect b="b" l="l" r="r" t="t"/>
            <a:pathLst>
              <a:path extrusionOk="0" fill="none" h="1061" w="2298">
                <a:moveTo>
                  <a:pt x="0" y="1"/>
                </a:moveTo>
                <a:cubicBezTo>
                  <a:pt x="0" y="1"/>
                  <a:pt x="536" y="1061"/>
                  <a:pt x="2298" y="64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8"/>
          <p:cNvSpPr/>
          <p:nvPr/>
        </p:nvSpPr>
        <p:spPr>
          <a:xfrm>
            <a:off x="5443449" y="4859459"/>
            <a:ext cx="258368" cy="393533"/>
          </a:xfrm>
          <a:custGeom>
            <a:rect b="b" l="l" r="r" t="t"/>
            <a:pathLst>
              <a:path extrusionOk="0" fill="none" h="5823" w="3823">
                <a:moveTo>
                  <a:pt x="3822" y="0"/>
                </a:moveTo>
                <a:cubicBezTo>
                  <a:pt x="3822" y="0"/>
                  <a:pt x="1179" y="3227"/>
                  <a:pt x="0" y="582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8"/>
          <p:cNvSpPr/>
          <p:nvPr/>
        </p:nvSpPr>
        <p:spPr>
          <a:xfrm>
            <a:off x="5416078" y="5038080"/>
            <a:ext cx="95021" cy="226199"/>
          </a:xfrm>
          <a:custGeom>
            <a:rect b="b" l="l" r="r" t="t"/>
            <a:pathLst>
              <a:path extrusionOk="0" fill="none" h="3347" w="1406">
                <a:moveTo>
                  <a:pt x="1405" y="0"/>
                </a:moveTo>
                <a:cubicBezTo>
                  <a:pt x="1405" y="0"/>
                  <a:pt x="286" y="2060"/>
                  <a:pt x="0" y="334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8"/>
          <p:cNvSpPr/>
          <p:nvPr/>
        </p:nvSpPr>
        <p:spPr>
          <a:xfrm>
            <a:off x="5362957" y="3661283"/>
            <a:ext cx="232619" cy="463751"/>
          </a:xfrm>
          <a:custGeom>
            <a:rect b="b" l="l" r="r" t="t"/>
            <a:pathLst>
              <a:path extrusionOk="0" h="6862" w="3442">
                <a:moveTo>
                  <a:pt x="1763" y="1"/>
                </a:moveTo>
                <a:lnTo>
                  <a:pt x="203" y="1311"/>
                </a:lnTo>
                <a:cubicBezTo>
                  <a:pt x="203" y="1311"/>
                  <a:pt x="1346" y="3156"/>
                  <a:pt x="1513" y="3739"/>
                </a:cubicBezTo>
                <a:cubicBezTo>
                  <a:pt x="1655" y="4239"/>
                  <a:pt x="679" y="5359"/>
                  <a:pt x="1" y="6585"/>
                </a:cubicBezTo>
                <a:cubicBezTo>
                  <a:pt x="56" y="6729"/>
                  <a:pt x="155" y="6862"/>
                  <a:pt x="347" y="6862"/>
                </a:cubicBezTo>
                <a:cubicBezTo>
                  <a:pt x="442" y="6862"/>
                  <a:pt x="558" y="6830"/>
                  <a:pt x="703" y="6752"/>
                </a:cubicBezTo>
                <a:cubicBezTo>
                  <a:pt x="1560" y="6275"/>
                  <a:pt x="2644" y="4228"/>
                  <a:pt x="3120" y="3847"/>
                </a:cubicBezTo>
                <a:lnTo>
                  <a:pt x="3441" y="3597"/>
                </a:lnTo>
                <a:cubicBezTo>
                  <a:pt x="3263" y="3442"/>
                  <a:pt x="3096" y="3263"/>
                  <a:pt x="2953" y="3085"/>
                </a:cubicBezTo>
                <a:cubicBezTo>
                  <a:pt x="2668" y="2632"/>
                  <a:pt x="1763" y="1"/>
                  <a:pt x="176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8"/>
          <p:cNvSpPr/>
          <p:nvPr/>
        </p:nvSpPr>
        <p:spPr>
          <a:xfrm>
            <a:off x="5232590" y="3426230"/>
            <a:ext cx="311488" cy="401981"/>
          </a:xfrm>
          <a:custGeom>
            <a:rect b="b" l="l" r="r" t="t"/>
            <a:pathLst>
              <a:path extrusionOk="0" h="5948" w="4609">
                <a:moveTo>
                  <a:pt x="1375" y="0"/>
                </a:moveTo>
                <a:cubicBezTo>
                  <a:pt x="1128" y="0"/>
                  <a:pt x="918" y="105"/>
                  <a:pt x="751" y="312"/>
                </a:cubicBezTo>
                <a:cubicBezTo>
                  <a:pt x="572" y="740"/>
                  <a:pt x="477" y="1205"/>
                  <a:pt x="477" y="1681"/>
                </a:cubicBezTo>
                <a:cubicBezTo>
                  <a:pt x="513" y="2098"/>
                  <a:pt x="596" y="2419"/>
                  <a:pt x="429" y="2836"/>
                </a:cubicBezTo>
                <a:cubicBezTo>
                  <a:pt x="334" y="3074"/>
                  <a:pt x="1" y="3372"/>
                  <a:pt x="48" y="3646"/>
                </a:cubicBezTo>
                <a:cubicBezTo>
                  <a:pt x="84" y="3884"/>
                  <a:pt x="703" y="3967"/>
                  <a:pt x="703" y="3967"/>
                </a:cubicBezTo>
                <a:cubicBezTo>
                  <a:pt x="703" y="3967"/>
                  <a:pt x="1322" y="5896"/>
                  <a:pt x="1656" y="5943"/>
                </a:cubicBezTo>
                <a:cubicBezTo>
                  <a:pt x="1679" y="5946"/>
                  <a:pt x="1704" y="5947"/>
                  <a:pt x="1731" y="5947"/>
                </a:cubicBezTo>
                <a:cubicBezTo>
                  <a:pt x="2084" y="5947"/>
                  <a:pt x="2783" y="5721"/>
                  <a:pt x="3668" y="4991"/>
                </a:cubicBezTo>
                <a:cubicBezTo>
                  <a:pt x="4608" y="4205"/>
                  <a:pt x="3454" y="1383"/>
                  <a:pt x="2632" y="645"/>
                </a:cubicBezTo>
                <a:cubicBezTo>
                  <a:pt x="2150" y="212"/>
                  <a:pt x="1725" y="0"/>
                  <a:pt x="137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8"/>
          <p:cNvSpPr/>
          <p:nvPr/>
        </p:nvSpPr>
        <p:spPr>
          <a:xfrm>
            <a:off x="5294563" y="3580860"/>
            <a:ext cx="14530" cy="40279"/>
          </a:xfrm>
          <a:custGeom>
            <a:rect b="b" l="l" r="r" t="t"/>
            <a:pathLst>
              <a:path extrusionOk="0" h="596" w="215">
                <a:moveTo>
                  <a:pt x="108" y="0"/>
                </a:moveTo>
                <a:cubicBezTo>
                  <a:pt x="48" y="0"/>
                  <a:pt x="0" y="131"/>
                  <a:pt x="0" y="298"/>
                </a:cubicBezTo>
                <a:cubicBezTo>
                  <a:pt x="0" y="465"/>
                  <a:pt x="48" y="596"/>
                  <a:pt x="108" y="596"/>
                </a:cubicBezTo>
                <a:cubicBezTo>
                  <a:pt x="167" y="596"/>
                  <a:pt x="215" y="465"/>
                  <a:pt x="215" y="298"/>
                </a:cubicBezTo>
                <a:cubicBezTo>
                  <a:pt x="215" y="131"/>
                  <a:pt x="167" y="0"/>
                  <a:pt x="10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8"/>
          <p:cNvSpPr/>
          <p:nvPr/>
        </p:nvSpPr>
        <p:spPr>
          <a:xfrm>
            <a:off x="5282466" y="3525307"/>
            <a:ext cx="36292" cy="29060"/>
          </a:xfrm>
          <a:custGeom>
            <a:rect b="b" l="l" r="r" t="t"/>
            <a:pathLst>
              <a:path extrusionOk="0" fill="none" h="430" w="537">
                <a:moveTo>
                  <a:pt x="1" y="429"/>
                </a:moveTo>
                <a:cubicBezTo>
                  <a:pt x="1" y="429"/>
                  <a:pt x="108" y="1"/>
                  <a:pt x="537" y="32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8"/>
          <p:cNvSpPr/>
          <p:nvPr/>
        </p:nvSpPr>
        <p:spPr>
          <a:xfrm>
            <a:off x="5296996" y="3701563"/>
            <a:ext cx="41090" cy="25817"/>
          </a:xfrm>
          <a:custGeom>
            <a:rect b="b" l="l" r="r" t="t"/>
            <a:pathLst>
              <a:path extrusionOk="0" fill="none" h="382" w="608">
                <a:moveTo>
                  <a:pt x="0" y="310"/>
                </a:moveTo>
                <a:cubicBezTo>
                  <a:pt x="0" y="310"/>
                  <a:pt x="286" y="381"/>
                  <a:pt x="607"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8"/>
          <p:cNvSpPr/>
          <p:nvPr/>
        </p:nvSpPr>
        <p:spPr>
          <a:xfrm>
            <a:off x="5208463" y="3289308"/>
            <a:ext cx="538362" cy="594253"/>
          </a:xfrm>
          <a:custGeom>
            <a:rect b="b" l="l" r="r" t="t"/>
            <a:pathLst>
              <a:path extrusionOk="0" h="8793" w="7966">
                <a:moveTo>
                  <a:pt x="3979" y="1"/>
                </a:moveTo>
                <a:cubicBezTo>
                  <a:pt x="2955" y="1"/>
                  <a:pt x="2013" y="159"/>
                  <a:pt x="2013" y="159"/>
                </a:cubicBezTo>
                <a:cubicBezTo>
                  <a:pt x="2013" y="159"/>
                  <a:pt x="489" y="207"/>
                  <a:pt x="239" y="1183"/>
                </a:cubicBezTo>
                <a:cubicBezTo>
                  <a:pt x="1" y="2171"/>
                  <a:pt x="1108" y="3040"/>
                  <a:pt x="1882" y="3445"/>
                </a:cubicBezTo>
                <a:cubicBezTo>
                  <a:pt x="2668" y="3862"/>
                  <a:pt x="3370" y="4517"/>
                  <a:pt x="3370" y="5219"/>
                </a:cubicBezTo>
                <a:cubicBezTo>
                  <a:pt x="3370" y="5910"/>
                  <a:pt x="3406" y="6731"/>
                  <a:pt x="3977" y="7469"/>
                </a:cubicBezTo>
                <a:cubicBezTo>
                  <a:pt x="4544" y="8198"/>
                  <a:pt x="5797" y="8792"/>
                  <a:pt x="6818" y="8792"/>
                </a:cubicBezTo>
                <a:cubicBezTo>
                  <a:pt x="6848" y="8792"/>
                  <a:pt x="6877" y="8792"/>
                  <a:pt x="6906" y="8791"/>
                </a:cubicBezTo>
                <a:cubicBezTo>
                  <a:pt x="7930" y="8755"/>
                  <a:pt x="6823" y="6326"/>
                  <a:pt x="7394" y="4600"/>
                </a:cubicBezTo>
                <a:cubicBezTo>
                  <a:pt x="7966" y="2874"/>
                  <a:pt x="7240" y="1147"/>
                  <a:pt x="6073" y="409"/>
                </a:cubicBezTo>
                <a:cubicBezTo>
                  <a:pt x="5575" y="91"/>
                  <a:pt x="4754" y="1"/>
                  <a:pt x="3979"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8"/>
          <p:cNvSpPr/>
          <p:nvPr/>
        </p:nvSpPr>
        <p:spPr>
          <a:xfrm>
            <a:off x="5964851" y="4308254"/>
            <a:ext cx="7299" cy="43523"/>
          </a:xfrm>
          <a:custGeom>
            <a:rect b="b" l="l" r="r" t="t"/>
            <a:pathLst>
              <a:path extrusionOk="0" fill="none" h="644" w="108">
                <a:moveTo>
                  <a:pt x="108" y="0"/>
                </a:moveTo>
                <a:cubicBezTo>
                  <a:pt x="96" y="215"/>
                  <a:pt x="60" y="429"/>
                  <a:pt x="0" y="64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8"/>
          <p:cNvSpPr/>
          <p:nvPr/>
        </p:nvSpPr>
        <p:spPr>
          <a:xfrm>
            <a:off x="5321124" y="3472998"/>
            <a:ext cx="643791" cy="754829"/>
          </a:xfrm>
          <a:custGeom>
            <a:rect b="b" l="l" r="r" t="t"/>
            <a:pathLst>
              <a:path extrusionOk="0" fill="none" h="11169" w="9526">
                <a:moveTo>
                  <a:pt x="0" y="1"/>
                </a:moveTo>
                <a:cubicBezTo>
                  <a:pt x="274" y="465"/>
                  <a:pt x="810" y="965"/>
                  <a:pt x="1822" y="1251"/>
                </a:cubicBezTo>
                <a:cubicBezTo>
                  <a:pt x="4025" y="1882"/>
                  <a:pt x="4858" y="3406"/>
                  <a:pt x="4858" y="4716"/>
                </a:cubicBezTo>
                <a:cubicBezTo>
                  <a:pt x="4858" y="6025"/>
                  <a:pt x="4965" y="6966"/>
                  <a:pt x="7061" y="8014"/>
                </a:cubicBezTo>
                <a:cubicBezTo>
                  <a:pt x="8311" y="8645"/>
                  <a:pt x="9216" y="9800"/>
                  <a:pt x="9525" y="1116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8"/>
          <p:cNvSpPr/>
          <p:nvPr/>
        </p:nvSpPr>
        <p:spPr>
          <a:xfrm>
            <a:off x="5298618" y="3401428"/>
            <a:ext cx="2433" cy="18518"/>
          </a:xfrm>
          <a:custGeom>
            <a:rect b="b" l="l" r="r" t="t"/>
            <a:pathLst>
              <a:path extrusionOk="0" fill="none" h="274" w="36">
                <a:moveTo>
                  <a:pt x="0" y="0"/>
                </a:moveTo>
                <a:cubicBezTo>
                  <a:pt x="0" y="95"/>
                  <a:pt x="12" y="191"/>
                  <a:pt x="36" y="27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8"/>
          <p:cNvSpPr/>
          <p:nvPr/>
        </p:nvSpPr>
        <p:spPr>
          <a:xfrm>
            <a:off x="5497312" y="3401428"/>
            <a:ext cx="552892" cy="754829"/>
          </a:xfrm>
          <a:custGeom>
            <a:rect b="b" l="l" r="r" t="t"/>
            <a:pathLst>
              <a:path extrusionOk="0" fill="none" h="11169" w="8181">
                <a:moveTo>
                  <a:pt x="1" y="0"/>
                </a:moveTo>
                <a:cubicBezTo>
                  <a:pt x="1" y="0"/>
                  <a:pt x="2620" y="1322"/>
                  <a:pt x="2573" y="3096"/>
                </a:cubicBezTo>
                <a:cubicBezTo>
                  <a:pt x="2513" y="4882"/>
                  <a:pt x="2680" y="6560"/>
                  <a:pt x="4299" y="7561"/>
                </a:cubicBezTo>
                <a:cubicBezTo>
                  <a:pt x="5930" y="8549"/>
                  <a:pt x="7609" y="9180"/>
                  <a:pt x="8180" y="1116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8"/>
          <p:cNvSpPr/>
          <p:nvPr/>
        </p:nvSpPr>
        <p:spPr>
          <a:xfrm>
            <a:off x="4984763" y="4042248"/>
            <a:ext cx="846538" cy="1318197"/>
          </a:xfrm>
          <a:custGeom>
            <a:rect b="b" l="l" r="r" t="t"/>
            <a:pathLst>
              <a:path extrusionOk="0" h="19505" w="12526">
                <a:moveTo>
                  <a:pt x="9506" y="0"/>
                </a:moveTo>
                <a:cubicBezTo>
                  <a:pt x="9363" y="0"/>
                  <a:pt x="9210" y="22"/>
                  <a:pt x="9049" y="67"/>
                </a:cubicBezTo>
                <a:cubicBezTo>
                  <a:pt x="9049" y="67"/>
                  <a:pt x="8347" y="329"/>
                  <a:pt x="7990" y="1686"/>
                </a:cubicBezTo>
                <a:cubicBezTo>
                  <a:pt x="7621" y="3055"/>
                  <a:pt x="9121" y="5437"/>
                  <a:pt x="9347" y="6496"/>
                </a:cubicBezTo>
                <a:cubicBezTo>
                  <a:pt x="9585" y="7556"/>
                  <a:pt x="9811" y="9187"/>
                  <a:pt x="9811" y="9187"/>
                </a:cubicBezTo>
                <a:cubicBezTo>
                  <a:pt x="9811" y="9187"/>
                  <a:pt x="4608" y="13426"/>
                  <a:pt x="3846" y="14092"/>
                </a:cubicBezTo>
                <a:cubicBezTo>
                  <a:pt x="3084" y="14747"/>
                  <a:pt x="2679" y="15188"/>
                  <a:pt x="2679" y="15188"/>
                </a:cubicBezTo>
                <a:cubicBezTo>
                  <a:pt x="2679" y="15188"/>
                  <a:pt x="798" y="16843"/>
                  <a:pt x="632" y="17176"/>
                </a:cubicBezTo>
                <a:cubicBezTo>
                  <a:pt x="465" y="17510"/>
                  <a:pt x="1" y="19224"/>
                  <a:pt x="167" y="19295"/>
                </a:cubicBezTo>
                <a:cubicBezTo>
                  <a:pt x="174" y="19298"/>
                  <a:pt x="181" y="19299"/>
                  <a:pt x="187" y="19299"/>
                </a:cubicBezTo>
                <a:cubicBezTo>
                  <a:pt x="357" y="19299"/>
                  <a:pt x="632" y="18624"/>
                  <a:pt x="632" y="18498"/>
                </a:cubicBezTo>
                <a:cubicBezTo>
                  <a:pt x="632" y="18367"/>
                  <a:pt x="965" y="17641"/>
                  <a:pt x="965" y="17641"/>
                </a:cubicBezTo>
                <a:lnTo>
                  <a:pt x="965" y="17641"/>
                </a:lnTo>
                <a:cubicBezTo>
                  <a:pt x="965" y="17641"/>
                  <a:pt x="691" y="19319"/>
                  <a:pt x="691" y="19415"/>
                </a:cubicBezTo>
                <a:cubicBezTo>
                  <a:pt x="691" y="19441"/>
                  <a:pt x="713" y="19453"/>
                  <a:pt x="745" y="19453"/>
                </a:cubicBezTo>
                <a:cubicBezTo>
                  <a:pt x="826" y="19453"/>
                  <a:pt x="972" y="19378"/>
                  <a:pt x="989" y="19284"/>
                </a:cubicBezTo>
                <a:cubicBezTo>
                  <a:pt x="1024" y="19153"/>
                  <a:pt x="1393" y="17760"/>
                  <a:pt x="1394" y="17760"/>
                </a:cubicBezTo>
                <a:lnTo>
                  <a:pt x="1394" y="17760"/>
                </a:lnTo>
                <a:cubicBezTo>
                  <a:pt x="1394" y="17760"/>
                  <a:pt x="1191" y="19319"/>
                  <a:pt x="1322" y="19486"/>
                </a:cubicBezTo>
                <a:cubicBezTo>
                  <a:pt x="1331" y="19499"/>
                  <a:pt x="1341" y="19505"/>
                  <a:pt x="1352" y="19505"/>
                </a:cubicBezTo>
                <a:cubicBezTo>
                  <a:pt x="1486" y="19505"/>
                  <a:pt x="1691" y="18498"/>
                  <a:pt x="1691" y="18498"/>
                </a:cubicBezTo>
                <a:lnTo>
                  <a:pt x="1953" y="17569"/>
                </a:lnTo>
                <a:lnTo>
                  <a:pt x="1953" y="17569"/>
                </a:lnTo>
                <a:cubicBezTo>
                  <a:pt x="1953" y="17569"/>
                  <a:pt x="1894" y="19188"/>
                  <a:pt x="2025" y="19260"/>
                </a:cubicBezTo>
                <a:cubicBezTo>
                  <a:pt x="2027" y="19261"/>
                  <a:pt x="2029" y="19261"/>
                  <a:pt x="2032" y="19261"/>
                </a:cubicBezTo>
                <a:cubicBezTo>
                  <a:pt x="2166" y="19261"/>
                  <a:pt x="2453" y="17664"/>
                  <a:pt x="2453" y="17664"/>
                </a:cubicBezTo>
                <a:cubicBezTo>
                  <a:pt x="2453" y="17664"/>
                  <a:pt x="3049" y="16474"/>
                  <a:pt x="3287" y="16069"/>
                </a:cubicBezTo>
                <a:cubicBezTo>
                  <a:pt x="3418" y="15855"/>
                  <a:pt x="3513" y="15628"/>
                  <a:pt x="3584" y="15378"/>
                </a:cubicBezTo>
                <a:cubicBezTo>
                  <a:pt x="3584" y="15378"/>
                  <a:pt x="6668" y="13688"/>
                  <a:pt x="8585" y="12759"/>
                </a:cubicBezTo>
                <a:cubicBezTo>
                  <a:pt x="10502" y="11830"/>
                  <a:pt x="12133" y="10104"/>
                  <a:pt x="12335" y="9806"/>
                </a:cubicBezTo>
                <a:cubicBezTo>
                  <a:pt x="12526" y="9509"/>
                  <a:pt x="12097" y="5329"/>
                  <a:pt x="11764" y="3544"/>
                </a:cubicBezTo>
                <a:cubicBezTo>
                  <a:pt x="11473" y="1928"/>
                  <a:pt x="10870" y="0"/>
                  <a:pt x="9506"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8"/>
          <p:cNvSpPr/>
          <p:nvPr/>
        </p:nvSpPr>
        <p:spPr>
          <a:xfrm>
            <a:off x="4397399" y="3902689"/>
            <a:ext cx="470780" cy="840118"/>
          </a:xfrm>
          <a:custGeom>
            <a:rect b="b" l="l" r="r" t="t"/>
            <a:pathLst>
              <a:path extrusionOk="0" h="12431" w="6966">
                <a:moveTo>
                  <a:pt x="6965" y="1"/>
                </a:moveTo>
                <a:lnTo>
                  <a:pt x="6965" y="1"/>
                </a:lnTo>
                <a:cubicBezTo>
                  <a:pt x="6965" y="1"/>
                  <a:pt x="5786" y="798"/>
                  <a:pt x="4834" y="1572"/>
                </a:cubicBezTo>
                <a:cubicBezTo>
                  <a:pt x="3893" y="2334"/>
                  <a:pt x="4024" y="3846"/>
                  <a:pt x="4024" y="4180"/>
                </a:cubicBezTo>
                <a:cubicBezTo>
                  <a:pt x="4024" y="4513"/>
                  <a:pt x="3977" y="6025"/>
                  <a:pt x="3977" y="6025"/>
                </a:cubicBezTo>
                <a:lnTo>
                  <a:pt x="3274" y="7549"/>
                </a:lnTo>
                <a:cubicBezTo>
                  <a:pt x="3274" y="7549"/>
                  <a:pt x="2179" y="8537"/>
                  <a:pt x="1941" y="8788"/>
                </a:cubicBezTo>
                <a:cubicBezTo>
                  <a:pt x="1703" y="9026"/>
                  <a:pt x="333" y="11716"/>
                  <a:pt x="333" y="11716"/>
                </a:cubicBezTo>
                <a:lnTo>
                  <a:pt x="0" y="12193"/>
                </a:lnTo>
                <a:lnTo>
                  <a:pt x="1810" y="12431"/>
                </a:lnTo>
                <a:cubicBezTo>
                  <a:pt x="2477" y="11669"/>
                  <a:pt x="3227" y="10990"/>
                  <a:pt x="4036" y="10383"/>
                </a:cubicBezTo>
                <a:cubicBezTo>
                  <a:pt x="5215" y="9526"/>
                  <a:pt x="6215" y="7168"/>
                  <a:pt x="6263" y="6871"/>
                </a:cubicBezTo>
                <a:cubicBezTo>
                  <a:pt x="6465" y="6085"/>
                  <a:pt x="6596" y="5275"/>
                  <a:pt x="6679" y="4454"/>
                </a:cubicBezTo>
                <a:lnTo>
                  <a:pt x="696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8"/>
          <p:cNvSpPr/>
          <p:nvPr/>
        </p:nvSpPr>
        <p:spPr>
          <a:xfrm>
            <a:off x="4397399" y="3902689"/>
            <a:ext cx="470780" cy="840118"/>
          </a:xfrm>
          <a:custGeom>
            <a:rect b="b" l="l" r="r" t="t"/>
            <a:pathLst>
              <a:path extrusionOk="0" fill="none" h="12431" w="6966">
                <a:moveTo>
                  <a:pt x="6965" y="1"/>
                </a:moveTo>
                <a:cubicBezTo>
                  <a:pt x="6965" y="1"/>
                  <a:pt x="5786" y="798"/>
                  <a:pt x="4834" y="1572"/>
                </a:cubicBezTo>
                <a:cubicBezTo>
                  <a:pt x="3893" y="2334"/>
                  <a:pt x="4024" y="3846"/>
                  <a:pt x="4024" y="4180"/>
                </a:cubicBezTo>
                <a:cubicBezTo>
                  <a:pt x="4024" y="4513"/>
                  <a:pt x="3977" y="6025"/>
                  <a:pt x="3977" y="6025"/>
                </a:cubicBezTo>
                <a:lnTo>
                  <a:pt x="3274" y="7549"/>
                </a:lnTo>
                <a:cubicBezTo>
                  <a:pt x="3274" y="7549"/>
                  <a:pt x="2179" y="8537"/>
                  <a:pt x="1941" y="8788"/>
                </a:cubicBezTo>
                <a:cubicBezTo>
                  <a:pt x="1703" y="9026"/>
                  <a:pt x="333" y="11716"/>
                  <a:pt x="333" y="11716"/>
                </a:cubicBezTo>
                <a:lnTo>
                  <a:pt x="0" y="12193"/>
                </a:lnTo>
                <a:lnTo>
                  <a:pt x="1810" y="12431"/>
                </a:lnTo>
                <a:cubicBezTo>
                  <a:pt x="2477" y="11669"/>
                  <a:pt x="3227" y="10990"/>
                  <a:pt x="4036" y="10383"/>
                </a:cubicBezTo>
                <a:cubicBezTo>
                  <a:pt x="5215" y="9526"/>
                  <a:pt x="6215" y="7168"/>
                  <a:pt x="6263" y="6871"/>
                </a:cubicBezTo>
                <a:cubicBezTo>
                  <a:pt x="6465" y="6085"/>
                  <a:pt x="6596" y="5275"/>
                  <a:pt x="6679" y="445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8"/>
          <p:cNvSpPr/>
          <p:nvPr/>
        </p:nvSpPr>
        <p:spPr>
          <a:xfrm>
            <a:off x="4396588" y="4259662"/>
            <a:ext cx="431312" cy="483147"/>
          </a:xfrm>
          <a:custGeom>
            <a:rect b="b" l="l" r="r" t="t"/>
            <a:pathLst>
              <a:path extrusionOk="0" h="7149" w="6382">
                <a:moveTo>
                  <a:pt x="4664" y="0"/>
                </a:moveTo>
                <a:cubicBezTo>
                  <a:pt x="4397" y="0"/>
                  <a:pt x="4165" y="56"/>
                  <a:pt x="4001" y="112"/>
                </a:cubicBezTo>
                <a:cubicBezTo>
                  <a:pt x="4001" y="458"/>
                  <a:pt x="3989" y="743"/>
                  <a:pt x="3989" y="743"/>
                </a:cubicBezTo>
                <a:lnTo>
                  <a:pt x="3274" y="2255"/>
                </a:lnTo>
                <a:cubicBezTo>
                  <a:pt x="3274" y="2255"/>
                  <a:pt x="2179" y="3255"/>
                  <a:pt x="1941" y="3494"/>
                </a:cubicBezTo>
                <a:cubicBezTo>
                  <a:pt x="1703" y="3732"/>
                  <a:pt x="333" y="6434"/>
                  <a:pt x="333" y="6434"/>
                </a:cubicBezTo>
                <a:lnTo>
                  <a:pt x="0" y="6911"/>
                </a:lnTo>
                <a:lnTo>
                  <a:pt x="1822" y="7149"/>
                </a:lnTo>
                <a:cubicBezTo>
                  <a:pt x="2489" y="6399"/>
                  <a:pt x="3239" y="5708"/>
                  <a:pt x="4048" y="5101"/>
                </a:cubicBezTo>
                <a:cubicBezTo>
                  <a:pt x="5227" y="4244"/>
                  <a:pt x="6227" y="1886"/>
                  <a:pt x="6275" y="1601"/>
                </a:cubicBezTo>
                <a:cubicBezTo>
                  <a:pt x="6287" y="1505"/>
                  <a:pt x="6334" y="1327"/>
                  <a:pt x="6382" y="1089"/>
                </a:cubicBezTo>
                <a:cubicBezTo>
                  <a:pt x="5852" y="219"/>
                  <a:pt x="5191" y="0"/>
                  <a:pt x="4664"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8"/>
          <p:cNvSpPr/>
          <p:nvPr/>
        </p:nvSpPr>
        <p:spPr>
          <a:xfrm>
            <a:off x="4341035" y="4652656"/>
            <a:ext cx="255124" cy="256678"/>
          </a:xfrm>
          <a:custGeom>
            <a:rect b="b" l="l" r="r" t="t"/>
            <a:pathLst>
              <a:path extrusionOk="0" h="3798" w="3775">
                <a:moveTo>
                  <a:pt x="1834" y="0"/>
                </a:moveTo>
                <a:cubicBezTo>
                  <a:pt x="1834" y="0"/>
                  <a:pt x="655" y="965"/>
                  <a:pt x="429" y="1274"/>
                </a:cubicBezTo>
                <a:cubicBezTo>
                  <a:pt x="191" y="1572"/>
                  <a:pt x="1" y="3370"/>
                  <a:pt x="96" y="3501"/>
                </a:cubicBezTo>
                <a:cubicBezTo>
                  <a:pt x="164" y="3594"/>
                  <a:pt x="517" y="3797"/>
                  <a:pt x="818" y="3797"/>
                </a:cubicBezTo>
                <a:cubicBezTo>
                  <a:pt x="938" y="3797"/>
                  <a:pt x="1050" y="3764"/>
                  <a:pt x="1132" y="3679"/>
                </a:cubicBezTo>
                <a:cubicBezTo>
                  <a:pt x="1370" y="3421"/>
                  <a:pt x="2133" y="2347"/>
                  <a:pt x="2377" y="2001"/>
                </a:cubicBezTo>
                <a:lnTo>
                  <a:pt x="2377" y="2001"/>
                </a:lnTo>
                <a:cubicBezTo>
                  <a:pt x="2201" y="2260"/>
                  <a:pt x="1806" y="2896"/>
                  <a:pt x="2184" y="2896"/>
                </a:cubicBezTo>
                <a:cubicBezTo>
                  <a:pt x="2197" y="2896"/>
                  <a:pt x="2212" y="2895"/>
                  <a:pt x="2227" y="2894"/>
                </a:cubicBezTo>
                <a:cubicBezTo>
                  <a:pt x="2787" y="2834"/>
                  <a:pt x="3108" y="1965"/>
                  <a:pt x="3441" y="1572"/>
                </a:cubicBezTo>
                <a:cubicBezTo>
                  <a:pt x="3775" y="1179"/>
                  <a:pt x="3727" y="1131"/>
                  <a:pt x="3441" y="572"/>
                </a:cubicBezTo>
                <a:lnTo>
                  <a:pt x="315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8"/>
          <p:cNvSpPr/>
          <p:nvPr/>
        </p:nvSpPr>
        <p:spPr>
          <a:xfrm>
            <a:off x="4341035" y="4652656"/>
            <a:ext cx="255124" cy="268776"/>
          </a:xfrm>
          <a:custGeom>
            <a:rect b="b" l="l" r="r" t="t"/>
            <a:pathLst>
              <a:path extrusionOk="0" fill="none" h="3977" w="3775">
                <a:moveTo>
                  <a:pt x="1834" y="0"/>
                </a:moveTo>
                <a:cubicBezTo>
                  <a:pt x="1834" y="0"/>
                  <a:pt x="655" y="965"/>
                  <a:pt x="429" y="1274"/>
                </a:cubicBezTo>
                <a:cubicBezTo>
                  <a:pt x="191" y="1572"/>
                  <a:pt x="1" y="3370"/>
                  <a:pt x="96" y="3501"/>
                </a:cubicBezTo>
                <a:cubicBezTo>
                  <a:pt x="191" y="3632"/>
                  <a:pt x="846" y="3977"/>
                  <a:pt x="1132" y="3679"/>
                </a:cubicBezTo>
                <a:cubicBezTo>
                  <a:pt x="1417" y="3370"/>
                  <a:pt x="2453" y="1893"/>
                  <a:pt x="2453" y="1893"/>
                </a:cubicBezTo>
                <a:cubicBezTo>
                  <a:pt x="2453" y="1893"/>
                  <a:pt x="1667" y="2953"/>
                  <a:pt x="2227" y="2894"/>
                </a:cubicBezTo>
                <a:cubicBezTo>
                  <a:pt x="2787" y="2834"/>
                  <a:pt x="3108" y="1965"/>
                  <a:pt x="3441" y="1572"/>
                </a:cubicBezTo>
                <a:cubicBezTo>
                  <a:pt x="3775" y="1179"/>
                  <a:pt x="3727" y="1131"/>
                  <a:pt x="3441" y="572"/>
                </a:cubicBezTo>
                <a:lnTo>
                  <a:pt x="3156"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8"/>
          <p:cNvSpPr/>
          <p:nvPr/>
        </p:nvSpPr>
        <p:spPr>
          <a:xfrm>
            <a:off x="4347456" y="4740378"/>
            <a:ext cx="56431" cy="148884"/>
          </a:xfrm>
          <a:custGeom>
            <a:rect b="b" l="l" r="r" t="t"/>
            <a:pathLst>
              <a:path extrusionOk="0" fill="none" h="2203" w="835">
                <a:moveTo>
                  <a:pt x="1" y="2203"/>
                </a:moveTo>
                <a:cubicBezTo>
                  <a:pt x="1" y="2203"/>
                  <a:pt x="596" y="155"/>
                  <a:pt x="834"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8"/>
          <p:cNvSpPr/>
          <p:nvPr/>
        </p:nvSpPr>
        <p:spPr>
          <a:xfrm>
            <a:off x="4366784" y="4742743"/>
            <a:ext cx="70894" cy="156183"/>
          </a:xfrm>
          <a:custGeom>
            <a:rect b="b" l="l" r="r" t="t"/>
            <a:pathLst>
              <a:path extrusionOk="0" fill="none" h="2311" w="1049">
                <a:moveTo>
                  <a:pt x="1" y="2311"/>
                </a:moveTo>
                <a:cubicBezTo>
                  <a:pt x="1" y="2311"/>
                  <a:pt x="691" y="394"/>
                  <a:pt x="1048"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8"/>
          <p:cNvSpPr/>
          <p:nvPr/>
        </p:nvSpPr>
        <p:spPr>
          <a:xfrm>
            <a:off x="4391722" y="4749975"/>
            <a:ext cx="84546" cy="158616"/>
          </a:xfrm>
          <a:custGeom>
            <a:rect b="b" l="l" r="r" t="t"/>
            <a:pathLst>
              <a:path extrusionOk="0" fill="none" h="2347" w="1251">
                <a:moveTo>
                  <a:pt x="1" y="2346"/>
                </a:moveTo>
                <a:cubicBezTo>
                  <a:pt x="1" y="2346"/>
                  <a:pt x="751" y="453"/>
                  <a:pt x="1251"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8"/>
          <p:cNvSpPr/>
          <p:nvPr/>
        </p:nvSpPr>
        <p:spPr>
          <a:xfrm>
            <a:off x="4506816" y="4741932"/>
            <a:ext cx="31426" cy="38725"/>
          </a:xfrm>
          <a:custGeom>
            <a:rect b="b" l="l" r="r" t="t"/>
            <a:pathLst>
              <a:path extrusionOk="0" h="573" w="465">
                <a:moveTo>
                  <a:pt x="465" y="1"/>
                </a:moveTo>
                <a:lnTo>
                  <a:pt x="0" y="572"/>
                </a:lnTo>
                <a:cubicBezTo>
                  <a:pt x="0" y="572"/>
                  <a:pt x="405" y="215"/>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8"/>
          <p:cNvSpPr/>
          <p:nvPr/>
        </p:nvSpPr>
        <p:spPr>
          <a:xfrm>
            <a:off x="4506816" y="4741932"/>
            <a:ext cx="31426" cy="38725"/>
          </a:xfrm>
          <a:custGeom>
            <a:rect b="b" l="l" r="r" t="t"/>
            <a:pathLst>
              <a:path extrusionOk="0" fill="none" h="573" w="465">
                <a:moveTo>
                  <a:pt x="0" y="572"/>
                </a:moveTo>
                <a:cubicBezTo>
                  <a:pt x="0" y="572"/>
                  <a:pt x="405" y="215"/>
                  <a:pt x="465"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8"/>
          <p:cNvSpPr/>
          <p:nvPr/>
        </p:nvSpPr>
        <p:spPr>
          <a:xfrm>
            <a:off x="2544207" y="5457296"/>
            <a:ext cx="3979122" cy="68"/>
          </a:xfrm>
          <a:custGeom>
            <a:rect b="b" l="l" r="r" t="t"/>
            <a:pathLst>
              <a:path extrusionOk="0" fill="none" h="1" w="58878">
                <a:moveTo>
                  <a:pt x="1" y="1"/>
                </a:moveTo>
                <a:lnTo>
                  <a:pt x="58877"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8"/>
          <p:cNvSpPr/>
          <p:nvPr/>
        </p:nvSpPr>
        <p:spPr>
          <a:xfrm flipH="1">
            <a:off x="-653221" y="2903409"/>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8"/>
          <p:cNvSpPr/>
          <p:nvPr/>
        </p:nvSpPr>
        <p:spPr>
          <a:xfrm flipH="1">
            <a:off x="7451643" y="740848"/>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8"/>
          <p:cNvSpPr/>
          <p:nvPr/>
        </p:nvSpPr>
        <p:spPr>
          <a:xfrm flipH="1">
            <a:off x="6882104" y="2903409"/>
            <a:ext cx="2915100" cy="29151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8"/>
          <p:cNvSpPr/>
          <p:nvPr/>
        </p:nvSpPr>
        <p:spPr>
          <a:xfrm flipH="1">
            <a:off x="184843" y="-691427"/>
            <a:ext cx="1507500" cy="1507500"/>
          </a:xfrm>
          <a:prstGeom prst="ellipse">
            <a:avLst/>
          </a:prstGeom>
          <a:gradFill>
            <a:gsLst>
              <a:gs pos="0">
                <a:schemeClr val="dk2"/>
              </a:gs>
              <a:gs pos="72000">
                <a:srgbClr val="FFFFFF">
                  <a:alpha val="26274"/>
                </a:srgbClr>
              </a:gs>
              <a:gs pos="100000">
                <a:schemeClr val="lt1"/>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8" name="Shape 1278"/>
        <p:cNvGrpSpPr/>
        <p:nvPr/>
      </p:nvGrpSpPr>
      <p:grpSpPr>
        <a:xfrm>
          <a:off x="0" y="0"/>
          <a:ext cx="0" cy="0"/>
          <a:chOff x="0" y="0"/>
          <a:chExt cx="0" cy="0"/>
        </a:xfrm>
      </p:grpSpPr>
      <p:sp>
        <p:nvSpPr>
          <p:cNvPr id="1279" name="Google Shape;1279;p18"/>
          <p:cNvSpPr/>
          <p:nvPr/>
        </p:nvSpPr>
        <p:spPr>
          <a:xfrm>
            <a:off x="834113" y="1497869"/>
            <a:ext cx="34929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18"/>
          <p:cNvSpPr txBox="1"/>
          <p:nvPr>
            <p:ph type="title"/>
          </p:nvPr>
        </p:nvSpPr>
        <p:spPr>
          <a:xfrm>
            <a:off x="713100" y="346475"/>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sz="4000"/>
              <a:t>SOBRE UARGFLOW</a:t>
            </a:r>
            <a:endParaRPr sz="4000"/>
          </a:p>
        </p:txBody>
      </p:sp>
      <p:sp>
        <p:nvSpPr>
          <p:cNvPr id="1281" name="Google Shape;1281;p18"/>
          <p:cNvSpPr txBox="1"/>
          <p:nvPr>
            <p:ph idx="5" type="subTitle"/>
          </p:nvPr>
        </p:nvSpPr>
        <p:spPr>
          <a:xfrm>
            <a:off x="1008595" y="1499447"/>
            <a:ext cx="3079500" cy="999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SzPts val="1400"/>
              <a:buNone/>
            </a:pPr>
            <a:r>
              <a:rPr lang="de" sz="2500">
                <a:solidFill>
                  <a:schemeClr val="lt1"/>
                </a:solidFill>
              </a:rPr>
              <a:t>Aplicación básica web responsiva</a:t>
            </a:r>
            <a:endParaRPr sz="2500">
              <a:solidFill>
                <a:schemeClr val="lt1"/>
              </a:solidFill>
            </a:endParaRPr>
          </a:p>
        </p:txBody>
      </p:sp>
      <p:sp>
        <p:nvSpPr>
          <p:cNvPr id="1282" name="Google Shape;1282;p18"/>
          <p:cNvSpPr/>
          <p:nvPr/>
        </p:nvSpPr>
        <p:spPr>
          <a:xfrm>
            <a:off x="4814751" y="1497875"/>
            <a:ext cx="37548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18"/>
          <p:cNvSpPr/>
          <p:nvPr/>
        </p:nvSpPr>
        <p:spPr>
          <a:xfrm>
            <a:off x="819400" y="3099775"/>
            <a:ext cx="35895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18"/>
          <p:cNvSpPr/>
          <p:nvPr/>
        </p:nvSpPr>
        <p:spPr>
          <a:xfrm>
            <a:off x="4873850" y="3099775"/>
            <a:ext cx="3695700" cy="10512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18"/>
          <p:cNvSpPr txBox="1"/>
          <p:nvPr>
            <p:ph idx="5" type="subTitle"/>
          </p:nvPr>
        </p:nvSpPr>
        <p:spPr>
          <a:xfrm>
            <a:off x="4837340" y="1634474"/>
            <a:ext cx="3717300" cy="840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1400"/>
              <a:buNone/>
            </a:pPr>
            <a:r>
              <a:rPr lang="de" sz="2300">
                <a:solidFill>
                  <a:schemeClr val="lt1"/>
                </a:solidFill>
              </a:rPr>
              <a:t>Base para la generación </a:t>
            </a:r>
            <a:endParaRPr sz="2300">
              <a:solidFill>
                <a:schemeClr val="lt1"/>
              </a:solidFill>
            </a:endParaRPr>
          </a:p>
          <a:p>
            <a:pPr indent="0" lvl="0" marL="0" rtl="0" algn="ctr">
              <a:lnSpc>
                <a:spcPct val="100000"/>
              </a:lnSpc>
              <a:spcBef>
                <a:spcPts val="0"/>
              </a:spcBef>
              <a:spcAft>
                <a:spcPts val="0"/>
              </a:spcAft>
              <a:buSzPts val="1400"/>
              <a:buNone/>
            </a:pPr>
            <a:r>
              <a:rPr lang="de" sz="2300">
                <a:solidFill>
                  <a:schemeClr val="lt1"/>
                </a:solidFill>
              </a:rPr>
              <a:t>de un estándar</a:t>
            </a:r>
            <a:endParaRPr sz="2300">
              <a:solidFill>
                <a:schemeClr val="lt1"/>
              </a:solidFill>
            </a:endParaRPr>
          </a:p>
        </p:txBody>
      </p:sp>
      <p:sp>
        <p:nvSpPr>
          <p:cNvPr id="1286" name="Google Shape;1286;p18"/>
          <p:cNvSpPr txBox="1"/>
          <p:nvPr>
            <p:ph idx="5" type="subTitle"/>
          </p:nvPr>
        </p:nvSpPr>
        <p:spPr>
          <a:xfrm>
            <a:off x="1079298" y="3060252"/>
            <a:ext cx="3079500" cy="999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SzPts val="1400"/>
              <a:buNone/>
            </a:pPr>
            <a:r>
              <a:rPr lang="de" sz="2300">
                <a:solidFill>
                  <a:schemeClr val="lt1"/>
                </a:solidFill>
              </a:rPr>
              <a:t>API Google para registro de usuarios</a:t>
            </a:r>
            <a:endParaRPr sz="2300">
              <a:solidFill>
                <a:schemeClr val="lt1"/>
              </a:solidFill>
            </a:endParaRPr>
          </a:p>
        </p:txBody>
      </p:sp>
      <p:sp>
        <p:nvSpPr>
          <p:cNvPr id="1287" name="Google Shape;1287;p18"/>
          <p:cNvSpPr txBox="1"/>
          <p:nvPr>
            <p:ph idx="5" type="subTitle"/>
          </p:nvPr>
        </p:nvSpPr>
        <p:spPr>
          <a:xfrm>
            <a:off x="5080756" y="3047028"/>
            <a:ext cx="3367500" cy="1051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SzPts val="1400"/>
              <a:buNone/>
            </a:pPr>
            <a:r>
              <a:t/>
            </a:r>
            <a:endParaRPr sz="2300">
              <a:solidFill>
                <a:schemeClr val="lt1"/>
              </a:solidFill>
            </a:endParaRPr>
          </a:p>
          <a:p>
            <a:pPr indent="0" lvl="0" marL="0" rtl="0" algn="ctr">
              <a:lnSpc>
                <a:spcPct val="115000"/>
              </a:lnSpc>
              <a:spcBef>
                <a:spcPts val="1200"/>
              </a:spcBef>
              <a:spcAft>
                <a:spcPts val="0"/>
              </a:spcAft>
              <a:buSzPts val="1400"/>
              <a:buNone/>
            </a:pPr>
            <a:r>
              <a:rPr lang="de" sz="2500">
                <a:solidFill>
                  <a:schemeClr val="lt1"/>
                </a:solidFill>
              </a:rPr>
              <a:t>Lenguaje de programación</a:t>
            </a:r>
            <a:endParaRPr sz="2500">
              <a:solidFill>
                <a:schemeClr val="lt1"/>
              </a:solidFill>
            </a:endParaRPr>
          </a:p>
        </p:txBody>
      </p:sp>
      <p:pic>
        <p:nvPicPr>
          <p:cNvPr id="1288" name="Google Shape;1288;p18"/>
          <p:cNvPicPr preferRelativeResize="0"/>
          <p:nvPr/>
        </p:nvPicPr>
        <p:blipFill>
          <a:blip r:embed="rId3">
            <a:alphaModFix/>
          </a:blip>
          <a:stretch>
            <a:fillRect/>
          </a:stretch>
        </p:blipFill>
        <p:spPr>
          <a:xfrm>
            <a:off x="198230" y="4339750"/>
            <a:ext cx="689547" cy="6802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2" name="Shape 1292"/>
        <p:cNvGrpSpPr/>
        <p:nvPr/>
      </p:nvGrpSpPr>
      <p:grpSpPr>
        <a:xfrm>
          <a:off x="0" y="0"/>
          <a:ext cx="0" cy="0"/>
          <a:chOff x="0" y="0"/>
          <a:chExt cx="0" cy="0"/>
        </a:xfrm>
      </p:grpSpPr>
      <p:sp>
        <p:nvSpPr>
          <p:cNvPr id="1293" name="Google Shape;1293;p10"/>
          <p:cNvSpPr/>
          <p:nvPr/>
        </p:nvSpPr>
        <p:spPr>
          <a:xfrm>
            <a:off x="561875" y="755588"/>
            <a:ext cx="4225800" cy="2175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10"/>
          <p:cNvSpPr txBox="1"/>
          <p:nvPr>
            <p:ph type="title"/>
          </p:nvPr>
        </p:nvSpPr>
        <p:spPr>
          <a:xfrm>
            <a:off x="777725" y="1024163"/>
            <a:ext cx="3794400" cy="1829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de">
                <a:solidFill>
                  <a:schemeClr val="lt1"/>
                </a:solidFill>
              </a:rPr>
              <a:t>Bilder sind leichter zu verstehen</a:t>
            </a:r>
            <a:endParaRPr>
              <a:solidFill>
                <a:schemeClr val="lt1"/>
              </a:solidFill>
            </a:endParaRPr>
          </a:p>
        </p:txBody>
      </p:sp>
      <p:sp>
        <p:nvSpPr>
          <p:cNvPr id="1295" name="Google Shape;1295;p10"/>
          <p:cNvSpPr txBox="1"/>
          <p:nvPr>
            <p:ph idx="1" type="body"/>
          </p:nvPr>
        </p:nvSpPr>
        <p:spPr>
          <a:xfrm>
            <a:off x="777575" y="3458513"/>
            <a:ext cx="3794400" cy="929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200"/>
              </a:spcAft>
              <a:buSzPts val="1200"/>
              <a:buNone/>
            </a:pPr>
            <a:r>
              <a:rPr lang="de"/>
              <a:t>Bilder zeigen große Datenmengen, also denke daran: verwende ein Bild statt eines langen Textes</a:t>
            </a:r>
            <a:endParaRPr/>
          </a:p>
        </p:txBody>
      </p:sp>
      <p:pic>
        <p:nvPicPr>
          <p:cNvPr id="1296" name="Google Shape;1296;p10"/>
          <p:cNvPicPr preferRelativeResize="0"/>
          <p:nvPr/>
        </p:nvPicPr>
        <p:blipFill rotWithShape="1">
          <a:blip r:embed="rId3">
            <a:alphaModFix/>
          </a:blip>
          <a:srcRect b="0" l="8534" r="41992" t="0"/>
          <a:stretch/>
        </p:blipFill>
        <p:spPr>
          <a:xfrm flipH="1">
            <a:off x="5355625" y="540075"/>
            <a:ext cx="3010800" cy="4062300"/>
          </a:xfrm>
          <a:prstGeom prst="roundRect">
            <a:avLst>
              <a:gd fmla="val 50000" name="adj"/>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grpSp>
        <p:nvGrpSpPr>
          <p:cNvPr id="1301" name="Google Shape;1301;p15"/>
          <p:cNvGrpSpPr/>
          <p:nvPr/>
        </p:nvGrpSpPr>
        <p:grpSpPr>
          <a:xfrm>
            <a:off x="4677206" y="2769185"/>
            <a:ext cx="3611098" cy="468300"/>
            <a:chOff x="713101" y="3172775"/>
            <a:chExt cx="1839300" cy="468300"/>
          </a:xfrm>
        </p:grpSpPr>
        <p:sp>
          <p:nvSpPr>
            <p:cNvPr id="1302" name="Google Shape;1302;p15"/>
            <p:cNvSpPr/>
            <p:nvPr/>
          </p:nvSpPr>
          <p:spPr>
            <a:xfrm>
              <a:off x="713101" y="3172775"/>
              <a:ext cx="1839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15"/>
            <p:cNvSpPr/>
            <p:nvPr/>
          </p:nvSpPr>
          <p:spPr>
            <a:xfrm>
              <a:off x="745595" y="3227675"/>
              <a:ext cx="17745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4" name="Google Shape;1304;p15"/>
          <p:cNvGrpSpPr/>
          <p:nvPr/>
        </p:nvGrpSpPr>
        <p:grpSpPr>
          <a:xfrm>
            <a:off x="4677206" y="653961"/>
            <a:ext cx="3611098" cy="468300"/>
            <a:chOff x="713101" y="3172775"/>
            <a:chExt cx="1839300" cy="468300"/>
          </a:xfrm>
        </p:grpSpPr>
        <p:sp>
          <p:nvSpPr>
            <p:cNvPr id="1305" name="Google Shape;1305;p15"/>
            <p:cNvSpPr/>
            <p:nvPr/>
          </p:nvSpPr>
          <p:spPr>
            <a:xfrm>
              <a:off x="713101" y="3172775"/>
              <a:ext cx="1839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15"/>
            <p:cNvSpPr/>
            <p:nvPr/>
          </p:nvSpPr>
          <p:spPr>
            <a:xfrm>
              <a:off x="745595" y="3227675"/>
              <a:ext cx="17745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07" name="Google Shape;1307;p15"/>
          <p:cNvSpPr txBox="1"/>
          <p:nvPr>
            <p:ph type="title"/>
          </p:nvPr>
        </p:nvSpPr>
        <p:spPr>
          <a:xfrm>
            <a:off x="4677383" y="763760"/>
            <a:ext cx="36111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Wir sind Hier</a:t>
            </a:r>
            <a:endParaRPr>
              <a:solidFill>
                <a:schemeClr val="lt1"/>
              </a:solidFill>
            </a:endParaRPr>
          </a:p>
        </p:txBody>
      </p:sp>
      <p:sp>
        <p:nvSpPr>
          <p:cNvPr id="1308" name="Google Shape;1308;p15"/>
          <p:cNvSpPr txBox="1"/>
          <p:nvPr>
            <p:ph idx="1" type="subTitle"/>
          </p:nvPr>
        </p:nvSpPr>
        <p:spPr>
          <a:xfrm>
            <a:off x="4677375" y="1309613"/>
            <a:ext cx="3611100" cy="1064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Der Merkur ist der sonnennächste Planet und der kleinste im Sonnensystem. Der Name dieses Planeten hat nichts mit dem flüssigen Metall zu tun</a:t>
            </a:r>
            <a:endParaRPr/>
          </a:p>
        </p:txBody>
      </p:sp>
      <p:sp>
        <p:nvSpPr>
          <p:cNvPr id="1309" name="Google Shape;1309;p15"/>
          <p:cNvSpPr txBox="1"/>
          <p:nvPr>
            <p:ph idx="2" type="title"/>
          </p:nvPr>
        </p:nvSpPr>
        <p:spPr>
          <a:xfrm>
            <a:off x="4677245" y="2878984"/>
            <a:ext cx="3611100" cy="358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de">
                <a:solidFill>
                  <a:schemeClr val="lt1"/>
                </a:solidFill>
              </a:rPr>
              <a:t>Wir wollen aber hier sein</a:t>
            </a:r>
            <a:endParaRPr>
              <a:solidFill>
                <a:schemeClr val="lt1"/>
              </a:solidFill>
            </a:endParaRPr>
          </a:p>
        </p:txBody>
      </p:sp>
      <p:sp>
        <p:nvSpPr>
          <p:cNvPr id="1310" name="Google Shape;1310;p15"/>
          <p:cNvSpPr txBox="1"/>
          <p:nvPr>
            <p:ph idx="3" type="subTitle"/>
          </p:nvPr>
        </p:nvSpPr>
        <p:spPr>
          <a:xfrm>
            <a:off x="4677250" y="3424837"/>
            <a:ext cx="3611100" cy="1064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Die Venus hat einen schönen Namen und ist der zweite Planet von der Sonne. Sie ist fast so groß wie die Erde. Die Venus ist das zweithellste Objekt des Sonnensystems</a:t>
            </a:r>
            <a:endParaRPr/>
          </a:p>
        </p:txBody>
      </p:sp>
      <p:grpSp>
        <p:nvGrpSpPr>
          <p:cNvPr id="1311" name="Google Shape;1311;p15"/>
          <p:cNvGrpSpPr/>
          <p:nvPr/>
        </p:nvGrpSpPr>
        <p:grpSpPr>
          <a:xfrm>
            <a:off x="273546" y="730628"/>
            <a:ext cx="3959871" cy="3682068"/>
            <a:chOff x="1170175" y="498925"/>
            <a:chExt cx="5001100" cy="4650250"/>
          </a:xfrm>
        </p:grpSpPr>
        <p:sp>
          <p:nvSpPr>
            <p:cNvPr id="1312" name="Google Shape;1312;p15"/>
            <p:cNvSpPr/>
            <p:nvPr/>
          </p:nvSpPr>
          <p:spPr>
            <a:xfrm>
              <a:off x="1170175" y="498925"/>
              <a:ext cx="5001100" cy="4650250"/>
            </a:xfrm>
            <a:custGeom>
              <a:rect b="b" l="l" r="r" t="t"/>
              <a:pathLst>
                <a:path extrusionOk="0" h="186010" w="200044">
                  <a:moveTo>
                    <a:pt x="84841" y="1"/>
                  </a:moveTo>
                  <a:cubicBezTo>
                    <a:pt x="82845" y="1"/>
                    <a:pt x="80997" y="174"/>
                    <a:pt x="79324" y="543"/>
                  </a:cubicBezTo>
                  <a:cubicBezTo>
                    <a:pt x="52104" y="6513"/>
                    <a:pt x="0" y="100848"/>
                    <a:pt x="16712" y="126566"/>
                  </a:cubicBezTo>
                  <a:cubicBezTo>
                    <a:pt x="31865" y="149885"/>
                    <a:pt x="97008" y="186009"/>
                    <a:pt x="123330" y="186009"/>
                  </a:cubicBezTo>
                  <a:cubicBezTo>
                    <a:pt x="126039" y="186009"/>
                    <a:pt x="128337" y="185626"/>
                    <a:pt x="130127" y="184808"/>
                  </a:cubicBezTo>
                  <a:cubicBezTo>
                    <a:pt x="149307" y="176001"/>
                    <a:pt x="196441" y="90607"/>
                    <a:pt x="198375" y="70326"/>
                  </a:cubicBezTo>
                  <a:cubicBezTo>
                    <a:pt x="200043" y="53013"/>
                    <a:pt x="185366" y="43340"/>
                    <a:pt x="181063" y="40871"/>
                  </a:cubicBezTo>
                  <a:cubicBezTo>
                    <a:pt x="179829" y="40171"/>
                    <a:pt x="178595" y="39470"/>
                    <a:pt x="177394" y="38737"/>
                  </a:cubicBezTo>
                  <a:cubicBezTo>
                    <a:pt x="165283" y="31408"/>
                    <a:pt x="111721" y="1"/>
                    <a:pt x="848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15"/>
            <p:cNvSpPr/>
            <p:nvPr/>
          </p:nvSpPr>
          <p:spPr>
            <a:xfrm>
              <a:off x="1921550" y="4513675"/>
              <a:ext cx="3449975" cy="632150"/>
            </a:xfrm>
            <a:custGeom>
              <a:rect b="b" l="l" r="r" t="t"/>
              <a:pathLst>
                <a:path extrusionOk="0" h="25286" w="137999">
                  <a:moveTo>
                    <a:pt x="68983" y="0"/>
                  </a:moveTo>
                  <a:cubicBezTo>
                    <a:pt x="30889" y="0"/>
                    <a:pt x="0" y="5638"/>
                    <a:pt x="0" y="12643"/>
                  </a:cubicBezTo>
                  <a:cubicBezTo>
                    <a:pt x="0" y="19614"/>
                    <a:pt x="30889" y="25285"/>
                    <a:pt x="68983" y="25285"/>
                  </a:cubicBezTo>
                  <a:cubicBezTo>
                    <a:pt x="107110" y="25285"/>
                    <a:pt x="137999" y="19614"/>
                    <a:pt x="137999" y="12643"/>
                  </a:cubicBezTo>
                  <a:cubicBezTo>
                    <a:pt x="137999" y="5638"/>
                    <a:pt x="107110" y="0"/>
                    <a:pt x="689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15"/>
            <p:cNvSpPr/>
            <p:nvPr/>
          </p:nvSpPr>
          <p:spPr>
            <a:xfrm>
              <a:off x="2145875" y="2795775"/>
              <a:ext cx="1488575" cy="176825"/>
            </a:xfrm>
            <a:custGeom>
              <a:rect b="b" l="l" r="r" t="t"/>
              <a:pathLst>
                <a:path extrusionOk="0" fill="none" h="7073" w="59543">
                  <a:moveTo>
                    <a:pt x="0" y="7072"/>
                  </a:moveTo>
                  <a:lnTo>
                    <a:pt x="59543" y="1"/>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15"/>
            <p:cNvSpPr/>
            <p:nvPr/>
          </p:nvSpPr>
          <p:spPr>
            <a:xfrm>
              <a:off x="2188400" y="2314600"/>
              <a:ext cx="1490250" cy="342775"/>
            </a:xfrm>
            <a:custGeom>
              <a:rect b="b" l="l" r="r" t="t"/>
              <a:pathLst>
                <a:path extrusionOk="0" fill="none" h="13711" w="59610">
                  <a:moveTo>
                    <a:pt x="1" y="0"/>
                  </a:moveTo>
                  <a:lnTo>
                    <a:pt x="59610" y="13710"/>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15"/>
            <p:cNvSpPr/>
            <p:nvPr/>
          </p:nvSpPr>
          <p:spPr>
            <a:xfrm>
              <a:off x="2426075" y="1761700"/>
              <a:ext cx="1189200" cy="728050"/>
            </a:xfrm>
            <a:custGeom>
              <a:rect b="b" l="l" r="r" t="t"/>
              <a:pathLst>
                <a:path extrusionOk="0" fill="none" h="29122" w="47568">
                  <a:moveTo>
                    <a:pt x="0" y="1"/>
                  </a:moveTo>
                  <a:lnTo>
                    <a:pt x="47568" y="29121"/>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15"/>
            <p:cNvSpPr/>
            <p:nvPr/>
          </p:nvSpPr>
          <p:spPr>
            <a:xfrm>
              <a:off x="3090700" y="1713325"/>
              <a:ext cx="664675" cy="755575"/>
            </a:xfrm>
            <a:custGeom>
              <a:rect b="b" l="l" r="r" t="t"/>
              <a:pathLst>
                <a:path extrusionOk="0" fill="none" h="30223" w="26587">
                  <a:moveTo>
                    <a:pt x="1" y="1"/>
                  </a:moveTo>
                  <a:lnTo>
                    <a:pt x="26587" y="30223"/>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15"/>
            <p:cNvSpPr/>
            <p:nvPr/>
          </p:nvSpPr>
          <p:spPr>
            <a:xfrm>
              <a:off x="3804550" y="1209650"/>
              <a:ext cx="25" cy="1230900"/>
            </a:xfrm>
            <a:custGeom>
              <a:rect b="b" l="l" r="r" t="t"/>
              <a:pathLst>
                <a:path extrusionOk="0" fill="none" h="49236" w="1">
                  <a:moveTo>
                    <a:pt x="1" y="0"/>
                  </a:moveTo>
                  <a:lnTo>
                    <a:pt x="1" y="49235"/>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15"/>
            <p:cNvSpPr/>
            <p:nvPr/>
          </p:nvSpPr>
          <p:spPr>
            <a:xfrm>
              <a:off x="3958000" y="1167100"/>
              <a:ext cx="916500" cy="1308475"/>
            </a:xfrm>
            <a:custGeom>
              <a:rect b="b" l="l" r="r" t="t"/>
              <a:pathLst>
                <a:path extrusionOk="0" fill="none" h="52339" w="36660">
                  <a:moveTo>
                    <a:pt x="36660" y="1"/>
                  </a:moveTo>
                  <a:lnTo>
                    <a:pt x="0" y="52338"/>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15"/>
            <p:cNvSpPr/>
            <p:nvPr/>
          </p:nvSpPr>
          <p:spPr>
            <a:xfrm>
              <a:off x="4007200" y="1649950"/>
              <a:ext cx="1357650" cy="916525"/>
            </a:xfrm>
            <a:custGeom>
              <a:rect b="b" l="l" r="r" t="t"/>
              <a:pathLst>
                <a:path extrusionOk="0" fill="none" h="36661" w="54306">
                  <a:moveTo>
                    <a:pt x="54306" y="1"/>
                  </a:moveTo>
                  <a:lnTo>
                    <a:pt x="0" y="36660"/>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15"/>
            <p:cNvSpPr/>
            <p:nvPr/>
          </p:nvSpPr>
          <p:spPr>
            <a:xfrm>
              <a:off x="4034725" y="2363800"/>
              <a:ext cx="1294275" cy="314425"/>
            </a:xfrm>
            <a:custGeom>
              <a:rect b="b" l="l" r="r" t="t"/>
              <a:pathLst>
                <a:path extrusionOk="0" fill="none" h="12577" w="51771">
                  <a:moveTo>
                    <a:pt x="51771" y="1"/>
                  </a:moveTo>
                  <a:lnTo>
                    <a:pt x="0" y="12576"/>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15"/>
            <p:cNvSpPr/>
            <p:nvPr/>
          </p:nvSpPr>
          <p:spPr>
            <a:xfrm>
              <a:off x="4090600" y="2839150"/>
              <a:ext cx="1210875" cy="385300"/>
            </a:xfrm>
            <a:custGeom>
              <a:rect b="b" l="l" r="r" t="t"/>
              <a:pathLst>
                <a:path extrusionOk="0" fill="none" h="15412" w="48435">
                  <a:moveTo>
                    <a:pt x="48435" y="15411"/>
                  </a:moveTo>
                  <a:lnTo>
                    <a:pt x="0" y="0"/>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15"/>
            <p:cNvSpPr/>
            <p:nvPr/>
          </p:nvSpPr>
          <p:spPr>
            <a:xfrm>
              <a:off x="5354000" y="3045125"/>
              <a:ext cx="419475" cy="379450"/>
            </a:xfrm>
            <a:custGeom>
              <a:rect b="b" l="l" r="r" t="t"/>
              <a:pathLst>
                <a:path extrusionOk="0" h="15178" w="16779">
                  <a:moveTo>
                    <a:pt x="3436" y="0"/>
                  </a:moveTo>
                  <a:cubicBezTo>
                    <a:pt x="1535" y="0"/>
                    <a:pt x="0" y="1535"/>
                    <a:pt x="0" y="3470"/>
                  </a:cubicBezTo>
                  <a:lnTo>
                    <a:pt x="0" y="11742"/>
                  </a:lnTo>
                  <a:cubicBezTo>
                    <a:pt x="0" y="13643"/>
                    <a:pt x="1535" y="15178"/>
                    <a:pt x="3436" y="15178"/>
                  </a:cubicBezTo>
                  <a:lnTo>
                    <a:pt x="13310" y="15178"/>
                  </a:lnTo>
                  <a:cubicBezTo>
                    <a:pt x="15211" y="15178"/>
                    <a:pt x="16779" y="13643"/>
                    <a:pt x="16779" y="11742"/>
                  </a:cubicBezTo>
                  <a:lnTo>
                    <a:pt x="16779" y="3470"/>
                  </a:lnTo>
                  <a:cubicBezTo>
                    <a:pt x="16779" y="1535"/>
                    <a:pt x="15211" y="0"/>
                    <a:pt x="13310"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15"/>
            <p:cNvSpPr/>
            <p:nvPr/>
          </p:nvSpPr>
          <p:spPr>
            <a:xfrm>
              <a:off x="5575825" y="3142700"/>
              <a:ext cx="124275" cy="23375"/>
            </a:xfrm>
            <a:custGeom>
              <a:rect b="b" l="l" r="r" t="t"/>
              <a:pathLst>
                <a:path extrusionOk="0" h="935" w="4971">
                  <a:moveTo>
                    <a:pt x="0" y="0"/>
                  </a:moveTo>
                  <a:lnTo>
                    <a:pt x="0" y="934"/>
                  </a:lnTo>
                  <a:lnTo>
                    <a:pt x="4970" y="934"/>
                  </a:lnTo>
                  <a:lnTo>
                    <a:pt x="497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15"/>
            <p:cNvSpPr/>
            <p:nvPr/>
          </p:nvSpPr>
          <p:spPr>
            <a:xfrm>
              <a:off x="5575825" y="3281125"/>
              <a:ext cx="124275" cy="24200"/>
            </a:xfrm>
            <a:custGeom>
              <a:rect b="b" l="l" r="r" t="t"/>
              <a:pathLst>
                <a:path extrusionOk="0" h="968" w="4971">
                  <a:moveTo>
                    <a:pt x="0" y="0"/>
                  </a:moveTo>
                  <a:lnTo>
                    <a:pt x="0" y="968"/>
                  </a:lnTo>
                  <a:lnTo>
                    <a:pt x="4970" y="968"/>
                  </a:lnTo>
                  <a:lnTo>
                    <a:pt x="497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15"/>
            <p:cNvSpPr/>
            <p:nvPr/>
          </p:nvSpPr>
          <p:spPr>
            <a:xfrm>
              <a:off x="5407375" y="3091825"/>
              <a:ext cx="124275" cy="125100"/>
            </a:xfrm>
            <a:custGeom>
              <a:rect b="b" l="l" r="r" t="t"/>
              <a:pathLst>
                <a:path extrusionOk="0" h="5004" w="4971">
                  <a:moveTo>
                    <a:pt x="2002" y="0"/>
                  </a:moveTo>
                  <a:lnTo>
                    <a:pt x="2002" y="2035"/>
                  </a:lnTo>
                  <a:lnTo>
                    <a:pt x="0" y="2035"/>
                  </a:lnTo>
                  <a:lnTo>
                    <a:pt x="0" y="2969"/>
                  </a:lnTo>
                  <a:lnTo>
                    <a:pt x="2002" y="2969"/>
                  </a:lnTo>
                  <a:lnTo>
                    <a:pt x="2002" y="5004"/>
                  </a:lnTo>
                  <a:lnTo>
                    <a:pt x="2969" y="5004"/>
                  </a:lnTo>
                  <a:lnTo>
                    <a:pt x="2969" y="2969"/>
                  </a:lnTo>
                  <a:lnTo>
                    <a:pt x="4970" y="2969"/>
                  </a:lnTo>
                  <a:lnTo>
                    <a:pt x="4970" y="2035"/>
                  </a:lnTo>
                  <a:lnTo>
                    <a:pt x="2969" y="2035"/>
                  </a:lnTo>
                  <a:lnTo>
                    <a:pt x="2969"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15"/>
            <p:cNvSpPr/>
            <p:nvPr/>
          </p:nvSpPr>
          <p:spPr>
            <a:xfrm>
              <a:off x="5416550" y="3252775"/>
              <a:ext cx="105100" cy="105100"/>
            </a:xfrm>
            <a:custGeom>
              <a:rect b="b" l="l" r="r" t="t"/>
              <a:pathLst>
                <a:path extrusionOk="0" h="4204" w="4204">
                  <a:moveTo>
                    <a:pt x="701" y="0"/>
                  </a:moveTo>
                  <a:lnTo>
                    <a:pt x="0" y="667"/>
                  </a:lnTo>
                  <a:lnTo>
                    <a:pt x="1434" y="2102"/>
                  </a:lnTo>
                  <a:lnTo>
                    <a:pt x="0" y="3503"/>
                  </a:lnTo>
                  <a:lnTo>
                    <a:pt x="701" y="4203"/>
                  </a:lnTo>
                  <a:lnTo>
                    <a:pt x="2102" y="2769"/>
                  </a:lnTo>
                  <a:lnTo>
                    <a:pt x="3536" y="4203"/>
                  </a:lnTo>
                  <a:lnTo>
                    <a:pt x="4203" y="3503"/>
                  </a:lnTo>
                  <a:lnTo>
                    <a:pt x="2802" y="2102"/>
                  </a:lnTo>
                  <a:lnTo>
                    <a:pt x="4203" y="667"/>
                  </a:lnTo>
                  <a:lnTo>
                    <a:pt x="3536" y="0"/>
                  </a:lnTo>
                  <a:lnTo>
                    <a:pt x="2102" y="1401"/>
                  </a:lnTo>
                  <a:lnTo>
                    <a:pt x="701"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15"/>
            <p:cNvSpPr/>
            <p:nvPr/>
          </p:nvSpPr>
          <p:spPr>
            <a:xfrm>
              <a:off x="5625025" y="3239425"/>
              <a:ext cx="32550" cy="32550"/>
            </a:xfrm>
            <a:custGeom>
              <a:rect b="b" l="l" r="r" t="t"/>
              <a:pathLst>
                <a:path extrusionOk="0" h="1302" w="1302">
                  <a:moveTo>
                    <a:pt x="667" y="1"/>
                  </a:moveTo>
                  <a:cubicBezTo>
                    <a:pt x="301" y="1"/>
                    <a:pt x="0" y="301"/>
                    <a:pt x="0" y="668"/>
                  </a:cubicBezTo>
                  <a:cubicBezTo>
                    <a:pt x="0" y="1001"/>
                    <a:pt x="301" y="1302"/>
                    <a:pt x="667" y="1302"/>
                  </a:cubicBezTo>
                  <a:cubicBezTo>
                    <a:pt x="1001" y="1302"/>
                    <a:pt x="1301" y="1001"/>
                    <a:pt x="1301" y="668"/>
                  </a:cubicBezTo>
                  <a:cubicBezTo>
                    <a:pt x="1301" y="301"/>
                    <a:pt x="1001" y="1"/>
                    <a:pt x="667"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15"/>
            <p:cNvSpPr/>
            <p:nvPr/>
          </p:nvSpPr>
          <p:spPr>
            <a:xfrm>
              <a:off x="5625025" y="3318650"/>
              <a:ext cx="32550" cy="32550"/>
            </a:xfrm>
            <a:custGeom>
              <a:rect b="b" l="l" r="r" t="t"/>
              <a:pathLst>
                <a:path extrusionOk="0" h="1302" w="1302">
                  <a:moveTo>
                    <a:pt x="667" y="1"/>
                  </a:moveTo>
                  <a:cubicBezTo>
                    <a:pt x="301" y="1"/>
                    <a:pt x="0" y="267"/>
                    <a:pt x="0" y="634"/>
                  </a:cubicBezTo>
                  <a:cubicBezTo>
                    <a:pt x="0" y="1001"/>
                    <a:pt x="301" y="1301"/>
                    <a:pt x="667" y="1301"/>
                  </a:cubicBezTo>
                  <a:cubicBezTo>
                    <a:pt x="1001" y="1301"/>
                    <a:pt x="1301" y="1001"/>
                    <a:pt x="1301" y="634"/>
                  </a:cubicBezTo>
                  <a:cubicBezTo>
                    <a:pt x="1301" y="267"/>
                    <a:pt x="1001" y="1"/>
                    <a:pt x="667"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15"/>
            <p:cNvSpPr/>
            <p:nvPr/>
          </p:nvSpPr>
          <p:spPr>
            <a:xfrm>
              <a:off x="5386525" y="2084000"/>
              <a:ext cx="486200" cy="452675"/>
            </a:xfrm>
            <a:custGeom>
              <a:rect b="b" l="l" r="r" t="t"/>
              <a:pathLst>
                <a:path extrusionOk="0" h="18107" w="19448">
                  <a:moveTo>
                    <a:pt x="9794" y="0"/>
                  </a:moveTo>
                  <a:cubicBezTo>
                    <a:pt x="9315" y="0"/>
                    <a:pt x="8829" y="39"/>
                    <a:pt x="8339" y="118"/>
                  </a:cubicBezTo>
                  <a:cubicBezTo>
                    <a:pt x="3403" y="885"/>
                    <a:pt x="0" y="5522"/>
                    <a:pt x="801" y="10459"/>
                  </a:cubicBezTo>
                  <a:cubicBezTo>
                    <a:pt x="1495" y="14924"/>
                    <a:pt x="5354" y="18106"/>
                    <a:pt x="9737" y="18106"/>
                  </a:cubicBezTo>
                  <a:cubicBezTo>
                    <a:pt x="10201" y="18106"/>
                    <a:pt x="10670" y="18071"/>
                    <a:pt x="11141" y="17997"/>
                  </a:cubicBezTo>
                  <a:cubicBezTo>
                    <a:pt x="16078" y="17197"/>
                    <a:pt x="19447" y="12594"/>
                    <a:pt x="18680" y="7623"/>
                  </a:cubicBezTo>
                  <a:cubicBezTo>
                    <a:pt x="17989" y="3176"/>
                    <a:pt x="14157" y="0"/>
                    <a:pt x="979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15"/>
            <p:cNvSpPr/>
            <p:nvPr/>
          </p:nvSpPr>
          <p:spPr>
            <a:xfrm>
              <a:off x="5301450" y="2063550"/>
              <a:ext cx="574600" cy="492075"/>
            </a:xfrm>
            <a:custGeom>
              <a:rect b="b" l="l" r="r" t="t"/>
              <a:pathLst>
                <a:path extrusionOk="0" h="19683" w="22984">
                  <a:moveTo>
                    <a:pt x="13143" y="1570"/>
                  </a:moveTo>
                  <a:cubicBezTo>
                    <a:pt x="17713" y="1603"/>
                    <a:pt x="21416" y="5272"/>
                    <a:pt x="21416" y="9842"/>
                  </a:cubicBezTo>
                  <a:cubicBezTo>
                    <a:pt x="21416" y="14852"/>
                    <a:pt x="17340" y="18152"/>
                    <a:pt x="13082" y="18152"/>
                  </a:cubicBezTo>
                  <a:cubicBezTo>
                    <a:pt x="11045" y="18152"/>
                    <a:pt x="8967" y="17397"/>
                    <a:pt x="7273" y="15713"/>
                  </a:cubicBezTo>
                  <a:cubicBezTo>
                    <a:pt x="2069" y="10509"/>
                    <a:pt x="5772" y="1570"/>
                    <a:pt x="13143" y="1570"/>
                  </a:cubicBezTo>
                  <a:close/>
                  <a:moveTo>
                    <a:pt x="13075" y="1"/>
                  </a:moveTo>
                  <a:cubicBezTo>
                    <a:pt x="10660" y="1"/>
                    <a:pt x="8201" y="898"/>
                    <a:pt x="6205" y="2904"/>
                  </a:cubicBezTo>
                  <a:cubicBezTo>
                    <a:pt x="1" y="9108"/>
                    <a:pt x="4371" y="19683"/>
                    <a:pt x="13143" y="19683"/>
                  </a:cubicBezTo>
                  <a:cubicBezTo>
                    <a:pt x="18581" y="19683"/>
                    <a:pt x="22984" y="15280"/>
                    <a:pt x="22984" y="9842"/>
                  </a:cubicBezTo>
                  <a:cubicBezTo>
                    <a:pt x="22984" y="3929"/>
                    <a:pt x="18127" y="1"/>
                    <a:pt x="13075"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15"/>
            <p:cNvSpPr/>
            <p:nvPr/>
          </p:nvSpPr>
          <p:spPr>
            <a:xfrm>
              <a:off x="5523275" y="2155325"/>
              <a:ext cx="231875" cy="293350"/>
            </a:xfrm>
            <a:custGeom>
              <a:rect b="b" l="l" r="r" t="t"/>
              <a:pathLst>
                <a:path extrusionOk="0" h="11734" w="9275">
                  <a:moveTo>
                    <a:pt x="4537" y="0"/>
                  </a:moveTo>
                  <a:cubicBezTo>
                    <a:pt x="3937" y="0"/>
                    <a:pt x="3437" y="467"/>
                    <a:pt x="3437" y="1068"/>
                  </a:cubicBezTo>
                  <a:cubicBezTo>
                    <a:pt x="3437" y="1134"/>
                    <a:pt x="3437" y="1201"/>
                    <a:pt x="3470" y="1268"/>
                  </a:cubicBezTo>
                  <a:cubicBezTo>
                    <a:pt x="2102" y="1768"/>
                    <a:pt x="1202" y="3069"/>
                    <a:pt x="1202" y="4503"/>
                  </a:cubicBezTo>
                  <a:lnTo>
                    <a:pt x="1202" y="8807"/>
                  </a:lnTo>
                  <a:cubicBezTo>
                    <a:pt x="1068" y="9107"/>
                    <a:pt x="701" y="9340"/>
                    <a:pt x="1" y="9340"/>
                  </a:cubicBezTo>
                  <a:lnTo>
                    <a:pt x="1" y="10541"/>
                  </a:lnTo>
                  <a:lnTo>
                    <a:pt x="3503" y="10541"/>
                  </a:lnTo>
                  <a:lnTo>
                    <a:pt x="3503" y="10608"/>
                  </a:lnTo>
                  <a:cubicBezTo>
                    <a:pt x="3503" y="11358"/>
                    <a:pt x="4070" y="11734"/>
                    <a:pt x="4637" y="11734"/>
                  </a:cubicBezTo>
                  <a:cubicBezTo>
                    <a:pt x="5204" y="11734"/>
                    <a:pt x="5772" y="11358"/>
                    <a:pt x="5772" y="10608"/>
                  </a:cubicBezTo>
                  <a:lnTo>
                    <a:pt x="5772" y="10541"/>
                  </a:lnTo>
                  <a:lnTo>
                    <a:pt x="9274" y="10541"/>
                  </a:lnTo>
                  <a:lnTo>
                    <a:pt x="9274" y="9340"/>
                  </a:lnTo>
                  <a:cubicBezTo>
                    <a:pt x="8540" y="9340"/>
                    <a:pt x="8207" y="9073"/>
                    <a:pt x="8073" y="8773"/>
                  </a:cubicBezTo>
                  <a:lnTo>
                    <a:pt x="8073" y="4503"/>
                  </a:lnTo>
                  <a:cubicBezTo>
                    <a:pt x="8073" y="3069"/>
                    <a:pt x="7206" y="1802"/>
                    <a:pt x="5872" y="1301"/>
                  </a:cubicBezTo>
                  <a:cubicBezTo>
                    <a:pt x="5905" y="1234"/>
                    <a:pt x="5905" y="1134"/>
                    <a:pt x="5905" y="1068"/>
                  </a:cubicBezTo>
                  <a:cubicBezTo>
                    <a:pt x="5905" y="467"/>
                    <a:pt x="5405" y="0"/>
                    <a:pt x="480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15"/>
            <p:cNvSpPr/>
            <p:nvPr/>
          </p:nvSpPr>
          <p:spPr>
            <a:xfrm>
              <a:off x="5402350" y="1378100"/>
              <a:ext cx="287750" cy="358600"/>
            </a:xfrm>
            <a:custGeom>
              <a:rect b="b" l="l" r="r" t="t"/>
              <a:pathLst>
                <a:path extrusionOk="0" h="14344" w="11510">
                  <a:moveTo>
                    <a:pt x="5733" y="3711"/>
                  </a:moveTo>
                  <a:cubicBezTo>
                    <a:pt x="6779" y="3711"/>
                    <a:pt x="7773" y="4518"/>
                    <a:pt x="7773" y="5738"/>
                  </a:cubicBezTo>
                  <a:cubicBezTo>
                    <a:pt x="7773" y="6872"/>
                    <a:pt x="6873" y="7773"/>
                    <a:pt x="5738" y="7773"/>
                  </a:cubicBezTo>
                  <a:cubicBezTo>
                    <a:pt x="3937" y="7773"/>
                    <a:pt x="3036" y="5571"/>
                    <a:pt x="4304" y="4303"/>
                  </a:cubicBezTo>
                  <a:cubicBezTo>
                    <a:pt x="4724" y="3894"/>
                    <a:pt x="5234" y="3711"/>
                    <a:pt x="5733" y="3711"/>
                  </a:cubicBezTo>
                  <a:close/>
                  <a:moveTo>
                    <a:pt x="5738" y="0"/>
                  </a:moveTo>
                  <a:cubicBezTo>
                    <a:pt x="2569" y="0"/>
                    <a:pt x="1" y="2569"/>
                    <a:pt x="1" y="5738"/>
                  </a:cubicBezTo>
                  <a:cubicBezTo>
                    <a:pt x="1" y="8940"/>
                    <a:pt x="5738" y="14344"/>
                    <a:pt x="5738" y="14344"/>
                  </a:cubicBezTo>
                  <a:cubicBezTo>
                    <a:pt x="5738" y="14344"/>
                    <a:pt x="11509" y="8907"/>
                    <a:pt x="11509" y="5738"/>
                  </a:cubicBezTo>
                  <a:cubicBezTo>
                    <a:pt x="11509" y="2569"/>
                    <a:pt x="8941" y="0"/>
                    <a:pt x="573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15"/>
            <p:cNvSpPr/>
            <p:nvPr/>
          </p:nvSpPr>
          <p:spPr>
            <a:xfrm>
              <a:off x="4741900" y="799350"/>
              <a:ext cx="421975" cy="278550"/>
            </a:xfrm>
            <a:custGeom>
              <a:rect b="b" l="l" r="r" t="t"/>
              <a:pathLst>
                <a:path extrusionOk="0" h="11142" w="16879">
                  <a:moveTo>
                    <a:pt x="1401" y="0"/>
                  </a:moveTo>
                  <a:cubicBezTo>
                    <a:pt x="634" y="0"/>
                    <a:pt x="0" y="634"/>
                    <a:pt x="0" y="1401"/>
                  </a:cubicBezTo>
                  <a:lnTo>
                    <a:pt x="0" y="9741"/>
                  </a:lnTo>
                  <a:cubicBezTo>
                    <a:pt x="0" y="10508"/>
                    <a:pt x="634" y="11142"/>
                    <a:pt x="1401" y="11142"/>
                  </a:cubicBezTo>
                  <a:lnTo>
                    <a:pt x="15478" y="11142"/>
                  </a:lnTo>
                  <a:cubicBezTo>
                    <a:pt x="16278" y="11142"/>
                    <a:pt x="16879" y="10508"/>
                    <a:pt x="16879" y="9741"/>
                  </a:cubicBezTo>
                  <a:lnTo>
                    <a:pt x="16879" y="1401"/>
                  </a:lnTo>
                  <a:cubicBezTo>
                    <a:pt x="16879" y="634"/>
                    <a:pt x="16278" y="0"/>
                    <a:pt x="15478"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15"/>
            <p:cNvSpPr/>
            <p:nvPr/>
          </p:nvSpPr>
          <p:spPr>
            <a:xfrm>
              <a:off x="4861975" y="855850"/>
              <a:ext cx="181825" cy="166400"/>
            </a:xfrm>
            <a:custGeom>
              <a:rect b="b" l="l" r="r" t="t"/>
              <a:pathLst>
                <a:path extrusionOk="0" h="6656" w="7273">
                  <a:moveTo>
                    <a:pt x="3624" y="0"/>
                  </a:moveTo>
                  <a:cubicBezTo>
                    <a:pt x="2778" y="0"/>
                    <a:pt x="1935" y="326"/>
                    <a:pt x="1301" y="976"/>
                  </a:cubicBezTo>
                  <a:cubicBezTo>
                    <a:pt x="1" y="2277"/>
                    <a:pt x="1" y="4378"/>
                    <a:pt x="1301" y="5679"/>
                  </a:cubicBezTo>
                  <a:cubicBezTo>
                    <a:pt x="1935" y="6330"/>
                    <a:pt x="2778" y="6655"/>
                    <a:pt x="3624" y="6655"/>
                  </a:cubicBezTo>
                  <a:cubicBezTo>
                    <a:pt x="4470" y="6655"/>
                    <a:pt x="5321" y="6330"/>
                    <a:pt x="5971" y="5679"/>
                  </a:cubicBezTo>
                  <a:cubicBezTo>
                    <a:pt x="7272" y="4378"/>
                    <a:pt x="7272" y="2277"/>
                    <a:pt x="5971" y="976"/>
                  </a:cubicBezTo>
                  <a:cubicBezTo>
                    <a:pt x="5321" y="326"/>
                    <a:pt x="4470" y="0"/>
                    <a:pt x="362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15"/>
            <p:cNvSpPr/>
            <p:nvPr/>
          </p:nvSpPr>
          <p:spPr>
            <a:xfrm>
              <a:off x="5064625" y="832700"/>
              <a:ext cx="56725" cy="56725"/>
            </a:xfrm>
            <a:custGeom>
              <a:rect b="b" l="l" r="r" t="t"/>
              <a:pathLst>
                <a:path extrusionOk="0" h="2269" w="2269">
                  <a:moveTo>
                    <a:pt x="1134" y="1"/>
                  </a:moveTo>
                  <a:cubicBezTo>
                    <a:pt x="501" y="1"/>
                    <a:pt x="0" y="501"/>
                    <a:pt x="0" y="1135"/>
                  </a:cubicBezTo>
                  <a:cubicBezTo>
                    <a:pt x="0" y="1769"/>
                    <a:pt x="501" y="2269"/>
                    <a:pt x="1134" y="2269"/>
                  </a:cubicBezTo>
                  <a:cubicBezTo>
                    <a:pt x="1735" y="2269"/>
                    <a:pt x="2269" y="1769"/>
                    <a:pt x="2269" y="1135"/>
                  </a:cubicBezTo>
                  <a:cubicBezTo>
                    <a:pt x="2269" y="501"/>
                    <a:pt x="1735" y="1"/>
                    <a:pt x="113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15"/>
            <p:cNvSpPr/>
            <p:nvPr/>
          </p:nvSpPr>
          <p:spPr>
            <a:xfrm>
              <a:off x="3462650" y="714275"/>
              <a:ext cx="395300" cy="391150"/>
            </a:xfrm>
            <a:custGeom>
              <a:rect b="b" l="l" r="r" t="t"/>
              <a:pathLst>
                <a:path extrusionOk="0" h="15646" w="15812">
                  <a:moveTo>
                    <a:pt x="2168" y="1"/>
                  </a:moveTo>
                  <a:cubicBezTo>
                    <a:pt x="968" y="1"/>
                    <a:pt x="0" y="968"/>
                    <a:pt x="0" y="2169"/>
                  </a:cubicBezTo>
                  <a:lnTo>
                    <a:pt x="0" y="8841"/>
                  </a:lnTo>
                  <a:cubicBezTo>
                    <a:pt x="0" y="10041"/>
                    <a:pt x="968" y="11009"/>
                    <a:pt x="2168" y="11009"/>
                  </a:cubicBezTo>
                  <a:lnTo>
                    <a:pt x="4737" y="11009"/>
                  </a:lnTo>
                  <a:lnTo>
                    <a:pt x="6972" y="15646"/>
                  </a:lnTo>
                  <a:lnTo>
                    <a:pt x="8239" y="11009"/>
                  </a:lnTo>
                  <a:lnTo>
                    <a:pt x="11609" y="11009"/>
                  </a:lnTo>
                  <a:lnTo>
                    <a:pt x="11609" y="10242"/>
                  </a:lnTo>
                  <a:cubicBezTo>
                    <a:pt x="11609" y="9074"/>
                    <a:pt x="12543" y="8140"/>
                    <a:pt x="13710" y="8140"/>
                  </a:cubicBezTo>
                  <a:lnTo>
                    <a:pt x="15812" y="8140"/>
                  </a:lnTo>
                  <a:lnTo>
                    <a:pt x="15812" y="2169"/>
                  </a:lnTo>
                  <a:cubicBezTo>
                    <a:pt x="15812" y="968"/>
                    <a:pt x="14844" y="1"/>
                    <a:pt x="1364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15"/>
            <p:cNvSpPr/>
            <p:nvPr/>
          </p:nvSpPr>
          <p:spPr>
            <a:xfrm>
              <a:off x="3768700" y="932775"/>
              <a:ext cx="269375" cy="266875"/>
            </a:xfrm>
            <a:custGeom>
              <a:rect b="b" l="l" r="r" t="t"/>
              <a:pathLst>
                <a:path extrusionOk="0" h="10675" w="10775">
                  <a:moveTo>
                    <a:pt x="1468" y="1"/>
                  </a:moveTo>
                  <a:cubicBezTo>
                    <a:pt x="667" y="34"/>
                    <a:pt x="0" y="668"/>
                    <a:pt x="0" y="1502"/>
                  </a:cubicBezTo>
                  <a:lnTo>
                    <a:pt x="0" y="6038"/>
                  </a:lnTo>
                  <a:cubicBezTo>
                    <a:pt x="0" y="6839"/>
                    <a:pt x="667" y="7506"/>
                    <a:pt x="1468" y="7506"/>
                  </a:cubicBezTo>
                  <a:lnTo>
                    <a:pt x="5171" y="7506"/>
                  </a:lnTo>
                  <a:lnTo>
                    <a:pt x="6005" y="10675"/>
                  </a:lnTo>
                  <a:lnTo>
                    <a:pt x="7539" y="7506"/>
                  </a:lnTo>
                  <a:lnTo>
                    <a:pt x="9307" y="7506"/>
                  </a:lnTo>
                  <a:cubicBezTo>
                    <a:pt x="10108" y="7506"/>
                    <a:pt x="10775" y="6839"/>
                    <a:pt x="10775" y="6038"/>
                  </a:cubicBezTo>
                  <a:lnTo>
                    <a:pt x="10775" y="1502"/>
                  </a:lnTo>
                  <a:cubicBezTo>
                    <a:pt x="10775" y="668"/>
                    <a:pt x="10108" y="1"/>
                    <a:pt x="9307"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15"/>
            <p:cNvSpPr/>
            <p:nvPr/>
          </p:nvSpPr>
          <p:spPr>
            <a:xfrm>
              <a:off x="3541025" y="790175"/>
              <a:ext cx="237700" cy="25"/>
            </a:xfrm>
            <a:custGeom>
              <a:rect b="b" l="l" r="r" t="t"/>
              <a:pathLst>
                <a:path extrusionOk="0" fill="none" h="1" w="9508">
                  <a:moveTo>
                    <a:pt x="1" y="0"/>
                  </a:moveTo>
                  <a:lnTo>
                    <a:pt x="9508" y="0"/>
                  </a:lnTo>
                </a:path>
              </a:pathLst>
            </a:custGeom>
            <a:noFill/>
            <a:ln cap="rnd" cmpd="sng" w="10850">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15"/>
            <p:cNvSpPr/>
            <p:nvPr/>
          </p:nvSpPr>
          <p:spPr>
            <a:xfrm>
              <a:off x="3541025" y="848550"/>
              <a:ext cx="237700" cy="25"/>
            </a:xfrm>
            <a:custGeom>
              <a:rect b="b" l="l" r="r" t="t"/>
              <a:pathLst>
                <a:path extrusionOk="0" fill="none" h="1" w="9508">
                  <a:moveTo>
                    <a:pt x="1" y="0"/>
                  </a:moveTo>
                  <a:lnTo>
                    <a:pt x="9508" y="0"/>
                  </a:lnTo>
                </a:path>
              </a:pathLst>
            </a:custGeom>
            <a:noFill/>
            <a:ln cap="rnd" cmpd="sng" w="10850">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15"/>
            <p:cNvSpPr/>
            <p:nvPr/>
          </p:nvSpPr>
          <p:spPr>
            <a:xfrm>
              <a:off x="3541025" y="906925"/>
              <a:ext cx="237700" cy="25"/>
            </a:xfrm>
            <a:custGeom>
              <a:rect b="b" l="l" r="r" t="t"/>
              <a:pathLst>
                <a:path extrusionOk="0" fill="none" h="1" w="9508">
                  <a:moveTo>
                    <a:pt x="1" y="0"/>
                  </a:moveTo>
                  <a:lnTo>
                    <a:pt x="9508" y="0"/>
                  </a:lnTo>
                </a:path>
              </a:pathLst>
            </a:custGeom>
            <a:noFill/>
            <a:ln cap="rnd" cmpd="sng" w="10850">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15"/>
            <p:cNvSpPr/>
            <p:nvPr/>
          </p:nvSpPr>
          <p:spPr>
            <a:xfrm>
              <a:off x="2321000" y="834375"/>
              <a:ext cx="385300" cy="375300"/>
            </a:xfrm>
            <a:custGeom>
              <a:rect b="b" l="l" r="r" t="t"/>
              <a:pathLst>
                <a:path extrusionOk="0" h="15012" w="15412">
                  <a:moveTo>
                    <a:pt x="7736" y="4923"/>
                  </a:moveTo>
                  <a:cubicBezTo>
                    <a:pt x="8368" y="4923"/>
                    <a:pt x="9013" y="5155"/>
                    <a:pt x="9540" y="5671"/>
                  </a:cubicBezTo>
                  <a:cubicBezTo>
                    <a:pt x="11142" y="7306"/>
                    <a:pt x="10007" y="10074"/>
                    <a:pt x="7739" y="10074"/>
                  </a:cubicBezTo>
                  <a:cubicBezTo>
                    <a:pt x="6305" y="10074"/>
                    <a:pt x="5137" y="8940"/>
                    <a:pt x="5137" y="7506"/>
                  </a:cubicBezTo>
                  <a:cubicBezTo>
                    <a:pt x="5137" y="5946"/>
                    <a:pt x="6408" y="4923"/>
                    <a:pt x="7736" y="4923"/>
                  </a:cubicBezTo>
                  <a:close/>
                  <a:moveTo>
                    <a:pt x="6372" y="0"/>
                  </a:moveTo>
                  <a:lnTo>
                    <a:pt x="6205" y="2135"/>
                  </a:lnTo>
                  <a:cubicBezTo>
                    <a:pt x="5538" y="2302"/>
                    <a:pt x="4971" y="2602"/>
                    <a:pt x="4437" y="3003"/>
                  </a:cubicBezTo>
                  <a:lnTo>
                    <a:pt x="2636" y="1802"/>
                  </a:lnTo>
                  <a:lnTo>
                    <a:pt x="934" y="3903"/>
                  </a:lnTo>
                  <a:lnTo>
                    <a:pt x="2535" y="5404"/>
                  </a:lnTo>
                  <a:cubicBezTo>
                    <a:pt x="2269" y="6005"/>
                    <a:pt x="2135" y="6638"/>
                    <a:pt x="2102" y="7272"/>
                  </a:cubicBezTo>
                  <a:lnTo>
                    <a:pt x="0" y="7939"/>
                  </a:lnTo>
                  <a:lnTo>
                    <a:pt x="634" y="10575"/>
                  </a:lnTo>
                  <a:lnTo>
                    <a:pt x="2869" y="10274"/>
                  </a:lnTo>
                  <a:cubicBezTo>
                    <a:pt x="3169" y="10808"/>
                    <a:pt x="3570" y="11275"/>
                    <a:pt x="4037" y="11709"/>
                  </a:cubicBezTo>
                  <a:lnTo>
                    <a:pt x="3203" y="13810"/>
                  </a:lnTo>
                  <a:lnTo>
                    <a:pt x="5638" y="15011"/>
                  </a:lnTo>
                  <a:lnTo>
                    <a:pt x="6805" y="13010"/>
                  </a:lnTo>
                  <a:cubicBezTo>
                    <a:pt x="7105" y="13076"/>
                    <a:pt x="7406" y="13110"/>
                    <a:pt x="7706" y="13110"/>
                  </a:cubicBezTo>
                  <a:cubicBezTo>
                    <a:pt x="8006" y="13110"/>
                    <a:pt x="8306" y="13076"/>
                    <a:pt x="8606" y="13010"/>
                  </a:cubicBezTo>
                  <a:lnTo>
                    <a:pt x="9774" y="15011"/>
                  </a:lnTo>
                  <a:lnTo>
                    <a:pt x="12209" y="13844"/>
                  </a:lnTo>
                  <a:lnTo>
                    <a:pt x="11375" y="11709"/>
                  </a:lnTo>
                  <a:cubicBezTo>
                    <a:pt x="11842" y="11309"/>
                    <a:pt x="12242" y="10808"/>
                    <a:pt x="12576" y="10274"/>
                  </a:cubicBezTo>
                  <a:lnTo>
                    <a:pt x="14811" y="10608"/>
                  </a:lnTo>
                  <a:lnTo>
                    <a:pt x="15411" y="7973"/>
                  </a:lnTo>
                  <a:lnTo>
                    <a:pt x="13310" y="7306"/>
                  </a:lnTo>
                  <a:cubicBezTo>
                    <a:pt x="13276" y="6638"/>
                    <a:pt x="13143" y="6005"/>
                    <a:pt x="12910" y="5438"/>
                  </a:cubicBezTo>
                  <a:lnTo>
                    <a:pt x="14511" y="3937"/>
                  </a:lnTo>
                  <a:lnTo>
                    <a:pt x="12809" y="1802"/>
                  </a:lnTo>
                  <a:lnTo>
                    <a:pt x="11008" y="3003"/>
                  </a:lnTo>
                  <a:cubicBezTo>
                    <a:pt x="10474" y="2602"/>
                    <a:pt x="9874" y="2302"/>
                    <a:pt x="9274" y="2135"/>
                  </a:cubicBezTo>
                  <a:lnTo>
                    <a:pt x="9073" y="0"/>
                  </a:ln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15"/>
            <p:cNvSpPr/>
            <p:nvPr/>
          </p:nvSpPr>
          <p:spPr>
            <a:xfrm>
              <a:off x="2647900" y="684275"/>
              <a:ext cx="261050" cy="254375"/>
            </a:xfrm>
            <a:custGeom>
              <a:rect b="b" l="l" r="r" t="t"/>
              <a:pathLst>
                <a:path extrusionOk="0" h="10175" w="10442">
                  <a:moveTo>
                    <a:pt x="5213" y="3318"/>
                  </a:moveTo>
                  <a:cubicBezTo>
                    <a:pt x="5642" y="3318"/>
                    <a:pt x="6081" y="3479"/>
                    <a:pt x="6438" y="3836"/>
                  </a:cubicBezTo>
                  <a:cubicBezTo>
                    <a:pt x="7539" y="4937"/>
                    <a:pt x="6772" y="6805"/>
                    <a:pt x="5204" y="6805"/>
                  </a:cubicBezTo>
                  <a:cubicBezTo>
                    <a:pt x="4270" y="6805"/>
                    <a:pt x="3469" y="6038"/>
                    <a:pt x="3469" y="5070"/>
                  </a:cubicBezTo>
                  <a:cubicBezTo>
                    <a:pt x="3469" y="4012"/>
                    <a:pt x="4321" y="3318"/>
                    <a:pt x="5213" y="3318"/>
                  </a:cubicBezTo>
                  <a:close/>
                  <a:moveTo>
                    <a:pt x="4303" y="0"/>
                  </a:moveTo>
                  <a:lnTo>
                    <a:pt x="4203" y="1434"/>
                  </a:lnTo>
                  <a:cubicBezTo>
                    <a:pt x="3770" y="1568"/>
                    <a:pt x="3336" y="1768"/>
                    <a:pt x="3002" y="2035"/>
                  </a:cubicBezTo>
                  <a:lnTo>
                    <a:pt x="1768" y="1201"/>
                  </a:lnTo>
                  <a:lnTo>
                    <a:pt x="634" y="2635"/>
                  </a:lnTo>
                  <a:lnTo>
                    <a:pt x="1702" y="3636"/>
                  </a:lnTo>
                  <a:cubicBezTo>
                    <a:pt x="1535" y="4036"/>
                    <a:pt x="1435" y="4470"/>
                    <a:pt x="1435" y="4904"/>
                  </a:cubicBezTo>
                  <a:lnTo>
                    <a:pt x="0" y="5337"/>
                  </a:lnTo>
                  <a:lnTo>
                    <a:pt x="401" y="7139"/>
                  </a:lnTo>
                  <a:lnTo>
                    <a:pt x="1935" y="6938"/>
                  </a:lnTo>
                  <a:cubicBezTo>
                    <a:pt x="2135" y="7305"/>
                    <a:pt x="2402" y="7639"/>
                    <a:pt x="2702" y="7906"/>
                  </a:cubicBezTo>
                  <a:lnTo>
                    <a:pt x="2169" y="9340"/>
                  </a:lnTo>
                  <a:lnTo>
                    <a:pt x="3836" y="10141"/>
                  </a:lnTo>
                  <a:lnTo>
                    <a:pt x="4604" y="8806"/>
                  </a:lnTo>
                  <a:cubicBezTo>
                    <a:pt x="4804" y="8840"/>
                    <a:pt x="5037" y="8873"/>
                    <a:pt x="5237" y="8873"/>
                  </a:cubicBezTo>
                  <a:cubicBezTo>
                    <a:pt x="5438" y="8873"/>
                    <a:pt x="5638" y="8840"/>
                    <a:pt x="5838" y="8806"/>
                  </a:cubicBezTo>
                  <a:lnTo>
                    <a:pt x="6638" y="10174"/>
                  </a:lnTo>
                  <a:lnTo>
                    <a:pt x="8306" y="9373"/>
                  </a:lnTo>
                  <a:lnTo>
                    <a:pt x="7739" y="7906"/>
                  </a:lnTo>
                  <a:cubicBezTo>
                    <a:pt x="8039" y="7639"/>
                    <a:pt x="8306" y="7305"/>
                    <a:pt x="8506" y="6938"/>
                  </a:cubicBezTo>
                  <a:lnTo>
                    <a:pt x="10041" y="7172"/>
                  </a:lnTo>
                  <a:lnTo>
                    <a:pt x="10441" y="5371"/>
                  </a:lnTo>
                  <a:lnTo>
                    <a:pt x="9007" y="4904"/>
                  </a:lnTo>
                  <a:cubicBezTo>
                    <a:pt x="9007" y="4470"/>
                    <a:pt x="8907" y="4070"/>
                    <a:pt x="8740" y="3669"/>
                  </a:cubicBezTo>
                  <a:lnTo>
                    <a:pt x="9841" y="2635"/>
                  </a:lnTo>
                  <a:lnTo>
                    <a:pt x="8673" y="1201"/>
                  </a:lnTo>
                  <a:lnTo>
                    <a:pt x="7472" y="2035"/>
                  </a:lnTo>
                  <a:cubicBezTo>
                    <a:pt x="7105" y="1768"/>
                    <a:pt x="6705" y="1568"/>
                    <a:pt x="6271" y="1434"/>
                  </a:cubicBezTo>
                  <a:lnTo>
                    <a:pt x="6138"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15"/>
            <p:cNvSpPr/>
            <p:nvPr/>
          </p:nvSpPr>
          <p:spPr>
            <a:xfrm>
              <a:off x="2721275" y="1332225"/>
              <a:ext cx="442025" cy="303575"/>
            </a:xfrm>
            <a:custGeom>
              <a:rect b="b" l="l" r="r" t="t"/>
              <a:pathLst>
                <a:path extrusionOk="0" h="12143" w="17681">
                  <a:moveTo>
                    <a:pt x="1" y="1"/>
                  </a:moveTo>
                  <a:lnTo>
                    <a:pt x="1" y="12143"/>
                  </a:lnTo>
                  <a:lnTo>
                    <a:pt x="17680" y="12143"/>
                  </a:lnTo>
                  <a:lnTo>
                    <a:pt x="17680" y="1"/>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15"/>
            <p:cNvSpPr/>
            <p:nvPr/>
          </p:nvSpPr>
          <p:spPr>
            <a:xfrm>
              <a:off x="2721275" y="1332225"/>
              <a:ext cx="442025" cy="151800"/>
            </a:xfrm>
            <a:custGeom>
              <a:rect b="b" l="l" r="r" t="t"/>
              <a:pathLst>
                <a:path extrusionOk="0" h="6072" w="17681">
                  <a:moveTo>
                    <a:pt x="1" y="1"/>
                  </a:moveTo>
                  <a:lnTo>
                    <a:pt x="8840" y="6072"/>
                  </a:lnTo>
                  <a:lnTo>
                    <a:pt x="17680" y="1"/>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15"/>
            <p:cNvSpPr/>
            <p:nvPr/>
          </p:nvSpPr>
          <p:spPr>
            <a:xfrm>
              <a:off x="1872350" y="1418125"/>
              <a:ext cx="423650" cy="424500"/>
            </a:xfrm>
            <a:custGeom>
              <a:rect b="b" l="l" r="r" t="t"/>
              <a:pathLst>
                <a:path extrusionOk="0" h="16980" w="16946">
                  <a:moveTo>
                    <a:pt x="8473" y="0"/>
                  </a:moveTo>
                  <a:cubicBezTo>
                    <a:pt x="3803" y="0"/>
                    <a:pt x="0" y="3803"/>
                    <a:pt x="0" y="8473"/>
                  </a:cubicBezTo>
                  <a:cubicBezTo>
                    <a:pt x="0" y="13177"/>
                    <a:pt x="3803" y="16979"/>
                    <a:pt x="8473" y="16979"/>
                  </a:cubicBezTo>
                  <a:cubicBezTo>
                    <a:pt x="13143" y="16979"/>
                    <a:pt x="16946" y="13177"/>
                    <a:pt x="16946" y="8473"/>
                  </a:cubicBezTo>
                  <a:cubicBezTo>
                    <a:pt x="16946" y="3803"/>
                    <a:pt x="13143" y="0"/>
                    <a:pt x="8473" y="0"/>
                  </a:cubicBezTo>
                  <a:close/>
                </a:path>
              </a:pathLst>
            </a:custGeom>
            <a:solidFill>
              <a:srgbClr val="FFFFFF"/>
            </a:solidFill>
            <a:ln cap="rnd" cmpd="sng" w="2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15"/>
            <p:cNvSpPr/>
            <p:nvPr/>
          </p:nvSpPr>
          <p:spPr>
            <a:xfrm>
              <a:off x="1990750" y="1630775"/>
              <a:ext cx="93425" cy="116775"/>
            </a:xfrm>
            <a:custGeom>
              <a:rect b="b" l="l" r="r" t="t"/>
              <a:pathLst>
                <a:path extrusionOk="0" fill="none" h="4671" w="3737">
                  <a:moveTo>
                    <a:pt x="3737" y="4671"/>
                  </a:moveTo>
                  <a:lnTo>
                    <a:pt x="3737" y="1"/>
                  </a:lnTo>
                  <a:lnTo>
                    <a:pt x="1" y="1"/>
                  </a:ln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15"/>
            <p:cNvSpPr/>
            <p:nvPr/>
          </p:nvSpPr>
          <p:spPr>
            <a:xfrm>
              <a:off x="1648850" y="2094450"/>
              <a:ext cx="366950" cy="396125"/>
            </a:xfrm>
            <a:custGeom>
              <a:rect b="b" l="l" r="r" t="t"/>
              <a:pathLst>
                <a:path extrusionOk="0" h="15845" w="14678">
                  <a:moveTo>
                    <a:pt x="0" y="0"/>
                  </a:moveTo>
                  <a:lnTo>
                    <a:pt x="0" y="15845"/>
                  </a:lnTo>
                  <a:lnTo>
                    <a:pt x="14678" y="15845"/>
                  </a:lnTo>
                  <a:lnTo>
                    <a:pt x="14678" y="0"/>
                  </a:lnTo>
                  <a:lnTo>
                    <a:pt x="12243" y="0"/>
                  </a:lnTo>
                  <a:lnTo>
                    <a:pt x="12243" y="534"/>
                  </a:lnTo>
                  <a:cubicBezTo>
                    <a:pt x="12243" y="1668"/>
                    <a:pt x="11400" y="2235"/>
                    <a:pt x="10558" y="2235"/>
                  </a:cubicBezTo>
                  <a:cubicBezTo>
                    <a:pt x="9716" y="2235"/>
                    <a:pt x="8873" y="1668"/>
                    <a:pt x="8873" y="534"/>
                  </a:cubicBezTo>
                  <a:lnTo>
                    <a:pt x="8873" y="0"/>
                  </a:lnTo>
                  <a:lnTo>
                    <a:pt x="5604" y="0"/>
                  </a:lnTo>
                  <a:lnTo>
                    <a:pt x="5604" y="534"/>
                  </a:lnTo>
                  <a:cubicBezTo>
                    <a:pt x="5604" y="1468"/>
                    <a:pt x="4837" y="2235"/>
                    <a:pt x="3903" y="2235"/>
                  </a:cubicBezTo>
                  <a:cubicBezTo>
                    <a:pt x="2969" y="2235"/>
                    <a:pt x="2202" y="1468"/>
                    <a:pt x="2202" y="534"/>
                  </a:cubicBezTo>
                  <a:lnTo>
                    <a:pt x="2202" y="0"/>
                  </a:ln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15"/>
            <p:cNvSpPr/>
            <p:nvPr/>
          </p:nvSpPr>
          <p:spPr>
            <a:xfrm>
              <a:off x="1708900" y="2192725"/>
              <a:ext cx="111775" cy="226150"/>
            </a:xfrm>
            <a:custGeom>
              <a:rect b="b" l="l" r="r" t="t"/>
              <a:pathLst>
                <a:path extrusionOk="0" h="9046" w="4471">
                  <a:moveTo>
                    <a:pt x="2160" y="0"/>
                  </a:moveTo>
                  <a:cubicBezTo>
                    <a:pt x="1747" y="0"/>
                    <a:pt x="1360" y="129"/>
                    <a:pt x="1001" y="339"/>
                  </a:cubicBezTo>
                  <a:cubicBezTo>
                    <a:pt x="701" y="539"/>
                    <a:pt x="434" y="873"/>
                    <a:pt x="334" y="1240"/>
                  </a:cubicBezTo>
                  <a:cubicBezTo>
                    <a:pt x="167" y="1673"/>
                    <a:pt x="100" y="2140"/>
                    <a:pt x="100" y="2607"/>
                  </a:cubicBezTo>
                  <a:lnTo>
                    <a:pt x="100" y="2941"/>
                  </a:lnTo>
                  <a:lnTo>
                    <a:pt x="1301" y="2941"/>
                  </a:lnTo>
                  <a:lnTo>
                    <a:pt x="1301" y="2641"/>
                  </a:lnTo>
                  <a:cubicBezTo>
                    <a:pt x="1301" y="2340"/>
                    <a:pt x="1334" y="2073"/>
                    <a:pt x="1368" y="1807"/>
                  </a:cubicBezTo>
                  <a:cubicBezTo>
                    <a:pt x="1435" y="1606"/>
                    <a:pt x="1535" y="1373"/>
                    <a:pt x="1701" y="1206"/>
                  </a:cubicBezTo>
                  <a:cubicBezTo>
                    <a:pt x="1868" y="1039"/>
                    <a:pt x="2102" y="973"/>
                    <a:pt x="2369" y="973"/>
                  </a:cubicBezTo>
                  <a:cubicBezTo>
                    <a:pt x="2391" y="970"/>
                    <a:pt x="2414" y="968"/>
                    <a:pt x="2437" y="968"/>
                  </a:cubicBezTo>
                  <a:cubicBezTo>
                    <a:pt x="2680" y="968"/>
                    <a:pt x="2914" y="1126"/>
                    <a:pt x="3036" y="1340"/>
                  </a:cubicBezTo>
                  <a:cubicBezTo>
                    <a:pt x="3202" y="1640"/>
                    <a:pt x="3269" y="1973"/>
                    <a:pt x="3236" y="2307"/>
                  </a:cubicBezTo>
                  <a:cubicBezTo>
                    <a:pt x="3269" y="2607"/>
                    <a:pt x="3202" y="2907"/>
                    <a:pt x="3102" y="3174"/>
                  </a:cubicBezTo>
                  <a:cubicBezTo>
                    <a:pt x="3002" y="3441"/>
                    <a:pt x="2902" y="3675"/>
                    <a:pt x="2769" y="3908"/>
                  </a:cubicBezTo>
                  <a:cubicBezTo>
                    <a:pt x="2602" y="4142"/>
                    <a:pt x="2469" y="4375"/>
                    <a:pt x="2302" y="4642"/>
                  </a:cubicBezTo>
                  <a:lnTo>
                    <a:pt x="0" y="8211"/>
                  </a:lnTo>
                  <a:lnTo>
                    <a:pt x="0" y="9045"/>
                  </a:lnTo>
                  <a:lnTo>
                    <a:pt x="4237" y="9045"/>
                  </a:lnTo>
                  <a:lnTo>
                    <a:pt x="4237" y="8044"/>
                  </a:lnTo>
                  <a:lnTo>
                    <a:pt x="1401" y="8044"/>
                  </a:lnTo>
                  <a:lnTo>
                    <a:pt x="3469" y="4909"/>
                  </a:lnTo>
                  <a:cubicBezTo>
                    <a:pt x="3636" y="4642"/>
                    <a:pt x="3803" y="4375"/>
                    <a:pt x="3936" y="4142"/>
                  </a:cubicBezTo>
                  <a:cubicBezTo>
                    <a:pt x="4103" y="3875"/>
                    <a:pt x="4203" y="3608"/>
                    <a:pt x="4303" y="3341"/>
                  </a:cubicBezTo>
                  <a:cubicBezTo>
                    <a:pt x="4403" y="3007"/>
                    <a:pt x="4437" y="2674"/>
                    <a:pt x="4437" y="2307"/>
                  </a:cubicBezTo>
                  <a:cubicBezTo>
                    <a:pt x="4470" y="1707"/>
                    <a:pt x="4303" y="1106"/>
                    <a:pt x="3903" y="639"/>
                  </a:cubicBezTo>
                  <a:cubicBezTo>
                    <a:pt x="3531" y="205"/>
                    <a:pt x="2987" y="2"/>
                    <a:pt x="2430" y="2"/>
                  </a:cubicBezTo>
                  <a:cubicBezTo>
                    <a:pt x="2387" y="2"/>
                    <a:pt x="2344" y="3"/>
                    <a:pt x="2302" y="5"/>
                  </a:cubicBezTo>
                  <a:cubicBezTo>
                    <a:pt x="2254" y="2"/>
                    <a:pt x="2207" y="0"/>
                    <a:pt x="216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15"/>
            <p:cNvSpPr/>
            <p:nvPr/>
          </p:nvSpPr>
          <p:spPr>
            <a:xfrm>
              <a:off x="1842325" y="2194525"/>
              <a:ext cx="110100" cy="226175"/>
            </a:xfrm>
            <a:custGeom>
              <a:rect b="b" l="l" r="r" t="t"/>
              <a:pathLst>
                <a:path extrusionOk="0" h="9047" w="4404">
                  <a:moveTo>
                    <a:pt x="234" y="0"/>
                  </a:moveTo>
                  <a:lnTo>
                    <a:pt x="234" y="4803"/>
                  </a:lnTo>
                  <a:lnTo>
                    <a:pt x="1235" y="4803"/>
                  </a:lnTo>
                  <a:cubicBezTo>
                    <a:pt x="1301" y="4603"/>
                    <a:pt x="1435" y="4437"/>
                    <a:pt x="1601" y="4303"/>
                  </a:cubicBezTo>
                  <a:cubicBezTo>
                    <a:pt x="1747" y="4158"/>
                    <a:pt x="1943" y="4063"/>
                    <a:pt x="2145" y="4063"/>
                  </a:cubicBezTo>
                  <a:cubicBezTo>
                    <a:pt x="2175" y="4063"/>
                    <a:pt x="2205" y="4065"/>
                    <a:pt x="2235" y="4070"/>
                  </a:cubicBezTo>
                  <a:cubicBezTo>
                    <a:pt x="2273" y="4064"/>
                    <a:pt x="2311" y="4061"/>
                    <a:pt x="2349" y="4061"/>
                  </a:cubicBezTo>
                  <a:cubicBezTo>
                    <a:pt x="2543" y="4061"/>
                    <a:pt x="2729" y="4135"/>
                    <a:pt x="2869" y="4303"/>
                  </a:cubicBezTo>
                  <a:cubicBezTo>
                    <a:pt x="3036" y="4470"/>
                    <a:pt x="3136" y="4703"/>
                    <a:pt x="3169" y="4937"/>
                  </a:cubicBezTo>
                  <a:cubicBezTo>
                    <a:pt x="3203" y="5270"/>
                    <a:pt x="3236" y="5637"/>
                    <a:pt x="3236" y="5971"/>
                  </a:cubicBezTo>
                  <a:cubicBezTo>
                    <a:pt x="3236" y="6338"/>
                    <a:pt x="3203" y="6705"/>
                    <a:pt x="3169" y="7072"/>
                  </a:cubicBezTo>
                  <a:cubicBezTo>
                    <a:pt x="3136" y="7339"/>
                    <a:pt x="3069" y="7605"/>
                    <a:pt x="2902" y="7839"/>
                  </a:cubicBezTo>
                  <a:cubicBezTo>
                    <a:pt x="2757" y="8014"/>
                    <a:pt x="2535" y="8112"/>
                    <a:pt x="2303" y="8112"/>
                  </a:cubicBezTo>
                  <a:cubicBezTo>
                    <a:pt x="2270" y="8112"/>
                    <a:pt x="2236" y="8110"/>
                    <a:pt x="2202" y="8106"/>
                  </a:cubicBezTo>
                  <a:cubicBezTo>
                    <a:pt x="1968" y="8106"/>
                    <a:pt x="1735" y="8039"/>
                    <a:pt x="1568" y="7872"/>
                  </a:cubicBezTo>
                  <a:cubicBezTo>
                    <a:pt x="1401" y="7672"/>
                    <a:pt x="1301" y="7439"/>
                    <a:pt x="1268" y="7239"/>
                  </a:cubicBezTo>
                  <a:cubicBezTo>
                    <a:pt x="1235" y="6972"/>
                    <a:pt x="1201" y="6705"/>
                    <a:pt x="1201" y="6438"/>
                  </a:cubicBezTo>
                  <a:lnTo>
                    <a:pt x="34" y="6438"/>
                  </a:lnTo>
                  <a:cubicBezTo>
                    <a:pt x="0" y="6938"/>
                    <a:pt x="67" y="7405"/>
                    <a:pt x="234" y="7839"/>
                  </a:cubicBezTo>
                  <a:cubicBezTo>
                    <a:pt x="334" y="8206"/>
                    <a:pt x="567" y="8539"/>
                    <a:pt x="901" y="8740"/>
                  </a:cubicBezTo>
                  <a:cubicBezTo>
                    <a:pt x="1251" y="8944"/>
                    <a:pt x="1627" y="9046"/>
                    <a:pt x="2028" y="9046"/>
                  </a:cubicBezTo>
                  <a:cubicBezTo>
                    <a:pt x="2086" y="9046"/>
                    <a:pt x="2143" y="9044"/>
                    <a:pt x="2202" y="9040"/>
                  </a:cubicBezTo>
                  <a:cubicBezTo>
                    <a:pt x="2249" y="9044"/>
                    <a:pt x="2297" y="9046"/>
                    <a:pt x="2344" y="9046"/>
                  </a:cubicBezTo>
                  <a:cubicBezTo>
                    <a:pt x="2663" y="9046"/>
                    <a:pt x="2979" y="8952"/>
                    <a:pt x="3269" y="8806"/>
                  </a:cubicBezTo>
                  <a:cubicBezTo>
                    <a:pt x="3570" y="8640"/>
                    <a:pt x="3803" y="8406"/>
                    <a:pt x="3970" y="8139"/>
                  </a:cubicBezTo>
                  <a:cubicBezTo>
                    <a:pt x="4137" y="7806"/>
                    <a:pt x="4237" y="7472"/>
                    <a:pt x="4303" y="7105"/>
                  </a:cubicBezTo>
                  <a:cubicBezTo>
                    <a:pt x="4370" y="6671"/>
                    <a:pt x="4403" y="6238"/>
                    <a:pt x="4403" y="5838"/>
                  </a:cubicBezTo>
                  <a:cubicBezTo>
                    <a:pt x="4403" y="5371"/>
                    <a:pt x="4370" y="4904"/>
                    <a:pt x="4237" y="4437"/>
                  </a:cubicBezTo>
                  <a:cubicBezTo>
                    <a:pt x="4137" y="4070"/>
                    <a:pt x="3936" y="3769"/>
                    <a:pt x="3636" y="3503"/>
                  </a:cubicBezTo>
                  <a:cubicBezTo>
                    <a:pt x="3367" y="3293"/>
                    <a:pt x="2990" y="3164"/>
                    <a:pt x="2626" y="3164"/>
                  </a:cubicBezTo>
                  <a:cubicBezTo>
                    <a:pt x="2584" y="3164"/>
                    <a:pt x="2543" y="3166"/>
                    <a:pt x="2502" y="3169"/>
                  </a:cubicBezTo>
                  <a:cubicBezTo>
                    <a:pt x="2235" y="3169"/>
                    <a:pt x="2002" y="3202"/>
                    <a:pt x="1768" y="3302"/>
                  </a:cubicBezTo>
                  <a:cubicBezTo>
                    <a:pt x="1568" y="3369"/>
                    <a:pt x="1368" y="3503"/>
                    <a:pt x="1201" y="3669"/>
                  </a:cubicBezTo>
                  <a:lnTo>
                    <a:pt x="1301" y="1201"/>
                  </a:lnTo>
                  <a:lnTo>
                    <a:pt x="4070" y="1201"/>
                  </a:lnTo>
                  <a:lnTo>
                    <a:pt x="4070"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15"/>
            <p:cNvSpPr/>
            <p:nvPr/>
          </p:nvSpPr>
          <p:spPr>
            <a:xfrm>
              <a:off x="1641350" y="2787425"/>
              <a:ext cx="307750" cy="515400"/>
            </a:xfrm>
            <a:custGeom>
              <a:rect b="b" l="l" r="r" t="t"/>
              <a:pathLst>
                <a:path extrusionOk="0" h="20616" w="12310">
                  <a:moveTo>
                    <a:pt x="6171" y="1035"/>
                  </a:moveTo>
                  <a:cubicBezTo>
                    <a:pt x="8540" y="1035"/>
                    <a:pt x="10441" y="2970"/>
                    <a:pt x="10441" y="5338"/>
                  </a:cubicBezTo>
                  <a:lnTo>
                    <a:pt x="10441" y="8841"/>
                  </a:lnTo>
                  <a:lnTo>
                    <a:pt x="1868" y="8841"/>
                  </a:lnTo>
                  <a:lnTo>
                    <a:pt x="1868" y="5338"/>
                  </a:lnTo>
                  <a:cubicBezTo>
                    <a:pt x="1868" y="2970"/>
                    <a:pt x="3803" y="1035"/>
                    <a:pt x="6171" y="1035"/>
                  </a:cubicBezTo>
                  <a:close/>
                  <a:moveTo>
                    <a:pt x="6171" y="1"/>
                  </a:moveTo>
                  <a:cubicBezTo>
                    <a:pt x="3136" y="1"/>
                    <a:pt x="601" y="2303"/>
                    <a:pt x="334" y="5338"/>
                  </a:cubicBezTo>
                  <a:lnTo>
                    <a:pt x="334" y="8841"/>
                  </a:lnTo>
                  <a:lnTo>
                    <a:pt x="0" y="8841"/>
                  </a:lnTo>
                  <a:lnTo>
                    <a:pt x="0" y="20616"/>
                  </a:lnTo>
                  <a:lnTo>
                    <a:pt x="12309" y="20616"/>
                  </a:lnTo>
                  <a:lnTo>
                    <a:pt x="12309" y="8841"/>
                  </a:lnTo>
                  <a:lnTo>
                    <a:pt x="11975" y="8841"/>
                  </a:lnTo>
                  <a:lnTo>
                    <a:pt x="11975" y="5338"/>
                  </a:lnTo>
                  <a:cubicBezTo>
                    <a:pt x="11709" y="2303"/>
                    <a:pt x="9207" y="1"/>
                    <a:pt x="617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15"/>
            <p:cNvSpPr/>
            <p:nvPr/>
          </p:nvSpPr>
          <p:spPr>
            <a:xfrm>
              <a:off x="1747250" y="3087175"/>
              <a:ext cx="89250" cy="140600"/>
            </a:xfrm>
            <a:custGeom>
              <a:rect b="b" l="l" r="r" t="t"/>
              <a:pathLst>
                <a:path extrusionOk="0" h="5624" w="3570">
                  <a:moveTo>
                    <a:pt x="1952" y="1"/>
                  </a:moveTo>
                  <a:cubicBezTo>
                    <a:pt x="1704" y="1"/>
                    <a:pt x="1449" y="59"/>
                    <a:pt x="1201" y="186"/>
                  </a:cubicBezTo>
                  <a:cubicBezTo>
                    <a:pt x="134" y="753"/>
                    <a:pt x="1" y="2255"/>
                    <a:pt x="1001" y="2955"/>
                  </a:cubicBezTo>
                  <a:lnTo>
                    <a:pt x="1001" y="5624"/>
                  </a:lnTo>
                  <a:lnTo>
                    <a:pt x="2903" y="5624"/>
                  </a:lnTo>
                  <a:lnTo>
                    <a:pt x="2903" y="2955"/>
                  </a:lnTo>
                  <a:cubicBezTo>
                    <a:pt x="3303" y="2655"/>
                    <a:pt x="3570" y="2154"/>
                    <a:pt x="3570" y="1654"/>
                  </a:cubicBezTo>
                  <a:cubicBezTo>
                    <a:pt x="3570" y="697"/>
                    <a:pt x="2808" y="1"/>
                    <a:pt x="19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15"/>
            <p:cNvSpPr/>
            <p:nvPr/>
          </p:nvSpPr>
          <p:spPr>
            <a:xfrm>
              <a:off x="3305875" y="3766475"/>
              <a:ext cx="1135825" cy="1081700"/>
            </a:xfrm>
            <a:custGeom>
              <a:rect b="b" l="l" r="r" t="t"/>
              <a:pathLst>
                <a:path extrusionOk="0" h="43268" w="45433">
                  <a:moveTo>
                    <a:pt x="16745" y="0"/>
                  </a:moveTo>
                  <a:lnTo>
                    <a:pt x="16745" y="13677"/>
                  </a:lnTo>
                  <a:lnTo>
                    <a:pt x="19848" y="13677"/>
                  </a:lnTo>
                  <a:lnTo>
                    <a:pt x="19848" y="26719"/>
                  </a:lnTo>
                  <a:cubicBezTo>
                    <a:pt x="14677" y="26820"/>
                    <a:pt x="2035" y="27120"/>
                    <a:pt x="1134" y="27687"/>
                  </a:cubicBezTo>
                  <a:cubicBezTo>
                    <a:pt x="33" y="28387"/>
                    <a:pt x="134" y="29888"/>
                    <a:pt x="534" y="30189"/>
                  </a:cubicBezTo>
                  <a:cubicBezTo>
                    <a:pt x="767" y="30355"/>
                    <a:pt x="1001" y="30422"/>
                    <a:pt x="1301" y="30422"/>
                  </a:cubicBezTo>
                  <a:cubicBezTo>
                    <a:pt x="1134" y="30689"/>
                    <a:pt x="1034" y="31023"/>
                    <a:pt x="1034" y="31323"/>
                  </a:cubicBezTo>
                  <a:cubicBezTo>
                    <a:pt x="1034" y="32445"/>
                    <a:pt x="1945" y="33229"/>
                    <a:pt x="2930" y="33229"/>
                  </a:cubicBezTo>
                  <a:cubicBezTo>
                    <a:pt x="3291" y="33229"/>
                    <a:pt x="3663" y="33123"/>
                    <a:pt x="4003" y="32891"/>
                  </a:cubicBezTo>
                  <a:cubicBezTo>
                    <a:pt x="5237" y="31990"/>
                    <a:pt x="4970" y="30089"/>
                    <a:pt x="3536" y="29555"/>
                  </a:cubicBezTo>
                  <a:lnTo>
                    <a:pt x="15878" y="29555"/>
                  </a:lnTo>
                  <a:cubicBezTo>
                    <a:pt x="11608" y="31690"/>
                    <a:pt x="400" y="37394"/>
                    <a:pt x="167" y="38128"/>
                  </a:cubicBezTo>
                  <a:cubicBezTo>
                    <a:pt x="0" y="38761"/>
                    <a:pt x="33" y="39429"/>
                    <a:pt x="234" y="40029"/>
                  </a:cubicBezTo>
                  <a:cubicBezTo>
                    <a:pt x="200" y="40263"/>
                    <a:pt x="167" y="40463"/>
                    <a:pt x="167" y="40696"/>
                  </a:cubicBezTo>
                  <a:cubicBezTo>
                    <a:pt x="167" y="42194"/>
                    <a:pt x="1385" y="43267"/>
                    <a:pt x="2717" y="43267"/>
                  </a:cubicBezTo>
                  <a:cubicBezTo>
                    <a:pt x="3135" y="43267"/>
                    <a:pt x="3564" y="43162"/>
                    <a:pt x="3970" y="42931"/>
                  </a:cubicBezTo>
                  <a:cubicBezTo>
                    <a:pt x="5704" y="41997"/>
                    <a:pt x="5738" y="39529"/>
                    <a:pt x="4070" y="38495"/>
                  </a:cubicBezTo>
                  <a:cubicBezTo>
                    <a:pt x="8473" y="36560"/>
                    <a:pt x="22016" y="31756"/>
                    <a:pt x="22716" y="31690"/>
                  </a:cubicBezTo>
                  <a:cubicBezTo>
                    <a:pt x="23383" y="31756"/>
                    <a:pt x="36493" y="36426"/>
                    <a:pt x="41129" y="38395"/>
                  </a:cubicBezTo>
                  <a:cubicBezTo>
                    <a:pt x="39328" y="39295"/>
                    <a:pt x="39228" y="41830"/>
                    <a:pt x="40929" y="42864"/>
                  </a:cubicBezTo>
                  <a:cubicBezTo>
                    <a:pt x="41366" y="43138"/>
                    <a:pt x="41835" y="43263"/>
                    <a:pt x="42293" y="43263"/>
                  </a:cubicBezTo>
                  <a:cubicBezTo>
                    <a:pt x="43618" y="43263"/>
                    <a:pt x="44841" y="42217"/>
                    <a:pt x="44865" y="40730"/>
                  </a:cubicBezTo>
                  <a:cubicBezTo>
                    <a:pt x="45299" y="39962"/>
                    <a:pt x="45433" y="39028"/>
                    <a:pt x="45232" y="38161"/>
                  </a:cubicBezTo>
                  <a:cubicBezTo>
                    <a:pt x="44999" y="37427"/>
                    <a:pt x="33791" y="31723"/>
                    <a:pt x="29521" y="29588"/>
                  </a:cubicBezTo>
                  <a:lnTo>
                    <a:pt x="41663" y="29588"/>
                  </a:lnTo>
                  <a:cubicBezTo>
                    <a:pt x="39995" y="30189"/>
                    <a:pt x="39962" y="32557"/>
                    <a:pt x="41630" y="33124"/>
                  </a:cubicBezTo>
                  <a:cubicBezTo>
                    <a:pt x="41855" y="33205"/>
                    <a:pt x="42078" y="33243"/>
                    <a:pt x="42291" y="33243"/>
                  </a:cubicBezTo>
                  <a:cubicBezTo>
                    <a:pt x="43659" y="33243"/>
                    <a:pt x="44673" y="31716"/>
                    <a:pt x="43865" y="30389"/>
                  </a:cubicBezTo>
                  <a:lnTo>
                    <a:pt x="43865" y="30389"/>
                  </a:lnTo>
                  <a:cubicBezTo>
                    <a:pt x="43969" y="30431"/>
                    <a:pt x="44077" y="30450"/>
                    <a:pt x="44185" y="30450"/>
                  </a:cubicBezTo>
                  <a:cubicBezTo>
                    <a:pt x="44419" y="30450"/>
                    <a:pt x="44649" y="30359"/>
                    <a:pt x="44832" y="30222"/>
                  </a:cubicBezTo>
                  <a:cubicBezTo>
                    <a:pt x="45266" y="29922"/>
                    <a:pt x="45332" y="28387"/>
                    <a:pt x="44232" y="27720"/>
                  </a:cubicBezTo>
                  <a:cubicBezTo>
                    <a:pt x="43264" y="27086"/>
                    <a:pt x="28287" y="26786"/>
                    <a:pt x="24351" y="26719"/>
                  </a:cubicBezTo>
                  <a:lnTo>
                    <a:pt x="24351" y="13677"/>
                  </a:lnTo>
                  <a:lnTo>
                    <a:pt x="27420" y="13677"/>
                  </a:lnTo>
                  <a:lnTo>
                    <a:pt x="27420" y="0"/>
                  </a:ln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15"/>
            <p:cNvSpPr/>
            <p:nvPr/>
          </p:nvSpPr>
          <p:spPr>
            <a:xfrm>
              <a:off x="2973950" y="2508850"/>
              <a:ext cx="1710750" cy="1223450"/>
            </a:xfrm>
            <a:custGeom>
              <a:rect b="b" l="l" r="r" t="t"/>
              <a:pathLst>
                <a:path extrusionOk="0" h="48938" w="68430">
                  <a:moveTo>
                    <a:pt x="41908" y="0"/>
                  </a:moveTo>
                  <a:cubicBezTo>
                    <a:pt x="36299" y="0"/>
                    <a:pt x="31663" y="583"/>
                    <a:pt x="30456" y="1137"/>
                  </a:cubicBezTo>
                  <a:cubicBezTo>
                    <a:pt x="26853" y="2805"/>
                    <a:pt x="18914" y="9543"/>
                    <a:pt x="18914" y="9543"/>
                  </a:cubicBezTo>
                  <a:cubicBezTo>
                    <a:pt x="17847" y="10577"/>
                    <a:pt x="16513" y="11311"/>
                    <a:pt x="15078" y="11711"/>
                  </a:cubicBezTo>
                  <a:cubicBezTo>
                    <a:pt x="13740" y="12052"/>
                    <a:pt x="12496" y="12118"/>
                    <a:pt x="11340" y="12118"/>
                  </a:cubicBezTo>
                  <a:cubicBezTo>
                    <a:pt x="10607" y="12118"/>
                    <a:pt x="9909" y="12091"/>
                    <a:pt x="9246" y="12091"/>
                  </a:cubicBezTo>
                  <a:cubicBezTo>
                    <a:pt x="6547" y="12091"/>
                    <a:pt x="4411" y="12530"/>
                    <a:pt x="2736" y="16982"/>
                  </a:cubicBezTo>
                  <a:cubicBezTo>
                    <a:pt x="1" y="24253"/>
                    <a:pt x="5105" y="38797"/>
                    <a:pt x="11442" y="43500"/>
                  </a:cubicBezTo>
                  <a:cubicBezTo>
                    <a:pt x="15500" y="46517"/>
                    <a:pt x="21099" y="48938"/>
                    <a:pt x="28007" y="48938"/>
                  </a:cubicBezTo>
                  <a:cubicBezTo>
                    <a:pt x="31948" y="48938"/>
                    <a:pt x="36314" y="48150"/>
                    <a:pt x="41064" y="46236"/>
                  </a:cubicBezTo>
                  <a:cubicBezTo>
                    <a:pt x="54140" y="40965"/>
                    <a:pt x="66315" y="26622"/>
                    <a:pt x="67583" y="12078"/>
                  </a:cubicBezTo>
                  <a:cubicBezTo>
                    <a:pt x="68429" y="2362"/>
                    <a:pt x="53198" y="0"/>
                    <a:pt x="41908"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15"/>
            <p:cNvSpPr/>
            <p:nvPr/>
          </p:nvSpPr>
          <p:spPr>
            <a:xfrm>
              <a:off x="3235325" y="1516425"/>
              <a:ext cx="612050" cy="1345825"/>
            </a:xfrm>
            <a:custGeom>
              <a:rect b="b" l="l" r="r" t="t"/>
              <a:pathLst>
                <a:path extrusionOk="0" h="53833" w="24482">
                  <a:moveTo>
                    <a:pt x="709" y="1"/>
                  </a:moveTo>
                  <a:cubicBezTo>
                    <a:pt x="1" y="1"/>
                    <a:pt x="132" y="726"/>
                    <a:pt x="1054" y="1306"/>
                  </a:cubicBezTo>
                  <a:cubicBezTo>
                    <a:pt x="2222" y="2073"/>
                    <a:pt x="4023" y="4608"/>
                    <a:pt x="4023" y="4608"/>
                  </a:cubicBezTo>
                  <a:lnTo>
                    <a:pt x="4957" y="6509"/>
                  </a:lnTo>
                  <a:cubicBezTo>
                    <a:pt x="4957" y="6509"/>
                    <a:pt x="1788" y="10412"/>
                    <a:pt x="1788" y="12447"/>
                  </a:cubicBezTo>
                  <a:cubicBezTo>
                    <a:pt x="1788" y="14448"/>
                    <a:pt x="5924" y="16783"/>
                    <a:pt x="5924" y="16783"/>
                  </a:cubicBezTo>
                  <a:cubicBezTo>
                    <a:pt x="5924" y="16783"/>
                    <a:pt x="2422" y="40400"/>
                    <a:pt x="3389" y="44703"/>
                  </a:cubicBezTo>
                  <a:cubicBezTo>
                    <a:pt x="4323" y="49040"/>
                    <a:pt x="6758" y="53376"/>
                    <a:pt x="8459" y="53810"/>
                  </a:cubicBezTo>
                  <a:cubicBezTo>
                    <a:pt x="8519" y="53825"/>
                    <a:pt x="8588" y="53832"/>
                    <a:pt x="8663" y="53832"/>
                  </a:cubicBezTo>
                  <a:cubicBezTo>
                    <a:pt x="10738" y="53832"/>
                    <a:pt x="18500" y="48306"/>
                    <a:pt x="18500" y="48306"/>
                  </a:cubicBezTo>
                  <a:cubicBezTo>
                    <a:pt x="18500" y="48306"/>
                    <a:pt x="23704" y="32128"/>
                    <a:pt x="24104" y="29059"/>
                  </a:cubicBezTo>
                  <a:cubicBezTo>
                    <a:pt x="24482" y="26384"/>
                    <a:pt x="24454" y="24495"/>
                    <a:pt x="23249" y="24495"/>
                  </a:cubicBezTo>
                  <a:cubicBezTo>
                    <a:pt x="23071" y="24495"/>
                    <a:pt x="22868" y="24536"/>
                    <a:pt x="22636" y="24622"/>
                  </a:cubicBezTo>
                  <a:cubicBezTo>
                    <a:pt x="22636" y="24622"/>
                    <a:pt x="20635" y="25656"/>
                    <a:pt x="20101" y="27157"/>
                  </a:cubicBezTo>
                  <a:cubicBezTo>
                    <a:pt x="19567" y="28625"/>
                    <a:pt x="13096" y="40200"/>
                    <a:pt x="13096" y="40200"/>
                  </a:cubicBezTo>
                  <a:cubicBezTo>
                    <a:pt x="13096" y="40200"/>
                    <a:pt x="12462" y="29292"/>
                    <a:pt x="11528" y="23021"/>
                  </a:cubicBezTo>
                  <a:cubicBezTo>
                    <a:pt x="10561" y="16783"/>
                    <a:pt x="9527" y="9578"/>
                    <a:pt x="8026" y="6409"/>
                  </a:cubicBezTo>
                  <a:cubicBezTo>
                    <a:pt x="6525" y="3240"/>
                    <a:pt x="2956" y="705"/>
                    <a:pt x="1454" y="171"/>
                  </a:cubicBezTo>
                  <a:cubicBezTo>
                    <a:pt x="1146" y="52"/>
                    <a:pt x="898" y="1"/>
                    <a:pt x="709"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15"/>
            <p:cNvSpPr/>
            <p:nvPr/>
          </p:nvSpPr>
          <p:spPr>
            <a:xfrm>
              <a:off x="3311700" y="2128800"/>
              <a:ext cx="535675" cy="734275"/>
            </a:xfrm>
            <a:custGeom>
              <a:rect b="b" l="l" r="r" t="t"/>
              <a:pathLst>
                <a:path extrusionOk="0" h="29371" w="21427">
                  <a:moveTo>
                    <a:pt x="20194" y="0"/>
                  </a:moveTo>
                  <a:cubicBezTo>
                    <a:pt x="20016" y="0"/>
                    <a:pt x="19813" y="41"/>
                    <a:pt x="19581" y="127"/>
                  </a:cubicBezTo>
                  <a:cubicBezTo>
                    <a:pt x="19581" y="127"/>
                    <a:pt x="17580" y="1161"/>
                    <a:pt x="17046" y="2662"/>
                  </a:cubicBezTo>
                  <a:cubicBezTo>
                    <a:pt x="16512" y="4130"/>
                    <a:pt x="10041" y="15705"/>
                    <a:pt x="10041" y="15705"/>
                  </a:cubicBezTo>
                  <a:cubicBezTo>
                    <a:pt x="10041" y="15705"/>
                    <a:pt x="9908" y="13437"/>
                    <a:pt x="9674" y="10435"/>
                  </a:cubicBezTo>
                  <a:cubicBezTo>
                    <a:pt x="7913" y="11671"/>
                    <a:pt x="6117" y="12082"/>
                    <a:pt x="4500" y="12082"/>
                  </a:cubicBezTo>
                  <a:cubicBezTo>
                    <a:pt x="2933" y="12082"/>
                    <a:pt x="1535" y="11696"/>
                    <a:pt x="501" y="11302"/>
                  </a:cubicBezTo>
                  <a:cubicBezTo>
                    <a:pt x="167" y="15338"/>
                    <a:pt x="1" y="18807"/>
                    <a:pt x="301" y="20242"/>
                  </a:cubicBezTo>
                  <a:cubicBezTo>
                    <a:pt x="1268" y="24578"/>
                    <a:pt x="3703" y="28915"/>
                    <a:pt x="5371" y="29348"/>
                  </a:cubicBezTo>
                  <a:cubicBezTo>
                    <a:pt x="5431" y="29363"/>
                    <a:pt x="5499" y="29371"/>
                    <a:pt x="5575" y="29371"/>
                  </a:cubicBezTo>
                  <a:cubicBezTo>
                    <a:pt x="7652" y="29371"/>
                    <a:pt x="15445" y="23844"/>
                    <a:pt x="15445" y="23844"/>
                  </a:cubicBezTo>
                  <a:cubicBezTo>
                    <a:pt x="15445" y="23844"/>
                    <a:pt x="20649" y="7633"/>
                    <a:pt x="21049" y="4564"/>
                  </a:cubicBezTo>
                  <a:cubicBezTo>
                    <a:pt x="21427" y="1889"/>
                    <a:pt x="21399" y="0"/>
                    <a:pt x="20194" y="0"/>
                  </a:cubicBez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15"/>
            <p:cNvSpPr/>
            <p:nvPr/>
          </p:nvSpPr>
          <p:spPr>
            <a:xfrm>
              <a:off x="3562725" y="2521425"/>
              <a:ext cx="8350" cy="134275"/>
            </a:xfrm>
            <a:custGeom>
              <a:rect b="b" l="l" r="r" t="t"/>
              <a:pathLst>
                <a:path extrusionOk="0" fill="none" h="5371" w="334">
                  <a:moveTo>
                    <a:pt x="0" y="0"/>
                  </a:moveTo>
                  <a:cubicBezTo>
                    <a:pt x="0" y="0"/>
                    <a:pt x="234" y="3169"/>
                    <a:pt x="334" y="5371"/>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15"/>
            <p:cNvSpPr/>
            <p:nvPr/>
          </p:nvSpPr>
          <p:spPr>
            <a:xfrm>
              <a:off x="3217475" y="1716675"/>
              <a:ext cx="139275" cy="151400"/>
            </a:xfrm>
            <a:custGeom>
              <a:rect b="b" l="l" r="r" t="t"/>
              <a:pathLst>
                <a:path extrusionOk="0" h="6056" w="5571">
                  <a:moveTo>
                    <a:pt x="1768" y="0"/>
                  </a:moveTo>
                  <a:cubicBezTo>
                    <a:pt x="1768" y="0"/>
                    <a:pt x="0" y="1468"/>
                    <a:pt x="167" y="2469"/>
                  </a:cubicBezTo>
                  <a:cubicBezTo>
                    <a:pt x="295" y="3425"/>
                    <a:pt x="3041" y="6056"/>
                    <a:pt x="4071" y="6056"/>
                  </a:cubicBezTo>
                  <a:cubicBezTo>
                    <a:pt x="4119" y="6056"/>
                    <a:pt x="4163" y="6050"/>
                    <a:pt x="4203" y="6038"/>
                  </a:cubicBezTo>
                  <a:cubicBezTo>
                    <a:pt x="5137" y="5738"/>
                    <a:pt x="5571" y="5671"/>
                    <a:pt x="4637" y="4437"/>
                  </a:cubicBezTo>
                  <a:cubicBezTo>
                    <a:pt x="3703" y="3169"/>
                    <a:pt x="2435" y="1635"/>
                    <a:pt x="2202" y="1101"/>
                  </a:cubicBezTo>
                  <a:cubicBezTo>
                    <a:pt x="2002" y="534"/>
                    <a:pt x="1768" y="0"/>
                    <a:pt x="1768"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15"/>
            <p:cNvSpPr/>
            <p:nvPr/>
          </p:nvSpPr>
          <p:spPr>
            <a:xfrm>
              <a:off x="3256675" y="1679150"/>
              <a:ext cx="102575" cy="158300"/>
            </a:xfrm>
            <a:custGeom>
              <a:rect b="b" l="l" r="r" t="t"/>
              <a:pathLst>
                <a:path extrusionOk="0" h="6332" w="4103">
                  <a:moveTo>
                    <a:pt x="4103" y="0"/>
                  </a:moveTo>
                  <a:cubicBezTo>
                    <a:pt x="4103" y="0"/>
                    <a:pt x="1268" y="134"/>
                    <a:pt x="701" y="667"/>
                  </a:cubicBezTo>
                  <a:cubicBezTo>
                    <a:pt x="100" y="1201"/>
                    <a:pt x="0" y="2469"/>
                    <a:pt x="1201" y="4070"/>
                  </a:cubicBezTo>
                  <a:cubicBezTo>
                    <a:pt x="2167" y="5395"/>
                    <a:pt x="2882" y="6332"/>
                    <a:pt x="3364" y="6332"/>
                  </a:cubicBezTo>
                  <a:cubicBezTo>
                    <a:pt x="3465" y="6332"/>
                    <a:pt x="3555" y="6291"/>
                    <a:pt x="3636" y="6205"/>
                  </a:cubicBezTo>
                  <a:cubicBezTo>
                    <a:pt x="4103" y="5704"/>
                    <a:pt x="4003" y="5037"/>
                    <a:pt x="3569" y="4337"/>
                  </a:cubicBezTo>
                  <a:cubicBezTo>
                    <a:pt x="3202" y="3703"/>
                    <a:pt x="2902" y="3036"/>
                    <a:pt x="2602" y="2369"/>
                  </a:cubicBezTo>
                  <a:lnTo>
                    <a:pt x="4070" y="667"/>
                  </a:lnTo>
                  <a:lnTo>
                    <a:pt x="4103" y="0"/>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15"/>
            <p:cNvSpPr/>
            <p:nvPr/>
          </p:nvSpPr>
          <p:spPr>
            <a:xfrm>
              <a:off x="3194950" y="1778375"/>
              <a:ext cx="138450" cy="122700"/>
            </a:xfrm>
            <a:custGeom>
              <a:rect b="b" l="l" r="r" t="t"/>
              <a:pathLst>
                <a:path extrusionOk="0" h="4908" w="5538">
                  <a:moveTo>
                    <a:pt x="1068" y="1"/>
                  </a:moveTo>
                  <a:cubicBezTo>
                    <a:pt x="1068" y="1"/>
                    <a:pt x="1" y="1769"/>
                    <a:pt x="734" y="2803"/>
                  </a:cubicBezTo>
                  <a:cubicBezTo>
                    <a:pt x="1410" y="3713"/>
                    <a:pt x="3352" y="4908"/>
                    <a:pt x="4376" y="4908"/>
                  </a:cubicBezTo>
                  <a:cubicBezTo>
                    <a:pt x="4515" y="4908"/>
                    <a:pt x="4637" y="4885"/>
                    <a:pt x="4737" y="4838"/>
                  </a:cubicBezTo>
                  <a:cubicBezTo>
                    <a:pt x="5538" y="4437"/>
                    <a:pt x="5104" y="3570"/>
                    <a:pt x="5104" y="3570"/>
                  </a:cubicBezTo>
                  <a:cubicBezTo>
                    <a:pt x="4404" y="3203"/>
                    <a:pt x="3703" y="2769"/>
                    <a:pt x="3069" y="2269"/>
                  </a:cubicBezTo>
                  <a:cubicBezTo>
                    <a:pt x="2336" y="1602"/>
                    <a:pt x="1635" y="835"/>
                    <a:pt x="1068"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15"/>
            <p:cNvSpPr/>
            <p:nvPr/>
          </p:nvSpPr>
          <p:spPr>
            <a:xfrm>
              <a:off x="3268800" y="1677900"/>
              <a:ext cx="198875" cy="202250"/>
            </a:xfrm>
            <a:custGeom>
              <a:rect b="b" l="l" r="r" t="t"/>
              <a:pathLst>
                <a:path extrusionOk="0" h="8090" w="7955">
                  <a:moveTo>
                    <a:pt x="3826" y="0"/>
                  </a:moveTo>
                  <a:cubicBezTo>
                    <a:pt x="3754" y="0"/>
                    <a:pt x="3685" y="5"/>
                    <a:pt x="3618" y="17"/>
                  </a:cubicBezTo>
                  <a:cubicBezTo>
                    <a:pt x="3018" y="150"/>
                    <a:pt x="749" y="2052"/>
                    <a:pt x="349" y="2886"/>
                  </a:cubicBezTo>
                  <a:cubicBezTo>
                    <a:pt x="1" y="3582"/>
                    <a:pt x="340" y="3913"/>
                    <a:pt x="816" y="3913"/>
                  </a:cubicBezTo>
                  <a:cubicBezTo>
                    <a:pt x="933" y="3913"/>
                    <a:pt x="1058" y="3892"/>
                    <a:pt x="1183" y="3853"/>
                  </a:cubicBezTo>
                  <a:cubicBezTo>
                    <a:pt x="1783" y="3619"/>
                    <a:pt x="4452" y="2686"/>
                    <a:pt x="4452" y="2685"/>
                  </a:cubicBezTo>
                  <a:lnTo>
                    <a:pt x="4452" y="2685"/>
                  </a:lnTo>
                  <a:cubicBezTo>
                    <a:pt x="4452" y="2686"/>
                    <a:pt x="3618" y="6155"/>
                    <a:pt x="4452" y="7122"/>
                  </a:cubicBezTo>
                  <a:cubicBezTo>
                    <a:pt x="5286" y="8056"/>
                    <a:pt x="7954" y="8089"/>
                    <a:pt x="7954" y="8089"/>
                  </a:cubicBezTo>
                  <a:lnTo>
                    <a:pt x="7421" y="2052"/>
                  </a:lnTo>
                  <a:cubicBezTo>
                    <a:pt x="7421" y="2052"/>
                    <a:pt x="5218" y="0"/>
                    <a:pt x="38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15"/>
            <p:cNvSpPr/>
            <p:nvPr/>
          </p:nvSpPr>
          <p:spPr>
            <a:xfrm>
              <a:off x="3266675" y="1672475"/>
              <a:ext cx="201000" cy="207675"/>
            </a:xfrm>
            <a:custGeom>
              <a:rect b="b" l="l" r="r" t="t"/>
              <a:pathLst>
                <a:path extrusionOk="0" fill="none" h="8307" w="8040">
                  <a:moveTo>
                    <a:pt x="7506" y="2269"/>
                  </a:moveTo>
                  <a:cubicBezTo>
                    <a:pt x="7506" y="2269"/>
                    <a:pt x="5071" y="0"/>
                    <a:pt x="3703" y="234"/>
                  </a:cubicBezTo>
                  <a:cubicBezTo>
                    <a:pt x="3103" y="367"/>
                    <a:pt x="834" y="2269"/>
                    <a:pt x="434" y="3103"/>
                  </a:cubicBezTo>
                  <a:cubicBezTo>
                    <a:pt x="0" y="3970"/>
                    <a:pt x="634" y="4270"/>
                    <a:pt x="1268" y="4070"/>
                  </a:cubicBezTo>
                  <a:cubicBezTo>
                    <a:pt x="1868" y="3836"/>
                    <a:pt x="4537" y="2902"/>
                    <a:pt x="4537" y="2902"/>
                  </a:cubicBezTo>
                  <a:cubicBezTo>
                    <a:pt x="4537" y="2902"/>
                    <a:pt x="3703" y="6372"/>
                    <a:pt x="4537" y="7339"/>
                  </a:cubicBezTo>
                  <a:cubicBezTo>
                    <a:pt x="5371" y="8273"/>
                    <a:pt x="8039" y="8306"/>
                    <a:pt x="8039" y="8306"/>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15"/>
            <p:cNvSpPr/>
            <p:nvPr/>
          </p:nvSpPr>
          <p:spPr>
            <a:xfrm>
              <a:off x="3444300" y="2091950"/>
              <a:ext cx="1278425" cy="1330125"/>
            </a:xfrm>
            <a:custGeom>
              <a:rect b="b" l="l" r="r" t="t"/>
              <a:pathLst>
                <a:path extrusionOk="0" h="53205" w="51137">
                  <a:moveTo>
                    <a:pt x="28888" y="0"/>
                  </a:moveTo>
                  <a:cubicBezTo>
                    <a:pt x="28888" y="0"/>
                    <a:pt x="15345" y="734"/>
                    <a:pt x="14277" y="1601"/>
                  </a:cubicBezTo>
                  <a:cubicBezTo>
                    <a:pt x="13243" y="2435"/>
                    <a:pt x="12476" y="4770"/>
                    <a:pt x="12376" y="5404"/>
                  </a:cubicBezTo>
                  <a:cubicBezTo>
                    <a:pt x="12276" y="6038"/>
                    <a:pt x="8373" y="24885"/>
                    <a:pt x="7606" y="28154"/>
                  </a:cubicBezTo>
                  <a:cubicBezTo>
                    <a:pt x="6872" y="31456"/>
                    <a:pt x="0" y="39595"/>
                    <a:pt x="0" y="39595"/>
                  </a:cubicBezTo>
                  <a:cubicBezTo>
                    <a:pt x="0" y="39595"/>
                    <a:pt x="12376" y="46300"/>
                    <a:pt x="18213" y="49302"/>
                  </a:cubicBezTo>
                  <a:cubicBezTo>
                    <a:pt x="22049" y="51203"/>
                    <a:pt x="26152" y="52538"/>
                    <a:pt x="30389" y="53205"/>
                  </a:cubicBezTo>
                  <a:lnTo>
                    <a:pt x="44132" y="24117"/>
                  </a:lnTo>
                  <a:cubicBezTo>
                    <a:pt x="44132" y="24117"/>
                    <a:pt x="50703" y="7939"/>
                    <a:pt x="50903" y="6338"/>
                  </a:cubicBezTo>
                  <a:cubicBezTo>
                    <a:pt x="51137" y="4770"/>
                    <a:pt x="50703" y="5404"/>
                    <a:pt x="46467" y="3369"/>
                  </a:cubicBezTo>
                  <a:cubicBezTo>
                    <a:pt x="43732" y="2068"/>
                    <a:pt x="40863" y="1168"/>
                    <a:pt x="37894" y="634"/>
                  </a:cubicBezTo>
                  <a:cubicBezTo>
                    <a:pt x="36827" y="434"/>
                    <a:pt x="28888" y="0"/>
                    <a:pt x="28888" y="0"/>
                  </a:cubicBez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15"/>
            <p:cNvSpPr/>
            <p:nvPr/>
          </p:nvSpPr>
          <p:spPr>
            <a:xfrm>
              <a:off x="1778100" y="3638275"/>
              <a:ext cx="635475" cy="522525"/>
            </a:xfrm>
            <a:custGeom>
              <a:rect b="b" l="l" r="r" t="t"/>
              <a:pathLst>
                <a:path extrusionOk="0" h="20901" w="25419">
                  <a:moveTo>
                    <a:pt x="1118" y="1"/>
                  </a:moveTo>
                  <a:cubicBezTo>
                    <a:pt x="1055" y="1"/>
                    <a:pt x="1005" y="8"/>
                    <a:pt x="968" y="25"/>
                  </a:cubicBezTo>
                  <a:cubicBezTo>
                    <a:pt x="1" y="425"/>
                    <a:pt x="2169" y="6896"/>
                    <a:pt x="5004" y="10532"/>
                  </a:cubicBezTo>
                  <a:cubicBezTo>
                    <a:pt x="7840" y="14202"/>
                    <a:pt x="15679" y="19205"/>
                    <a:pt x="17180" y="20006"/>
                  </a:cubicBezTo>
                  <a:cubicBezTo>
                    <a:pt x="18116" y="20505"/>
                    <a:pt x="18780" y="20901"/>
                    <a:pt x="19471" y="20901"/>
                  </a:cubicBezTo>
                  <a:cubicBezTo>
                    <a:pt x="19888" y="20901"/>
                    <a:pt x="20314" y="20757"/>
                    <a:pt x="20816" y="20406"/>
                  </a:cubicBezTo>
                  <a:cubicBezTo>
                    <a:pt x="22150" y="19472"/>
                    <a:pt x="25419" y="13134"/>
                    <a:pt x="25419" y="13134"/>
                  </a:cubicBezTo>
                  <a:lnTo>
                    <a:pt x="21216" y="5429"/>
                  </a:lnTo>
                  <a:lnTo>
                    <a:pt x="12576" y="5128"/>
                  </a:lnTo>
                  <a:cubicBezTo>
                    <a:pt x="12576" y="5128"/>
                    <a:pt x="2722" y="1"/>
                    <a:pt x="1118" y="1"/>
                  </a:cubicBez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15"/>
            <p:cNvSpPr/>
            <p:nvPr/>
          </p:nvSpPr>
          <p:spPr>
            <a:xfrm>
              <a:off x="1778950" y="3638550"/>
              <a:ext cx="543750" cy="522250"/>
            </a:xfrm>
            <a:custGeom>
              <a:rect b="b" l="l" r="r" t="t"/>
              <a:pathLst>
                <a:path extrusionOk="0" h="20890" w="21750">
                  <a:moveTo>
                    <a:pt x="1142" y="1"/>
                  </a:moveTo>
                  <a:cubicBezTo>
                    <a:pt x="1075" y="1"/>
                    <a:pt x="1006" y="5"/>
                    <a:pt x="934" y="14"/>
                  </a:cubicBezTo>
                  <a:cubicBezTo>
                    <a:pt x="0" y="414"/>
                    <a:pt x="2168" y="6885"/>
                    <a:pt x="5004" y="10521"/>
                  </a:cubicBezTo>
                  <a:cubicBezTo>
                    <a:pt x="7839" y="14191"/>
                    <a:pt x="15645" y="19194"/>
                    <a:pt x="17146" y="19995"/>
                  </a:cubicBezTo>
                  <a:cubicBezTo>
                    <a:pt x="18082" y="20494"/>
                    <a:pt x="18746" y="20890"/>
                    <a:pt x="19437" y="20890"/>
                  </a:cubicBezTo>
                  <a:cubicBezTo>
                    <a:pt x="19854" y="20890"/>
                    <a:pt x="20280" y="20746"/>
                    <a:pt x="20782" y="20395"/>
                  </a:cubicBezTo>
                  <a:cubicBezTo>
                    <a:pt x="21149" y="20095"/>
                    <a:pt x="21482" y="19728"/>
                    <a:pt x="21749" y="19328"/>
                  </a:cubicBezTo>
                  <a:cubicBezTo>
                    <a:pt x="18714" y="17760"/>
                    <a:pt x="9974" y="13090"/>
                    <a:pt x="6905" y="9320"/>
                  </a:cubicBezTo>
                  <a:cubicBezTo>
                    <a:pt x="4270" y="6151"/>
                    <a:pt x="2502" y="2249"/>
                    <a:pt x="1668" y="80"/>
                  </a:cubicBezTo>
                  <a:cubicBezTo>
                    <a:pt x="1497" y="32"/>
                    <a:pt x="1326" y="1"/>
                    <a:pt x="1142"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15"/>
            <p:cNvSpPr/>
            <p:nvPr/>
          </p:nvSpPr>
          <p:spPr>
            <a:xfrm>
              <a:off x="2713775" y="4502825"/>
              <a:ext cx="567100" cy="390625"/>
            </a:xfrm>
            <a:custGeom>
              <a:rect b="b" l="l" r="r" t="t"/>
              <a:pathLst>
                <a:path extrusionOk="0" h="15625" w="22684">
                  <a:moveTo>
                    <a:pt x="11609" y="1"/>
                  </a:moveTo>
                  <a:cubicBezTo>
                    <a:pt x="11609" y="1"/>
                    <a:pt x="8507" y="5805"/>
                    <a:pt x="7039" y="7973"/>
                  </a:cubicBezTo>
                  <a:cubicBezTo>
                    <a:pt x="5538" y="10141"/>
                    <a:pt x="1" y="12977"/>
                    <a:pt x="134" y="14211"/>
                  </a:cubicBezTo>
                  <a:cubicBezTo>
                    <a:pt x="241" y="15176"/>
                    <a:pt x="4638" y="15624"/>
                    <a:pt x="8247" y="15624"/>
                  </a:cubicBezTo>
                  <a:cubicBezTo>
                    <a:pt x="9128" y="15624"/>
                    <a:pt x="9962" y="15598"/>
                    <a:pt x="10675" y="15545"/>
                  </a:cubicBezTo>
                  <a:cubicBezTo>
                    <a:pt x="14344" y="15278"/>
                    <a:pt x="17580" y="10809"/>
                    <a:pt x="19448" y="9741"/>
                  </a:cubicBezTo>
                  <a:cubicBezTo>
                    <a:pt x="21316" y="8640"/>
                    <a:pt x="22683" y="8240"/>
                    <a:pt x="21616" y="5672"/>
                  </a:cubicBezTo>
                  <a:cubicBezTo>
                    <a:pt x="20515" y="3103"/>
                    <a:pt x="19181" y="535"/>
                    <a:pt x="19181" y="535"/>
                  </a:cubicBezTo>
                  <a:lnTo>
                    <a:pt x="11609" y="1"/>
                  </a:ln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15"/>
            <p:cNvSpPr/>
            <p:nvPr/>
          </p:nvSpPr>
          <p:spPr>
            <a:xfrm>
              <a:off x="2716275" y="4644600"/>
              <a:ext cx="564600" cy="248850"/>
            </a:xfrm>
            <a:custGeom>
              <a:rect b="b" l="l" r="r" t="t"/>
              <a:pathLst>
                <a:path extrusionOk="0" h="9954" w="22584">
                  <a:moveTo>
                    <a:pt x="21516" y="1"/>
                  </a:moveTo>
                  <a:lnTo>
                    <a:pt x="21516" y="1"/>
                  </a:lnTo>
                  <a:cubicBezTo>
                    <a:pt x="14644" y="2436"/>
                    <a:pt x="14778" y="7039"/>
                    <a:pt x="10975" y="8240"/>
                  </a:cubicBezTo>
                  <a:cubicBezTo>
                    <a:pt x="10215" y="8480"/>
                    <a:pt x="9264" y="8576"/>
                    <a:pt x="8229" y="8576"/>
                  </a:cubicBezTo>
                  <a:cubicBezTo>
                    <a:pt x="5673" y="8576"/>
                    <a:pt x="2605" y="7990"/>
                    <a:pt x="634" y="7539"/>
                  </a:cubicBezTo>
                  <a:cubicBezTo>
                    <a:pt x="234" y="7940"/>
                    <a:pt x="1" y="8273"/>
                    <a:pt x="34" y="8540"/>
                  </a:cubicBezTo>
                  <a:cubicBezTo>
                    <a:pt x="141" y="9505"/>
                    <a:pt x="4538" y="9953"/>
                    <a:pt x="8147" y="9953"/>
                  </a:cubicBezTo>
                  <a:cubicBezTo>
                    <a:pt x="9028" y="9953"/>
                    <a:pt x="9862" y="9927"/>
                    <a:pt x="10575" y="9874"/>
                  </a:cubicBezTo>
                  <a:cubicBezTo>
                    <a:pt x="14244" y="9607"/>
                    <a:pt x="17480" y="5138"/>
                    <a:pt x="19348" y="4070"/>
                  </a:cubicBezTo>
                  <a:cubicBezTo>
                    <a:pt x="21216" y="2969"/>
                    <a:pt x="22583" y="2569"/>
                    <a:pt x="21516"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15"/>
            <p:cNvSpPr/>
            <p:nvPr/>
          </p:nvSpPr>
          <p:spPr>
            <a:xfrm>
              <a:off x="2703775" y="3037275"/>
              <a:ext cx="1209225" cy="1546950"/>
            </a:xfrm>
            <a:custGeom>
              <a:rect b="b" l="l" r="r" t="t"/>
              <a:pathLst>
                <a:path extrusionOk="0" h="61878" w="48369">
                  <a:moveTo>
                    <a:pt x="9734" y="0"/>
                  </a:moveTo>
                  <a:cubicBezTo>
                    <a:pt x="5875" y="0"/>
                    <a:pt x="2786" y="1081"/>
                    <a:pt x="1768" y="3650"/>
                  </a:cubicBezTo>
                  <a:cubicBezTo>
                    <a:pt x="134" y="7620"/>
                    <a:pt x="0" y="12023"/>
                    <a:pt x="1368" y="16092"/>
                  </a:cubicBezTo>
                  <a:lnTo>
                    <a:pt x="11609" y="53619"/>
                  </a:lnTo>
                  <a:lnTo>
                    <a:pt x="10141" y="54853"/>
                  </a:lnTo>
                  <a:lnTo>
                    <a:pt x="11742" y="60257"/>
                  </a:lnTo>
                  <a:cubicBezTo>
                    <a:pt x="13143" y="60791"/>
                    <a:pt x="14611" y="61191"/>
                    <a:pt x="16078" y="61492"/>
                  </a:cubicBezTo>
                  <a:cubicBezTo>
                    <a:pt x="17488" y="61795"/>
                    <a:pt x="18623" y="61877"/>
                    <a:pt x="19441" y="61877"/>
                  </a:cubicBezTo>
                  <a:cubicBezTo>
                    <a:pt x="20423" y="61877"/>
                    <a:pt x="20949" y="61758"/>
                    <a:pt x="20949" y="61758"/>
                  </a:cubicBezTo>
                  <a:cubicBezTo>
                    <a:pt x="20949" y="61758"/>
                    <a:pt x="21082" y="57989"/>
                    <a:pt x="20682" y="56755"/>
                  </a:cubicBezTo>
                  <a:cubicBezTo>
                    <a:pt x="20281" y="55521"/>
                    <a:pt x="19581" y="53386"/>
                    <a:pt x="19581" y="53386"/>
                  </a:cubicBezTo>
                  <a:lnTo>
                    <a:pt x="17713" y="20562"/>
                  </a:lnTo>
                  <a:lnTo>
                    <a:pt x="17713" y="20562"/>
                  </a:lnTo>
                  <a:cubicBezTo>
                    <a:pt x="17713" y="20562"/>
                    <a:pt x="33845" y="26651"/>
                    <a:pt x="40963" y="26651"/>
                  </a:cubicBezTo>
                  <a:cubicBezTo>
                    <a:pt x="41183" y="26651"/>
                    <a:pt x="41394" y="26645"/>
                    <a:pt x="41597" y="26633"/>
                  </a:cubicBezTo>
                  <a:cubicBezTo>
                    <a:pt x="48368" y="26233"/>
                    <a:pt x="36760" y="13124"/>
                    <a:pt x="29054" y="6786"/>
                  </a:cubicBezTo>
                  <a:cubicBezTo>
                    <a:pt x="24287" y="2844"/>
                    <a:pt x="15996" y="0"/>
                    <a:pt x="9734" y="0"/>
                  </a:cubicBezTo>
                  <a:close/>
                </a:path>
              </a:pathLst>
            </a:custGeom>
            <a:solidFill>
              <a:srgbClr val="858585"/>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15"/>
            <p:cNvSpPr/>
            <p:nvPr/>
          </p:nvSpPr>
          <p:spPr>
            <a:xfrm>
              <a:off x="2878050" y="3037400"/>
              <a:ext cx="1034100" cy="666150"/>
            </a:xfrm>
            <a:custGeom>
              <a:rect b="b" l="l" r="r" t="t"/>
              <a:pathLst>
                <a:path extrusionOk="0" h="26646" w="41364">
                  <a:moveTo>
                    <a:pt x="2781" y="0"/>
                  </a:moveTo>
                  <a:cubicBezTo>
                    <a:pt x="1799" y="0"/>
                    <a:pt x="865" y="67"/>
                    <a:pt x="1" y="209"/>
                  </a:cubicBezTo>
                  <a:lnTo>
                    <a:pt x="5838" y="5947"/>
                  </a:lnTo>
                  <a:lnTo>
                    <a:pt x="10709" y="20524"/>
                  </a:lnTo>
                  <a:cubicBezTo>
                    <a:pt x="10709" y="20524"/>
                    <a:pt x="26846" y="26646"/>
                    <a:pt x="33992" y="26646"/>
                  </a:cubicBezTo>
                  <a:cubicBezTo>
                    <a:pt x="34212" y="26646"/>
                    <a:pt x="34423" y="26640"/>
                    <a:pt x="34626" y="26628"/>
                  </a:cubicBezTo>
                  <a:cubicBezTo>
                    <a:pt x="41364" y="26228"/>
                    <a:pt x="29789" y="13119"/>
                    <a:pt x="22083" y="6747"/>
                  </a:cubicBezTo>
                  <a:cubicBezTo>
                    <a:pt x="20415" y="5446"/>
                    <a:pt x="18648" y="4312"/>
                    <a:pt x="16746" y="3445"/>
                  </a:cubicBezTo>
                  <a:lnTo>
                    <a:pt x="7740" y="476"/>
                  </a:lnTo>
                  <a:cubicBezTo>
                    <a:pt x="6021" y="169"/>
                    <a:pt x="4340" y="0"/>
                    <a:pt x="2781"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15"/>
            <p:cNvSpPr/>
            <p:nvPr/>
          </p:nvSpPr>
          <p:spPr>
            <a:xfrm>
              <a:off x="2250950" y="2738750"/>
              <a:ext cx="1965600" cy="1294600"/>
            </a:xfrm>
            <a:custGeom>
              <a:rect b="b" l="l" r="r" t="t"/>
              <a:pathLst>
                <a:path extrusionOk="0" h="51784" w="78624">
                  <a:moveTo>
                    <a:pt x="26782" y="0"/>
                  </a:moveTo>
                  <a:cubicBezTo>
                    <a:pt x="25500" y="0"/>
                    <a:pt x="24352" y="968"/>
                    <a:pt x="22550" y="3716"/>
                  </a:cubicBezTo>
                  <a:cubicBezTo>
                    <a:pt x="20515" y="6818"/>
                    <a:pt x="3369" y="38441"/>
                    <a:pt x="3369" y="38441"/>
                  </a:cubicBezTo>
                  <a:cubicBezTo>
                    <a:pt x="3369" y="38441"/>
                    <a:pt x="1068" y="39108"/>
                    <a:pt x="534" y="40576"/>
                  </a:cubicBezTo>
                  <a:cubicBezTo>
                    <a:pt x="0" y="42077"/>
                    <a:pt x="534" y="42877"/>
                    <a:pt x="267" y="43978"/>
                  </a:cubicBezTo>
                  <a:cubicBezTo>
                    <a:pt x="0" y="45046"/>
                    <a:pt x="801" y="46413"/>
                    <a:pt x="1601" y="48014"/>
                  </a:cubicBezTo>
                  <a:cubicBezTo>
                    <a:pt x="2435" y="49649"/>
                    <a:pt x="5004" y="51784"/>
                    <a:pt x="5004" y="51784"/>
                  </a:cubicBezTo>
                  <a:cubicBezTo>
                    <a:pt x="5004" y="51784"/>
                    <a:pt x="10541" y="48415"/>
                    <a:pt x="10408" y="47347"/>
                  </a:cubicBezTo>
                  <a:cubicBezTo>
                    <a:pt x="10274" y="46246"/>
                    <a:pt x="11375" y="45179"/>
                    <a:pt x="11375" y="45179"/>
                  </a:cubicBezTo>
                  <a:lnTo>
                    <a:pt x="30956" y="17893"/>
                  </a:lnTo>
                  <a:cubicBezTo>
                    <a:pt x="30956" y="17893"/>
                    <a:pt x="32824" y="19227"/>
                    <a:pt x="38528" y="24097"/>
                  </a:cubicBezTo>
                  <a:cubicBezTo>
                    <a:pt x="44199" y="28967"/>
                    <a:pt x="54172" y="37207"/>
                    <a:pt x="57842" y="38541"/>
                  </a:cubicBezTo>
                  <a:cubicBezTo>
                    <a:pt x="58838" y="38916"/>
                    <a:pt x="60220" y="39105"/>
                    <a:pt x="61765" y="39105"/>
                  </a:cubicBezTo>
                  <a:cubicBezTo>
                    <a:pt x="65859" y="39105"/>
                    <a:pt x="71100" y="37775"/>
                    <a:pt x="73353" y="35038"/>
                  </a:cubicBezTo>
                  <a:cubicBezTo>
                    <a:pt x="76455" y="31269"/>
                    <a:pt x="78623" y="25865"/>
                    <a:pt x="78623" y="25865"/>
                  </a:cubicBezTo>
                  <a:cubicBezTo>
                    <a:pt x="78623" y="25865"/>
                    <a:pt x="55140" y="14123"/>
                    <a:pt x="51871" y="12222"/>
                  </a:cubicBezTo>
                  <a:cubicBezTo>
                    <a:pt x="48635" y="10321"/>
                    <a:pt x="28754" y="313"/>
                    <a:pt x="27286" y="47"/>
                  </a:cubicBezTo>
                  <a:cubicBezTo>
                    <a:pt x="27115" y="16"/>
                    <a:pt x="26947" y="0"/>
                    <a:pt x="26782" y="0"/>
                  </a:cubicBezTo>
                  <a:close/>
                </a:path>
              </a:pathLst>
            </a:custGeom>
            <a:solidFill>
              <a:srgbClr val="858585"/>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15"/>
            <p:cNvSpPr/>
            <p:nvPr/>
          </p:nvSpPr>
          <p:spPr>
            <a:xfrm>
              <a:off x="3666950" y="3497950"/>
              <a:ext cx="69250" cy="47550"/>
            </a:xfrm>
            <a:custGeom>
              <a:rect b="b" l="l" r="r" t="t"/>
              <a:pathLst>
                <a:path extrusionOk="0" fill="none" h="1902" w="2770">
                  <a:moveTo>
                    <a:pt x="1" y="0"/>
                  </a:moveTo>
                  <a:cubicBezTo>
                    <a:pt x="901" y="667"/>
                    <a:pt x="1835" y="1335"/>
                    <a:pt x="2769" y="1902"/>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15"/>
            <p:cNvSpPr/>
            <p:nvPr/>
          </p:nvSpPr>
          <p:spPr>
            <a:xfrm>
              <a:off x="3122400" y="3082650"/>
              <a:ext cx="507900" cy="387800"/>
            </a:xfrm>
            <a:custGeom>
              <a:rect b="b" l="l" r="r" t="t"/>
              <a:pathLst>
                <a:path extrusionOk="0" fill="none" h="15512" w="20316">
                  <a:moveTo>
                    <a:pt x="1" y="0"/>
                  </a:moveTo>
                  <a:cubicBezTo>
                    <a:pt x="5404" y="4070"/>
                    <a:pt x="14778" y="11375"/>
                    <a:pt x="20315" y="15512"/>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15"/>
            <p:cNvSpPr/>
            <p:nvPr/>
          </p:nvSpPr>
          <p:spPr>
            <a:xfrm>
              <a:off x="2918100" y="3007600"/>
              <a:ext cx="175975" cy="171800"/>
            </a:xfrm>
            <a:custGeom>
              <a:rect b="b" l="l" r="r" t="t"/>
              <a:pathLst>
                <a:path extrusionOk="0" fill="none" h="6872" w="7039">
                  <a:moveTo>
                    <a:pt x="0" y="6872"/>
                  </a:moveTo>
                  <a:cubicBezTo>
                    <a:pt x="0" y="6872"/>
                    <a:pt x="567" y="2169"/>
                    <a:pt x="1268" y="2369"/>
                  </a:cubicBezTo>
                  <a:cubicBezTo>
                    <a:pt x="1968" y="2535"/>
                    <a:pt x="3603" y="4704"/>
                    <a:pt x="3603" y="3603"/>
                  </a:cubicBezTo>
                  <a:cubicBezTo>
                    <a:pt x="3603" y="2535"/>
                    <a:pt x="3236" y="0"/>
                    <a:pt x="3970" y="0"/>
                  </a:cubicBezTo>
                  <a:cubicBezTo>
                    <a:pt x="4136" y="0"/>
                    <a:pt x="5270" y="834"/>
                    <a:pt x="7038" y="2169"/>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15"/>
            <p:cNvSpPr/>
            <p:nvPr/>
          </p:nvSpPr>
          <p:spPr>
            <a:xfrm>
              <a:off x="3999700" y="1961025"/>
              <a:ext cx="470350" cy="454000"/>
            </a:xfrm>
            <a:custGeom>
              <a:rect b="b" l="l" r="r" t="t"/>
              <a:pathLst>
                <a:path extrusionOk="0" h="18160" w="18814">
                  <a:moveTo>
                    <a:pt x="18814" y="0"/>
                  </a:moveTo>
                  <a:cubicBezTo>
                    <a:pt x="18813" y="0"/>
                    <a:pt x="14003" y="1732"/>
                    <a:pt x="9746" y="1732"/>
                  </a:cubicBezTo>
                  <a:cubicBezTo>
                    <a:pt x="8398" y="1732"/>
                    <a:pt x="7105" y="1558"/>
                    <a:pt x="6038" y="1101"/>
                  </a:cubicBezTo>
                  <a:cubicBezTo>
                    <a:pt x="6038" y="1101"/>
                    <a:pt x="4036" y="9907"/>
                    <a:pt x="3169" y="12109"/>
                  </a:cubicBezTo>
                  <a:cubicBezTo>
                    <a:pt x="2335" y="14344"/>
                    <a:pt x="0" y="17713"/>
                    <a:pt x="1701" y="18146"/>
                  </a:cubicBezTo>
                  <a:cubicBezTo>
                    <a:pt x="1735" y="18155"/>
                    <a:pt x="1773" y="18159"/>
                    <a:pt x="1815" y="18159"/>
                  </a:cubicBezTo>
                  <a:cubicBezTo>
                    <a:pt x="3892" y="18159"/>
                    <a:pt x="15895" y="7835"/>
                    <a:pt x="16746" y="5971"/>
                  </a:cubicBezTo>
                  <a:cubicBezTo>
                    <a:pt x="17579" y="4070"/>
                    <a:pt x="18814" y="0"/>
                    <a:pt x="1881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15"/>
            <p:cNvSpPr/>
            <p:nvPr/>
          </p:nvSpPr>
          <p:spPr>
            <a:xfrm>
              <a:off x="4083925" y="1192050"/>
              <a:ext cx="697175" cy="613875"/>
            </a:xfrm>
            <a:custGeom>
              <a:rect b="b" l="l" r="r" t="t"/>
              <a:pathLst>
                <a:path extrusionOk="0" h="24555" w="27887">
                  <a:moveTo>
                    <a:pt x="6795" y="1"/>
                  </a:moveTo>
                  <a:cubicBezTo>
                    <a:pt x="4081" y="1"/>
                    <a:pt x="2140" y="619"/>
                    <a:pt x="1802" y="1805"/>
                  </a:cubicBezTo>
                  <a:cubicBezTo>
                    <a:pt x="1301" y="3406"/>
                    <a:pt x="1935" y="5107"/>
                    <a:pt x="3336" y="6008"/>
                  </a:cubicBezTo>
                  <a:cubicBezTo>
                    <a:pt x="3336" y="6008"/>
                    <a:pt x="0" y="6975"/>
                    <a:pt x="1435" y="8810"/>
                  </a:cubicBezTo>
                  <a:cubicBezTo>
                    <a:pt x="2658" y="10412"/>
                    <a:pt x="4669" y="10513"/>
                    <a:pt x="5160" y="10513"/>
                  </a:cubicBezTo>
                  <a:cubicBezTo>
                    <a:pt x="5231" y="10513"/>
                    <a:pt x="5271" y="10511"/>
                    <a:pt x="5271" y="10511"/>
                  </a:cubicBezTo>
                  <a:cubicBezTo>
                    <a:pt x="5271" y="10511"/>
                    <a:pt x="3570" y="8943"/>
                    <a:pt x="8206" y="8943"/>
                  </a:cubicBezTo>
                  <a:cubicBezTo>
                    <a:pt x="12876" y="8943"/>
                    <a:pt x="15611" y="9677"/>
                    <a:pt x="15545" y="12212"/>
                  </a:cubicBezTo>
                  <a:cubicBezTo>
                    <a:pt x="15478" y="14714"/>
                    <a:pt x="14411" y="15948"/>
                    <a:pt x="15611" y="17683"/>
                  </a:cubicBezTo>
                  <a:cubicBezTo>
                    <a:pt x="16779" y="19384"/>
                    <a:pt x="18347" y="23721"/>
                    <a:pt x="18347" y="23721"/>
                  </a:cubicBezTo>
                  <a:lnTo>
                    <a:pt x="21949" y="24555"/>
                  </a:lnTo>
                  <a:cubicBezTo>
                    <a:pt x="21949" y="24555"/>
                    <a:pt x="25719" y="20285"/>
                    <a:pt x="26453" y="15315"/>
                  </a:cubicBezTo>
                  <a:cubicBezTo>
                    <a:pt x="27220" y="10378"/>
                    <a:pt x="27887" y="7776"/>
                    <a:pt x="20115" y="3573"/>
                  </a:cubicBezTo>
                  <a:cubicBezTo>
                    <a:pt x="15632" y="1149"/>
                    <a:pt x="10495" y="1"/>
                    <a:pt x="6795" y="1"/>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15"/>
            <p:cNvSpPr/>
            <p:nvPr/>
          </p:nvSpPr>
          <p:spPr>
            <a:xfrm>
              <a:off x="4056400" y="1343900"/>
              <a:ext cx="502875" cy="720225"/>
            </a:xfrm>
            <a:custGeom>
              <a:rect b="b" l="l" r="r" t="t"/>
              <a:pathLst>
                <a:path extrusionOk="0" h="28809" w="20115">
                  <a:moveTo>
                    <a:pt x="7539" y="1"/>
                  </a:moveTo>
                  <a:cubicBezTo>
                    <a:pt x="7539" y="1"/>
                    <a:pt x="4504" y="2436"/>
                    <a:pt x="4437" y="3537"/>
                  </a:cubicBezTo>
                  <a:cubicBezTo>
                    <a:pt x="4370" y="4671"/>
                    <a:pt x="901" y="14845"/>
                    <a:pt x="468" y="17713"/>
                  </a:cubicBezTo>
                  <a:cubicBezTo>
                    <a:pt x="1" y="20582"/>
                    <a:pt x="834" y="25652"/>
                    <a:pt x="2235" y="27254"/>
                  </a:cubicBezTo>
                  <a:cubicBezTo>
                    <a:pt x="3130" y="28276"/>
                    <a:pt x="4745" y="28808"/>
                    <a:pt x="6759" y="28808"/>
                  </a:cubicBezTo>
                  <a:cubicBezTo>
                    <a:pt x="7900" y="28808"/>
                    <a:pt x="9169" y="28637"/>
                    <a:pt x="10508" y="28288"/>
                  </a:cubicBezTo>
                  <a:cubicBezTo>
                    <a:pt x="14177" y="27320"/>
                    <a:pt x="16112" y="25853"/>
                    <a:pt x="16546" y="24652"/>
                  </a:cubicBezTo>
                  <a:cubicBezTo>
                    <a:pt x="17013" y="23484"/>
                    <a:pt x="20115" y="16312"/>
                    <a:pt x="20115" y="16312"/>
                  </a:cubicBezTo>
                  <a:cubicBezTo>
                    <a:pt x="20115" y="16312"/>
                    <a:pt x="17947" y="11309"/>
                    <a:pt x="17380" y="9908"/>
                  </a:cubicBezTo>
                  <a:cubicBezTo>
                    <a:pt x="16779" y="8473"/>
                    <a:pt x="18781" y="6138"/>
                    <a:pt x="18847" y="5538"/>
                  </a:cubicBezTo>
                  <a:cubicBezTo>
                    <a:pt x="18914" y="4938"/>
                    <a:pt x="15311" y="2502"/>
                    <a:pt x="14244" y="1935"/>
                  </a:cubicBezTo>
                  <a:cubicBezTo>
                    <a:pt x="13801" y="1678"/>
                    <a:pt x="13290" y="1623"/>
                    <a:pt x="12770" y="1623"/>
                  </a:cubicBezTo>
                  <a:cubicBezTo>
                    <a:pt x="12380" y="1623"/>
                    <a:pt x="11984" y="1654"/>
                    <a:pt x="11608" y="1654"/>
                  </a:cubicBezTo>
                  <a:cubicBezTo>
                    <a:pt x="11315" y="1654"/>
                    <a:pt x="11033" y="1635"/>
                    <a:pt x="10775" y="1568"/>
                  </a:cubicBezTo>
                  <a:cubicBezTo>
                    <a:pt x="9674" y="1135"/>
                    <a:pt x="8573" y="601"/>
                    <a:pt x="7539"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15"/>
            <p:cNvSpPr/>
            <p:nvPr/>
          </p:nvSpPr>
          <p:spPr>
            <a:xfrm>
              <a:off x="4064750" y="1674975"/>
              <a:ext cx="494525" cy="389350"/>
            </a:xfrm>
            <a:custGeom>
              <a:rect b="b" l="l" r="r" t="t"/>
              <a:pathLst>
                <a:path extrusionOk="0" h="15574" w="19781">
                  <a:moveTo>
                    <a:pt x="18447" y="0"/>
                  </a:moveTo>
                  <a:cubicBezTo>
                    <a:pt x="17513" y="2202"/>
                    <a:pt x="14577" y="9174"/>
                    <a:pt x="14510" y="9374"/>
                  </a:cubicBezTo>
                  <a:cubicBezTo>
                    <a:pt x="14505" y="9389"/>
                    <a:pt x="14500" y="9396"/>
                    <a:pt x="14492" y="9396"/>
                  </a:cubicBezTo>
                  <a:cubicBezTo>
                    <a:pt x="14394" y="9396"/>
                    <a:pt x="13971" y="8284"/>
                    <a:pt x="10608" y="6772"/>
                  </a:cubicBezTo>
                  <a:cubicBezTo>
                    <a:pt x="7767" y="5521"/>
                    <a:pt x="6800" y="4657"/>
                    <a:pt x="5351" y="4657"/>
                  </a:cubicBezTo>
                  <a:cubicBezTo>
                    <a:pt x="4945" y="4657"/>
                    <a:pt x="4502" y="4725"/>
                    <a:pt x="3970" y="4871"/>
                  </a:cubicBezTo>
                  <a:cubicBezTo>
                    <a:pt x="2602" y="5204"/>
                    <a:pt x="1301" y="5705"/>
                    <a:pt x="33" y="6338"/>
                  </a:cubicBezTo>
                  <a:lnTo>
                    <a:pt x="0" y="6472"/>
                  </a:lnTo>
                  <a:cubicBezTo>
                    <a:pt x="33" y="9274"/>
                    <a:pt x="767" y="12743"/>
                    <a:pt x="1901" y="14011"/>
                  </a:cubicBezTo>
                  <a:cubicBezTo>
                    <a:pt x="2790" y="15047"/>
                    <a:pt x="4389" y="15574"/>
                    <a:pt x="6385" y="15574"/>
                  </a:cubicBezTo>
                  <a:cubicBezTo>
                    <a:pt x="7536" y="15574"/>
                    <a:pt x="8819" y="15398"/>
                    <a:pt x="10174" y="15045"/>
                  </a:cubicBezTo>
                  <a:cubicBezTo>
                    <a:pt x="13843" y="14111"/>
                    <a:pt x="15778" y="12610"/>
                    <a:pt x="16212" y="11442"/>
                  </a:cubicBezTo>
                  <a:cubicBezTo>
                    <a:pt x="16679" y="10241"/>
                    <a:pt x="19781" y="3103"/>
                    <a:pt x="19781" y="3103"/>
                  </a:cubicBezTo>
                  <a:cubicBezTo>
                    <a:pt x="19781" y="3103"/>
                    <a:pt x="19147" y="1568"/>
                    <a:pt x="18447"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15"/>
            <p:cNvSpPr/>
            <p:nvPr/>
          </p:nvSpPr>
          <p:spPr>
            <a:xfrm>
              <a:off x="4498375" y="1759175"/>
              <a:ext cx="167650" cy="126150"/>
            </a:xfrm>
            <a:custGeom>
              <a:rect b="b" l="l" r="r" t="t"/>
              <a:pathLst>
                <a:path extrusionOk="0" h="5046" w="6706">
                  <a:moveTo>
                    <a:pt x="4117" y="0"/>
                  </a:moveTo>
                  <a:cubicBezTo>
                    <a:pt x="2804" y="0"/>
                    <a:pt x="1769" y="1036"/>
                    <a:pt x="1769" y="1036"/>
                  </a:cubicBezTo>
                  <a:lnTo>
                    <a:pt x="1" y="5038"/>
                  </a:lnTo>
                  <a:cubicBezTo>
                    <a:pt x="1" y="5038"/>
                    <a:pt x="164" y="5045"/>
                    <a:pt x="428" y="5045"/>
                  </a:cubicBezTo>
                  <a:cubicBezTo>
                    <a:pt x="1353" y="5045"/>
                    <a:pt x="3518" y="4964"/>
                    <a:pt x="4271" y="4238"/>
                  </a:cubicBezTo>
                  <a:cubicBezTo>
                    <a:pt x="5238" y="3271"/>
                    <a:pt x="6706" y="835"/>
                    <a:pt x="5004" y="168"/>
                  </a:cubicBezTo>
                  <a:cubicBezTo>
                    <a:pt x="4701" y="49"/>
                    <a:pt x="4402" y="0"/>
                    <a:pt x="4117"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15"/>
            <p:cNvSpPr/>
            <p:nvPr/>
          </p:nvSpPr>
          <p:spPr>
            <a:xfrm>
              <a:off x="4158150" y="1479000"/>
              <a:ext cx="83400" cy="42550"/>
            </a:xfrm>
            <a:custGeom>
              <a:rect b="b" l="l" r="r" t="t"/>
              <a:pathLst>
                <a:path extrusionOk="0" fill="none" h="1702" w="3336">
                  <a:moveTo>
                    <a:pt x="0" y="1702"/>
                  </a:moveTo>
                  <a:cubicBezTo>
                    <a:pt x="0" y="1702"/>
                    <a:pt x="967" y="1"/>
                    <a:pt x="3336" y="1702"/>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15"/>
            <p:cNvSpPr/>
            <p:nvPr/>
          </p:nvSpPr>
          <p:spPr>
            <a:xfrm>
              <a:off x="4322425" y="1504850"/>
              <a:ext cx="101775" cy="64250"/>
            </a:xfrm>
            <a:custGeom>
              <a:rect b="b" l="l" r="r" t="t"/>
              <a:pathLst>
                <a:path extrusionOk="0" fill="none" h="2570" w="4071">
                  <a:moveTo>
                    <a:pt x="0" y="1235"/>
                  </a:moveTo>
                  <a:cubicBezTo>
                    <a:pt x="0" y="1235"/>
                    <a:pt x="2102" y="1"/>
                    <a:pt x="4070" y="2569"/>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15"/>
            <p:cNvSpPr/>
            <p:nvPr/>
          </p:nvSpPr>
          <p:spPr>
            <a:xfrm>
              <a:off x="4167250" y="1535700"/>
              <a:ext cx="90975" cy="268300"/>
            </a:xfrm>
            <a:custGeom>
              <a:rect b="b" l="l" r="r" t="t"/>
              <a:pathLst>
                <a:path extrusionOk="0" h="10732" w="3639">
                  <a:moveTo>
                    <a:pt x="3272" y="1"/>
                  </a:moveTo>
                  <a:lnTo>
                    <a:pt x="3339" y="3115"/>
                  </a:lnTo>
                  <a:lnTo>
                    <a:pt x="3339" y="3115"/>
                  </a:lnTo>
                  <a:cubicBezTo>
                    <a:pt x="3525" y="2634"/>
                    <a:pt x="3639" y="2282"/>
                    <a:pt x="3639" y="2136"/>
                  </a:cubicBezTo>
                  <a:cubicBezTo>
                    <a:pt x="3572" y="1435"/>
                    <a:pt x="3439" y="701"/>
                    <a:pt x="3272" y="1"/>
                  </a:cubicBezTo>
                  <a:close/>
                  <a:moveTo>
                    <a:pt x="3339" y="3115"/>
                  </a:moveTo>
                  <a:lnTo>
                    <a:pt x="3339" y="3115"/>
                  </a:lnTo>
                  <a:cubicBezTo>
                    <a:pt x="2465" y="5379"/>
                    <a:pt x="1" y="10516"/>
                    <a:pt x="303" y="10708"/>
                  </a:cubicBezTo>
                  <a:cubicBezTo>
                    <a:pt x="326" y="10724"/>
                    <a:pt x="358" y="10731"/>
                    <a:pt x="399" y="10731"/>
                  </a:cubicBezTo>
                  <a:cubicBezTo>
                    <a:pt x="973" y="10731"/>
                    <a:pt x="3254" y="9307"/>
                    <a:pt x="3472" y="9307"/>
                  </a:cubicBezTo>
                  <a:lnTo>
                    <a:pt x="3339" y="3115"/>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15"/>
            <p:cNvSpPr/>
            <p:nvPr/>
          </p:nvSpPr>
          <p:spPr>
            <a:xfrm>
              <a:off x="4165650" y="1535700"/>
              <a:ext cx="92575" cy="273550"/>
            </a:xfrm>
            <a:custGeom>
              <a:rect b="b" l="l" r="r" t="t"/>
              <a:pathLst>
                <a:path extrusionOk="0" fill="none" h="10942" w="3703">
                  <a:moveTo>
                    <a:pt x="3336" y="1"/>
                  </a:moveTo>
                  <a:cubicBezTo>
                    <a:pt x="3503" y="701"/>
                    <a:pt x="3636" y="1435"/>
                    <a:pt x="3703" y="2136"/>
                  </a:cubicBezTo>
                  <a:cubicBezTo>
                    <a:pt x="3703" y="2970"/>
                    <a:pt x="0" y="10475"/>
                    <a:pt x="367" y="10708"/>
                  </a:cubicBezTo>
                  <a:cubicBezTo>
                    <a:pt x="701" y="10942"/>
                    <a:pt x="3303" y="9307"/>
                    <a:pt x="3536" y="9307"/>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15"/>
            <p:cNvSpPr/>
            <p:nvPr/>
          </p:nvSpPr>
          <p:spPr>
            <a:xfrm>
              <a:off x="4334100" y="1583625"/>
              <a:ext cx="36725" cy="48450"/>
            </a:xfrm>
            <a:custGeom>
              <a:rect b="b" l="l" r="r" t="t"/>
              <a:pathLst>
                <a:path extrusionOk="0" h="1938" w="1469">
                  <a:moveTo>
                    <a:pt x="913" y="1"/>
                  </a:moveTo>
                  <a:cubicBezTo>
                    <a:pt x="609" y="1"/>
                    <a:pt x="285" y="316"/>
                    <a:pt x="167" y="786"/>
                  </a:cubicBezTo>
                  <a:cubicBezTo>
                    <a:pt x="0" y="1319"/>
                    <a:pt x="101" y="1820"/>
                    <a:pt x="434" y="1920"/>
                  </a:cubicBezTo>
                  <a:cubicBezTo>
                    <a:pt x="470" y="1932"/>
                    <a:pt x="507" y="1938"/>
                    <a:pt x="545" y="1938"/>
                  </a:cubicBezTo>
                  <a:cubicBezTo>
                    <a:pt x="826" y="1938"/>
                    <a:pt x="1155" y="1623"/>
                    <a:pt x="1301" y="1153"/>
                  </a:cubicBezTo>
                  <a:cubicBezTo>
                    <a:pt x="1468" y="619"/>
                    <a:pt x="1335" y="119"/>
                    <a:pt x="1035" y="19"/>
                  </a:cubicBezTo>
                  <a:cubicBezTo>
                    <a:pt x="995" y="7"/>
                    <a:pt x="954" y="1"/>
                    <a:pt x="91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15"/>
            <p:cNvSpPr/>
            <p:nvPr/>
          </p:nvSpPr>
          <p:spPr>
            <a:xfrm>
              <a:off x="4168150" y="1546950"/>
              <a:ext cx="35875" cy="48400"/>
            </a:xfrm>
            <a:custGeom>
              <a:rect b="b" l="l" r="r" t="t"/>
              <a:pathLst>
                <a:path extrusionOk="0" h="1936" w="1435">
                  <a:moveTo>
                    <a:pt x="890" y="0"/>
                  </a:moveTo>
                  <a:cubicBezTo>
                    <a:pt x="609" y="0"/>
                    <a:pt x="281" y="315"/>
                    <a:pt x="134" y="785"/>
                  </a:cubicBezTo>
                  <a:cubicBezTo>
                    <a:pt x="0" y="1319"/>
                    <a:pt x="100" y="1819"/>
                    <a:pt x="401" y="1919"/>
                  </a:cubicBezTo>
                  <a:cubicBezTo>
                    <a:pt x="438" y="1930"/>
                    <a:pt x="476" y="1936"/>
                    <a:pt x="513" y="1936"/>
                  </a:cubicBezTo>
                  <a:cubicBezTo>
                    <a:pt x="814" y="1936"/>
                    <a:pt x="1120" y="1596"/>
                    <a:pt x="1268" y="1152"/>
                  </a:cubicBezTo>
                  <a:cubicBezTo>
                    <a:pt x="1435" y="618"/>
                    <a:pt x="1335" y="118"/>
                    <a:pt x="1001" y="18"/>
                  </a:cubicBezTo>
                  <a:cubicBezTo>
                    <a:pt x="965" y="6"/>
                    <a:pt x="928" y="0"/>
                    <a:pt x="89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15"/>
            <p:cNvSpPr/>
            <p:nvPr/>
          </p:nvSpPr>
          <p:spPr>
            <a:xfrm>
              <a:off x="4324100" y="1648300"/>
              <a:ext cx="50050" cy="40875"/>
            </a:xfrm>
            <a:custGeom>
              <a:rect b="b" l="l" r="r" t="t"/>
              <a:pathLst>
                <a:path extrusionOk="0" fill="none" h="1635" w="2002">
                  <a:moveTo>
                    <a:pt x="100" y="0"/>
                  </a:moveTo>
                  <a:cubicBezTo>
                    <a:pt x="100" y="0"/>
                    <a:pt x="0" y="1034"/>
                    <a:pt x="2002" y="1635"/>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15"/>
            <p:cNvSpPr/>
            <p:nvPr/>
          </p:nvSpPr>
          <p:spPr>
            <a:xfrm>
              <a:off x="4156475" y="1604100"/>
              <a:ext cx="64225" cy="22525"/>
            </a:xfrm>
            <a:custGeom>
              <a:rect b="b" l="l" r="r" t="t"/>
              <a:pathLst>
                <a:path extrusionOk="0" fill="none" h="901" w="2569">
                  <a:moveTo>
                    <a:pt x="2569" y="0"/>
                  </a:moveTo>
                  <a:cubicBezTo>
                    <a:pt x="1768" y="434"/>
                    <a:pt x="901" y="734"/>
                    <a:pt x="0" y="901"/>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15"/>
            <p:cNvSpPr/>
            <p:nvPr/>
          </p:nvSpPr>
          <p:spPr>
            <a:xfrm>
              <a:off x="4147300" y="1835100"/>
              <a:ext cx="147625" cy="44200"/>
            </a:xfrm>
            <a:custGeom>
              <a:rect b="b" l="l" r="r" t="t"/>
              <a:pathLst>
                <a:path extrusionOk="0" fill="none" h="1768" w="5905">
                  <a:moveTo>
                    <a:pt x="0" y="0"/>
                  </a:moveTo>
                  <a:cubicBezTo>
                    <a:pt x="0" y="0"/>
                    <a:pt x="2302" y="1768"/>
                    <a:pt x="5905" y="734"/>
                  </a:cubicBezTo>
                </a:path>
              </a:pathLst>
            </a:custGeom>
            <a:noFill/>
            <a:ln cap="flat" cmpd="sng" w="108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15"/>
            <p:cNvSpPr/>
            <p:nvPr/>
          </p:nvSpPr>
          <p:spPr>
            <a:xfrm>
              <a:off x="3213300" y="2216950"/>
              <a:ext cx="1769625" cy="1604275"/>
            </a:xfrm>
            <a:custGeom>
              <a:rect b="b" l="l" r="r" t="t"/>
              <a:pathLst>
                <a:path extrusionOk="0" h="64171" w="70785">
                  <a:moveTo>
                    <a:pt x="58541" y="1"/>
                  </a:moveTo>
                  <a:cubicBezTo>
                    <a:pt x="58519" y="1"/>
                    <a:pt x="58497" y="2"/>
                    <a:pt x="58476" y="4"/>
                  </a:cubicBezTo>
                  <a:cubicBezTo>
                    <a:pt x="57141" y="137"/>
                    <a:pt x="57275" y="15515"/>
                    <a:pt x="58075" y="21352"/>
                  </a:cubicBezTo>
                  <a:cubicBezTo>
                    <a:pt x="58876" y="27156"/>
                    <a:pt x="54339" y="31593"/>
                    <a:pt x="54339" y="31593"/>
                  </a:cubicBezTo>
                  <a:cubicBezTo>
                    <a:pt x="54339" y="31593"/>
                    <a:pt x="41497" y="32694"/>
                    <a:pt x="37827" y="38765"/>
                  </a:cubicBezTo>
                  <a:cubicBezTo>
                    <a:pt x="34192" y="44836"/>
                    <a:pt x="30422" y="54976"/>
                    <a:pt x="26486" y="58212"/>
                  </a:cubicBezTo>
                  <a:cubicBezTo>
                    <a:pt x="25390" y="59121"/>
                    <a:pt x="23439" y="59466"/>
                    <a:pt x="21147" y="59466"/>
                  </a:cubicBezTo>
                  <a:cubicBezTo>
                    <a:pt x="15276" y="59466"/>
                    <a:pt x="7165" y="57198"/>
                    <a:pt x="5438" y="56311"/>
                  </a:cubicBezTo>
                  <a:cubicBezTo>
                    <a:pt x="3670" y="55477"/>
                    <a:pt x="1868" y="54743"/>
                    <a:pt x="0" y="54176"/>
                  </a:cubicBezTo>
                  <a:lnTo>
                    <a:pt x="0" y="54176"/>
                  </a:lnTo>
                  <a:cubicBezTo>
                    <a:pt x="1" y="54176"/>
                    <a:pt x="2836" y="58612"/>
                    <a:pt x="11876" y="61581"/>
                  </a:cubicBezTo>
                  <a:cubicBezTo>
                    <a:pt x="16457" y="63080"/>
                    <a:pt x="22202" y="64171"/>
                    <a:pt x="28611" y="64171"/>
                  </a:cubicBezTo>
                  <a:cubicBezTo>
                    <a:pt x="34895" y="64171"/>
                    <a:pt x="41817" y="63122"/>
                    <a:pt x="48902" y="60380"/>
                  </a:cubicBezTo>
                  <a:cubicBezTo>
                    <a:pt x="63212" y="54843"/>
                    <a:pt x="67282" y="44302"/>
                    <a:pt x="69016" y="36330"/>
                  </a:cubicBezTo>
                  <a:cubicBezTo>
                    <a:pt x="70784" y="28357"/>
                    <a:pt x="69016" y="17550"/>
                    <a:pt x="66448" y="10811"/>
                  </a:cubicBezTo>
                  <a:cubicBezTo>
                    <a:pt x="63919" y="4145"/>
                    <a:pt x="59968" y="1"/>
                    <a:pt x="58541"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15"/>
            <p:cNvSpPr/>
            <p:nvPr/>
          </p:nvSpPr>
          <p:spPr>
            <a:xfrm>
              <a:off x="3934650" y="2654000"/>
              <a:ext cx="108425" cy="186000"/>
            </a:xfrm>
            <a:custGeom>
              <a:rect b="b" l="l" r="r" t="t"/>
              <a:pathLst>
                <a:path extrusionOk="0" h="7440" w="4337">
                  <a:moveTo>
                    <a:pt x="0" y="1"/>
                  </a:moveTo>
                  <a:cubicBezTo>
                    <a:pt x="0" y="1"/>
                    <a:pt x="101" y="3804"/>
                    <a:pt x="801" y="4637"/>
                  </a:cubicBezTo>
                  <a:cubicBezTo>
                    <a:pt x="1535" y="5438"/>
                    <a:pt x="4337" y="7440"/>
                    <a:pt x="4337" y="7440"/>
                  </a:cubicBezTo>
                  <a:cubicBezTo>
                    <a:pt x="4337" y="7440"/>
                    <a:pt x="3937" y="5805"/>
                    <a:pt x="3636" y="5438"/>
                  </a:cubicBezTo>
                  <a:cubicBezTo>
                    <a:pt x="3303" y="5038"/>
                    <a:pt x="2902" y="2403"/>
                    <a:pt x="1868" y="1669"/>
                  </a:cubicBezTo>
                  <a:cubicBezTo>
                    <a:pt x="1168" y="1202"/>
                    <a:pt x="567" y="635"/>
                    <a:pt x="0"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15"/>
            <p:cNvSpPr/>
            <p:nvPr/>
          </p:nvSpPr>
          <p:spPr>
            <a:xfrm>
              <a:off x="3740850" y="2543450"/>
              <a:ext cx="281800" cy="422975"/>
            </a:xfrm>
            <a:custGeom>
              <a:rect b="b" l="l" r="r" t="t"/>
              <a:pathLst>
                <a:path extrusionOk="0" h="16919" w="11272">
                  <a:moveTo>
                    <a:pt x="969" y="0"/>
                  </a:moveTo>
                  <a:cubicBezTo>
                    <a:pt x="442" y="0"/>
                    <a:pt x="0" y="513"/>
                    <a:pt x="180" y="1054"/>
                  </a:cubicBezTo>
                  <a:lnTo>
                    <a:pt x="4083" y="15164"/>
                  </a:lnTo>
                  <a:cubicBezTo>
                    <a:pt x="4183" y="15464"/>
                    <a:pt x="4417" y="15698"/>
                    <a:pt x="4750" y="15764"/>
                  </a:cubicBezTo>
                  <a:lnTo>
                    <a:pt x="10087" y="16898"/>
                  </a:lnTo>
                  <a:cubicBezTo>
                    <a:pt x="10151" y="16912"/>
                    <a:pt x="10213" y="16918"/>
                    <a:pt x="10274" y="16918"/>
                  </a:cubicBezTo>
                  <a:cubicBezTo>
                    <a:pt x="10827" y="16918"/>
                    <a:pt x="11272" y="16402"/>
                    <a:pt x="11121" y="15831"/>
                  </a:cubicBezTo>
                  <a:lnTo>
                    <a:pt x="7419" y="1654"/>
                  </a:lnTo>
                  <a:cubicBezTo>
                    <a:pt x="7352" y="1321"/>
                    <a:pt x="7085" y="1087"/>
                    <a:pt x="6752" y="1020"/>
                  </a:cubicBezTo>
                  <a:lnTo>
                    <a:pt x="1148" y="20"/>
                  </a:lnTo>
                  <a:cubicBezTo>
                    <a:pt x="1088" y="6"/>
                    <a:pt x="1028" y="0"/>
                    <a:pt x="969"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15"/>
            <p:cNvSpPr/>
            <p:nvPr/>
          </p:nvSpPr>
          <p:spPr>
            <a:xfrm>
              <a:off x="3742000" y="2177000"/>
              <a:ext cx="1120000" cy="881300"/>
            </a:xfrm>
            <a:custGeom>
              <a:rect b="b" l="l" r="r" t="t"/>
              <a:pathLst>
                <a:path extrusionOk="0" h="35252" w="44800">
                  <a:moveTo>
                    <a:pt x="34559" y="1"/>
                  </a:moveTo>
                  <a:lnTo>
                    <a:pt x="30189" y="13477"/>
                  </a:lnTo>
                  <a:lnTo>
                    <a:pt x="32691" y="25752"/>
                  </a:lnTo>
                  <a:cubicBezTo>
                    <a:pt x="32691" y="25752"/>
                    <a:pt x="30456" y="26486"/>
                    <a:pt x="24418" y="28421"/>
                  </a:cubicBezTo>
                  <a:cubicBezTo>
                    <a:pt x="21400" y="29388"/>
                    <a:pt x="18689" y="29630"/>
                    <a:pt x="16734" y="29630"/>
                  </a:cubicBezTo>
                  <a:cubicBezTo>
                    <a:pt x="14778" y="29630"/>
                    <a:pt x="13577" y="29388"/>
                    <a:pt x="13577" y="29388"/>
                  </a:cubicBezTo>
                  <a:cubicBezTo>
                    <a:pt x="13577" y="29388"/>
                    <a:pt x="11009" y="24151"/>
                    <a:pt x="10208" y="23284"/>
                  </a:cubicBezTo>
                  <a:cubicBezTo>
                    <a:pt x="9408" y="22383"/>
                    <a:pt x="4571" y="20715"/>
                    <a:pt x="3770" y="20549"/>
                  </a:cubicBezTo>
                  <a:cubicBezTo>
                    <a:pt x="3487" y="20490"/>
                    <a:pt x="2995" y="20443"/>
                    <a:pt x="2466" y="20443"/>
                  </a:cubicBezTo>
                  <a:cubicBezTo>
                    <a:pt x="1499" y="20443"/>
                    <a:pt x="407" y="20598"/>
                    <a:pt x="234" y="21116"/>
                  </a:cubicBezTo>
                  <a:cubicBezTo>
                    <a:pt x="1" y="21916"/>
                    <a:pt x="968" y="22216"/>
                    <a:pt x="1469" y="22216"/>
                  </a:cubicBezTo>
                  <a:cubicBezTo>
                    <a:pt x="1936" y="22216"/>
                    <a:pt x="3470" y="22316"/>
                    <a:pt x="3470" y="22316"/>
                  </a:cubicBezTo>
                  <a:lnTo>
                    <a:pt x="7306" y="24385"/>
                  </a:lnTo>
                  <a:lnTo>
                    <a:pt x="7806" y="25352"/>
                  </a:lnTo>
                  <a:cubicBezTo>
                    <a:pt x="7806" y="25352"/>
                    <a:pt x="4504" y="24551"/>
                    <a:pt x="4037" y="24385"/>
                  </a:cubicBezTo>
                  <a:cubicBezTo>
                    <a:pt x="3983" y="24370"/>
                    <a:pt x="3906" y="24364"/>
                    <a:pt x="3811" y="24364"/>
                  </a:cubicBezTo>
                  <a:cubicBezTo>
                    <a:pt x="3028" y="24364"/>
                    <a:pt x="1032" y="24814"/>
                    <a:pt x="735" y="25052"/>
                  </a:cubicBezTo>
                  <a:cubicBezTo>
                    <a:pt x="401" y="25285"/>
                    <a:pt x="268" y="26086"/>
                    <a:pt x="735" y="26253"/>
                  </a:cubicBezTo>
                  <a:cubicBezTo>
                    <a:pt x="815" y="26281"/>
                    <a:pt x="946" y="26293"/>
                    <a:pt x="1108" y="26293"/>
                  </a:cubicBezTo>
                  <a:cubicBezTo>
                    <a:pt x="1885" y="26293"/>
                    <a:pt x="3370" y="26019"/>
                    <a:pt x="3370" y="26019"/>
                  </a:cubicBezTo>
                  <a:lnTo>
                    <a:pt x="7540" y="27854"/>
                  </a:lnTo>
                  <a:cubicBezTo>
                    <a:pt x="7540" y="27854"/>
                    <a:pt x="2803" y="27954"/>
                    <a:pt x="2503" y="28087"/>
                  </a:cubicBezTo>
                  <a:cubicBezTo>
                    <a:pt x="2169" y="28221"/>
                    <a:pt x="1535" y="29755"/>
                    <a:pt x="1535" y="29755"/>
                  </a:cubicBezTo>
                  <a:cubicBezTo>
                    <a:pt x="1535" y="29755"/>
                    <a:pt x="1535" y="30489"/>
                    <a:pt x="2102" y="30489"/>
                  </a:cubicBezTo>
                  <a:cubicBezTo>
                    <a:pt x="2503" y="30456"/>
                    <a:pt x="2903" y="30389"/>
                    <a:pt x="3303" y="30256"/>
                  </a:cubicBezTo>
                  <a:lnTo>
                    <a:pt x="3303" y="30256"/>
                  </a:lnTo>
                  <a:cubicBezTo>
                    <a:pt x="3303" y="30256"/>
                    <a:pt x="2803" y="31356"/>
                    <a:pt x="3537" y="31523"/>
                  </a:cubicBezTo>
                  <a:cubicBezTo>
                    <a:pt x="4271" y="31690"/>
                    <a:pt x="7706" y="33358"/>
                    <a:pt x="10041" y="33625"/>
                  </a:cubicBezTo>
                  <a:cubicBezTo>
                    <a:pt x="12376" y="33858"/>
                    <a:pt x="15579" y="34325"/>
                    <a:pt x="15579" y="34325"/>
                  </a:cubicBezTo>
                  <a:cubicBezTo>
                    <a:pt x="15579" y="34325"/>
                    <a:pt x="25685" y="35252"/>
                    <a:pt x="31834" y="35252"/>
                  </a:cubicBezTo>
                  <a:cubicBezTo>
                    <a:pt x="33336" y="35252"/>
                    <a:pt x="34601" y="35196"/>
                    <a:pt x="35426" y="35059"/>
                  </a:cubicBezTo>
                  <a:cubicBezTo>
                    <a:pt x="39596" y="34358"/>
                    <a:pt x="44800" y="33058"/>
                    <a:pt x="44733" y="31857"/>
                  </a:cubicBezTo>
                  <a:cubicBezTo>
                    <a:pt x="44633" y="30656"/>
                    <a:pt x="42631" y="13310"/>
                    <a:pt x="41364" y="9140"/>
                  </a:cubicBezTo>
                  <a:cubicBezTo>
                    <a:pt x="40063" y="4971"/>
                    <a:pt x="39496" y="2569"/>
                    <a:pt x="38795" y="1902"/>
                  </a:cubicBezTo>
                  <a:cubicBezTo>
                    <a:pt x="38061" y="1268"/>
                    <a:pt x="34559" y="1"/>
                    <a:pt x="34559"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15"/>
            <p:cNvSpPr/>
            <p:nvPr/>
          </p:nvSpPr>
          <p:spPr>
            <a:xfrm>
              <a:off x="3742000" y="2177000"/>
              <a:ext cx="1120000" cy="894000"/>
            </a:xfrm>
            <a:custGeom>
              <a:rect b="b" l="l" r="r" t="t"/>
              <a:pathLst>
                <a:path extrusionOk="0" fill="none" h="35760" w="44800">
                  <a:moveTo>
                    <a:pt x="34559" y="1"/>
                  </a:moveTo>
                  <a:cubicBezTo>
                    <a:pt x="34559" y="1"/>
                    <a:pt x="38061" y="1268"/>
                    <a:pt x="38795" y="1902"/>
                  </a:cubicBezTo>
                  <a:cubicBezTo>
                    <a:pt x="39496" y="2569"/>
                    <a:pt x="40063" y="4971"/>
                    <a:pt x="41364" y="9140"/>
                  </a:cubicBezTo>
                  <a:cubicBezTo>
                    <a:pt x="42631" y="13310"/>
                    <a:pt x="44633" y="30656"/>
                    <a:pt x="44733" y="31857"/>
                  </a:cubicBezTo>
                  <a:cubicBezTo>
                    <a:pt x="44800" y="33058"/>
                    <a:pt x="39596" y="34358"/>
                    <a:pt x="35426" y="35059"/>
                  </a:cubicBezTo>
                  <a:cubicBezTo>
                    <a:pt x="31223" y="35759"/>
                    <a:pt x="15579" y="34325"/>
                    <a:pt x="15579" y="34325"/>
                  </a:cubicBezTo>
                  <a:cubicBezTo>
                    <a:pt x="15579" y="34325"/>
                    <a:pt x="12376" y="33858"/>
                    <a:pt x="10041" y="33625"/>
                  </a:cubicBezTo>
                  <a:cubicBezTo>
                    <a:pt x="7706" y="33358"/>
                    <a:pt x="4271" y="31690"/>
                    <a:pt x="3537" y="31523"/>
                  </a:cubicBezTo>
                  <a:cubicBezTo>
                    <a:pt x="2803" y="31356"/>
                    <a:pt x="3303" y="30256"/>
                    <a:pt x="3303" y="30256"/>
                  </a:cubicBezTo>
                  <a:cubicBezTo>
                    <a:pt x="2903" y="30389"/>
                    <a:pt x="2503" y="30456"/>
                    <a:pt x="2102" y="30489"/>
                  </a:cubicBezTo>
                  <a:cubicBezTo>
                    <a:pt x="1535" y="30489"/>
                    <a:pt x="1535" y="29755"/>
                    <a:pt x="1535" y="29755"/>
                  </a:cubicBezTo>
                  <a:cubicBezTo>
                    <a:pt x="1535" y="29755"/>
                    <a:pt x="2169" y="28221"/>
                    <a:pt x="2503" y="28087"/>
                  </a:cubicBezTo>
                  <a:cubicBezTo>
                    <a:pt x="2803" y="27954"/>
                    <a:pt x="7540" y="27854"/>
                    <a:pt x="7540" y="27854"/>
                  </a:cubicBezTo>
                  <a:lnTo>
                    <a:pt x="3370" y="26019"/>
                  </a:lnTo>
                  <a:cubicBezTo>
                    <a:pt x="3370" y="26019"/>
                    <a:pt x="1202" y="26419"/>
                    <a:pt x="735" y="26253"/>
                  </a:cubicBezTo>
                  <a:cubicBezTo>
                    <a:pt x="268" y="26086"/>
                    <a:pt x="401" y="25285"/>
                    <a:pt x="735" y="25052"/>
                  </a:cubicBezTo>
                  <a:cubicBezTo>
                    <a:pt x="1068" y="24785"/>
                    <a:pt x="3537" y="24251"/>
                    <a:pt x="4037" y="24385"/>
                  </a:cubicBezTo>
                  <a:cubicBezTo>
                    <a:pt x="4504" y="24551"/>
                    <a:pt x="7806" y="25352"/>
                    <a:pt x="7806" y="25352"/>
                  </a:cubicBezTo>
                  <a:lnTo>
                    <a:pt x="7306" y="24385"/>
                  </a:lnTo>
                  <a:lnTo>
                    <a:pt x="3470" y="22316"/>
                  </a:lnTo>
                  <a:cubicBezTo>
                    <a:pt x="3470" y="22316"/>
                    <a:pt x="1936" y="22216"/>
                    <a:pt x="1469" y="22216"/>
                  </a:cubicBezTo>
                  <a:cubicBezTo>
                    <a:pt x="968" y="22216"/>
                    <a:pt x="1" y="21916"/>
                    <a:pt x="234" y="21116"/>
                  </a:cubicBezTo>
                  <a:cubicBezTo>
                    <a:pt x="501" y="20315"/>
                    <a:pt x="2970" y="20382"/>
                    <a:pt x="3770" y="20549"/>
                  </a:cubicBezTo>
                  <a:cubicBezTo>
                    <a:pt x="4571" y="20715"/>
                    <a:pt x="9408" y="22383"/>
                    <a:pt x="10208" y="23284"/>
                  </a:cubicBezTo>
                  <a:cubicBezTo>
                    <a:pt x="11009" y="24151"/>
                    <a:pt x="13577" y="29388"/>
                    <a:pt x="13577" y="29388"/>
                  </a:cubicBezTo>
                  <a:cubicBezTo>
                    <a:pt x="13577" y="29388"/>
                    <a:pt x="18381" y="30356"/>
                    <a:pt x="24418" y="28421"/>
                  </a:cubicBezTo>
                  <a:cubicBezTo>
                    <a:pt x="30456" y="26486"/>
                    <a:pt x="32691" y="25752"/>
                    <a:pt x="32691" y="25752"/>
                  </a:cubicBezTo>
                  <a:lnTo>
                    <a:pt x="30189" y="13477"/>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15"/>
            <p:cNvSpPr/>
            <p:nvPr/>
          </p:nvSpPr>
          <p:spPr>
            <a:xfrm>
              <a:off x="3742000" y="2687225"/>
              <a:ext cx="704700" cy="367925"/>
            </a:xfrm>
            <a:custGeom>
              <a:rect b="b" l="l" r="r" t="t"/>
              <a:pathLst>
                <a:path extrusionOk="0" h="14717" w="28188">
                  <a:moveTo>
                    <a:pt x="2466" y="1"/>
                  </a:moveTo>
                  <a:cubicBezTo>
                    <a:pt x="1499" y="1"/>
                    <a:pt x="407" y="156"/>
                    <a:pt x="234" y="673"/>
                  </a:cubicBezTo>
                  <a:cubicBezTo>
                    <a:pt x="1" y="1474"/>
                    <a:pt x="968" y="1774"/>
                    <a:pt x="1469" y="1774"/>
                  </a:cubicBezTo>
                  <a:cubicBezTo>
                    <a:pt x="1936" y="1774"/>
                    <a:pt x="3470" y="1874"/>
                    <a:pt x="3470" y="1874"/>
                  </a:cubicBezTo>
                  <a:lnTo>
                    <a:pt x="7306" y="3942"/>
                  </a:lnTo>
                  <a:lnTo>
                    <a:pt x="7806" y="4910"/>
                  </a:lnTo>
                  <a:cubicBezTo>
                    <a:pt x="7806" y="4910"/>
                    <a:pt x="4504" y="4109"/>
                    <a:pt x="4037" y="3942"/>
                  </a:cubicBezTo>
                  <a:cubicBezTo>
                    <a:pt x="3977" y="3922"/>
                    <a:pt x="3890" y="3913"/>
                    <a:pt x="3781" y="3913"/>
                  </a:cubicBezTo>
                  <a:cubicBezTo>
                    <a:pt x="2979" y="3913"/>
                    <a:pt x="1029" y="4404"/>
                    <a:pt x="735" y="4609"/>
                  </a:cubicBezTo>
                  <a:cubicBezTo>
                    <a:pt x="401" y="4810"/>
                    <a:pt x="234" y="5644"/>
                    <a:pt x="735" y="5810"/>
                  </a:cubicBezTo>
                  <a:cubicBezTo>
                    <a:pt x="801" y="5829"/>
                    <a:pt x="903" y="5838"/>
                    <a:pt x="1028" y="5838"/>
                  </a:cubicBezTo>
                  <a:cubicBezTo>
                    <a:pt x="1777" y="5838"/>
                    <a:pt x="3370" y="5543"/>
                    <a:pt x="3370" y="5543"/>
                  </a:cubicBezTo>
                  <a:lnTo>
                    <a:pt x="7540" y="7411"/>
                  </a:lnTo>
                  <a:cubicBezTo>
                    <a:pt x="7540" y="7411"/>
                    <a:pt x="2803" y="7478"/>
                    <a:pt x="2503" y="7645"/>
                  </a:cubicBezTo>
                  <a:cubicBezTo>
                    <a:pt x="2169" y="7812"/>
                    <a:pt x="1535" y="9313"/>
                    <a:pt x="1535" y="9313"/>
                  </a:cubicBezTo>
                  <a:cubicBezTo>
                    <a:pt x="1535" y="9313"/>
                    <a:pt x="1535" y="10047"/>
                    <a:pt x="2102" y="10047"/>
                  </a:cubicBezTo>
                  <a:cubicBezTo>
                    <a:pt x="2503" y="10013"/>
                    <a:pt x="2903" y="9947"/>
                    <a:pt x="3303" y="9813"/>
                  </a:cubicBezTo>
                  <a:lnTo>
                    <a:pt x="3303" y="9813"/>
                  </a:lnTo>
                  <a:cubicBezTo>
                    <a:pt x="3303" y="9813"/>
                    <a:pt x="2803" y="10914"/>
                    <a:pt x="3537" y="11081"/>
                  </a:cubicBezTo>
                  <a:cubicBezTo>
                    <a:pt x="4271" y="11248"/>
                    <a:pt x="7706" y="12915"/>
                    <a:pt x="10041" y="13182"/>
                  </a:cubicBezTo>
                  <a:cubicBezTo>
                    <a:pt x="12376" y="13416"/>
                    <a:pt x="15579" y="13883"/>
                    <a:pt x="15579" y="13883"/>
                  </a:cubicBezTo>
                  <a:cubicBezTo>
                    <a:pt x="15579" y="13883"/>
                    <a:pt x="21783" y="14483"/>
                    <a:pt x="27420" y="14717"/>
                  </a:cubicBezTo>
                  <a:cubicBezTo>
                    <a:pt x="28188" y="10981"/>
                    <a:pt x="27787" y="8546"/>
                    <a:pt x="27187" y="7045"/>
                  </a:cubicBezTo>
                  <a:lnTo>
                    <a:pt x="24418" y="7945"/>
                  </a:lnTo>
                  <a:cubicBezTo>
                    <a:pt x="21374" y="8938"/>
                    <a:pt x="18643" y="9184"/>
                    <a:pt x="16684" y="9184"/>
                  </a:cubicBezTo>
                  <a:cubicBezTo>
                    <a:pt x="14758" y="9184"/>
                    <a:pt x="13577" y="8946"/>
                    <a:pt x="13577" y="8946"/>
                  </a:cubicBezTo>
                  <a:cubicBezTo>
                    <a:pt x="13577" y="8946"/>
                    <a:pt x="11009" y="3709"/>
                    <a:pt x="10208" y="2841"/>
                  </a:cubicBezTo>
                  <a:cubicBezTo>
                    <a:pt x="9408" y="1941"/>
                    <a:pt x="4571" y="273"/>
                    <a:pt x="3770" y="106"/>
                  </a:cubicBezTo>
                  <a:cubicBezTo>
                    <a:pt x="3487" y="47"/>
                    <a:pt x="2995" y="1"/>
                    <a:pt x="2466"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15"/>
            <p:cNvSpPr/>
            <p:nvPr/>
          </p:nvSpPr>
          <p:spPr>
            <a:xfrm>
              <a:off x="3824575" y="2918375"/>
              <a:ext cx="130100" cy="20025"/>
            </a:xfrm>
            <a:custGeom>
              <a:rect b="b" l="l" r="r" t="t"/>
              <a:pathLst>
                <a:path extrusionOk="0" fill="none" h="801" w="5204">
                  <a:moveTo>
                    <a:pt x="0" y="567"/>
                  </a:moveTo>
                  <a:cubicBezTo>
                    <a:pt x="534" y="367"/>
                    <a:pt x="1068" y="200"/>
                    <a:pt x="1601" y="100"/>
                  </a:cubicBezTo>
                  <a:cubicBezTo>
                    <a:pt x="2068" y="0"/>
                    <a:pt x="5204" y="801"/>
                    <a:pt x="5204" y="801"/>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8" name="Shape 1398"/>
        <p:cNvGrpSpPr/>
        <p:nvPr/>
      </p:nvGrpSpPr>
      <p:grpSpPr>
        <a:xfrm>
          <a:off x="0" y="0"/>
          <a:ext cx="0" cy="0"/>
          <a:chOff x="0" y="0"/>
          <a:chExt cx="0" cy="0"/>
        </a:xfrm>
      </p:grpSpPr>
      <p:sp>
        <p:nvSpPr>
          <p:cNvPr id="1399" name="Google Shape;1399;p16"/>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de"/>
              <a:t>KPI-Dashboard</a:t>
            </a:r>
            <a:endParaRPr/>
          </a:p>
          <a:p>
            <a:pPr indent="0" lvl="0" marL="0" rtl="0" algn="ctr">
              <a:lnSpc>
                <a:spcPct val="100000"/>
              </a:lnSpc>
              <a:spcBef>
                <a:spcPts val="0"/>
              </a:spcBef>
              <a:spcAft>
                <a:spcPts val="0"/>
              </a:spcAft>
              <a:buClr>
                <a:schemeClr val="dk1"/>
              </a:buClr>
              <a:buSzPts val="1100"/>
              <a:buFont typeface="Arial"/>
              <a:buNone/>
            </a:pPr>
            <a:r>
              <a:t/>
            </a:r>
            <a:endParaRPr/>
          </a:p>
          <a:p>
            <a:pPr indent="0" lvl="0" marL="0" rtl="0" algn="ctr">
              <a:lnSpc>
                <a:spcPct val="100000"/>
              </a:lnSpc>
              <a:spcBef>
                <a:spcPts val="0"/>
              </a:spcBef>
              <a:spcAft>
                <a:spcPts val="0"/>
              </a:spcAft>
              <a:buSzPts val="2800"/>
              <a:buNone/>
            </a:pPr>
            <a:r>
              <a:t/>
            </a:r>
            <a:endParaRPr/>
          </a:p>
        </p:txBody>
      </p:sp>
      <p:sp>
        <p:nvSpPr>
          <p:cNvPr id="1400" name="Google Shape;1400;p16"/>
          <p:cNvSpPr/>
          <p:nvPr/>
        </p:nvSpPr>
        <p:spPr>
          <a:xfrm>
            <a:off x="6053103" y="1378021"/>
            <a:ext cx="2377800" cy="468300"/>
          </a:xfrm>
          <a:prstGeom prst="roundRect">
            <a:avLst>
              <a:gd fmla="val 50000" name="adj"/>
            </a:avLst>
          </a:prstGeom>
          <a:solidFill>
            <a:srgbClr val="6453C2"/>
          </a:solidFill>
          <a:ln cap="flat" cmpd="sng" w="9525">
            <a:solidFill>
              <a:srgbClr val="D0CB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16"/>
          <p:cNvSpPr/>
          <p:nvPr/>
        </p:nvSpPr>
        <p:spPr>
          <a:xfrm>
            <a:off x="6095110" y="1432921"/>
            <a:ext cx="2293800" cy="358500"/>
          </a:xfrm>
          <a:prstGeom prst="roundRect">
            <a:avLst>
              <a:gd fmla="val 50000" name="adj"/>
            </a:avLst>
          </a:prstGeom>
          <a:noFill/>
          <a:ln cap="flat" cmpd="sng" w="9525">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16"/>
          <p:cNvSpPr/>
          <p:nvPr/>
        </p:nvSpPr>
        <p:spPr>
          <a:xfrm>
            <a:off x="6053103" y="2484383"/>
            <a:ext cx="2377800" cy="468300"/>
          </a:xfrm>
          <a:prstGeom prst="roundRect">
            <a:avLst>
              <a:gd fmla="val 50000" name="adj"/>
            </a:avLst>
          </a:prstGeom>
          <a:solidFill>
            <a:srgbClr val="6453C2"/>
          </a:solidFill>
          <a:ln cap="flat" cmpd="sng" w="9525">
            <a:solidFill>
              <a:srgbClr val="D0CB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16"/>
          <p:cNvSpPr/>
          <p:nvPr/>
        </p:nvSpPr>
        <p:spPr>
          <a:xfrm>
            <a:off x="6095110" y="2539283"/>
            <a:ext cx="2293800" cy="358500"/>
          </a:xfrm>
          <a:prstGeom prst="roundRect">
            <a:avLst>
              <a:gd fmla="val 50000" name="adj"/>
            </a:avLst>
          </a:prstGeom>
          <a:noFill/>
          <a:ln cap="flat" cmpd="sng" w="9525">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16"/>
          <p:cNvSpPr txBox="1"/>
          <p:nvPr/>
        </p:nvSpPr>
        <p:spPr>
          <a:xfrm>
            <a:off x="6103427" y="1454675"/>
            <a:ext cx="2327400" cy="3840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1200"/>
              </a:spcAft>
              <a:buClr>
                <a:srgbClr val="000000"/>
              </a:buClr>
              <a:buSzPts val="2000"/>
              <a:buFont typeface="Arial"/>
              <a:buNone/>
            </a:pPr>
            <a:r>
              <a:rPr b="1" i="0" lang="de" sz="2000" u="none" cap="none" strike="noStrike">
                <a:solidFill>
                  <a:srgbClr val="FFFFFF"/>
                </a:solidFill>
                <a:latin typeface="Space Grotesk"/>
                <a:ea typeface="Space Grotesk"/>
                <a:cs typeface="Space Grotesk"/>
                <a:sym typeface="Space Grotesk"/>
              </a:rPr>
              <a:t>Merkur</a:t>
            </a:r>
            <a:endParaRPr b="1" i="0" sz="2000" u="none" cap="none" strike="noStrike">
              <a:solidFill>
                <a:srgbClr val="FFFFFF"/>
              </a:solidFill>
              <a:latin typeface="Space Grotesk"/>
              <a:ea typeface="Space Grotesk"/>
              <a:cs typeface="Space Grotesk"/>
              <a:sym typeface="Space Grotesk"/>
            </a:endParaRPr>
          </a:p>
        </p:txBody>
      </p:sp>
      <p:sp>
        <p:nvSpPr>
          <p:cNvPr id="1405" name="Google Shape;1405;p16"/>
          <p:cNvSpPr txBox="1"/>
          <p:nvPr/>
        </p:nvSpPr>
        <p:spPr>
          <a:xfrm>
            <a:off x="6103427" y="1791438"/>
            <a:ext cx="2327400" cy="5760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200"/>
              </a:spcAft>
              <a:buClr>
                <a:srgbClr val="000000"/>
              </a:buClr>
              <a:buSzPts val="1400"/>
              <a:buFont typeface="Arial"/>
              <a:buNone/>
            </a:pPr>
            <a:r>
              <a:rPr b="0" i="0" lang="de" sz="1400" u="none" cap="none" strike="noStrike">
                <a:solidFill>
                  <a:srgbClr val="000000"/>
                </a:solidFill>
                <a:latin typeface="Archivo"/>
                <a:ea typeface="Archivo"/>
                <a:cs typeface="Archivo"/>
                <a:sym typeface="Archivo"/>
              </a:rPr>
              <a:t>Der Merkur ist der sonnennächste Planet</a:t>
            </a:r>
            <a:endParaRPr b="0" i="0" sz="1400" u="none" cap="none" strike="noStrike">
              <a:solidFill>
                <a:srgbClr val="000000"/>
              </a:solidFill>
              <a:latin typeface="Archivo"/>
              <a:ea typeface="Archivo"/>
              <a:cs typeface="Archivo"/>
              <a:sym typeface="Archivo"/>
            </a:endParaRPr>
          </a:p>
        </p:txBody>
      </p:sp>
      <p:sp>
        <p:nvSpPr>
          <p:cNvPr id="1406" name="Google Shape;1406;p16"/>
          <p:cNvSpPr txBox="1"/>
          <p:nvPr/>
        </p:nvSpPr>
        <p:spPr>
          <a:xfrm>
            <a:off x="6103427" y="2561037"/>
            <a:ext cx="2327400" cy="3840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1200"/>
              </a:spcAft>
              <a:buClr>
                <a:srgbClr val="000000"/>
              </a:buClr>
              <a:buSzPts val="2000"/>
              <a:buFont typeface="Arial"/>
              <a:buNone/>
            </a:pPr>
            <a:r>
              <a:rPr b="1" i="0" lang="de" sz="2000" u="none" cap="none" strike="noStrike">
                <a:solidFill>
                  <a:srgbClr val="FFFFFF"/>
                </a:solidFill>
                <a:latin typeface="Space Grotesk"/>
                <a:ea typeface="Space Grotesk"/>
                <a:cs typeface="Space Grotesk"/>
                <a:sym typeface="Space Grotesk"/>
              </a:rPr>
              <a:t>Saturn</a:t>
            </a:r>
            <a:endParaRPr b="1" i="0" sz="2000" u="none" cap="none" strike="noStrike">
              <a:solidFill>
                <a:srgbClr val="FFFFFF"/>
              </a:solidFill>
              <a:latin typeface="Space Grotesk"/>
              <a:ea typeface="Space Grotesk"/>
              <a:cs typeface="Space Grotesk"/>
              <a:sym typeface="Space Grotesk"/>
            </a:endParaRPr>
          </a:p>
        </p:txBody>
      </p:sp>
      <p:sp>
        <p:nvSpPr>
          <p:cNvPr id="1407" name="Google Shape;1407;p16"/>
          <p:cNvSpPr txBox="1"/>
          <p:nvPr/>
        </p:nvSpPr>
        <p:spPr>
          <a:xfrm>
            <a:off x="6103427" y="2897800"/>
            <a:ext cx="2327400" cy="5760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200"/>
              </a:spcAft>
              <a:buClr>
                <a:srgbClr val="000000"/>
              </a:buClr>
              <a:buSzPts val="1400"/>
              <a:buFont typeface="Arial"/>
              <a:buNone/>
            </a:pPr>
            <a:r>
              <a:rPr b="0" i="0" lang="de" sz="1400" u="none" cap="none" strike="noStrike">
                <a:solidFill>
                  <a:srgbClr val="000000"/>
                </a:solidFill>
                <a:latin typeface="Archivo"/>
                <a:ea typeface="Archivo"/>
                <a:cs typeface="Archivo"/>
                <a:sym typeface="Archivo"/>
              </a:rPr>
              <a:t>Es besteht aus Wasserstoff und Helium</a:t>
            </a:r>
            <a:endParaRPr b="0" i="0" sz="1400" u="none" cap="none" strike="noStrike">
              <a:solidFill>
                <a:srgbClr val="000000"/>
              </a:solidFill>
              <a:latin typeface="Archivo"/>
              <a:ea typeface="Archivo"/>
              <a:cs typeface="Archivo"/>
              <a:sym typeface="Archivo"/>
            </a:endParaRPr>
          </a:p>
        </p:txBody>
      </p:sp>
      <p:grpSp>
        <p:nvGrpSpPr>
          <p:cNvPr id="1408" name="Google Shape;1408;p16"/>
          <p:cNvGrpSpPr/>
          <p:nvPr/>
        </p:nvGrpSpPr>
        <p:grpSpPr>
          <a:xfrm>
            <a:off x="5486600" y="1385375"/>
            <a:ext cx="453600" cy="453600"/>
            <a:chOff x="3603450" y="1968300"/>
            <a:chExt cx="453600" cy="453600"/>
          </a:xfrm>
        </p:grpSpPr>
        <p:sp>
          <p:nvSpPr>
            <p:cNvPr id="1409" name="Google Shape;1409;p16"/>
            <p:cNvSpPr/>
            <p:nvPr/>
          </p:nvSpPr>
          <p:spPr>
            <a:xfrm>
              <a:off x="3603450" y="1968300"/>
              <a:ext cx="453600" cy="4536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16"/>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1" name="Google Shape;1411;p16"/>
          <p:cNvGrpSpPr/>
          <p:nvPr/>
        </p:nvGrpSpPr>
        <p:grpSpPr>
          <a:xfrm>
            <a:off x="5486600" y="2491725"/>
            <a:ext cx="453600" cy="453600"/>
            <a:chOff x="3603450" y="1968300"/>
            <a:chExt cx="453600" cy="453600"/>
          </a:xfrm>
        </p:grpSpPr>
        <p:sp>
          <p:nvSpPr>
            <p:cNvPr id="1412" name="Google Shape;1412;p16"/>
            <p:cNvSpPr/>
            <p:nvPr/>
          </p:nvSpPr>
          <p:spPr>
            <a:xfrm>
              <a:off x="3603450" y="1968300"/>
              <a:ext cx="453600" cy="453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16"/>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solidFill>
              <a:schemeClr val="dk1"/>
            </a:solidFill>
            <a:ln cap="flat" cmpd="sng" w="9525">
              <a:solidFill>
                <a:schemeClr val="lt1"/>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4" name="Google Shape;1414;p16"/>
          <p:cNvSpPr/>
          <p:nvPr/>
        </p:nvSpPr>
        <p:spPr>
          <a:xfrm>
            <a:off x="720000" y="3725325"/>
            <a:ext cx="1897800" cy="876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16"/>
          <p:cNvSpPr/>
          <p:nvPr/>
        </p:nvSpPr>
        <p:spPr>
          <a:xfrm>
            <a:off x="782368" y="3799675"/>
            <a:ext cx="1773000" cy="72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16"/>
          <p:cNvSpPr txBox="1"/>
          <p:nvPr/>
        </p:nvSpPr>
        <p:spPr>
          <a:xfrm>
            <a:off x="798031" y="4137449"/>
            <a:ext cx="1741800" cy="386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de" sz="1400" u="none" cap="none" strike="noStrike">
                <a:solidFill>
                  <a:schemeClr val="lt1"/>
                </a:solidFill>
                <a:latin typeface="Archivo"/>
                <a:ea typeface="Archivo"/>
                <a:cs typeface="Archivo"/>
                <a:sym typeface="Archivo"/>
              </a:rPr>
              <a:t>Normaler Preis</a:t>
            </a:r>
            <a:endParaRPr b="0" i="0" sz="1400" u="none" cap="none" strike="noStrike">
              <a:solidFill>
                <a:schemeClr val="lt1"/>
              </a:solidFill>
              <a:latin typeface="Archivo"/>
              <a:ea typeface="Archivo"/>
              <a:cs typeface="Archivo"/>
              <a:sym typeface="Archivo"/>
            </a:endParaRPr>
          </a:p>
        </p:txBody>
      </p:sp>
      <p:sp>
        <p:nvSpPr>
          <p:cNvPr id="1417" name="Google Shape;1417;p16"/>
          <p:cNvSpPr txBox="1"/>
          <p:nvPr/>
        </p:nvSpPr>
        <p:spPr>
          <a:xfrm>
            <a:off x="798031" y="3857224"/>
            <a:ext cx="1741800" cy="386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de" sz="2000" u="none" cap="none" strike="noStrike">
                <a:solidFill>
                  <a:schemeClr val="lt1"/>
                </a:solidFill>
                <a:latin typeface="Space Grotesk"/>
                <a:ea typeface="Space Grotesk"/>
                <a:cs typeface="Space Grotesk"/>
                <a:sym typeface="Space Grotesk"/>
              </a:rPr>
              <a:t>35.00€</a:t>
            </a:r>
            <a:endParaRPr b="1" i="0" sz="2000" u="none" cap="none" strike="noStrike">
              <a:solidFill>
                <a:schemeClr val="lt1"/>
              </a:solidFill>
              <a:latin typeface="Space Grotesk"/>
              <a:ea typeface="Space Grotesk"/>
              <a:cs typeface="Space Grotesk"/>
              <a:sym typeface="Space Grotesk"/>
            </a:endParaRPr>
          </a:p>
        </p:txBody>
      </p:sp>
      <p:sp>
        <p:nvSpPr>
          <p:cNvPr id="1418" name="Google Shape;1418;p16"/>
          <p:cNvSpPr/>
          <p:nvPr/>
        </p:nvSpPr>
        <p:spPr>
          <a:xfrm>
            <a:off x="2657696" y="3725325"/>
            <a:ext cx="1897800" cy="876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16"/>
          <p:cNvSpPr/>
          <p:nvPr/>
        </p:nvSpPr>
        <p:spPr>
          <a:xfrm>
            <a:off x="2720064" y="3799675"/>
            <a:ext cx="1773000" cy="72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16"/>
          <p:cNvSpPr txBox="1"/>
          <p:nvPr/>
        </p:nvSpPr>
        <p:spPr>
          <a:xfrm>
            <a:off x="2735727" y="4137449"/>
            <a:ext cx="1741800" cy="386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de" sz="1400" u="none" cap="none" strike="noStrike">
                <a:solidFill>
                  <a:schemeClr val="lt1"/>
                </a:solidFill>
                <a:latin typeface="Archivo"/>
                <a:ea typeface="Archivo"/>
                <a:cs typeface="Archivo"/>
                <a:sym typeface="Archivo"/>
              </a:rPr>
              <a:t>Laufzeit</a:t>
            </a:r>
            <a:endParaRPr b="0" i="0" sz="1400" u="none" cap="none" strike="noStrike">
              <a:solidFill>
                <a:schemeClr val="lt1"/>
              </a:solidFill>
              <a:latin typeface="Archivo"/>
              <a:ea typeface="Archivo"/>
              <a:cs typeface="Archivo"/>
              <a:sym typeface="Archivo"/>
            </a:endParaRPr>
          </a:p>
        </p:txBody>
      </p:sp>
      <p:sp>
        <p:nvSpPr>
          <p:cNvPr id="1421" name="Google Shape;1421;p16"/>
          <p:cNvSpPr txBox="1"/>
          <p:nvPr/>
        </p:nvSpPr>
        <p:spPr>
          <a:xfrm>
            <a:off x="2735727" y="3857224"/>
            <a:ext cx="1741800" cy="386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de" sz="2000" u="none" cap="none" strike="noStrike">
                <a:solidFill>
                  <a:schemeClr val="lt1"/>
                </a:solidFill>
                <a:latin typeface="Space Grotesk"/>
                <a:ea typeface="Space Grotesk"/>
                <a:cs typeface="Space Grotesk"/>
                <a:sym typeface="Space Grotesk"/>
              </a:rPr>
              <a:t>30 tage</a:t>
            </a:r>
            <a:endParaRPr b="1" i="0" sz="2000" u="none" cap="none" strike="noStrike">
              <a:solidFill>
                <a:schemeClr val="lt1"/>
              </a:solidFill>
              <a:latin typeface="Space Grotesk"/>
              <a:ea typeface="Space Grotesk"/>
              <a:cs typeface="Space Grotesk"/>
              <a:sym typeface="Space Grotesk"/>
            </a:endParaRPr>
          </a:p>
        </p:txBody>
      </p:sp>
      <p:sp>
        <p:nvSpPr>
          <p:cNvPr id="1422" name="Google Shape;1422;p16"/>
          <p:cNvSpPr/>
          <p:nvPr/>
        </p:nvSpPr>
        <p:spPr>
          <a:xfrm>
            <a:off x="4595392" y="3725325"/>
            <a:ext cx="1897800" cy="876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16"/>
          <p:cNvSpPr/>
          <p:nvPr/>
        </p:nvSpPr>
        <p:spPr>
          <a:xfrm>
            <a:off x="4657760" y="3799675"/>
            <a:ext cx="1773000" cy="72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16"/>
          <p:cNvSpPr txBox="1"/>
          <p:nvPr/>
        </p:nvSpPr>
        <p:spPr>
          <a:xfrm>
            <a:off x="4673423" y="4137449"/>
            <a:ext cx="1741800" cy="386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de" sz="1400" u="none" cap="none" strike="noStrike">
                <a:solidFill>
                  <a:schemeClr val="lt1"/>
                </a:solidFill>
                <a:latin typeface="Archivo"/>
                <a:ea typeface="Archivo"/>
                <a:cs typeface="Archivo"/>
                <a:sym typeface="Archivo"/>
              </a:rPr>
              <a:t>Unsere Filiale</a:t>
            </a:r>
            <a:endParaRPr b="0" i="0" sz="1400" u="none" cap="none" strike="noStrike">
              <a:solidFill>
                <a:schemeClr val="lt1"/>
              </a:solidFill>
              <a:latin typeface="Archivo"/>
              <a:ea typeface="Archivo"/>
              <a:cs typeface="Archivo"/>
              <a:sym typeface="Archivo"/>
            </a:endParaRPr>
          </a:p>
        </p:txBody>
      </p:sp>
      <p:sp>
        <p:nvSpPr>
          <p:cNvPr id="1425" name="Google Shape;1425;p16"/>
          <p:cNvSpPr txBox="1"/>
          <p:nvPr/>
        </p:nvSpPr>
        <p:spPr>
          <a:xfrm>
            <a:off x="4673423" y="3857224"/>
            <a:ext cx="1741800" cy="386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de" sz="2000" u="none" cap="none" strike="noStrike">
                <a:solidFill>
                  <a:schemeClr val="lt1"/>
                </a:solidFill>
                <a:latin typeface="Space Grotesk"/>
                <a:ea typeface="Space Grotesk"/>
                <a:cs typeface="Space Grotesk"/>
                <a:sym typeface="Space Grotesk"/>
              </a:rPr>
              <a:t>7 orte </a:t>
            </a:r>
            <a:endParaRPr b="1" i="0" sz="2000" u="none" cap="none" strike="noStrike">
              <a:solidFill>
                <a:schemeClr val="lt1"/>
              </a:solidFill>
              <a:latin typeface="Space Grotesk"/>
              <a:ea typeface="Space Grotesk"/>
              <a:cs typeface="Space Grotesk"/>
              <a:sym typeface="Space Grotesk"/>
            </a:endParaRPr>
          </a:p>
        </p:txBody>
      </p:sp>
      <p:sp>
        <p:nvSpPr>
          <p:cNvPr id="1426" name="Google Shape;1426;p16"/>
          <p:cNvSpPr/>
          <p:nvPr/>
        </p:nvSpPr>
        <p:spPr>
          <a:xfrm>
            <a:off x="6533088" y="3725325"/>
            <a:ext cx="1897800" cy="8769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16"/>
          <p:cNvSpPr/>
          <p:nvPr/>
        </p:nvSpPr>
        <p:spPr>
          <a:xfrm>
            <a:off x="6595456" y="3799675"/>
            <a:ext cx="1773000" cy="7284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16"/>
          <p:cNvSpPr txBox="1"/>
          <p:nvPr/>
        </p:nvSpPr>
        <p:spPr>
          <a:xfrm>
            <a:off x="6611119" y="4137449"/>
            <a:ext cx="1741800" cy="386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de" sz="1400" u="none" cap="none" strike="noStrike">
                <a:solidFill>
                  <a:schemeClr val="lt1"/>
                </a:solidFill>
                <a:latin typeface="Archivo"/>
                <a:ea typeface="Archivo"/>
                <a:cs typeface="Archivo"/>
                <a:sym typeface="Archivo"/>
              </a:rPr>
              <a:t>Lagerbestände</a:t>
            </a:r>
            <a:endParaRPr b="0" i="0" sz="1400" u="none" cap="none" strike="noStrike">
              <a:solidFill>
                <a:schemeClr val="lt1"/>
              </a:solidFill>
              <a:latin typeface="Archivo"/>
              <a:ea typeface="Archivo"/>
              <a:cs typeface="Archivo"/>
              <a:sym typeface="Archivo"/>
            </a:endParaRPr>
          </a:p>
        </p:txBody>
      </p:sp>
      <p:sp>
        <p:nvSpPr>
          <p:cNvPr id="1429" name="Google Shape;1429;p16"/>
          <p:cNvSpPr txBox="1"/>
          <p:nvPr/>
        </p:nvSpPr>
        <p:spPr>
          <a:xfrm>
            <a:off x="6611119" y="3857224"/>
            <a:ext cx="1741800" cy="3867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de" sz="2000" u="none" cap="none" strike="noStrike">
                <a:solidFill>
                  <a:schemeClr val="lt1"/>
                </a:solidFill>
                <a:latin typeface="Space Grotesk"/>
                <a:ea typeface="Space Grotesk"/>
                <a:cs typeface="Space Grotesk"/>
                <a:sym typeface="Space Grotesk"/>
              </a:rPr>
              <a:t>77</a:t>
            </a:r>
            <a:endParaRPr b="1" i="0" sz="2000" u="none" cap="none" strike="noStrike">
              <a:solidFill>
                <a:schemeClr val="lt1"/>
              </a:solidFill>
              <a:latin typeface="Space Grotesk"/>
              <a:ea typeface="Space Grotesk"/>
              <a:cs typeface="Space Grotesk"/>
              <a:sym typeface="Space Grotesk"/>
            </a:endParaRPr>
          </a:p>
        </p:txBody>
      </p:sp>
      <p:sp>
        <p:nvSpPr>
          <p:cNvPr id="1430" name="Google Shape;1430;p16"/>
          <p:cNvSpPr txBox="1"/>
          <p:nvPr/>
        </p:nvSpPr>
        <p:spPr>
          <a:xfrm>
            <a:off x="713100" y="3033925"/>
            <a:ext cx="4183500" cy="540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de" sz="1100" u="none" cap="none" strike="noStrike">
                <a:solidFill>
                  <a:schemeClr val="dk1"/>
                </a:solidFill>
                <a:latin typeface="Archivo"/>
                <a:ea typeface="Archivo"/>
                <a:cs typeface="Archivo"/>
                <a:sym typeface="Archivo"/>
              </a:rPr>
              <a:t>Folge dem Link in das Diagramm, um die Daten zu ändern und füge dann das neue hier ein. Für mehr Infos, </a:t>
            </a:r>
            <a:r>
              <a:rPr b="1" i="0" lang="de" sz="1100" u="none" cap="none" strike="noStrike">
                <a:solidFill>
                  <a:schemeClr val="accent1"/>
                </a:solidFill>
                <a:uFill>
                  <a:noFill/>
                </a:uFill>
                <a:latin typeface="Archivo"/>
                <a:ea typeface="Archivo"/>
                <a:cs typeface="Archivo"/>
                <a:sym typeface="Archivo"/>
                <a:hlinkClick r:id="rId3">
                  <a:extLst>
                    <a:ext uri="{A12FA001-AC4F-418D-AE19-62706E023703}">
                      <ahyp:hlinkClr val="tx"/>
                    </a:ext>
                  </a:extLst>
                </a:hlinkClick>
              </a:rPr>
              <a:t>klicke hier</a:t>
            </a:r>
            <a:endParaRPr b="1" i="0" sz="1100" u="none" cap="none" strike="noStrike">
              <a:solidFill>
                <a:schemeClr val="accent1"/>
              </a:solidFill>
              <a:latin typeface="Archivo"/>
              <a:ea typeface="Archivo"/>
              <a:cs typeface="Archivo"/>
              <a:sym typeface="Archivo"/>
            </a:endParaRPr>
          </a:p>
        </p:txBody>
      </p:sp>
      <p:pic>
        <p:nvPicPr>
          <p:cNvPr id="1431" name="Google Shape;1431;p16" title="Gráfico">
            <a:hlinkClick r:id="rId4"/>
          </p:cNvPr>
          <p:cNvPicPr preferRelativeResize="0"/>
          <p:nvPr/>
        </p:nvPicPr>
        <p:blipFill rotWithShape="1">
          <a:blip r:embed="rId5">
            <a:alphaModFix/>
          </a:blip>
          <a:srcRect b="0" l="0" r="0" t="0"/>
          <a:stretch/>
        </p:blipFill>
        <p:spPr>
          <a:xfrm>
            <a:off x="713100" y="1333499"/>
            <a:ext cx="4183449" cy="17367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 name="Shape 1435"/>
        <p:cNvGrpSpPr/>
        <p:nvPr/>
      </p:nvGrpSpPr>
      <p:grpSpPr>
        <a:xfrm>
          <a:off x="0" y="0"/>
          <a:ext cx="0" cy="0"/>
          <a:chOff x="0" y="0"/>
          <a:chExt cx="0" cy="0"/>
        </a:xfrm>
      </p:grpSpPr>
      <p:sp>
        <p:nvSpPr>
          <p:cNvPr id="1436" name="Google Shape;1436;p17"/>
          <p:cNvSpPr/>
          <p:nvPr/>
        </p:nvSpPr>
        <p:spPr>
          <a:xfrm>
            <a:off x="713100" y="1256100"/>
            <a:ext cx="7717800" cy="3346200"/>
          </a:xfrm>
          <a:prstGeom prst="roundRect">
            <a:avLst>
              <a:gd fmla="val 8417" name="adj"/>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aphicFrame>
        <p:nvGraphicFramePr>
          <p:cNvPr id="1437" name="Google Shape;1437;p17"/>
          <p:cNvGraphicFramePr/>
          <p:nvPr/>
        </p:nvGraphicFramePr>
        <p:xfrm>
          <a:off x="713125" y="1405300"/>
          <a:ext cx="3000000" cy="3000000"/>
        </p:xfrm>
        <a:graphic>
          <a:graphicData uri="http://schemas.openxmlformats.org/drawingml/2006/table">
            <a:tbl>
              <a:tblPr>
                <a:noFill/>
                <a:tableStyleId>{4525C3A9-1ED4-4DCC-A146-D03A1F910800}</a:tableStyleId>
              </a:tblPr>
              <a:tblGrid>
                <a:gridCol w="1211050"/>
                <a:gridCol w="2168875"/>
                <a:gridCol w="2168875"/>
                <a:gridCol w="2168875"/>
              </a:tblGrid>
              <a:tr h="720400">
                <a:tc>
                  <a:txBody>
                    <a:bodyPr/>
                    <a:lstStyle/>
                    <a:p>
                      <a:pPr indent="0" lvl="0" marL="0" marR="0" rtl="0" algn="ctr">
                        <a:lnSpc>
                          <a:spcPct val="100000"/>
                        </a:lnSpc>
                        <a:spcBef>
                          <a:spcPts val="0"/>
                        </a:spcBef>
                        <a:spcAft>
                          <a:spcPts val="0"/>
                        </a:spcAft>
                        <a:buClr>
                          <a:srgbClr val="000000"/>
                        </a:buClr>
                        <a:buSzPts val="2000"/>
                        <a:buFont typeface="Arial"/>
                        <a:buNone/>
                      </a:pPr>
                      <a:r>
                        <a:t/>
                      </a:r>
                      <a:endParaRPr b="1" sz="2000" u="none" cap="none" strike="noStrike">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Produkt</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Beschr.</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Status</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solidFill>
                      <a:prstDash val="dash"/>
                      <a:round/>
                      <a:headEnd len="sm" w="sm" type="none"/>
                      <a:tailEnd len="sm" w="sm" type="none"/>
                    </a:lnB>
                  </a:tcPr>
                </a:tc>
              </a:tr>
              <a:tr h="720400">
                <a:tc>
                  <a:txBody>
                    <a:bodyPr/>
                    <a:lstStyle/>
                    <a:p>
                      <a:pPr indent="0" lvl="0" marL="0" marR="0" rtl="0" algn="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Task 1</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Merkur</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Merkur ist der sonnennächste Planet</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r h="720400">
                <a:tc>
                  <a:txBody>
                    <a:bodyPr/>
                    <a:lstStyle/>
                    <a:p>
                      <a:pPr indent="0" lvl="0" marL="0" marR="0" rtl="0" algn="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Task 2 </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Venus</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Die Venus ist extrem warm, wärmer als Merkur</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r h="720400">
                <a:tc>
                  <a:txBody>
                    <a:bodyPr/>
                    <a:lstStyle/>
                    <a:p>
                      <a:pPr indent="0" lvl="0" marL="0" marR="0" rtl="0" algn="r">
                        <a:lnSpc>
                          <a:spcPct val="100000"/>
                        </a:lnSpc>
                        <a:spcBef>
                          <a:spcPts val="0"/>
                        </a:spcBef>
                        <a:spcAft>
                          <a:spcPts val="0"/>
                        </a:spcAft>
                        <a:buClr>
                          <a:srgbClr val="000000"/>
                        </a:buClr>
                        <a:buSzPts val="2000"/>
                        <a:buFont typeface="Arial"/>
                        <a:buNone/>
                      </a:pPr>
                      <a:r>
                        <a:rPr b="1" lang="de" sz="2000" u="none" cap="none" strike="noStrike">
                          <a:solidFill>
                            <a:schemeClr val="accent1"/>
                          </a:solidFill>
                          <a:latin typeface="Space Grotesk"/>
                          <a:ea typeface="Space Grotesk"/>
                          <a:cs typeface="Space Grotesk"/>
                          <a:sym typeface="Space Grotesk"/>
                        </a:rPr>
                        <a:t>Task 3</a:t>
                      </a:r>
                      <a:endParaRPr b="1" sz="2000" u="none" cap="none" strike="noStrike">
                        <a:solidFill>
                          <a:schemeClr val="accent1"/>
                        </a:solidFill>
                        <a:latin typeface="Space Grotesk"/>
                        <a:ea typeface="Space Grotesk"/>
                        <a:cs typeface="Space Grotesk"/>
                        <a:sym typeface="Space Grotesk"/>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Mars</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de" sz="1400" u="none" cap="none" strike="noStrike">
                          <a:solidFill>
                            <a:schemeClr val="dk1"/>
                          </a:solidFill>
                          <a:latin typeface="Archivo"/>
                          <a:ea typeface="Archivo"/>
                          <a:cs typeface="Archivo"/>
                          <a:sym typeface="Archivo"/>
                        </a:rPr>
                        <a:t>Obwohl er rot ist, ist der Mars sehr kalt</a:t>
                      </a:r>
                      <a:endParaRPr sz="1400" u="none" cap="none" strike="noStrike">
                        <a:solidFill>
                          <a:schemeClr val="dk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solidFill>
                          <a:schemeClr val="accent1"/>
                        </a:solidFill>
                        <a:latin typeface="Archivo"/>
                        <a:ea typeface="Archivo"/>
                        <a:cs typeface="Archivo"/>
                        <a:sym typeface="Archi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1"/>
                      </a:solidFill>
                      <a:prstDash val="dash"/>
                      <a:round/>
                      <a:headEnd len="sm" w="sm" type="none"/>
                      <a:tailEnd len="sm" w="sm" type="none"/>
                    </a:lnT>
                    <a:lnB cap="flat" cmpd="sng" w="9525">
                      <a:solidFill>
                        <a:schemeClr val="accent1"/>
                      </a:solidFill>
                      <a:prstDash val="dash"/>
                      <a:round/>
                      <a:headEnd len="sm" w="sm" type="none"/>
                      <a:tailEnd len="sm" w="sm" type="none"/>
                    </a:lnB>
                  </a:tcPr>
                </a:tc>
              </a:tr>
            </a:tbl>
          </a:graphicData>
        </a:graphic>
      </p:graphicFrame>
      <p:sp>
        <p:nvSpPr>
          <p:cNvPr id="1438" name="Google Shape;1438;p17"/>
          <p:cNvSpPr/>
          <p:nvPr/>
        </p:nvSpPr>
        <p:spPr>
          <a:xfrm>
            <a:off x="6437825" y="2409450"/>
            <a:ext cx="1415100" cy="162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17"/>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Statusbericht</a:t>
            </a:r>
            <a:endParaRPr/>
          </a:p>
        </p:txBody>
      </p:sp>
      <p:sp>
        <p:nvSpPr>
          <p:cNvPr id="1440" name="Google Shape;1440;p17"/>
          <p:cNvSpPr/>
          <p:nvPr/>
        </p:nvSpPr>
        <p:spPr>
          <a:xfrm>
            <a:off x="6437825" y="2409450"/>
            <a:ext cx="1131900" cy="162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17"/>
          <p:cNvSpPr/>
          <p:nvPr/>
        </p:nvSpPr>
        <p:spPr>
          <a:xfrm>
            <a:off x="6437825" y="3132644"/>
            <a:ext cx="1415100" cy="162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17"/>
          <p:cNvSpPr/>
          <p:nvPr/>
        </p:nvSpPr>
        <p:spPr>
          <a:xfrm>
            <a:off x="6437825" y="3132644"/>
            <a:ext cx="283200" cy="162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17"/>
          <p:cNvSpPr/>
          <p:nvPr/>
        </p:nvSpPr>
        <p:spPr>
          <a:xfrm>
            <a:off x="6437825" y="3855850"/>
            <a:ext cx="1415100" cy="162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17"/>
          <p:cNvSpPr/>
          <p:nvPr/>
        </p:nvSpPr>
        <p:spPr>
          <a:xfrm>
            <a:off x="6437825" y="3855850"/>
            <a:ext cx="707400" cy="162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17"/>
          <p:cNvSpPr txBox="1"/>
          <p:nvPr/>
        </p:nvSpPr>
        <p:spPr>
          <a:xfrm>
            <a:off x="7903625" y="2293800"/>
            <a:ext cx="527400" cy="393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de" sz="1400" u="none" cap="none" strike="noStrike">
                <a:solidFill>
                  <a:schemeClr val="dk1"/>
                </a:solidFill>
                <a:latin typeface="Karla"/>
                <a:ea typeface="Karla"/>
                <a:cs typeface="Karla"/>
                <a:sym typeface="Karla"/>
              </a:rPr>
              <a:t>80%</a:t>
            </a:r>
            <a:endParaRPr b="0" i="0" sz="1400" u="none" cap="none" strike="noStrike">
              <a:solidFill>
                <a:schemeClr val="dk1"/>
              </a:solidFill>
              <a:latin typeface="Arial"/>
              <a:ea typeface="Arial"/>
              <a:cs typeface="Arial"/>
              <a:sym typeface="Arial"/>
            </a:endParaRPr>
          </a:p>
        </p:txBody>
      </p:sp>
      <p:sp>
        <p:nvSpPr>
          <p:cNvPr id="1446" name="Google Shape;1446;p17"/>
          <p:cNvSpPr txBox="1"/>
          <p:nvPr/>
        </p:nvSpPr>
        <p:spPr>
          <a:xfrm>
            <a:off x="7903625" y="3017000"/>
            <a:ext cx="527400" cy="393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de" sz="1400" u="none" cap="none" strike="noStrike">
                <a:solidFill>
                  <a:schemeClr val="dk1"/>
                </a:solidFill>
                <a:latin typeface="Karla"/>
                <a:ea typeface="Karla"/>
                <a:cs typeface="Karla"/>
                <a:sym typeface="Karla"/>
              </a:rPr>
              <a:t>20%</a:t>
            </a:r>
            <a:endParaRPr b="0" i="0" sz="1400" u="none" cap="none" strike="noStrike">
              <a:solidFill>
                <a:schemeClr val="dk1"/>
              </a:solidFill>
              <a:latin typeface="Arial"/>
              <a:ea typeface="Arial"/>
              <a:cs typeface="Arial"/>
              <a:sym typeface="Arial"/>
            </a:endParaRPr>
          </a:p>
        </p:txBody>
      </p:sp>
      <p:sp>
        <p:nvSpPr>
          <p:cNvPr id="1447" name="Google Shape;1447;p17"/>
          <p:cNvSpPr txBox="1"/>
          <p:nvPr/>
        </p:nvSpPr>
        <p:spPr>
          <a:xfrm>
            <a:off x="7903625" y="3740200"/>
            <a:ext cx="527400" cy="393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de" sz="1400" u="none" cap="none" strike="noStrike">
                <a:solidFill>
                  <a:schemeClr val="dk1"/>
                </a:solidFill>
                <a:latin typeface="Karla"/>
                <a:ea typeface="Karla"/>
                <a:cs typeface="Karla"/>
                <a:sym typeface="Karla"/>
              </a:rPr>
              <a:t>50%</a:t>
            </a:r>
            <a:endParaRPr b="0" i="0" sz="1400" u="none" cap="none" strike="noStrike">
              <a:solidFill>
                <a:schemeClr val="dk1"/>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1" name="Shape 1451"/>
        <p:cNvGrpSpPr/>
        <p:nvPr/>
      </p:nvGrpSpPr>
      <p:grpSpPr>
        <a:xfrm>
          <a:off x="0" y="0"/>
          <a:ext cx="0" cy="0"/>
          <a:chOff x="0" y="0"/>
          <a:chExt cx="0" cy="0"/>
        </a:xfrm>
      </p:grpSpPr>
      <p:grpSp>
        <p:nvGrpSpPr>
          <p:cNvPr id="1452" name="Google Shape;1452;p19"/>
          <p:cNvGrpSpPr/>
          <p:nvPr/>
        </p:nvGrpSpPr>
        <p:grpSpPr>
          <a:xfrm>
            <a:off x="851749" y="2948725"/>
            <a:ext cx="2299858" cy="592800"/>
            <a:chOff x="2721900" y="3065038"/>
            <a:chExt cx="3699900" cy="592800"/>
          </a:xfrm>
        </p:grpSpPr>
        <p:sp>
          <p:nvSpPr>
            <p:cNvPr id="1453" name="Google Shape;1453;p19"/>
            <p:cNvSpPr/>
            <p:nvPr/>
          </p:nvSpPr>
          <p:spPr>
            <a:xfrm>
              <a:off x="2721900" y="3065038"/>
              <a:ext cx="3699900" cy="592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19"/>
            <p:cNvSpPr/>
            <p:nvPr/>
          </p:nvSpPr>
          <p:spPr>
            <a:xfrm>
              <a:off x="2787267" y="3134530"/>
              <a:ext cx="3569400" cy="4539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5" name="Google Shape;1455;p19"/>
          <p:cNvGrpSpPr/>
          <p:nvPr/>
        </p:nvGrpSpPr>
        <p:grpSpPr>
          <a:xfrm>
            <a:off x="5992299" y="2948725"/>
            <a:ext cx="2299858" cy="592800"/>
            <a:chOff x="2721900" y="3065038"/>
            <a:chExt cx="3699900" cy="592800"/>
          </a:xfrm>
        </p:grpSpPr>
        <p:sp>
          <p:nvSpPr>
            <p:cNvPr id="1456" name="Google Shape;1456;p19"/>
            <p:cNvSpPr/>
            <p:nvPr/>
          </p:nvSpPr>
          <p:spPr>
            <a:xfrm>
              <a:off x="2721900" y="3065038"/>
              <a:ext cx="3699900" cy="592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19"/>
            <p:cNvSpPr/>
            <p:nvPr/>
          </p:nvSpPr>
          <p:spPr>
            <a:xfrm>
              <a:off x="2787267" y="3134530"/>
              <a:ext cx="3569400" cy="4539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8" name="Google Shape;1458;p19"/>
          <p:cNvGrpSpPr/>
          <p:nvPr/>
        </p:nvGrpSpPr>
        <p:grpSpPr>
          <a:xfrm>
            <a:off x="3422024" y="2948725"/>
            <a:ext cx="2299858" cy="592800"/>
            <a:chOff x="2721900" y="3065038"/>
            <a:chExt cx="3699900" cy="592800"/>
          </a:xfrm>
        </p:grpSpPr>
        <p:sp>
          <p:nvSpPr>
            <p:cNvPr id="1459" name="Google Shape;1459;p19"/>
            <p:cNvSpPr/>
            <p:nvPr/>
          </p:nvSpPr>
          <p:spPr>
            <a:xfrm>
              <a:off x="2721900" y="3065038"/>
              <a:ext cx="3699900" cy="592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19"/>
            <p:cNvSpPr/>
            <p:nvPr/>
          </p:nvSpPr>
          <p:spPr>
            <a:xfrm>
              <a:off x="2787267" y="3134530"/>
              <a:ext cx="3569400" cy="4539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1" name="Google Shape;1461;p19"/>
          <p:cNvSpPr txBox="1"/>
          <p:nvPr>
            <p:ph type="title"/>
          </p:nvPr>
        </p:nvSpPr>
        <p:spPr>
          <a:xfrm>
            <a:off x="1055025" y="3011125"/>
            <a:ext cx="1893600" cy="468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de">
                <a:solidFill>
                  <a:schemeClr val="lt1"/>
                </a:solidFill>
              </a:rPr>
              <a:t>25%</a:t>
            </a:r>
            <a:endParaRPr>
              <a:solidFill>
                <a:schemeClr val="lt1"/>
              </a:solidFill>
            </a:endParaRPr>
          </a:p>
        </p:txBody>
      </p:sp>
      <p:sp>
        <p:nvSpPr>
          <p:cNvPr id="1462" name="Google Shape;1462;p19"/>
          <p:cNvSpPr txBox="1"/>
          <p:nvPr>
            <p:ph idx="1" type="subTitle"/>
          </p:nvPr>
        </p:nvSpPr>
        <p:spPr>
          <a:xfrm>
            <a:off x="1055037" y="3555324"/>
            <a:ext cx="1893600" cy="671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Saturn ist ein Gasriese mit Ringen</a:t>
            </a:r>
            <a:endParaRPr/>
          </a:p>
        </p:txBody>
      </p:sp>
      <p:sp>
        <p:nvSpPr>
          <p:cNvPr id="1463" name="Google Shape;1463;p19"/>
          <p:cNvSpPr txBox="1"/>
          <p:nvPr>
            <p:ph idx="2" type="title"/>
          </p:nvPr>
        </p:nvSpPr>
        <p:spPr>
          <a:xfrm>
            <a:off x="3625076" y="3011125"/>
            <a:ext cx="1893600" cy="468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de">
                <a:solidFill>
                  <a:schemeClr val="lt1"/>
                </a:solidFill>
              </a:rPr>
              <a:t>50%</a:t>
            </a:r>
            <a:endParaRPr>
              <a:solidFill>
                <a:schemeClr val="lt1"/>
              </a:solidFill>
            </a:endParaRPr>
          </a:p>
        </p:txBody>
      </p:sp>
      <p:sp>
        <p:nvSpPr>
          <p:cNvPr id="1464" name="Google Shape;1464;p19"/>
          <p:cNvSpPr txBox="1"/>
          <p:nvPr>
            <p:ph idx="3" type="subTitle"/>
          </p:nvPr>
        </p:nvSpPr>
        <p:spPr>
          <a:xfrm>
            <a:off x="3625161" y="3555230"/>
            <a:ext cx="1893600" cy="671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Jupiter ist der größte Planet von allen</a:t>
            </a:r>
            <a:endParaRPr/>
          </a:p>
        </p:txBody>
      </p:sp>
      <p:sp>
        <p:nvSpPr>
          <p:cNvPr id="1465" name="Google Shape;1465;p19"/>
          <p:cNvSpPr txBox="1"/>
          <p:nvPr>
            <p:ph idx="4" type="title"/>
          </p:nvPr>
        </p:nvSpPr>
        <p:spPr>
          <a:xfrm>
            <a:off x="6195272" y="3011125"/>
            <a:ext cx="1893600" cy="468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de">
                <a:solidFill>
                  <a:schemeClr val="lt1"/>
                </a:solidFill>
              </a:rPr>
              <a:t>75%</a:t>
            </a:r>
            <a:endParaRPr>
              <a:solidFill>
                <a:schemeClr val="lt1"/>
              </a:solidFill>
            </a:endParaRPr>
          </a:p>
        </p:txBody>
      </p:sp>
      <p:sp>
        <p:nvSpPr>
          <p:cNvPr id="1466" name="Google Shape;1466;p19"/>
          <p:cNvSpPr txBox="1"/>
          <p:nvPr>
            <p:ph idx="5" type="subTitle"/>
          </p:nvPr>
        </p:nvSpPr>
        <p:spPr>
          <a:xfrm>
            <a:off x="6195284" y="3555249"/>
            <a:ext cx="1893600" cy="671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Merkur ist der kleinste Planet</a:t>
            </a:r>
            <a:endParaRPr/>
          </a:p>
        </p:txBody>
      </p:sp>
      <p:grpSp>
        <p:nvGrpSpPr>
          <p:cNvPr id="1467" name="Google Shape;1467;p19"/>
          <p:cNvGrpSpPr/>
          <p:nvPr/>
        </p:nvGrpSpPr>
        <p:grpSpPr>
          <a:xfrm>
            <a:off x="1166622" y="916485"/>
            <a:ext cx="1670107" cy="1670107"/>
            <a:chOff x="1512900" y="1427900"/>
            <a:chExt cx="977700" cy="977700"/>
          </a:xfrm>
        </p:grpSpPr>
        <p:sp>
          <p:nvSpPr>
            <p:cNvPr id="1468" name="Google Shape;1468;p19"/>
            <p:cNvSpPr/>
            <p:nvPr/>
          </p:nvSpPr>
          <p:spPr>
            <a:xfrm>
              <a:off x="1512900" y="1427900"/>
              <a:ext cx="977700" cy="977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69" name="Google Shape;1469;p19"/>
            <p:cNvSpPr/>
            <p:nvPr/>
          </p:nvSpPr>
          <p:spPr>
            <a:xfrm flipH="1">
              <a:off x="1594717" y="1509821"/>
              <a:ext cx="813900" cy="813900"/>
            </a:xfrm>
            <a:prstGeom prst="pie">
              <a:avLst>
                <a:gd fmla="val 10846779"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70" name="Google Shape;1470;p19"/>
            <p:cNvSpPr/>
            <p:nvPr/>
          </p:nvSpPr>
          <p:spPr>
            <a:xfrm>
              <a:off x="1513785" y="1428785"/>
              <a:ext cx="975949" cy="975949"/>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rgbClr val="6453C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1" name="Google Shape;1471;p19"/>
          <p:cNvGrpSpPr/>
          <p:nvPr/>
        </p:nvGrpSpPr>
        <p:grpSpPr>
          <a:xfrm>
            <a:off x="3736926" y="916485"/>
            <a:ext cx="1670107" cy="1670107"/>
            <a:chOff x="4083100" y="1427900"/>
            <a:chExt cx="977700" cy="977700"/>
          </a:xfrm>
        </p:grpSpPr>
        <p:sp>
          <p:nvSpPr>
            <p:cNvPr id="1472" name="Google Shape;1472;p19"/>
            <p:cNvSpPr/>
            <p:nvPr/>
          </p:nvSpPr>
          <p:spPr>
            <a:xfrm>
              <a:off x="4083100" y="1427900"/>
              <a:ext cx="977700" cy="977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73" name="Google Shape;1473;p19"/>
            <p:cNvSpPr/>
            <p:nvPr/>
          </p:nvSpPr>
          <p:spPr>
            <a:xfrm flipH="1">
              <a:off x="4164917" y="1509821"/>
              <a:ext cx="813900" cy="813900"/>
            </a:xfrm>
            <a:prstGeom prst="pie">
              <a:avLst>
                <a:gd fmla="val 5401086"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74" name="Google Shape;1474;p19"/>
            <p:cNvSpPr/>
            <p:nvPr/>
          </p:nvSpPr>
          <p:spPr>
            <a:xfrm>
              <a:off x="4083985" y="1428785"/>
              <a:ext cx="975949" cy="975949"/>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rgbClr val="6453C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 name="Google Shape;1475;p19"/>
          <p:cNvGrpSpPr/>
          <p:nvPr/>
        </p:nvGrpSpPr>
        <p:grpSpPr>
          <a:xfrm>
            <a:off x="6307020" y="916485"/>
            <a:ext cx="1670107" cy="1670107"/>
            <a:chOff x="6653300" y="1427900"/>
            <a:chExt cx="977700" cy="977700"/>
          </a:xfrm>
        </p:grpSpPr>
        <p:sp>
          <p:nvSpPr>
            <p:cNvPr id="1476" name="Google Shape;1476;p19"/>
            <p:cNvSpPr/>
            <p:nvPr/>
          </p:nvSpPr>
          <p:spPr>
            <a:xfrm>
              <a:off x="6653300" y="1427900"/>
              <a:ext cx="977700" cy="977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77" name="Google Shape;1477;p19"/>
            <p:cNvSpPr/>
            <p:nvPr/>
          </p:nvSpPr>
          <p:spPr>
            <a:xfrm flipH="1">
              <a:off x="6735117" y="1509821"/>
              <a:ext cx="813900" cy="813900"/>
            </a:xfrm>
            <a:prstGeom prst="pie">
              <a:avLst>
                <a:gd fmla="val 33689"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lt1"/>
                </a:solidFill>
                <a:latin typeface="Arial"/>
                <a:ea typeface="Arial"/>
                <a:cs typeface="Arial"/>
                <a:sym typeface="Arial"/>
              </a:endParaRPr>
            </a:p>
          </p:txBody>
        </p:sp>
        <p:sp>
          <p:nvSpPr>
            <p:cNvPr id="1478" name="Google Shape;1478;p19"/>
            <p:cNvSpPr/>
            <p:nvPr/>
          </p:nvSpPr>
          <p:spPr>
            <a:xfrm>
              <a:off x="6654185" y="1428785"/>
              <a:ext cx="975949" cy="975949"/>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rgbClr val="6453C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sp>
        <p:nvSpPr>
          <p:cNvPr id="1483" name="Google Shape;1483;p20"/>
          <p:cNvSpPr/>
          <p:nvPr/>
        </p:nvSpPr>
        <p:spPr>
          <a:xfrm>
            <a:off x="4655811" y="2571750"/>
            <a:ext cx="3846300" cy="4683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20"/>
          <p:cNvSpPr/>
          <p:nvPr/>
        </p:nvSpPr>
        <p:spPr>
          <a:xfrm>
            <a:off x="4723761" y="2626650"/>
            <a:ext cx="3710400" cy="3585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20"/>
          <p:cNvSpPr txBox="1"/>
          <p:nvPr>
            <p:ph idx="1" type="body"/>
          </p:nvPr>
        </p:nvSpPr>
        <p:spPr>
          <a:xfrm>
            <a:off x="4801750" y="2607350"/>
            <a:ext cx="3632400" cy="3990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1200"/>
              </a:spcAft>
              <a:buSzPts val="1400"/>
              <a:buNone/>
            </a:pPr>
            <a:r>
              <a:rPr lang="de"/>
              <a:t>Der Neptun ist der sonnenfernste Planet</a:t>
            </a:r>
            <a:endParaRPr/>
          </a:p>
        </p:txBody>
      </p:sp>
      <p:sp>
        <p:nvSpPr>
          <p:cNvPr id="1486" name="Google Shape;1486;p20"/>
          <p:cNvSpPr txBox="1"/>
          <p:nvPr>
            <p:ph type="title"/>
          </p:nvPr>
        </p:nvSpPr>
        <p:spPr>
          <a:xfrm>
            <a:off x="2765775" y="540075"/>
            <a:ext cx="5668500" cy="19635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12000"/>
              <a:buNone/>
            </a:pPr>
            <a:r>
              <a:rPr lang="de"/>
              <a:t>150.000</a:t>
            </a:r>
            <a:endParaRPr/>
          </a:p>
        </p:txBody>
      </p:sp>
      <p:grpSp>
        <p:nvGrpSpPr>
          <p:cNvPr id="1487" name="Google Shape;1487;p20"/>
          <p:cNvGrpSpPr/>
          <p:nvPr/>
        </p:nvGrpSpPr>
        <p:grpSpPr>
          <a:xfrm>
            <a:off x="-21" y="1834463"/>
            <a:ext cx="3750012" cy="3241168"/>
            <a:chOff x="1259400" y="634225"/>
            <a:chExt cx="5070325" cy="4382325"/>
          </a:xfrm>
        </p:grpSpPr>
        <p:sp>
          <p:nvSpPr>
            <p:cNvPr id="1488" name="Google Shape;1488;p20"/>
            <p:cNvSpPr/>
            <p:nvPr/>
          </p:nvSpPr>
          <p:spPr>
            <a:xfrm>
              <a:off x="1259400" y="806750"/>
              <a:ext cx="5047800" cy="4081225"/>
            </a:xfrm>
            <a:custGeom>
              <a:rect b="b" l="l" r="r" t="t"/>
              <a:pathLst>
                <a:path extrusionOk="0" h="163249" w="201912">
                  <a:moveTo>
                    <a:pt x="109723" y="0"/>
                  </a:moveTo>
                  <a:cubicBezTo>
                    <a:pt x="98812" y="0"/>
                    <a:pt x="85280" y="2153"/>
                    <a:pt x="71852" y="9878"/>
                  </a:cubicBezTo>
                  <a:cubicBezTo>
                    <a:pt x="41564" y="27358"/>
                    <a:pt x="26286" y="62049"/>
                    <a:pt x="13143" y="89836"/>
                  </a:cubicBezTo>
                  <a:cubicBezTo>
                    <a:pt x="1" y="117622"/>
                    <a:pt x="7573" y="145909"/>
                    <a:pt x="30723" y="158785"/>
                  </a:cubicBezTo>
                  <a:cubicBezTo>
                    <a:pt x="36542" y="162026"/>
                    <a:pt x="41891" y="163249"/>
                    <a:pt x="47157" y="163249"/>
                  </a:cubicBezTo>
                  <a:cubicBezTo>
                    <a:pt x="62810" y="163249"/>
                    <a:pt x="77720" y="152445"/>
                    <a:pt x="102007" y="151747"/>
                  </a:cubicBezTo>
                  <a:cubicBezTo>
                    <a:pt x="105961" y="151633"/>
                    <a:pt x="109562" y="151602"/>
                    <a:pt x="112887" y="151602"/>
                  </a:cubicBezTo>
                  <a:cubicBezTo>
                    <a:pt x="116899" y="151602"/>
                    <a:pt x="120509" y="151647"/>
                    <a:pt x="123849" y="151647"/>
                  </a:cubicBezTo>
                  <a:cubicBezTo>
                    <a:pt x="140463" y="151647"/>
                    <a:pt x="150415" y="150526"/>
                    <a:pt x="170122" y="137136"/>
                  </a:cubicBezTo>
                  <a:cubicBezTo>
                    <a:pt x="197041" y="118790"/>
                    <a:pt x="201912" y="75525"/>
                    <a:pt x="180663" y="43469"/>
                  </a:cubicBezTo>
                  <a:cubicBezTo>
                    <a:pt x="159414" y="11446"/>
                    <a:pt x="133029" y="3407"/>
                    <a:pt x="133029" y="3407"/>
                  </a:cubicBezTo>
                  <a:cubicBezTo>
                    <a:pt x="133029" y="3407"/>
                    <a:pt x="123451" y="0"/>
                    <a:pt x="1097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20"/>
            <p:cNvSpPr/>
            <p:nvPr/>
          </p:nvSpPr>
          <p:spPr>
            <a:xfrm>
              <a:off x="2453600" y="2804950"/>
              <a:ext cx="192650" cy="78425"/>
            </a:xfrm>
            <a:custGeom>
              <a:rect b="b" l="l" r="r" t="t"/>
              <a:pathLst>
                <a:path extrusionOk="0" h="3137" w="7706">
                  <a:moveTo>
                    <a:pt x="1168" y="0"/>
                  </a:moveTo>
                  <a:lnTo>
                    <a:pt x="0" y="1201"/>
                  </a:lnTo>
                  <a:cubicBezTo>
                    <a:pt x="967" y="2436"/>
                    <a:pt x="2402" y="3136"/>
                    <a:pt x="3970" y="3136"/>
                  </a:cubicBezTo>
                  <a:cubicBezTo>
                    <a:pt x="5404" y="3136"/>
                    <a:pt x="6772" y="2536"/>
                    <a:pt x="7706" y="1468"/>
                  </a:cubicBezTo>
                  <a:lnTo>
                    <a:pt x="6605" y="234"/>
                  </a:lnTo>
                  <a:cubicBezTo>
                    <a:pt x="5924" y="1057"/>
                    <a:pt x="4959" y="1459"/>
                    <a:pt x="3993" y="1459"/>
                  </a:cubicBezTo>
                  <a:cubicBezTo>
                    <a:pt x="2922" y="1459"/>
                    <a:pt x="1851" y="965"/>
                    <a:pt x="1168"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20"/>
            <p:cNvSpPr/>
            <p:nvPr/>
          </p:nvSpPr>
          <p:spPr>
            <a:xfrm>
              <a:off x="2500300" y="2752400"/>
              <a:ext cx="101750" cy="65075"/>
            </a:xfrm>
            <a:custGeom>
              <a:rect b="b" l="l" r="r" t="t"/>
              <a:pathLst>
                <a:path extrusionOk="0" h="2603" w="4070">
                  <a:moveTo>
                    <a:pt x="1334" y="1"/>
                  </a:moveTo>
                  <a:lnTo>
                    <a:pt x="0" y="1402"/>
                  </a:lnTo>
                  <a:cubicBezTo>
                    <a:pt x="434" y="2136"/>
                    <a:pt x="1234" y="2603"/>
                    <a:pt x="2102" y="2603"/>
                  </a:cubicBezTo>
                  <a:cubicBezTo>
                    <a:pt x="2869" y="2603"/>
                    <a:pt x="3603" y="2236"/>
                    <a:pt x="4070" y="1635"/>
                  </a:cubicBezTo>
                  <a:lnTo>
                    <a:pt x="2869" y="301"/>
                  </a:lnTo>
                  <a:cubicBezTo>
                    <a:pt x="2791" y="740"/>
                    <a:pt x="2448" y="950"/>
                    <a:pt x="2106" y="950"/>
                  </a:cubicBezTo>
                  <a:cubicBezTo>
                    <a:pt x="1719" y="950"/>
                    <a:pt x="1334" y="681"/>
                    <a:pt x="1334" y="168"/>
                  </a:cubicBezTo>
                  <a:cubicBezTo>
                    <a:pt x="1334" y="134"/>
                    <a:pt x="1334" y="68"/>
                    <a:pt x="1334"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20"/>
            <p:cNvSpPr/>
            <p:nvPr/>
          </p:nvSpPr>
          <p:spPr>
            <a:xfrm>
              <a:off x="2548650" y="2735725"/>
              <a:ext cx="3375" cy="2525"/>
            </a:xfrm>
            <a:custGeom>
              <a:rect b="b" l="l" r="r" t="t"/>
              <a:pathLst>
                <a:path extrusionOk="0" h="101" w="135">
                  <a:moveTo>
                    <a:pt x="68" y="1"/>
                  </a:moveTo>
                  <a:lnTo>
                    <a:pt x="1" y="101"/>
                  </a:lnTo>
                  <a:cubicBezTo>
                    <a:pt x="17" y="84"/>
                    <a:pt x="34" y="76"/>
                    <a:pt x="55" y="76"/>
                  </a:cubicBezTo>
                  <a:cubicBezTo>
                    <a:pt x="76" y="76"/>
                    <a:pt x="101" y="84"/>
                    <a:pt x="134" y="101"/>
                  </a:cubicBezTo>
                  <a:lnTo>
                    <a:pt x="68"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20"/>
            <p:cNvSpPr/>
            <p:nvPr/>
          </p:nvSpPr>
          <p:spPr>
            <a:xfrm>
              <a:off x="2359350" y="2901675"/>
              <a:ext cx="377800" cy="116575"/>
            </a:xfrm>
            <a:custGeom>
              <a:rect b="b" l="l" r="r" t="t"/>
              <a:pathLst>
                <a:path extrusionOk="0" h="4663" w="15112">
                  <a:moveTo>
                    <a:pt x="1168" y="1"/>
                  </a:moveTo>
                  <a:lnTo>
                    <a:pt x="1" y="1202"/>
                  </a:lnTo>
                  <a:cubicBezTo>
                    <a:pt x="2058" y="3501"/>
                    <a:pt x="4904" y="4663"/>
                    <a:pt x="7759" y="4663"/>
                  </a:cubicBezTo>
                  <a:cubicBezTo>
                    <a:pt x="10411" y="4663"/>
                    <a:pt x="13071" y="3660"/>
                    <a:pt x="15112" y="1635"/>
                  </a:cubicBezTo>
                  <a:lnTo>
                    <a:pt x="13977" y="401"/>
                  </a:lnTo>
                  <a:cubicBezTo>
                    <a:pt x="12261" y="2134"/>
                    <a:pt x="10004" y="2995"/>
                    <a:pt x="7753" y="2995"/>
                  </a:cubicBezTo>
                  <a:cubicBezTo>
                    <a:pt x="5323" y="2995"/>
                    <a:pt x="2900" y="1992"/>
                    <a:pt x="1168"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20"/>
            <p:cNvSpPr/>
            <p:nvPr/>
          </p:nvSpPr>
          <p:spPr>
            <a:xfrm>
              <a:off x="2403550" y="2855825"/>
              <a:ext cx="290225" cy="98425"/>
            </a:xfrm>
            <a:custGeom>
              <a:rect b="b" l="l" r="r" t="t"/>
              <a:pathLst>
                <a:path extrusionOk="0" h="3937" w="11609">
                  <a:moveTo>
                    <a:pt x="1168" y="0"/>
                  </a:moveTo>
                  <a:lnTo>
                    <a:pt x="1" y="1201"/>
                  </a:lnTo>
                  <a:cubicBezTo>
                    <a:pt x="1502" y="2936"/>
                    <a:pt x="3670" y="3936"/>
                    <a:pt x="5972" y="3936"/>
                  </a:cubicBezTo>
                  <a:cubicBezTo>
                    <a:pt x="8106" y="3936"/>
                    <a:pt x="10141" y="3069"/>
                    <a:pt x="11609" y="1568"/>
                  </a:cubicBezTo>
                  <a:lnTo>
                    <a:pt x="10508" y="301"/>
                  </a:lnTo>
                  <a:cubicBezTo>
                    <a:pt x="9273" y="1616"/>
                    <a:pt x="7622" y="2268"/>
                    <a:pt x="5973" y="2268"/>
                  </a:cubicBezTo>
                  <a:cubicBezTo>
                    <a:pt x="4193" y="2268"/>
                    <a:pt x="2415" y="1507"/>
                    <a:pt x="1168"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20"/>
            <p:cNvSpPr/>
            <p:nvPr/>
          </p:nvSpPr>
          <p:spPr>
            <a:xfrm>
              <a:off x="1288600" y="5016525"/>
              <a:ext cx="5041125" cy="25"/>
            </a:xfrm>
            <a:custGeom>
              <a:rect b="b" l="l" r="r" t="t"/>
              <a:pathLst>
                <a:path extrusionOk="0" fill="none" h="1" w="201645">
                  <a:moveTo>
                    <a:pt x="0" y="1"/>
                  </a:moveTo>
                  <a:lnTo>
                    <a:pt x="201644" y="1"/>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20"/>
            <p:cNvSpPr/>
            <p:nvPr/>
          </p:nvSpPr>
          <p:spPr>
            <a:xfrm>
              <a:off x="3390925" y="3586350"/>
              <a:ext cx="4200" cy="1177525"/>
            </a:xfrm>
            <a:custGeom>
              <a:rect b="b" l="l" r="r" t="t"/>
              <a:pathLst>
                <a:path extrusionOk="0" fill="none" h="47101" w="168">
                  <a:moveTo>
                    <a:pt x="1" y="0"/>
                  </a:moveTo>
                  <a:cubicBezTo>
                    <a:pt x="1" y="0"/>
                    <a:pt x="167" y="17613"/>
                    <a:pt x="167" y="22249"/>
                  </a:cubicBezTo>
                  <a:cubicBezTo>
                    <a:pt x="167" y="26919"/>
                    <a:pt x="1" y="47101"/>
                    <a:pt x="1" y="47101"/>
                  </a:cubicBezTo>
                </a:path>
              </a:pathLst>
            </a:custGeom>
            <a:noFill/>
            <a:ln cap="rnd" cmpd="sng" w="317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20"/>
            <p:cNvSpPr/>
            <p:nvPr/>
          </p:nvSpPr>
          <p:spPr>
            <a:xfrm>
              <a:off x="2970625" y="3037625"/>
              <a:ext cx="889000" cy="675500"/>
            </a:xfrm>
            <a:custGeom>
              <a:rect b="b" l="l" r="r" t="t"/>
              <a:pathLst>
                <a:path extrusionOk="0" h="27020" w="35560">
                  <a:moveTo>
                    <a:pt x="16546" y="0"/>
                  </a:moveTo>
                  <a:lnTo>
                    <a:pt x="15412" y="15044"/>
                  </a:lnTo>
                  <a:lnTo>
                    <a:pt x="9441" y="1735"/>
                  </a:lnTo>
                  <a:lnTo>
                    <a:pt x="13577" y="16312"/>
                  </a:lnTo>
                  <a:lnTo>
                    <a:pt x="4637" y="6538"/>
                  </a:lnTo>
                  <a:lnTo>
                    <a:pt x="4637" y="6538"/>
                  </a:lnTo>
                  <a:lnTo>
                    <a:pt x="12476" y="18580"/>
                  </a:lnTo>
                  <a:lnTo>
                    <a:pt x="1368" y="10674"/>
                  </a:lnTo>
                  <a:lnTo>
                    <a:pt x="11742" y="20682"/>
                  </a:lnTo>
                  <a:lnTo>
                    <a:pt x="1" y="14277"/>
                  </a:lnTo>
                  <a:lnTo>
                    <a:pt x="1" y="14277"/>
                  </a:lnTo>
                  <a:lnTo>
                    <a:pt x="10775" y="21549"/>
                  </a:lnTo>
                  <a:lnTo>
                    <a:pt x="1035" y="20281"/>
                  </a:lnTo>
                  <a:lnTo>
                    <a:pt x="10475" y="22950"/>
                  </a:lnTo>
                  <a:lnTo>
                    <a:pt x="2903" y="24218"/>
                  </a:lnTo>
                  <a:lnTo>
                    <a:pt x="10775" y="23917"/>
                  </a:lnTo>
                  <a:lnTo>
                    <a:pt x="6138" y="27020"/>
                  </a:lnTo>
                  <a:lnTo>
                    <a:pt x="17113" y="24084"/>
                  </a:lnTo>
                  <a:lnTo>
                    <a:pt x="27387" y="26452"/>
                  </a:lnTo>
                  <a:lnTo>
                    <a:pt x="23017" y="22816"/>
                  </a:lnTo>
                  <a:lnTo>
                    <a:pt x="35259" y="24218"/>
                  </a:lnTo>
                  <a:lnTo>
                    <a:pt x="24418" y="20682"/>
                  </a:lnTo>
                  <a:lnTo>
                    <a:pt x="35559" y="18714"/>
                  </a:lnTo>
                  <a:lnTo>
                    <a:pt x="23017" y="18714"/>
                  </a:lnTo>
                  <a:lnTo>
                    <a:pt x="32724" y="11408"/>
                  </a:lnTo>
                  <a:lnTo>
                    <a:pt x="32724" y="11408"/>
                  </a:lnTo>
                  <a:lnTo>
                    <a:pt x="21749" y="16879"/>
                  </a:lnTo>
                  <a:lnTo>
                    <a:pt x="28087" y="6038"/>
                  </a:lnTo>
                  <a:lnTo>
                    <a:pt x="19648" y="15778"/>
                  </a:lnTo>
                  <a:lnTo>
                    <a:pt x="19648" y="15778"/>
                  </a:lnTo>
                  <a:lnTo>
                    <a:pt x="22583" y="1535"/>
                  </a:lnTo>
                  <a:lnTo>
                    <a:pt x="17113" y="14777"/>
                  </a:lnTo>
                  <a:lnTo>
                    <a:pt x="16546"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20"/>
            <p:cNvSpPr/>
            <p:nvPr/>
          </p:nvSpPr>
          <p:spPr>
            <a:xfrm>
              <a:off x="3275000" y="4030000"/>
              <a:ext cx="20875" cy="741375"/>
            </a:xfrm>
            <a:custGeom>
              <a:rect b="b" l="l" r="r" t="t"/>
              <a:pathLst>
                <a:path extrusionOk="0" fill="none" h="29655" w="835">
                  <a:moveTo>
                    <a:pt x="435" y="0"/>
                  </a:moveTo>
                  <a:cubicBezTo>
                    <a:pt x="435" y="0"/>
                    <a:pt x="1" y="3670"/>
                    <a:pt x="268" y="5071"/>
                  </a:cubicBezTo>
                  <a:cubicBezTo>
                    <a:pt x="568" y="6705"/>
                    <a:pt x="701" y="8340"/>
                    <a:pt x="701" y="10007"/>
                  </a:cubicBezTo>
                  <a:cubicBezTo>
                    <a:pt x="701" y="11842"/>
                    <a:pt x="835" y="11975"/>
                    <a:pt x="835" y="13243"/>
                  </a:cubicBezTo>
                  <a:cubicBezTo>
                    <a:pt x="835" y="14511"/>
                    <a:pt x="701" y="25285"/>
                    <a:pt x="701" y="26252"/>
                  </a:cubicBezTo>
                  <a:lnTo>
                    <a:pt x="701" y="29655"/>
                  </a:lnTo>
                </a:path>
              </a:pathLst>
            </a:custGeom>
            <a:noFill/>
            <a:ln cap="rnd" cmpd="sng" w="317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20"/>
            <p:cNvSpPr/>
            <p:nvPr/>
          </p:nvSpPr>
          <p:spPr>
            <a:xfrm>
              <a:off x="3295850" y="4005800"/>
              <a:ext cx="87600" cy="320275"/>
            </a:xfrm>
            <a:custGeom>
              <a:rect b="b" l="l" r="r" t="t"/>
              <a:pathLst>
                <a:path extrusionOk="0" fill="none" h="12811" w="3504">
                  <a:moveTo>
                    <a:pt x="1" y="12810"/>
                  </a:moveTo>
                  <a:cubicBezTo>
                    <a:pt x="1" y="12810"/>
                    <a:pt x="568" y="9708"/>
                    <a:pt x="1135" y="8307"/>
                  </a:cubicBezTo>
                  <a:cubicBezTo>
                    <a:pt x="1702" y="6872"/>
                    <a:pt x="2102" y="7306"/>
                    <a:pt x="2236" y="5605"/>
                  </a:cubicBezTo>
                  <a:cubicBezTo>
                    <a:pt x="2403" y="3937"/>
                    <a:pt x="2403" y="3237"/>
                    <a:pt x="2669" y="2669"/>
                  </a:cubicBezTo>
                  <a:cubicBezTo>
                    <a:pt x="2903" y="2169"/>
                    <a:pt x="3070" y="1635"/>
                    <a:pt x="3236" y="1102"/>
                  </a:cubicBezTo>
                  <a:lnTo>
                    <a:pt x="3503" y="1"/>
                  </a:lnTo>
                </a:path>
              </a:pathLst>
            </a:custGeom>
            <a:noFill/>
            <a:ln cap="rnd" cmpd="sng" w="317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20"/>
            <p:cNvSpPr/>
            <p:nvPr/>
          </p:nvSpPr>
          <p:spPr>
            <a:xfrm>
              <a:off x="2884725" y="3459575"/>
              <a:ext cx="865650" cy="676350"/>
            </a:xfrm>
            <a:custGeom>
              <a:rect b="b" l="l" r="r" t="t"/>
              <a:pathLst>
                <a:path extrusionOk="0" h="27054" w="34626">
                  <a:moveTo>
                    <a:pt x="15612" y="1"/>
                  </a:moveTo>
                  <a:lnTo>
                    <a:pt x="14478" y="15078"/>
                  </a:lnTo>
                  <a:lnTo>
                    <a:pt x="10108" y="1435"/>
                  </a:lnTo>
                  <a:lnTo>
                    <a:pt x="12643" y="16346"/>
                  </a:lnTo>
                  <a:lnTo>
                    <a:pt x="4904" y="5238"/>
                  </a:lnTo>
                  <a:lnTo>
                    <a:pt x="4904" y="5238"/>
                  </a:lnTo>
                  <a:lnTo>
                    <a:pt x="11542" y="18614"/>
                  </a:lnTo>
                  <a:lnTo>
                    <a:pt x="1368" y="11976"/>
                  </a:lnTo>
                  <a:lnTo>
                    <a:pt x="1368" y="11976"/>
                  </a:lnTo>
                  <a:lnTo>
                    <a:pt x="10842" y="20716"/>
                  </a:lnTo>
                  <a:lnTo>
                    <a:pt x="10842" y="20716"/>
                  </a:lnTo>
                  <a:lnTo>
                    <a:pt x="334" y="16413"/>
                  </a:lnTo>
                  <a:lnTo>
                    <a:pt x="9841" y="21550"/>
                  </a:lnTo>
                  <a:lnTo>
                    <a:pt x="1" y="20716"/>
                  </a:lnTo>
                  <a:lnTo>
                    <a:pt x="9574" y="22951"/>
                  </a:lnTo>
                  <a:lnTo>
                    <a:pt x="2903" y="24485"/>
                  </a:lnTo>
                  <a:lnTo>
                    <a:pt x="2903" y="24485"/>
                  </a:lnTo>
                  <a:lnTo>
                    <a:pt x="9841" y="23951"/>
                  </a:lnTo>
                  <a:lnTo>
                    <a:pt x="5204" y="27054"/>
                  </a:lnTo>
                  <a:lnTo>
                    <a:pt x="5204" y="27054"/>
                  </a:lnTo>
                  <a:lnTo>
                    <a:pt x="16179" y="24085"/>
                  </a:lnTo>
                  <a:lnTo>
                    <a:pt x="26453" y="26487"/>
                  </a:lnTo>
                  <a:lnTo>
                    <a:pt x="26453" y="26487"/>
                  </a:lnTo>
                  <a:lnTo>
                    <a:pt x="22083" y="22817"/>
                  </a:lnTo>
                  <a:lnTo>
                    <a:pt x="34325" y="24218"/>
                  </a:lnTo>
                  <a:lnTo>
                    <a:pt x="23484" y="20716"/>
                  </a:lnTo>
                  <a:lnTo>
                    <a:pt x="34625" y="18748"/>
                  </a:lnTo>
                  <a:lnTo>
                    <a:pt x="22083" y="18748"/>
                  </a:lnTo>
                  <a:lnTo>
                    <a:pt x="31823" y="11409"/>
                  </a:lnTo>
                  <a:lnTo>
                    <a:pt x="20816" y="16913"/>
                  </a:lnTo>
                  <a:lnTo>
                    <a:pt x="27153" y="6072"/>
                  </a:lnTo>
                  <a:lnTo>
                    <a:pt x="18714" y="15779"/>
                  </a:lnTo>
                  <a:lnTo>
                    <a:pt x="18714" y="15779"/>
                  </a:lnTo>
                  <a:lnTo>
                    <a:pt x="21683" y="1569"/>
                  </a:lnTo>
                  <a:lnTo>
                    <a:pt x="16179" y="14812"/>
                  </a:lnTo>
                  <a:lnTo>
                    <a:pt x="15612"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20"/>
            <p:cNvSpPr/>
            <p:nvPr/>
          </p:nvSpPr>
          <p:spPr>
            <a:xfrm>
              <a:off x="3099050" y="4657100"/>
              <a:ext cx="502050" cy="359450"/>
            </a:xfrm>
            <a:custGeom>
              <a:rect b="b" l="l" r="r" t="t"/>
              <a:pathLst>
                <a:path extrusionOk="0" h="14378" w="20082">
                  <a:moveTo>
                    <a:pt x="4570" y="1"/>
                  </a:moveTo>
                  <a:cubicBezTo>
                    <a:pt x="4170" y="1"/>
                    <a:pt x="3803" y="234"/>
                    <a:pt x="3603" y="568"/>
                  </a:cubicBezTo>
                  <a:lnTo>
                    <a:pt x="601" y="5572"/>
                  </a:lnTo>
                  <a:cubicBezTo>
                    <a:pt x="134" y="6339"/>
                    <a:pt x="1" y="7273"/>
                    <a:pt x="234" y="8140"/>
                  </a:cubicBezTo>
                  <a:lnTo>
                    <a:pt x="1568" y="13144"/>
                  </a:lnTo>
                  <a:cubicBezTo>
                    <a:pt x="1768" y="13877"/>
                    <a:pt x="2436" y="14378"/>
                    <a:pt x="3169" y="14378"/>
                  </a:cubicBezTo>
                  <a:lnTo>
                    <a:pt x="16913" y="14378"/>
                  </a:lnTo>
                  <a:cubicBezTo>
                    <a:pt x="17646" y="14378"/>
                    <a:pt x="18314" y="13877"/>
                    <a:pt x="18514" y="13144"/>
                  </a:cubicBezTo>
                  <a:lnTo>
                    <a:pt x="19848" y="8140"/>
                  </a:lnTo>
                  <a:cubicBezTo>
                    <a:pt x="20082" y="7273"/>
                    <a:pt x="19948" y="6339"/>
                    <a:pt x="19481" y="5572"/>
                  </a:cubicBezTo>
                  <a:lnTo>
                    <a:pt x="16479" y="568"/>
                  </a:lnTo>
                  <a:cubicBezTo>
                    <a:pt x="16279" y="234"/>
                    <a:pt x="15912" y="1"/>
                    <a:pt x="15512"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20"/>
            <p:cNvSpPr/>
            <p:nvPr/>
          </p:nvSpPr>
          <p:spPr>
            <a:xfrm>
              <a:off x="1496250" y="1597425"/>
              <a:ext cx="1406850" cy="3419125"/>
            </a:xfrm>
            <a:custGeom>
              <a:rect b="b" l="l" r="r" t="t"/>
              <a:pathLst>
                <a:path extrusionOk="0" fill="none" h="136765" w="56274">
                  <a:moveTo>
                    <a:pt x="434" y="0"/>
                  </a:moveTo>
                  <a:lnTo>
                    <a:pt x="55807" y="0"/>
                  </a:lnTo>
                  <a:cubicBezTo>
                    <a:pt x="56040" y="0"/>
                    <a:pt x="56274" y="200"/>
                    <a:pt x="56274" y="467"/>
                  </a:cubicBezTo>
                  <a:lnTo>
                    <a:pt x="56274" y="135998"/>
                  </a:lnTo>
                  <a:cubicBezTo>
                    <a:pt x="56274" y="136431"/>
                    <a:pt x="55907" y="136765"/>
                    <a:pt x="55506" y="136765"/>
                  </a:cubicBezTo>
                  <a:lnTo>
                    <a:pt x="767" y="136765"/>
                  </a:lnTo>
                  <a:cubicBezTo>
                    <a:pt x="334" y="136765"/>
                    <a:pt x="0" y="136431"/>
                    <a:pt x="0" y="135998"/>
                  </a:cubicBezTo>
                  <a:lnTo>
                    <a:pt x="0" y="467"/>
                  </a:lnTo>
                  <a:cubicBezTo>
                    <a:pt x="0" y="200"/>
                    <a:pt x="200" y="0"/>
                    <a:pt x="434" y="0"/>
                  </a:cubicBez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20"/>
            <p:cNvSpPr/>
            <p:nvPr/>
          </p:nvSpPr>
          <p:spPr>
            <a:xfrm>
              <a:off x="2199250" y="3320325"/>
              <a:ext cx="25" cy="1692900"/>
            </a:xfrm>
            <a:custGeom>
              <a:rect b="b" l="l" r="r" t="t"/>
              <a:pathLst>
                <a:path extrusionOk="0" fill="none" h="67716" w="1">
                  <a:moveTo>
                    <a:pt x="0" y="0"/>
                  </a:moveTo>
                  <a:lnTo>
                    <a:pt x="0" y="67715"/>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20"/>
            <p:cNvSpPr/>
            <p:nvPr/>
          </p:nvSpPr>
          <p:spPr>
            <a:xfrm>
              <a:off x="2199250" y="1594075"/>
              <a:ext cx="25" cy="1666225"/>
            </a:xfrm>
            <a:custGeom>
              <a:rect b="b" l="l" r="r" t="t"/>
              <a:pathLst>
                <a:path extrusionOk="0" fill="none" h="66649" w="1">
                  <a:moveTo>
                    <a:pt x="0" y="1"/>
                  </a:moveTo>
                  <a:lnTo>
                    <a:pt x="0" y="66649"/>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20"/>
            <p:cNvSpPr/>
            <p:nvPr/>
          </p:nvSpPr>
          <p:spPr>
            <a:xfrm>
              <a:off x="1560450" y="3262775"/>
              <a:ext cx="1305125" cy="56725"/>
            </a:xfrm>
            <a:custGeom>
              <a:rect b="b" l="l" r="r" t="t"/>
              <a:pathLst>
                <a:path extrusionOk="0" fill="none" h="2269" w="52205">
                  <a:moveTo>
                    <a:pt x="1135" y="2269"/>
                  </a:moveTo>
                  <a:lnTo>
                    <a:pt x="51070" y="2269"/>
                  </a:lnTo>
                  <a:cubicBezTo>
                    <a:pt x="51704" y="2269"/>
                    <a:pt x="52205" y="1769"/>
                    <a:pt x="52205" y="1135"/>
                  </a:cubicBezTo>
                  <a:lnTo>
                    <a:pt x="52205" y="1135"/>
                  </a:lnTo>
                  <a:cubicBezTo>
                    <a:pt x="52205" y="501"/>
                    <a:pt x="51704" y="1"/>
                    <a:pt x="51070" y="1"/>
                  </a:cubicBezTo>
                  <a:lnTo>
                    <a:pt x="1135" y="1"/>
                  </a:lnTo>
                  <a:cubicBezTo>
                    <a:pt x="534" y="1"/>
                    <a:pt x="1" y="501"/>
                    <a:pt x="1" y="1135"/>
                  </a:cubicBezTo>
                  <a:lnTo>
                    <a:pt x="1" y="1135"/>
                  </a:lnTo>
                  <a:cubicBezTo>
                    <a:pt x="1" y="1769"/>
                    <a:pt x="534" y="2269"/>
                    <a:pt x="1135" y="2269"/>
                  </a:cubicBez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20"/>
            <p:cNvSpPr/>
            <p:nvPr/>
          </p:nvSpPr>
          <p:spPr>
            <a:xfrm>
              <a:off x="2354350" y="1925975"/>
              <a:ext cx="401150" cy="778100"/>
            </a:xfrm>
            <a:custGeom>
              <a:rect b="b" l="l" r="r" t="t"/>
              <a:pathLst>
                <a:path extrusionOk="0" fill="none" h="31124" w="16046">
                  <a:moveTo>
                    <a:pt x="1" y="1"/>
                  </a:moveTo>
                  <a:lnTo>
                    <a:pt x="16045" y="1"/>
                  </a:lnTo>
                  <a:lnTo>
                    <a:pt x="16045" y="31123"/>
                  </a:lnTo>
                  <a:lnTo>
                    <a:pt x="1" y="31123"/>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20"/>
            <p:cNvSpPr/>
            <p:nvPr/>
          </p:nvSpPr>
          <p:spPr>
            <a:xfrm>
              <a:off x="2386050" y="1986875"/>
              <a:ext cx="337750" cy="425325"/>
            </a:xfrm>
            <a:custGeom>
              <a:rect b="b" l="l" r="r" t="t"/>
              <a:pathLst>
                <a:path extrusionOk="0" fill="none" h="17013" w="13510">
                  <a:moveTo>
                    <a:pt x="0" y="0"/>
                  </a:moveTo>
                  <a:lnTo>
                    <a:pt x="13510" y="0"/>
                  </a:lnTo>
                  <a:lnTo>
                    <a:pt x="13510" y="17012"/>
                  </a:lnTo>
                  <a:lnTo>
                    <a:pt x="0" y="1701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20"/>
            <p:cNvSpPr/>
            <p:nvPr/>
          </p:nvSpPr>
          <p:spPr>
            <a:xfrm>
              <a:off x="2388550" y="2458875"/>
              <a:ext cx="48375" cy="50050"/>
            </a:xfrm>
            <a:custGeom>
              <a:rect b="b" l="l" r="r" t="t"/>
              <a:pathLst>
                <a:path extrusionOk="0" fill="none" h="2002" w="1935">
                  <a:moveTo>
                    <a:pt x="0" y="0"/>
                  </a:moveTo>
                  <a:lnTo>
                    <a:pt x="1935" y="0"/>
                  </a:lnTo>
                  <a:lnTo>
                    <a:pt x="1935" y="2002"/>
                  </a:lnTo>
                  <a:lnTo>
                    <a:pt x="0" y="200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20"/>
            <p:cNvSpPr/>
            <p:nvPr/>
          </p:nvSpPr>
          <p:spPr>
            <a:xfrm>
              <a:off x="2461100" y="2458875"/>
              <a:ext cx="47550" cy="50050"/>
            </a:xfrm>
            <a:custGeom>
              <a:rect b="b" l="l" r="r" t="t"/>
              <a:pathLst>
                <a:path extrusionOk="0" fill="none" h="2002" w="1902">
                  <a:moveTo>
                    <a:pt x="0" y="0"/>
                  </a:moveTo>
                  <a:lnTo>
                    <a:pt x="1902" y="0"/>
                  </a:lnTo>
                  <a:lnTo>
                    <a:pt x="1902" y="2002"/>
                  </a:lnTo>
                  <a:lnTo>
                    <a:pt x="0" y="200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20"/>
            <p:cNvSpPr/>
            <p:nvPr/>
          </p:nvSpPr>
          <p:spPr>
            <a:xfrm>
              <a:off x="2532825" y="2458875"/>
              <a:ext cx="48375" cy="50050"/>
            </a:xfrm>
            <a:custGeom>
              <a:rect b="b" l="l" r="r" t="t"/>
              <a:pathLst>
                <a:path extrusionOk="0" fill="none" h="2002" w="1935">
                  <a:moveTo>
                    <a:pt x="0" y="0"/>
                  </a:moveTo>
                  <a:lnTo>
                    <a:pt x="1935" y="0"/>
                  </a:lnTo>
                  <a:lnTo>
                    <a:pt x="1935" y="2002"/>
                  </a:lnTo>
                  <a:lnTo>
                    <a:pt x="0" y="200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20"/>
            <p:cNvSpPr/>
            <p:nvPr/>
          </p:nvSpPr>
          <p:spPr>
            <a:xfrm>
              <a:off x="2605375" y="2458875"/>
              <a:ext cx="47550" cy="50050"/>
            </a:xfrm>
            <a:custGeom>
              <a:rect b="b" l="l" r="r" t="t"/>
              <a:pathLst>
                <a:path extrusionOk="0" fill="none" h="2002" w="1902">
                  <a:moveTo>
                    <a:pt x="0" y="0"/>
                  </a:moveTo>
                  <a:lnTo>
                    <a:pt x="1901" y="0"/>
                  </a:lnTo>
                  <a:lnTo>
                    <a:pt x="1901" y="2002"/>
                  </a:lnTo>
                  <a:lnTo>
                    <a:pt x="0" y="200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20"/>
            <p:cNvSpPr/>
            <p:nvPr/>
          </p:nvSpPr>
          <p:spPr>
            <a:xfrm>
              <a:off x="2677075" y="2458875"/>
              <a:ext cx="48400" cy="50050"/>
            </a:xfrm>
            <a:custGeom>
              <a:rect b="b" l="l" r="r" t="t"/>
              <a:pathLst>
                <a:path extrusionOk="0" fill="none" h="2002" w="1936">
                  <a:moveTo>
                    <a:pt x="1" y="0"/>
                  </a:moveTo>
                  <a:lnTo>
                    <a:pt x="1936" y="0"/>
                  </a:lnTo>
                  <a:lnTo>
                    <a:pt x="1936" y="2002"/>
                  </a:lnTo>
                  <a:lnTo>
                    <a:pt x="1" y="200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20"/>
            <p:cNvSpPr/>
            <p:nvPr/>
          </p:nvSpPr>
          <p:spPr>
            <a:xfrm>
              <a:off x="2388550" y="2538925"/>
              <a:ext cx="48375" cy="49225"/>
            </a:xfrm>
            <a:custGeom>
              <a:rect b="b" l="l" r="r" t="t"/>
              <a:pathLst>
                <a:path extrusionOk="0" fill="none" h="1969" w="1935">
                  <a:moveTo>
                    <a:pt x="0" y="1"/>
                  </a:moveTo>
                  <a:lnTo>
                    <a:pt x="1935" y="1"/>
                  </a:lnTo>
                  <a:lnTo>
                    <a:pt x="1935" y="1969"/>
                  </a:lnTo>
                  <a:lnTo>
                    <a:pt x="0" y="1969"/>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20"/>
            <p:cNvSpPr/>
            <p:nvPr/>
          </p:nvSpPr>
          <p:spPr>
            <a:xfrm>
              <a:off x="2461100" y="2538925"/>
              <a:ext cx="47550" cy="49225"/>
            </a:xfrm>
            <a:custGeom>
              <a:rect b="b" l="l" r="r" t="t"/>
              <a:pathLst>
                <a:path extrusionOk="0" fill="none" h="1969" w="1902">
                  <a:moveTo>
                    <a:pt x="0" y="1"/>
                  </a:moveTo>
                  <a:lnTo>
                    <a:pt x="1902" y="1"/>
                  </a:lnTo>
                  <a:lnTo>
                    <a:pt x="1902" y="1969"/>
                  </a:lnTo>
                  <a:lnTo>
                    <a:pt x="0" y="1969"/>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20"/>
            <p:cNvSpPr/>
            <p:nvPr/>
          </p:nvSpPr>
          <p:spPr>
            <a:xfrm>
              <a:off x="2532825" y="2538925"/>
              <a:ext cx="48375" cy="49225"/>
            </a:xfrm>
            <a:custGeom>
              <a:rect b="b" l="l" r="r" t="t"/>
              <a:pathLst>
                <a:path extrusionOk="0" fill="none" h="1969" w="1935">
                  <a:moveTo>
                    <a:pt x="0" y="1"/>
                  </a:moveTo>
                  <a:lnTo>
                    <a:pt x="1935" y="1"/>
                  </a:lnTo>
                  <a:lnTo>
                    <a:pt x="1935" y="1969"/>
                  </a:lnTo>
                  <a:lnTo>
                    <a:pt x="0" y="1969"/>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20"/>
            <p:cNvSpPr/>
            <p:nvPr/>
          </p:nvSpPr>
          <p:spPr>
            <a:xfrm>
              <a:off x="2605375" y="2538925"/>
              <a:ext cx="47550" cy="49225"/>
            </a:xfrm>
            <a:custGeom>
              <a:rect b="b" l="l" r="r" t="t"/>
              <a:pathLst>
                <a:path extrusionOk="0" fill="none" h="1969" w="1902">
                  <a:moveTo>
                    <a:pt x="0" y="1"/>
                  </a:moveTo>
                  <a:lnTo>
                    <a:pt x="1901" y="1"/>
                  </a:lnTo>
                  <a:lnTo>
                    <a:pt x="1901" y="1969"/>
                  </a:lnTo>
                  <a:lnTo>
                    <a:pt x="0" y="1969"/>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20"/>
            <p:cNvSpPr/>
            <p:nvPr/>
          </p:nvSpPr>
          <p:spPr>
            <a:xfrm>
              <a:off x="2677075" y="2538925"/>
              <a:ext cx="48400" cy="49225"/>
            </a:xfrm>
            <a:custGeom>
              <a:rect b="b" l="l" r="r" t="t"/>
              <a:pathLst>
                <a:path extrusionOk="0" fill="none" h="1969" w="1936">
                  <a:moveTo>
                    <a:pt x="1" y="1"/>
                  </a:moveTo>
                  <a:lnTo>
                    <a:pt x="1936" y="1"/>
                  </a:lnTo>
                  <a:lnTo>
                    <a:pt x="1936" y="1969"/>
                  </a:lnTo>
                  <a:lnTo>
                    <a:pt x="1" y="1969"/>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20"/>
            <p:cNvSpPr/>
            <p:nvPr/>
          </p:nvSpPr>
          <p:spPr>
            <a:xfrm>
              <a:off x="1648025" y="2510575"/>
              <a:ext cx="357775" cy="515400"/>
            </a:xfrm>
            <a:custGeom>
              <a:rect b="b" l="l" r="r" t="t"/>
              <a:pathLst>
                <a:path extrusionOk="0" fill="none" h="20616" w="14311">
                  <a:moveTo>
                    <a:pt x="0" y="0"/>
                  </a:moveTo>
                  <a:lnTo>
                    <a:pt x="14310" y="0"/>
                  </a:lnTo>
                  <a:lnTo>
                    <a:pt x="14310" y="20615"/>
                  </a:lnTo>
                  <a:lnTo>
                    <a:pt x="0" y="20615"/>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20"/>
            <p:cNvSpPr/>
            <p:nvPr/>
          </p:nvSpPr>
          <p:spPr>
            <a:xfrm>
              <a:off x="1713050" y="2510575"/>
              <a:ext cx="227700" cy="515400"/>
            </a:xfrm>
            <a:custGeom>
              <a:rect b="b" l="l" r="r" t="t"/>
              <a:pathLst>
                <a:path extrusionOk="0" fill="none" h="20616" w="9108">
                  <a:moveTo>
                    <a:pt x="1" y="0"/>
                  </a:moveTo>
                  <a:lnTo>
                    <a:pt x="9107" y="0"/>
                  </a:lnTo>
                  <a:lnTo>
                    <a:pt x="9107" y="20615"/>
                  </a:lnTo>
                  <a:lnTo>
                    <a:pt x="1" y="20615"/>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20"/>
            <p:cNvSpPr/>
            <p:nvPr/>
          </p:nvSpPr>
          <p:spPr>
            <a:xfrm>
              <a:off x="1713050" y="2510575"/>
              <a:ext cx="227700" cy="159300"/>
            </a:xfrm>
            <a:custGeom>
              <a:rect b="b" l="l" r="r" t="t"/>
              <a:pathLst>
                <a:path extrusionOk="0" fill="none" h="6372" w="9108">
                  <a:moveTo>
                    <a:pt x="1" y="0"/>
                  </a:moveTo>
                  <a:lnTo>
                    <a:pt x="9107" y="0"/>
                  </a:lnTo>
                  <a:lnTo>
                    <a:pt x="9107" y="6372"/>
                  </a:lnTo>
                  <a:lnTo>
                    <a:pt x="1" y="637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20"/>
            <p:cNvSpPr/>
            <p:nvPr/>
          </p:nvSpPr>
          <p:spPr>
            <a:xfrm>
              <a:off x="3143250" y="759325"/>
              <a:ext cx="2053150" cy="521225"/>
            </a:xfrm>
            <a:custGeom>
              <a:rect b="b" l="l" r="r" t="t"/>
              <a:pathLst>
                <a:path extrusionOk="0" fill="none" h="20849" w="82126">
                  <a:moveTo>
                    <a:pt x="80091" y="20849"/>
                  </a:moveTo>
                  <a:lnTo>
                    <a:pt x="2035" y="20849"/>
                  </a:lnTo>
                  <a:cubicBezTo>
                    <a:pt x="734" y="16979"/>
                    <a:pt x="67" y="12909"/>
                    <a:pt x="34" y="8807"/>
                  </a:cubicBezTo>
                  <a:lnTo>
                    <a:pt x="0" y="1935"/>
                  </a:lnTo>
                  <a:cubicBezTo>
                    <a:pt x="0" y="868"/>
                    <a:pt x="868" y="0"/>
                    <a:pt x="1935" y="0"/>
                  </a:cubicBezTo>
                  <a:lnTo>
                    <a:pt x="80191" y="0"/>
                  </a:lnTo>
                  <a:cubicBezTo>
                    <a:pt x="81258" y="0"/>
                    <a:pt x="82126" y="868"/>
                    <a:pt x="82126" y="1968"/>
                  </a:cubicBezTo>
                  <a:lnTo>
                    <a:pt x="82059" y="8907"/>
                  </a:lnTo>
                  <a:cubicBezTo>
                    <a:pt x="82026" y="12843"/>
                    <a:pt x="81425" y="16712"/>
                    <a:pt x="80224" y="20448"/>
                  </a:cubicBez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20"/>
            <p:cNvSpPr/>
            <p:nvPr/>
          </p:nvSpPr>
          <p:spPr>
            <a:xfrm>
              <a:off x="3320050" y="1201300"/>
              <a:ext cx="1698725" cy="80075"/>
            </a:xfrm>
            <a:custGeom>
              <a:rect b="b" l="l" r="r" t="t"/>
              <a:pathLst>
                <a:path extrusionOk="0" fill="none" h="3203" w="67949">
                  <a:moveTo>
                    <a:pt x="0" y="1"/>
                  </a:moveTo>
                  <a:lnTo>
                    <a:pt x="67949" y="1"/>
                  </a:lnTo>
                  <a:lnTo>
                    <a:pt x="67949" y="3203"/>
                  </a:lnTo>
                  <a:lnTo>
                    <a:pt x="0" y="3203"/>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20"/>
            <p:cNvSpPr/>
            <p:nvPr/>
          </p:nvSpPr>
          <p:spPr>
            <a:xfrm>
              <a:off x="4569275" y="1369750"/>
              <a:ext cx="192650" cy="78425"/>
            </a:xfrm>
            <a:custGeom>
              <a:rect b="b" l="l" r="r" t="t"/>
              <a:pathLst>
                <a:path extrusionOk="0" h="3137" w="7706">
                  <a:moveTo>
                    <a:pt x="1168" y="1"/>
                  </a:moveTo>
                  <a:lnTo>
                    <a:pt x="0" y="1202"/>
                  </a:lnTo>
                  <a:cubicBezTo>
                    <a:pt x="934" y="2402"/>
                    <a:pt x="2402" y="3136"/>
                    <a:pt x="3970" y="3136"/>
                  </a:cubicBezTo>
                  <a:cubicBezTo>
                    <a:pt x="5404" y="3136"/>
                    <a:pt x="6772" y="2536"/>
                    <a:pt x="7706" y="1468"/>
                  </a:cubicBezTo>
                  <a:lnTo>
                    <a:pt x="6605" y="234"/>
                  </a:lnTo>
                  <a:cubicBezTo>
                    <a:pt x="5925" y="1057"/>
                    <a:pt x="4959" y="1459"/>
                    <a:pt x="3993" y="1459"/>
                  </a:cubicBezTo>
                  <a:cubicBezTo>
                    <a:pt x="2923" y="1459"/>
                    <a:pt x="1852" y="965"/>
                    <a:pt x="1168"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20"/>
            <p:cNvSpPr/>
            <p:nvPr/>
          </p:nvSpPr>
          <p:spPr>
            <a:xfrm>
              <a:off x="4615125" y="1317225"/>
              <a:ext cx="102600" cy="65075"/>
            </a:xfrm>
            <a:custGeom>
              <a:rect b="b" l="l" r="r" t="t"/>
              <a:pathLst>
                <a:path extrusionOk="0" h="2603" w="4104">
                  <a:moveTo>
                    <a:pt x="1368" y="0"/>
                  </a:moveTo>
                  <a:lnTo>
                    <a:pt x="1" y="1401"/>
                  </a:lnTo>
                  <a:cubicBezTo>
                    <a:pt x="434" y="2135"/>
                    <a:pt x="1268" y="2602"/>
                    <a:pt x="2136" y="2602"/>
                  </a:cubicBezTo>
                  <a:cubicBezTo>
                    <a:pt x="2903" y="2602"/>
                    <a:pt x="3637" y="2235"/>
                    <a:pt x="4104" y="1601"/>
                  </a:cubicBezTo>
                  <a:lnTo>
                    <a:pt x="2903" y="300"/>
                  </a:lnTo>
                  <a:cubicBezTo>
                    <a:pt x="2825" y="739"/>
                    <a:pt x="2474" y="949"/>
                    <a:pt x="2128" y="949"/>
                  </a:cubicBezTo>
                  <a:cubicBezTo>
                    <a:pt x="1737" y="949"/>
                    <a:pt x="1351" y="680"/>
                    <a:pt x="1368" y="167"/>
                  </a:cubicBezTo>
                  <a:cubicBezTo>
                    <a:pt x="1368" y="100"/>
                    <a:pt x="1368" y="67"/>
                    <a:pt x="1368"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20"/>
            <p:cNvSpPr/>
            <p:nvPr/>
          </p:nvSpPr>
          <p:spPr>
            <a:xfrm>
              <a:off x="4664325" y="1300550"/>
              <a:ext cx="3375" cy="2525"/>
            </a:xfrm>
            <a:custGeom>
              <a:rect b="b" l="l" r="r" t="t"/>
              <a:pathLst>
                <a:path extrusionOk="0" h="101" w="135">
                  <a:moveTo>
                    <a:pt x="68" y="0"/>
                  </a:moveTo>
                  <a:lnTo>
                    <a:pt x="1" y="100"/>
                  </a:lnTo>
                  <a:cubicBezTo>
                    <a:pt x="34" y="67"/>
                    <a:pt x="68" y="67"/>
                    <a:pt x="134" y="67"/>
                  </a:cubicBezTo>
                  <a:lnTo>
                    <a:pt x="68"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20"/>
            <p:cNvSpPr/>
            <p:nvPr/>
          </p:nvSpPr>
          <p:spPr>
            <a:xfrm>
              <a:off x="4474200" y="1466500"/>
              <a:ext cx="378625" cy="116575"/>
            </a:xfrm>
            <a:custGeom>
              <a:rect b="b" l="l" r="r" t="t"/>
              <a:pathLst>
                <a:path extrusionOk="0" h="4663" w="15145">
                  <a:moveTo>
                    <a:pt x="1201" y="0"/>
                  </a:moveTo>
                  <a:lnTo>
                    <a:pt x="0" y="1201"/>
                  </a:lnTo>
                  <a:cubicBezTo>
                    <a:pt x="2075" y="3501"/>
                    <a:pt x="4930" y="4662"/>
                    <a:pt x="7788" y="4662"/>
                  </a:cubicBezTo>
                  <a:cubicBezTo>
                    <a:pt x="10444" y="4662"/>
                    <a:pt x="13104" y="3659"/>
                    <a:pt x="15145" y="1635"/>
                  </a:cubicBezTo>
                  <a:lnTo>
                    <a:pt x="14010" y="367"/>
                  </a:lnTo>
                  <a:cubicBezTo>
                    <a:pt x="12290" y="2120"/>
                    <a:pt x="10026" y="2989"/>
                    <a:pt x="7769" y="2989"/>
                  </a:cubicBezTo>
                  <a:cubicBezTo>
                    <a:pt x="5345" y="2989"/>
                    <a:pt x="2929" y="1987"/>
                    <a:pt x="1201"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20"/>
            <p:cNvSpPr/>
            <p:nvPr/>
          </p:nvSpPr>
          <p:spPr>
            <a:xfrm>
              <a:off x="4519225" y="1420625"/>
              <a:ext cx="290250" cy="98425"/>
            </a:xfrm>
            <a:custGeom>
              <a:rect b="b" l="l" r="r" t="t"/>
              <a:pathLst>
                <a:path extrusionOk="0" h="3937" w="11610">
                  <a:moveTo>
                    <a:pt x="1168" y="1"/>
                  </a:moveTo>
                  <a:lnTo>
                    <a:pt x="1" y="1201"/>
                  </a:lnTo>
                  <a:cubicBezTo>
                    <a:pt x="1502" y="2936"/>
                    <a:pt x="3670" y="3937"/>
                    <a:pt x="5972" y="3937"/>
                  </a:cubicBezTo>
                  <a:cubicBezTo>
                    <a:pt x="8107" y="3937"/>
                    <a:pt x="10141" y="3069"/>
                    <a:pt x="11609" y="1568"/>
                  </a:cubicBezTo>
                  <a:lnTo>
                    <a:pt x="10508" y="301"/>
                  </a:lnTo>
                  <a:cubicBezTo>
                    <a:pt x="9273" y="1616"/>
                    <a:pt x="7622" y="2268"/>
                    <a:pt x="5973" y="2268"/>
                  </a:cubicBezTo>
                  <a:cubicBezTo>
                    <a:pt x="4193" y="2268"/>
                    <a:pt x="2415" y="1507"/>
                    <a:pt x="1168"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20"/>
            <p:cNvSpPr/>
            <p:nvPr/>
          </p:nvSpPr>
          <p:spPr>
            <a:xfrm>
              <a:off x="4711875" y="4294350"/>
              <a:ext cx="1045775" cy="130125"/>
            </a:xfrm>
            <a:custGeom>
              <a:rect b="b" l="l" r="r" t="t"/>
              <a:pathLst>
                <a:path extrusionOk="0" fill="none" h="5205" w="41831">
                  <a:moveTo>
                    <a:pt x="0" y="0"/>
                  </a:moveTo>
                  <a:lnTo>
                    <a:pt x="41830" y="0"/>
                  </a:lnTo>
                  <a:lnTo>
                    <a:pt x="41830" y="5204"/>
                  </a:lnTo>
                  <a:lnTo>
                    <a:pt x="0" y="5204"/>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20"/>
            <p:cNvSpPr/>
            <p:nvPr/>
          </p:nvSpPr>
          <p:spPr>
            <a:xfrm>
              <a:off x="4256550" y="4424450"/>
              <a:ext cx="1956425" cy="592100"/>
            </a:xfrm>
            <a:custGeom>
              <a:rect b="b" l="l" r="r" t="t"/>
              <a:pathLst>
                <a:path extrusionOk="0" fill="none" h="23684" w="78257">
                  <a:moveTo>
                    <a:pt x="0" y="0"/>
                  </a:moveTo>
                  <a:lnTo>
                    <a:pt x="78256" y="0"/>
                  </a:lnTo>
                  <a:lnTo>
                    <a:pt x="78256" y="23684"/>
                  </a:lnTo>
                  <a:lnTo>
                    <a:pt x="0" y="23684"/>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20"/>
            <p:cNvSpPr/>
            <p:nvPr/>
          </p:nvSpPr>
          <p:spPr>
            <a:xfrm>
              <a:off x="4308250" y="4461975"/>
              <a:ext cx="1853000" cy="517050"/>
            </a:xfrm>
            <a:custGeom>
              <a:rect b="b" l="l" r="r" t="t"/>
              <a:pathLst>
                <a:path extrusionOk="0" fill="none" h="20682" w="74120">
                  <a:moveTo>
                    <a:pt x="0" y="0"/>
                  </a:moveTo>
                  <a:lnTo>
                    <a:pt x="74120" y="0"/>
                  </a:lnTo>
                  <a:lnTo>
                    <a:pt x="74120" y="20682"/>
                  </a:lnTo>
                  <a:lnTo>
                    <a:pt x="0" y="20682"/>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20"/>
            <p:cNvSpPr/>
            <p:nvPr/>
          </p:nvSpPr>
          <p:spPr>
            <a:xfrm>
              <a:off x="4927025" y="4459475"/>
              <a:ext cx="25" cy="518725"/>
            </a:xfrm>
            <a:custGeom>
              <a:rect b="b" l="l" r="r" t="t"/>
              <a:pathLst>
                <a:path extrusionOk="0" fill="none" h="20749" w="1">
                  <a:moveTo>
                    <a:pt x="0" y="0"/>
                  </a:moveTo>
                  <a:lnTo>
                    <a:pt x="0" y="20748"/>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20"/>
            <p:cNvSpPr/>
            <p:nvPr/>
          </p:nvSpPr>
          <p:spPr>
            <a:xfrm>
              <a:off x="5534125" y="4459475"/>
              <a:ext cx="25" cy="518725"/>
            </a:xfrm>
            <a:custGeom>
              <a:rect b="b" l="l" r="r" t="t"/>
              <a:pathLst>
                <a:path extrusionOk="0" fill="none" h="20749" w="1">
                  <a:moveTo>
                    <a:pt x="0" y="0"/>
                  </a:moveTo>
                  <a:lnTo>
                    <a:pt x="0" y="20748"/>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20"/>
            <p:cNvSpPr/>
            <p:nvPr/>
          </p:nvSpPr>
          <p:spPr>
            <a:xfrm>
              <a:off x="4396650" y="4054175"/>
              <a:ext cx="264375" cy="370300"/>
            </a:xfrm>
            <a:custGeom>
              <a:rect b="b" l="l" r="r" t="t"/>
              <a:pathLst>
                <a:path extrusionOk="0" fill="none" h="14812" w="10575">
                  <a:moveTo>
                    <a:pt x="0" y="1"/>
                  </a:moveTo>
                  <a:lnTo>
                    <a:pt x="10574" y="1"/>
                  </a:lnTo>
                  <a:lnTo>
                    <a:pt x="10574" y="14811"/>
                  </a:lnTo>
                  <a:lnTo>
                    <a:pt x="0" y="14811"/>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20"/>
            <p:cNvSpPr/>
            <p:nvPr/>
          </p:nvSpPr>
          <p:spPr>
            <a:xfrm>
              <a:off x="5803475" y="4054175"/>
              <a:ext cx="264375" cy="370300"/>
            </a:xfrm>
            <a:custGeom>
              <a:rect b="b" l="l" r="r" t="t"/>
              <a:pathLst>
                <a:path extrusionOk="0" fill="none" h="14812" w="10575">
                  <a:moveTo>
                    <a:pt x="1" y="1"/>
                  </a:moveTo>
                  <a:lnTo>
                    <a:pt x="10575" y="1"/>
                  </a:lnTo>
                  <a:lnTo>
                    <a:pt x="10575" y="14811"/>
                  </a:lnTo>
                  <a:lnTo>
                    <a:pt x="1" y="14811"/>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20"/>
            <p:cNvSpPr/>
            <p:nvPr/>
          </p:nvSpPr>
          <p:spPr>
            <a:xfrm>
              <a:off x="5160525" y="4127575"/>
              <a:ext cx="193500" cy="79225"/>
            </a:xfrm>
            <a:custGeom>
              <a:rect b="b" l="l" r="r" t="t"/>
              <a:pathLst>
                <a:path extrusionOk="0" h="3169" w="7740">
                  <a:moveTo>
                    <a:pt x="3770" y="0"/>
                  </a:moveTo>
                  <a:cubicBezTo>
                    <a:pt x="2335" y="0"/>
                    <a:pt x="968" y="634"/>
                    <a:pt x="0" y="1668"/>
                  </a:cubicBezTo>
                  <a:lnTo>
                    <a:pt x="1135" y="2935"/>
                  </a:lnTo>
                  <a:cubicBezTo>
                    <a:pt x="1819" y="2108"/>
                    <a:pt x="2791" y="1698"/>
                    <a:pt x="3758" y="1698"/>
                  </a:cubicBezTo>
                  <a:cubicBezTo>
                    <a:pt x="4820" y="1698"/>
                    <a:pt x="5875" y="2192"/>
                    <a:pt x="6538" y="3169"/>
                  </a:cubicBezTo>
                  <a:lnTo>
                    <a:pt x="7739" y="1968"/>
                  </a:lnTo>
                  <a:cubicBezTo>
                    <a:pt x="6772" y="734"/>
                    <a:pt x="5304" y="33"/>
                    <a:pt x="3770"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20"/>
            <p:cNvSpPr/>
            <p:nvPr/>
          </p:nvSpPr>
          <p:spPr>
            <a:xfrm>
              <a:off x="5205550" y="4194225"/>
              <a:ext cx="101775" cy="64300"/>
            </a:xfrm>
            <a:custGeom>
              <a:rect b="b" l="l" r="r" t="t"/>
              <a:pathLst>
                <a:path extrusionOk="0" h="2572" w="4071">
                  <a:moveTo>
                    <a:pt x="2056" y="1"/>
                  </a:moveTo>
                  <a:cubicBezTo>
                    <a:pt x="2027" y="1"/>
                    <a:pt x="1998" y="1"/>
                    <a:pt x="1969" y="3"/>
                  </a:cubicBezTo>
                  <a:cubicBezTo>
                    <a:pt x="1202" y="3"/>
                    <a:pt x="468" y="370"/>
                    <a:pt x="1" y="970"/>
                  </a:cubicBezTo>
                  <a:lnTo>
                    <a:pt x="1202" y="2304"/>
                  </a:lnTo>
                  <a:cubicBezTo>
                    <a:pt x="1264" y="1866"/>
                    <a:pt x="1606" y="1655"/>
                    <a:pt x="1951" y="1655"/>
                  </a:cubicBezTo>
                  <a:cubicBezTo>
                    <a:pt x="2342" y="1655"/>
                    <a:pt x="2736" y="1924"/>
                    <a:pt x="2736" y="2438"/>
                  </a:cubicBezTo>
                  <a:cubicBezTo>
                    <a:pt x="2736" y="2471"/>
                    <a:pt x="2736" y="2538"/>
                    <a:pt x="2736" y="2571"/>
                  </a:cubicBezTo>
                  <a:lnTo>
                    <a:pt x="4070" y="1203"/>
                  </a:lnTo>
                  <a:cubicBezTo>
                    <a:pt x="3651" y="462"/>
                    <a:pt x="2889" y="1"/>
                    <a:pt x="2056"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20"/>
            <p:cNvSpPr/>
            <p:nvPr/>
          </p:nvSpPr>
          <p:spPr>
            <a:xfrm>
              <a:off x="5255600" y="4273500"/>
              <a:ext cx="3350" cy="1700"/>
            </a:xfrm>
            <a:custGeom>
              <a:rect b="b" l="l" r="r" t="t"/>
              <a:pathLst>
                <a:path extrusionOk="0" h="68" w="134">
                  <a:moveTo>
                    <a:pt x="0" y="1"/>
                  </a:moveTo>
                  <a:lnTo>
                    <a:pt x="67" y="67"/>
                  </a:lnTo>
                  <a:lnTo>
                    <a:pt x="134"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20"/>
            <p:cNvSpPr/>
            <p:nvPr/>
          </p:nvSpPr>
          <p:spPr>
            <a:xfrm>
              <a:off x="5070450" y="3993400"/>
              <a:ext cx="377800" cy="115850"/>
            </a:xfrm>
            <a:custGeom>
              <a:rect b="b" l="l" r="r" t="t"/>
              <a:pathLst>
                <a:path extrusionOk="0" h="4634" w="15112">
                  <a:moveTo>
                    <a:pt x="7356" y="1"/>
                  </a:moveTo>
                  <a:cubicBezTo>
                    <a:pt x="4703" y="1"/>
                    <a:pt x="2045" y="1004"/>
                    <a:pt x="1" y="3032"/>
                  </a:cubicBezTo>
                  <a:lnTo>
                    <a:pt x="1135" y="4266"/>
                  </a:lnTo>
                  <a:cubicBezTo>
                    <a:pt x="2855" y="2530"/>
                    <a:pt x="5110" y="1669"/>
                    <a:pt x="7362" y="1669"/>
                  </a:cubicBezTo>
                  <a:cubicBezTo>
                    <a:pt x="9782" y="1669"/>
                    <a:pt x="12199" y="2663"/>
                    <a:pt x="13944" y="4633"/>
                  </a:cubicBezTo>
                  <a:lnTo>
                    <a:pt x="15112" y="3432"/>
                  </a:lnTo>
                  <a:cubicBezTo>
                    <a:pt x="13040" y="1154"/>
                    <a:pt x="10201" y="1"/>
                    <a:pt x="7356"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20"/>
            <p:cNvSpPr/>
            <p:nvPr/>
          </p:nvSpPr>
          <p:spPr>
            <a:xfrm>
              <a:off x="5113000" y="4057525"/>
              <a:ext cx="291050" cy="98425"/>
            </a:xfrm>
            <a:custGeom>
              <a:rect b="b" l="l" r="r" t="t"/>
              <a:pathLst>
                <a:path extrusionOk="0" h="3937" w="11642">
                  <a:moveTo>
                    <a:pt x="5671" y="0"/>
                  </a:moveTo>
                  <a:cubicBezTo>
                    <a:pt x="3536" y="0"/>
                    <a:pt x="1501" y="834"/>
                    <a:pt x="0" y="2368"/>
                  </a:cubicBezTo>
                  <a:lnTo>
                    <a:pt x="1134" y="3636"/>
                  </a:lnTo>
                  <a:cubicBezTo>
                    <a:pt x="2369" y="2321"/>
                    <a:pt x="4020" y="1669"/>
                    <a:pt x="5669" y="1669"/>
                  </a:cubicBezTo>
                  <a:cubicBezTo>
                    <a:pt x="7450" y="1669"/>
                    <a:pt x="9227" y="2429"/>
                    <a:pt x="10474" y="3936"/>
                  </a:cubicBezTo>
                  <a:lnTo>
                    <a:pt x="11642" y="2735"/>
                  </a:lnTo>
                  <a:cubicBezTo>
                    <a:pt x="10141" y="1001"/>
                    <a:pt x="7939" y="0"/>
                    <a:pt x="5671"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20"/>
            <p:cNvSpPr/>
            <p:nvPr/>
          </p:nvSpPr>
          <p:spPr>
            <a:xfrm>
              <a:off x="1982425" y="926950"/>
              <a:ext cx="140950" cy="141775"/>
            </a:xfrm>
            <a:custGeom>
              <a:rect b="b" l="l" r="r" t="t"/>
              <a:pathLst>
                <a:path extrusionOk="0" fill="none" h="5671" w="5638">
                  <a:moveTo>
                    <a:pt x="5638" y="2435"/>
                  </a:moveTo>
                  <a:cubicBezTo>
                    <a:pt x="5638" y="4570"/>
                    <a:pt x="3036" y="5671"/>
                    <a:pt x="1501" y="4136"/>
                  </a:cubicBezTo>
                  <a:cubicBezTo>
                    <a:pt x="0" y="2602"/>
                    <a:pt x="1068" y="0"/>
                    <a:pt x="3236" y="0"/>
                  </a:cubicBezTo>
                  <a:cubicBezTo>
                    <a:pt x="4570" y="0"/>
                    <a:pt x="5638" y="1101"/>
                    <a:pt x="5638" y="2435"/>
                  </a:cubicBez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20"/>
            <p:cNvSpPr/>
            <p:nvPr/>
          </p:nvSpPr>
          <p:spPr>
            <a:xfrm>
              <a:off x="1912375" y="1047850"/>
              <a:ext cx="301075" cy="386975"/>
            </a:xfrm>
            <a:custGeom>
              <a:rect b="b" l="l" r="r" t="t"/>
              <a:pathLst>
                <a:path extrusionOk="0" fill="none" h="15479" w="12043">
                  <a:moveTo>
                    <a:pt x="12042" y="15479"/>
                  </a:moveTo>
                  <a:lnTo>
                    <a:pt x="0" y="15479"/>
                  </a:lnTo>
                  <a:lnTo>
                    <a:pt x="0" y="6005"/>
                  </a:lnTo>
                  <a:cubicBezTo>
                    <a:pt x="0" y="2703"/>
                    <a:pt x="2702" y="1"/>
                    <a:pt x="6038" y="1"/>
                  </a:cubicBezTo>
                  <a:lnTo>
                    <a:pt x="6038" y="1"/>
                  </a:lnTo>
                  <a:cubicBezTo>
                    <a:pt x="9340" y="1"/>
                    <a:pt x="12042" y="2703"/>
                    <a:pt x="12042" y="6005"/>
                  </a:cubicBez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20"/>
            <p:cNvSpPr/>
            <p:nvPr/>
          </p:nvSpPr>
          <p:spPr>
            <a:xfrm>
              <a:off x="2063300" y="634225"/>
              <a:ext cx="25" cy="292750"/>
            </a:xfrm>
            <a:custGeom>
              <a:rect b="b" l="l" r="r" t="t"/>
              <a:pathLst>
                <a:path extrusionOk="0" fill="none" h="11710" w="1">
                  <a:moveTo>
                    <a:pt x="1" y="11709"/>
                  </a:moveTo>
                  <a:lnTo>
                    <a:pt x="1" y="1"/>
                  </a:lnTo>
                </a:path>
              </a:pathLst>
            </a:custGeom>
            <a:noFill/>
            <a:ln cap="flat" cmpd="sng" w="2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20"/>
            <p:cNvSpPr/>
            <p:nvPr/>
          </p:nvSpPr>
          <p:spPr>
            <a:xfrm>
              <a:off x="2339350" y="1294700"/>
              <a:ext cx="79250" cy="192675"/>
            </a:xfrm>
            <a:custGeom>
              <a:rect b="b" l="l" r="r" t="t"/>
              <a:pathLst>
                <a:path extrusionOk="0" h="7707" w="3170">
                  <a:moveTo>
                    <a:pt x="1501" y="1"/>
                  </a:moveTo>
                  <a:lnTo>
                    <a:pt x="234" y="1101"/>
                  </a:lnTo>
                  <a:cubicBezTo>
                    <a:pt x="1968" y="2536"/>
                    <a:pt x="1868" y="5238"/>
                    <a:pt x="0" y="6539"/>
                  </a:cubicBezTo>
                  <a:lnTo>
                    <a:pt x="1201" y="7706"/>
                  </a:lnTo>
                  <a:cubicBezTo>
                    <a:pt x="2435" y="6739"/>
                    <a:pt x="3169" y="5304"/>
                    <a:pt x="3169" y="3737"/>
                  </a:cubicBezTo>
                  <a:cubicBezTo>
                    <a:pt x="3169" y="2302"/>
                    <a:pt x="2569" y="935"/>
                    <a:pt x="1501"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20"/>
            <p:cNvSpPr/>
            <p:nvPr/>
          </p:nvSpPr>
          <p:spPr>
            <a:xfrm>
              <a:off x="2287650" y="1338900"/>
              <a:ext cx="65050" cy="102600"/>
            </a:xfrm>
            <a:custGeom>
              <a:rect b="b" l="l" r="r" t="t"/>
              <a:pathLst>
                <a:path extrusionOk="0" h="4104" w="2602">
                  <a:moveTo>
                    <a:pt x="1601" y="1"/>
                  </a:moveTo>
                  <a:lnTo>
                    <a:pt x="267" y="1201"/>
                  </a:lnTo>
                  <a:cubicBezTo>
                    <a:pt x="1201" y="1368"/>
                    <a:pt x="1067" y="2736"/>
                    <a:pt x="133" y="2736"/>
                  </a:cubicBezTo>
                  <a:lnTo>
                    <a:pt x="0" y="2736"/>
                  </a:lnTo>
                  <a:lnTo>
                    <a:pt x="1368" y="4103"/>
                  </a:lnTo>
                  <a:cubicBezTo>
                    <a:pt x="2135" y="3636"/>
                    <a:pt x="2602" y="2836"/>
                    <a:pt x="2602" y="1969"/>
                  </a:cubicBezTo>
                  <a:cubicBezTo>
                    <a:pt x="2602" y="1201"/>
                    <a:pt x="2235" y="468"/>
                    <a:pt x="1601"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20"/>
            <p:cNvSpPr/>
            <p:nvPr/>
          </p:nvSpPr>
          <p:spPr>
            <a:xfrm>
              <a:off x="2270950" y="1388925"/>
              <a:ext cx="1700" cy="3375"/>
            </a:xfrm>
            <a:custGeom>
              <a:rect b="b" l="l" r="r" t="t"/>
              <a:pathLst>
                <a:path extrusionOk="0" h="135" w="68">
                  <a:moveTo>
                    <a:pt x="68" y="1"/>
                  </a:moveTo>
                  <a:lnTo>
                    <a:pt x="1" y="68"/>
                  </a:lnTo>
                  <a:lnTo>
                    <a:pt x="68" y="134"/>
                  </a:lnTo>
                  <a:cubicBezTo>
                    <a:pt x="68" y="101"/>
                    <a:pt x="68" y="68"/>
                    <a:pt x="68"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20"/>
            <p:cNvSpPr/>
            <p:nvPr/>
          </p:nvSpPr>
          <p:spPr>
            <a:xfrm>
              <a:off x="2436900" y="1203800"/>
              <a:ext cx="145150" cy="378625"/>
            </a:xfrm>
            <a:custGeom>
              <a:rect b="b" l="l" r="r" t="t"/>
              <a:pathLst>
                <a:path extrusionOk="0" h="15145" w="5806">
                  <a:moveTo>
                    <a:pt x="1602" y="1"/>
                  </a:moveTo>
                  <a:lnTo>
                    <a:pt x="368" y="1135"/>
                  </a:lnTo>
                  <a:cubicBezTo>
                    <a:pt x="4004" y="4704"/>
                    <a:pt x="3804" y="10608"/>
                    <a:pt x="1" y="13944"/>
                  </a:cubicBezTo>
                  <a:lnTo>
                    <a:pt x="1202" y="15145"/>
                  </a:lnTo>
                  <a:cubicBezTo>
                    <a:pt x="5638" y="11142"/>
                    <a:pt x="5805" y="4237"/>
                    <a:pt x="1602"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20"/>
            <p:cNvSpPr/>
            <p:nvPr/>
          </p:nvSpPr>
          <p:spPr>
            <a:xfrm>
              <a:off x="2391050" y="1247175"/>
              <a:ext cx="98425" cy="290225"/>
            </a:xfrm>
            <a:custGeom>
              <a:rect b="b" l="l" r="r" t="t"/>
              <a:pathLst>
                <a:path extrusionOk="0" h="11609" w="3937">
                  <a:moveTo>
                    <a:pt x="1535" y="0"/>
                  </a:moveTo>
                  <a:lnTo>
                    <a:pt x="301" y="1101"/>
                  </a:lnTo>
                  <a:cubicBezTo>
                    <a:pt x="3002" y="3670"/>
                    <a:pt x="2869" y="8039"/>
                    <a:pt x="0" y="10441"/>
                  </a:cubicBezTo>
                  <a:lnTo>
                    <a:pt x="1201" y="11609"/>
                  </a:lnTo>
                  <a:cubicBezTo>
                    <a:pt x="2936" y="10107"/>
                    <a:pt x="3936" y="7939"/>
                    <a:pt x="3936" y="5638"/>
                  </a:cubicBezTo>
                  <a:cubicBezTo>
                    <a:pt x="3936" y="3503"/>
                    <a:pt x="3069" y="1468"/>
                    <a:pt x="1535"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20"/>
            <p:cNvSpPr/>
            <p:nvPr/>
          </p:nvSpPr>
          <p:spPr>
            <a:xfrm>
              <a:off x="4391650" y="2016050"/>
              <a:ext cx="1742925" cy="1169200"/>
            </a:xfrm>
            <a:custGeom>
              <a:rect b="b" l="l" r="r" t="t"/>
              <a:pathLst>
                <a:path extrusionOk="0" fill="none" h="46768" w="69717">
                  <a:moveTo>
                    <a:pt x="0" y="1"/>
                  </a:moveTo>
                  <a:lnTo>
                    <a:pt x="69717" y="1"/>
                  </a:lnTo>
                  <a:lnTo>
                    <a:pt x="69717" y="46767"/>
                  </a:lnTo>
                  <a:lnTo>
                    <a:pt x="0" y="46767"/>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20"/>
            <p:cNvSpPr/>
            <p:nvPr/>
          </p:nvSpPr>
          <p:spPr>
            <a:xfrm>
              <a:off x="4439175" y="2065250"/>
              <a:ext cx="1648700" cy="1069950"/>
            </a:xfrm>
            <a:custGeom>
              <a:rect b="b" l="l" r="r" t="t"/>
              <a:pathLst>
                <a:path extrusionOk="0" fill="none" h="42798" w="65948">
                  <a:moveTo>
                    <a:pt x="0" y="1"/>
                  </a:moveTo>
                  <a:lnTo>
                    <a:pt x="65948" y="1"/>
                  </a:lnTo>
                  <a:lnTo>
                    <a:pt x="65948" y="42798"/>
                  </a:lnTo>
                  <a:lnTo>
                    <a:pt x="0" y="42798"/>
                  </a:lnTo>
                  <a:close/>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20"/>
            <p:cNvSpPr/>
            <p:nvPr/>
          </p:nvSpPr>
          <p:spPr>
            <a:xfrm>
              <a:off x="5160525" y="1855100"/>
              <a:ext cx="193500" cy="79250"/>
            </a:xfrm>
            <a:custGeom>
              <a:rect b="b" l="l" r="r" t="t"/>
              <a:pathLst>
                <a:path extrusionOk="0" h="3170" w="7740">
                  <a:moveTo>
                    <a:pt x="3770" y="1"/>
                  </a:moveTo>
                  <a:cubicBezTo>
                    <a:pt x="2335" y="1"/>
                    <a:pt x="968" y="634"/>
                    <a:pt x="0" y="1668"/>
                  </a:cubicBezTo>
                  <a:lnTo>
                    <a:pt x="1135" y="2936"/>
                  </a:lnTo>
                  <a:cubicBezTo>
                    <a:pt x="1819" y="2109"/>
                    <a:pt x="2791" y="1699"/>
                    <a:pt x="3758" y="1699"/>
                  </a:cubicBezTo>
                  <a:cubicBezTo>
                    <a:pt x="4820" y="1699"/>
                    <a:pt x="5875" y="2192"/>
                    <a:pt x="6538" y="3170"/>
                  </a:cubicBezTo>
                  <a:lnTo>
                    <a:pt x="7739" y="1969"/>
                  </a:lnTo>
                  <a:cubicBezTo>
                    <a:pt x="6772" y="734"/>
                    <a:pt x="5304" y="34"/>
                    <a:pt x="3770"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20"/>
            <p:cNvSpPr/>
            <p:nvPr/>
          </p:nvSpPr>
          <p:spPr>
            <a:xfrm>
              <a:off x="5205550" y="1921775"/>
              <a:ext cx="101775" cy="64275"/>
            </a:xfrm>
            <a:custGeom>
              <a:rect b="b" l="l" r="r" t="t"/>
              <a:pathLst>
                <a:path extrusionOk="0" h="2571" w="4071">
                  <a:moveTo>
                    <a:pt x="2056" y="1"/>
                  </a:moveTo>
                  <a:cubicBezTo>
                    <a:pt x="2027" y="1"/>
                    <a:pt x="1998" y="1"/>
                    <a:pt x="1969" y="2"/>
                  </a:cubicBezTo>
                  <a:cubicBezTo>
                    <a:pt x="1202" y="2"/>
                    <a:pt x="468" y="369"/>
                    <a:pt x="1" y="970"/>
                  </a:cubicBezTo>
                  <a:lnTo>
                    <a:pt x="1202" y="2304"/>
                  </a:lnTo>
                  <a:cubicBezTo>
                    <a:pt x="1264" y="1865"/>
                    <a:pt x="1606" y="1655"/>
                    <a:pt x="1951" y="1655"/>
                  </a:cubicBezTo>
                  <a:cubicBezTo>
                    <a:pt x="2342" y="1655"/>
                    <a:pt x="2736" y="1924"/>
                    <a:pt x="2736" y="2437"/>
                  </a:cubicBezTo>
                  <a:cubicBezTo>
                    <a:pt x="2736" y="2471"/>
                    <a:pt x="2736" y="2537"/>
                    <a:pt x="2736" y="2571"/>
                  </a:cubicBezTo>
                  <a:lnTo>
                    <a:pt x="4070" y="1203"/>
                  </a:lnTo>
                  <a:cubicBezTo>
                    <a:pt x="3651" y="462"/>
                    <a:pt x="2889" y="1"/>
                    <a:pt x="2056"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20"/>
            <p:cNvSpPr/>
            <p:nvPr/>
          </p:nvSpPr>
          <p:spPr>
            <a:xfrm>
              <a:off x="5255600" y="2001050"/>
              <a:ext cx="3350" cy="1675"/>
            </a:xfrm>
            <a:custGeom>
              <a:rect b="b" l="l" r="r" t="t"/>
              <a:pathLst>
                <a:path extrusionOk="0" h="67" w="134">
                  <a:moveTo>
                    <a:pt x="0" y="0"/>
                  </a:moveTo>
                  <a:lnTo>
                    <a:pt x="67" y="67"/>
                  </a:lnTo>
                  <a:lnTo>
                    <a:pt x="134" y="0"/>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20"/>
            <p:cNvSpPr/>
            <p:nvPr/>
          </p:nvSpPr>
          <p:spPr>
            <a:xfrm>
              <a:off x="5070450" y="1720950"/>
              <a:ext cx="377800" cy="115825"/>
            </a:xfrm>
            <a:custGeom>
              <a:rect b="b" l="l" r="r" t="t"/>
              <a:pathLst>
                <a:path extrusionOk="0" h="4633" w="15112">
                  <a:moveTo>
                    <a:pt x="7356" y="1"/>
                  </a:moveTo>
                  <a:cubicBezTo>
                    <a:pt x="4703" y="1"/>
                    <a:pt x="2045" y="1003"/>
                    <a:pt x="1" y="3032"/>
                  </a:cubicBezTo>
                  <a:lnTo>
                    <a:pt x="1135" y="4266"/>
                  </a:lnTo>
                  <a:cubicBezTo>
                    <a:pt x="2855" y="2529"/>
                    <a:pt x="5110" y="1669"/>
                    <a:pt x="7362" y="1669"/>
                  </a:cubicBezTo>
                  <a:cubicBezTo>
                    <a:pt x="9782" y="1669"/>
                    <a:pt x="12199" y="2663"/>
                    <a:pt x="13944" y="4633"/>
                  </a:cubicBezTo>
                  <a:lnTo>
                    <a:pt x="15112" y="3432"/>
                  </a:lnTo>
                  <a:cubicBezTo>
                    <a:pt x="13040" y="1154"/>
                    <a:pt x="10201" y="1"/>
                    <a:pt x="7356"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20"/>
            <p:cNvSpPr/>
            <p:nvPr/>
          </p:nvSpPr>
          <p:spPr>
            <a:xfrm>
              <a:off x="5113000" y="1785050"/>
              <a:ext cx="291050" cy="98425"/>
            </a:xfrm>
            <a:custGeom>
              <a:rect b="b" l="l" r="r" t="t"/>
              <a:pathLst>
                <a:path extrusionOk="0" h="3937" w="11642">
                  <a:moveTo>
                    <a:pt x="5671" y="1"/>
                  </a:moveTo>
                  <a:cubicBezTo>
                    <a:pt x="3536" y="1"/>
                    <a:pt x="1501" y="835"/>
                    <a:pt x="0" y="2369"/>
                  </a:cubicBezTo>
                  <a:lnTo>
                    <a:pt x="1134" y="3637"/>
                  </a:lnTo>
                  <a:cubicBezTo>
                    <a:pt x="2369" y="2322"/>
                    <a:pt x="4020" y="1670"/>
                    <a:pt x="5669" y="1670"/>
                  </a:cubicBezTo>
                  <a:cubicBezTo>
                    <a:pt x="7450" y="1670"/>
                    <a:pt x="9227" y="2430"/>
                    <a:pt x="10474" y="3937"/>
                  </a:cubicBezTo>
                  <a:lnTo>
                    <a:pt x="11642" y="2736"/>
                  </a:lnTo>
                  <a:cubicBezTo>
                    <a:pt x="10141" y="1001"/>
                    <a:pt x="7939" y="1"/>
                    <a:pt x="5671"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20"/>
            <p:cNvSpPr/>
            <p:nvPr/>
          </p:nvSpPr>
          <p:spPr>
            <a:xfrm>
              <a:off x="3214975" y="1770050"/>
              <a:ext cx="442000" cy="740550"/>
            </a:xfrm>
            <a:custGeom>
              <a:rect b="b" l="l" r="r" t="t"/>
              <a:pathLst>
                <a:path extrusionOk="0" fill="none" h="29622" w="17680">
                  <a:moveTo>
                    <a:pt x="17679" y="0"/>
                  </a:moveTo>
                  <a:lnTo>
                    <a:pt x="17579" y="29621"/>
                  </a:lnTo>
                  <a:lnTo>
                    <a:pt x="0" y="6772"/>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20"/>
            <p:cNvSpPr/>
            <p:nvPr/>
          </p:nvSpPr>
          <p:spPr>
            <a:xfrm>
              <a:off x="3004825" y="2279575"/>
              <a:ext cx="628800" cy="406975"/>
            </a:xfrm>
            <a:custGeom>
              <a:rect b="b" l="l" r="r" t="t"/>
              <a:pathLst>
                <a:path extrusionOk="0" fill="none" h="16279" w="25152">
                  <a:moveTo>
                    <a:pt x="134" y="16279"/>
                  </a:moveTo>
                  <a:lnTo>
                    <a:pt x="25151" y="9507"/>
                  </a:lnTo>
                  <a:lnTo>
                    <a:pt x="0" y="0"/>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20"/>
            <p:cNvSpPr/>
            <p:nvPr/>
          </p:nvSpPr>
          <p:spPr>
            <a:xfrm>
              <a:off x="3267500" y="2517250"/>
              <a:ext cx="366125" cy="477025"/>
            </a:xfrm>
            <a:custGeom>
              <a:rect b="b" l="l" r="r" t="t"/>
              <a:pathLst>
                <a:path extrusionOk="0" fill="none" h="19081" w="14645">
                  <a:moveTo>
                    <a:pt x="14644" y="0"/>
                  </a:moveTo>
                  <a:lnTo>
                    <a:pt x="1" y="19081"/>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20"/>
            <p:cNvSpPr/>
            <p:nvPr/>
          </p:nvSpPr>
          <p:spPr>
            <a:xfrm>
              <a:off x="3661125" y="1797550"/>
              <a:ext cx="10025" cy="25"/>
            </a:xfrm>
            <a:custGeom>
              <a:rect b="b" l="l" r="r" t="t"/>
              <a:pathLst>
                <a:path extrusionOk="0" fill="none" h="1" w="401">
                  <a:moveTo>
                    <a:pt x="401" y="1"/>
                  </a:moveTo>
                  <a:lnTo>
                    <a:pt x="0" y="1"/>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20"/>
            <p:cNvSpPr/>
            <p:nvPr/>
          </p:nvSpPr>
          <p:spPr>
            <a:xfrm>
              <a:off x="2931425" y="1797550"/>
              <a:ext cx="708875" cy="1237600"/>
            </a:xfrm>
            <a:custGeom>
              <a:rect b="b" l="l" r="r" t="t"/>
              <a:pathLst>
                <a:path extrusionOk="0" fill="none" h="49504" w="28355">
                  <a:moveTo>
                    <a:pt x="28354" y="1"/>
                  </a:moveTo>
                  <a:cubicBezTo>
                    <a:pt x="27754" y="1"/>
                    <a:pt x="27153" y="68"/>
                    <a:pt x="26553" y="101"/>
                  </a:cubicBezTo>
                  <a:cubicBezTo>
                    <a:pt x="15178" y="1168"/>
                    <a:pt x="5671" y="9274"/>
                    <a:pt x="2836" y="20349"/>
                  </a:cubicBezTo>
                  <a:cubicBezTo>
                    <a:pt x="1" y="31423"/>
                    <a:pt x="4404" y="43099"/>
                    <a:pt x="13877" y="49503"/>
                  </a:cubicBez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20"/>
            <p:cNvSpPr/>
            <p:nvPr/>
          </p:nvSpPr>
          <p:spPr>
            <a:xfrm>
              <a:off x="3287525" y="3040950"/>
              <a:ext cx="8350" cy="5875"/>
            </a:xfrm>
            <a:custGeom>
              <a:rect b="b" l="l" r="r" t="t"/>
              <a:pathLst>
                <a:path extrusionOk="0" fill="none" h="235" w="334">
                  <a:moveTo>
                    <a:pt x="0" y="1"/>
                  </a:moveTo>
                  <a:lnTo>
                    <a:pt x="334" y="234"/>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20"/>
            <p:cNvSpPr/>
            <p:nvPr/>
          </p:nvSpPr>
          <p:spPr>
            <a:xfrm>
              <a:off x="2813850" y="2142925"/>
              <a:ext cx="344425" cy="295125"/>
            </a:xfrm>
            <a:custGeom>
              <a:rect b="b" l="l" r="r" t="t"/>
              <a:pathLst>
                <a:path extrusionOk="0" h="11805" w="13777">
                  <a:moveTo>
                    <a:pt x="7834" y="0"/>
                  </a:moveTo>
                  <a:cubicBezTo>
                    <a:pt x="6386" y="0"/>
                    <a:pt x="4909" y="535"/>
                    <a:pt x="3703" y="1730"/>
                  </a:cubicBezTo>
                  <a:cubicBezTo>
                    <a:pt x="0" y="5433"/>
                    <a:pt x="2636" y="11771"/>
                    <a:pt x="7873" y="11804"/>
                  </a:cubicBezTo>
                  <a:cubicBezTo>
                    <a:pt x="11142" y="11804"/>
                    <a:pt x="13777" y="9169"/>
                    <a:pt x="13777" y="5900"/>
                  </a:cubicBezTo>
                  <a:cubicBezTo>
                    <a:pt x="13777" y="2354"/>
                    <a:pt x="10871" y="0"/>
                    <a:pt x="7834"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20"/>
            <p:cNvSpPr/>
            <p:nvPr/>
          </p:nvSpPr>
          <p:spPr>
            <a:xfrm>
              <a:off x="2933925" y="2219050"/>
              <a:ext cx="144200" cy="164800"/>
            </a:xfrm>
            <a:custGeom>
              <a:rect b="b" l="l" r="r" t="t"/>
              <a:pathLst>
                <a:path extrusionOk="0" h="6592" w="5768">
                  <a:moveTo>
                    <a:pt x="3136" y="620"/>
                  </a:moveTo>
                  <a:cubicBezTo>
                    <a:pt x="4271" y="620"/>
                    <a:pt x="5205" y="1521"/>
                    <a:pt x="5171" y="2655"/>
                  </a:cubicBezTo>
                  <a:cubicBezTo>
                    <a:pt x="5171" y="2989"/>
                    <a:pt x="5104" y="3289"/>
                    <a:pt x="4971" y="3589"/>
                  </a:cubicBezTo>
                  <a:cubicBezTo>
                    <a:pt x="4904" y="3722"/>
                    <a:pt x="4838" y="3856"/>
                    <a:pt x="4771" y="3989"/>
                  </a:cubicBezTo>
                  <a:cubicBezTo>
                    <a:pt x="4671" y="4189"/>
                    <a:pt x="4571" y="4423"/>
                    <a:pt x="4471" y="4623"/>
                  </a:cubicBezTo>
                  <a:cubicBezTo>
                    <a:pt x="4437" y="4723"/>
                    <a:pt x="4437" y="4823"/>
                    <a:pt x="4404" y="4923"/>
                  </a:cubicBezTo>
                  <a:cubicBezTo>
                    <a:pt x="4371" y="5090"/>
                    <a:pt x="4304" y="5223"/>
                    <a:pt x="4237" y="5390"/>
                  </a:cubicBezTo>
                  <a:cubicBezTo>
                    <a:pt x="4004" y="5791"/>
                    <a:pt x="3603" y="6024"/>
                    <a:pt x="3170" y="6024"/>
                  </a:cubicBezTo>
                  <a:cubicBezTo>
                    <a:pt x="2636" y="6024"/>
                    <a:pt x="2169" y="5724"/>
                    <a:pt x="1969" y="5257"/>
                  </a:cubicBezTo>
                  <a:cubicBezTo>
                    <a:pt x="1969" y="5223"/>
                    <a:pt x="1969" y="5190"/>
                    <a:pt x="1969" y="5190"/>
                  </a:cubicBezTo>
                  <a:cubicBezTo>
                    <a:pt x="1936" y="5157"/>
                    <a:pt x="1936" y="5123"/>
                    <a:pt x="1936" y="5123"/>
                  </a:cubicBezTo>
                  <a:cubicBezTo>
                    <a:pt x="1702" y="4390"/>
                    <a:pt x="1402" y="3722"/>
                    <a:pt x="1402" y="3689"/>
                  </a:cubicBezTo>
                  <a:cubicBezTo>
                    <a:pt x="1235" y="3355"/>
                    <a:pt x="1135" y="3022"/>
                    <a:pt x="1135" y="2655"/>
                  </a:cubicBezTo>
                  <a:cubicBezTo>
                    <a:pt x="1135" y="1554"/>
                    <a:pt x="2036" y="654"/>
                    <a:pt x="3136" y="620"/>
                  </a:cubicBezTo>
                  <a:close/>
                  <a:moveTo>
                    <a:pt x="3134" y="1"/>
                  </a:moveTo>
                  <a:cubicBezTo>
                    <a:pt x="2915" y="1"/>
                    <a:pt x="2693" y="28"/>
                    <a:pt x="2469" y="86"/>
                  </a:cubicBezTo>
                  <a:cubicBezTo>
                    <a:pt x="801" y="520"/>
                    <a:pt x="1" y="2455"/>
                    <a:pt x="901" y="3923"/>
                  </a:cubicBezTo>
                  <a:cubicBezTo>
                    <a:pt x="935" y="4023"/>
                    <a:pt x="1202" y="4656"/>
                    <a:pt x="1402" y="5257"/>
                  </a:cubicBezTo>
                  <a:lnTo>
                    <a:pt x="1435" y="5357"/>
                  </a:lnTo>
                  <a:cubicBezTo>
                    <a:pt x="1435" y="5390"/>
                    <a:pt x="1469" y="5457"/>
                    <a:pt x="1469" y="5490"/>
                  </a:cubicBezTo>
                  <a:cubicBezTo>
                    <a:pt x="1769" y="6157"/>
                    <a:pt x="2403" y="6591"/>
                    <a:pt x="3136" y="6591"/>
                  </a:cubicBezTo>
                  <a:cubicBezTo>
                    <a:pt x="3804" y="6591"/>
                    <a:pt x="4371" y="6224"/>
                    <a:pt x="4704" y="5657"/>
                  </a:cubicBezTo>
                  <a:cubicBezTo>
                    <a:pt x="4771" y="5457"/>
                    <a:pt x="4871" y="5257"/>
                    <a:pt x="4904" y="5057"/>
                  </a:cubicBezTo>
                  <a:cubicBezTo>
                    <a:pt x="4938" y="4990"/>
                    <a:pt x="4971" y="4890"/>
                    <a:pt x="4971" y="4823"/>
                  </a:cubicBezTo>
                  <a:cubicBezTo>
                    <a:pt x="5071" y="4623"/>
                    <a:pt x="5138" y="4423"/>
                    <a:pt x="5238" y="4256"/>
                  </a:cubicBezTo>
                  <a:cubicBezTo>
                    <a:pt x="5338" y="4089"/>
                    <a:pt x="5405" y="3956"/>
                    <a:pt x="5471" y="3789"/>
                  </a:cubicBezTo>
                  <a:cubicBezTo>
                    <a:pt x="5638" y="3422"/>
                    <a:pt x="5705" y="3055"/>
                    <a:pt x="5738" y="2655"/>
                  </a:cubicBezTo>
                  <a:cubicBezTo>
                    <a:pt x="5767" y="1153"/>
                    <a:pt x="4545" y="1"/>
                    <a:pt x="313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20"/>
            <p:cNvSpPr/>
            <p:nvPr/>
          </p:nvSpPr>
          <p:spPr>
            <a:xfrm>
              <a:off x="3005650" y="2170125"/>
              <a:ext cx="14200" cy="46925"/>
            </a:xfrm>
            <a:custGeom>
              <a:rect b="b" l="l" r="r" t="t"/>
              <a:pathLst>
                <a:path extrusionOk="0" h="1877" w="568">
                  <a:moveTo>
                    <a:pt x="284" y="0"/>
                  </a:moveTo>
                  <a:cubicBezTo>
                    <a:pt x="142" y="0"/>
                    <a:pt x="1" y="92"/>
                    <a:pt x="1" y="276"/>
                  </a:cubicBezTo>
                  <a:lnTo>
                    <a:pt x="1" y="1576"/>
                  </a:lnTo>
                  <a:cubicBezTo>
                    <a:pt x="1" y="1743"/>
                    <a:pt x="134" y="1877"/>
                    <a:pt x="301" y="1877"/>
                  </a:cubicBezTo>
                  <a:cubicBezTo>
                    <a:pt x="434" y="1877"/>
                    <a:pt x="568" y="1743"/>
                    <a:pt x="568" y="1576"/>
                  </a:cubicBezTo>
                  <a:lnTo>
                    <a:pt x="568" y="276"/>
                  </a:lnTo>
                  <a:cubicBezTo>
                    <a:pt x="568" y="92"/>
                    <a:pt x="426" y="0"/>
                    <a:pt x="28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20"/>
            <p:cNvSpPr/>
            <p:nvPr/>
          </p:nvSpPr>
          <p:spPr>
            <a:xfrm>
              <a:off x="2901400" y="2277875"/>
              <a:ext cx="41525" cy="14275"/>
            </a:xfrm>
            <a:custGeom>
              <a:rect b="b" l="l" r="r" t="t"/>
              <a:pathLst>
                <a:path extrusionOk="0" h="571" w="1661">
                  <a:moveTo>
                    <a:pt x="1360" y="0"/>
                  </a:moveTo>
                  <a:cubicBezTo>
                    <a:pt x="1352" y="0"/>
                    <a:pt x="1344" y="1"/>
                    <a:pt x="1335" y="2"/>
                  </a:cubicBezTo>
                  <a:lnTo>
                    <a:pt x="334" y="2"/>
                  </a:lnTo>
                  <a:cubicBezTo>
                    <a:pt x="1" y="35"/>
                    <a:pt x="1" y="535"/>
                    <a:pt x="334" y="569"/>
                  </a:cubicBezTo>
                  <a:lnTo>
                    <a:pt x="1335" y="569"/>
                  </a:lnTo>
                  <a:cubicBezTo>
                    <a:pt x="1344" y="570"/>
                    <a:pt x="1352" y="570"/>
                    <a:pt x="1360" y="570"/>
                  </a:cubicBezTo>
                  <a:cubicBezTo>
                    <a:pt x="1660" y="570"/>
                    <a:pt x="1660" y="0"/>
                    <a:pt x="136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20"/>
            <p:cNvSpPr/>
            <p:nvPr/>
          </p:nvSpPr>
          <p:spPr>
            <a:xfrm>
              <a:off x="3079875" y="2278600"/>
              <a:ext cx="41725" cy="13500"/>
            </a:xfrm>
            <a:custGeom>
              <a:rect b="b" l="l" r="r" t="t"/>
              <a:pathLst>
                <a:path extrusionOk="0" h="540" w="1669">
                  <a:moveTo>
                    <a:pt x="1419" y="1"/>
                  </a:moveTo>
                  <a:cubicBezTo>
                    <a:pt x="1402" y="1"/>
                    <a:pt x="1385" y="3"/>
                    <a:pt x="1368" y="6"/>
                  </a:cubicBezTo>
                  <a:lnTo>
                    <a:pt x="367" y="6"/>
                  </a:lnTo>
                  <a:cubicBezTo>
                    <a:pt x="0" y="6"/>
                    <a:pt x="0" y="540"/>
                    <a:pt x="367" y="540"/>
                  </a:cubicBezTo>
                  <a:lnTo>
                    <a:pt x="1368" y="540"/>
                  </a:lnTo>
                  <a:cubicBezTo>
                    <a:pt x="1535" y="540"/>
                    <a:pt x="1668" y="406"/>
                    <a:pt x="1668" y="273"/>
                  </a:cubicBezTo>
                  <a:cubicBezTo>
                    <a:pt x="1668" y="124"/>
                    <a:pt x="1561" y="1"/>
                    <a:pt x="141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20"/>
            <p:cNvSpPr/>
            <p:nvPr/>
          </p:nvSpPr>
          <p:spPr>
            <a:xfrm>
              <a:off x="2924750" y="2199525"/>
              <a:ext cx="37550" cy="35050"/>
            </a:xfrm>
            <a:custGeom>
              <a:rect b="b" l="l" r="r" t="t"/>
              <a:pathLst>
                <a:path extrusionOk="0" h="1402" w="1502">
                  <a:moveTo>
                    <a:pt x="322" y="0"/>
                  </a:moveTo>
                  <a:cubicBezTo>
                    <a:pt x="251" y="0"/>
                    <a:pt x="184" y="34"/>
                    <a:pt x="134" y="100"/>
                  </a:cubicBezTo>
                  <a:cubicBezTo>
                    <a:pt x="1" y="200"/>
                    <a:pt x="1" y="400"/>
                    <a:pt x="134" y="501"/>
                  </a:cubicBezTo>
                  <a:lnTo>
                    <a:pt x="935" y="1301"/>
                  </a:lnTo>
                  <a:cubicBezTo>
                    <a:pt x="1002" y="1368"/>
                    <a:pt x="1068" y="1401"/>
                    <a:pt x="1135" y="1401"/>
                  </a:cubicBezTo>
                  <a:lnTo>
                    <a:pt x="1135" y="1368"/>
                  </a:lnTo>
                  <a:cubicBezTo>
                    <a:pt x="1369" y="1368"/>
                    <a:pt x="1502" y="1068"/>
                    <a:pt x="1335" y="901"/>
                  </a:cubicBezTo>
                  <a:lnTo>
                    <a:pt x="535" y="100"/>
                  </a:lnTo>
                  <a:cubicBezTo>
                    <a:pt x="468" y="34"/>
                    <a:pt x="393" y="0"/>
                    <a:pt x="32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20"/>
            <p:cNvSpPr/>
            <p:nvPr/>
          </p:nvSpPr>
          <p:spPr>
            <a:xfrm>
              <a:off x="3066525" y="2199825"/>
              <a:ext cx="37675" cy="34750"/>
            </a:xfrm>
            <a:custGeom>
              <a:rect b="b" l="l" r="r" t="t"/>
              <a:pathLst>
                <a:path extrusionOk="0" h="1390" w="1507">
                  <a:moveTo>
                    <a:pt x="1099" y="0"/>
                  </a:moveTo>
                  <a:cubicBezTo>
                    <a:pt x="1032" y="0"/>
                    <a:pt x="963" y="26"/>
                    <a:pt x="901" y="88"/>
                  </a:cubicBezTo>
                  <a:lnTo>
                    <a:pt x="101" y="922"/>
                  </a:lnTo>
                  <a:cubicBezTo>
                    <a:pt x="1" y="1022"/>
                    <a:pt x="1" y="1189"/>
                    <a:pt x="101" y="1289"/>
                  </a:cubicBezTo>
                  <a:cubicBezTo>
                    <a:pt x="167" y="1356"/>
                    <a:pt x="234" y="1389"/>
                    <a:pt x="301" y="1389"/>
                  </a:cubicBezTo>
                  <a:cubicBezTo>
                    <a:pt x="368" y="1389"/>
                    <a:pt x="434" y="1356"/>
                    <a:pt x="501" y="1289"/>
                  </a:cubicBezTo>
                  <a:lnTo>
                    <a:pt x="1302" y="489"/>
                  </a:lnTo>
                  <a:cubicBezTo>
                    <a:pt x="1506" y="284"/>
                    <a:pt x="1318" y="0"/>
                    <a:pt x="109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20"/>
            <p:cNvSpPr/>
            <p:nvPr/>
          </p:nvSpPr>
          <p:spPr>
            <a:xfrm>
              <a:off x="3042350" y="1817625"/>
              <a:ext cx="344175" cy="294350"/>
            </a:xfrm>
            <a:custGeom>
              <a:rect b="b" l="l" r="r" t="t"/>
              <a:pathLst>
                <a:path extrusionOk="0" h="11774" w="13767">
                  <a:moveTo>
                    <a:pt x="7819" y="1"/>
                  </a:moveTo>
                  <a:cubicBezTo>
                    <a:pt x="6389" y="1"/>
                    <a:pt x="4931" y="526"/>
                    <a:pt x="3736" y="1700"/>
                  </a:cubicBezTo>
                  <a:cubicBezTo>
                    <a:pt x="0" y="5369"/>
                    <a:pt x="2569" y="11740"/>
                    <a:pt x="7806" y="11774"/>
                  </a:cubicBezTo>
                  <a:cubicBezTo>
                    <a:pt x="7827" y="11774"/>
                    <a:pt x="7847" y="11774"/>
                    <a:pt x="7868" y="11774"/>
                  </a:cubicBezTo>
                  <a:cubicBezTo>
                    <a:pt x="11108" y="11774"/>
                    <a:pt x="13710" y="9184"/>
                    <a:pt x="13743" y="5936"/>
                  </a:cubicBezTo>
                  <a:cubicBezTo>
                    <a:pt x="13766" y="2374"/>
                    <a:pt x="10857" y="1"/>
                    <a:pt x="7819"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20"/>
            <p:cNvSpPr/>
            <p:nvPr/>
          </p:nvSpPr>
          <p:spPr>
            <a:xfrm>
              <a:off x="3126575" y="1886775"/>
              <a:ext cx="224350" cy="161000"/>
            </a:xfrm>
            <a:custGeom>
              <a:rect b="b" l="l" r="r" t="t"/>
              <a:pathLst>
                <a:path extrusionOk="0" h="6440" w="8974">
                  <a:moveTo>
                    <a:pt x="3475" y="0"/>
                  </a:moveTo>
                  <a:cubicBezTo>
                    <a:pt x="3401" y="0"/>
                    <a:pt x="3321" y="21"/>
                    <a:pt x="3236" y="68"/>
                  </a:cubicBezTo>
                  <a:cubicBezTo>
                    <a:pt x="0" y="1502"/>
                    <a:pt x="934" y="6339"/>
                    <a:pt x="4470" y="6439"/>
                  </a:cubicBezTo>
                  <a:cubicBezTo>
                    <a:pt x="7873" y="6372"/>
                    <a:pt x="8973" y="1836"/>
                    <a:pt x="6005" y="201"/>
                  </a:cubicBezTo>
                  <a:cubicBezTo>
                    <a:pt x="5940" y="177"/>
                    <a:pt x="5878" y="166"/>
                    <a:pt x="5820" y="166"/>
                  </a:cubicBezTo>
                  <a:cubicBezTo>
                    <a:pt x="5401" y="166"/>
                    <a:pt x="5190" y="742"/>
                    <a:pt x="5571" y="1035"/>
                  </a:cubicBezTo>
                  <a:cubicBezTo>
                    <a:pt x="7797" y="2148"/>
                    <a:pt x="6971" y="5509"/>
                    <a:pt x="4545" y="5509"/>
                  </a:cubicBezTo>
                  <a:cubicBezTo>
                    <a:pt x="4498" y="5509"/>
                    <a:pt x="4451" y="5508"/>
                    <a:pt x="4403" y="5505"/>
                  </a:cubicBezTo>
                  <a:cubicBezTo>
                    <a:pt x="1835" y="5405"/>
                    <a:pt x="1235" y="1903"/>
                    <a:pt x="3603" y="935"/>
                  </a:cubicBezTo>
                  <a:cubicBezTo>
                    <a:pt x="4147" y="763"/>
                    <a:pt x="3929" y="0"/>
                    <a:pt x="347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20"/>
            <p:cNvSpPr/>
            <p:nvPr/>
          </p:nvSpPr>
          <p:spPr>
            <a:xfrm>
              <a:off x="3227475" y="1856575"/>
              <a:ext cx="23800" cy="94450"/>
            </a:xfrm>
            <a:custGeom>
              <a:rect b="b" l="l" r="r" t="t"/>
              <a:pathLst>
                <a:path extrusionOk="0" h="3778" w="952">
                  <a:moveTo>
                    <a:pt x="480" y="0"/>
                  </a:moveTo>
                  <a:cubicBezTo>
                    <a:pt x="242" y="0"/>
                    <a:pt x="1" y="158"/>
                    <a:pt x="1" y="475"/>
                  </a:cubicBezTo>
                  <a:lnTo>
                    <a:pt x="1" y="3311"/>
                  </a:lnTo>
                  <a:cubicBezTo>
                    <a:pt x="1" y="3578"/>
                    <a:pt x="201" y="3778"/>
                    <a:pt x="468" y="3778"/>
                  </a:cubicBezTo>
                  <a:cubicBezTo>
                    <a:pt x="734" y="3778"/>
                    <a:pt x="935" y="3544"/>
                    <a:pt x="935" y="3311"/>
                  </a:cubicBezTo>
                  <a:lnTo>
                    <a:pt x="935" y="475"/>
                  </a:lnTo>
                  <a:cubicBezTo>
                    <a:pt x="951" y="158"/>
                    <a:pt x="718" y="0"/>
                    <a:pt x="48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20"/>
            <p:cNvSpPr/>
            <p:nvPr/>
          </p:nvSpPr>
          <p:spPr>
            <a:xfrm>
              <a:off x="3099875" y="2864700"/>
              <a:ext cx="336100" cy="294525"/>
            </a:xfrm>
            <a:custGeom>
              <a:rect b="b" l="l" r="r" t="t"/>
              <a:pathLst>
                <a:path extrusionOk="0" h="11781" w="13444">
                  <a:moveTo>
                    <a:pt x="6692" y="0"/>
                  </a:moveTo>
                  <a:cubicBezTo>
                    <a:pt x="5807" y="0"/>
                    <a:pt x="4911" y="197"/>
                    <a:pt x="4070" y="613"/>
                  </a:cubicBezTo>
                  <a:cubicBezTo>
                    <a:pt x="1168" y="2080"/>
                    <a:pt x="1" y="5616"/>
                    <a:pt x="1435" y="8518"/>
                  </a:cubicBezTo>
                  <a:cubicBezTo>
                    <a:pt x="2477" y="10578"/>
                    <a:pt x="4560" y="11781"/>
                    <a:pt x="6720" y="11781"/>
                  </a:cubicBezTo>
                  <a:cubicBezTo>
                    <a:pt x="7603" y="11781"/>
                    <a:pt x="8499" y="11580"/>
                    <a:pt x="9341" y="11154"/>
                  </a:cubicBezTo>
                  <a:cubicBezTo>
                    <a:pt x="12243" y="9719"/>
                    <a:pt x="13444" y="6150"/>
                    <a:pt x="11976" y="3248"/>
                  </a:cubicBezTo>
                  <a:cubicBezTo>
                    <a:pt x="10957" y="1186"/>
                    <a:pt x="8861" y="0"/>
                    <a:pt x="6692"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20"/>
            <p:cNvSpPr/>
            <p:nvPr/>
          </p:nvSpPr>
          <p:spPr>
            <a:xfrm>
              <a:off x="3186625" y="2904200"/>
              <a:ext cx="145125" cy="184300"/>
            </a:xfrm>
            <a:custGeom>
              <a:rect b="b" l="l" r="r" t="t"/>
              <a:pathLst>
                <a:path extrusionOk="0" h="7372" w="5805">
                  <a:moveTo>
                    <a:pt x="5170" y="3269"/>
                  </a:moveTo>
                  <a:cubicBezTo>
                    <a:pt x="5204" y="3269"/>
                    <a:pt x="5237" y="3302"/>
                    <a:pt x="5237" y="3336"/>
                  </a:cubicBezTo>
                  <a:lnTo>
                    <a:pt x="5237" y="6738"/>
                  </a:lnTo>
                  <a:cubicBezTo>
                    <a:pt x="5237" y="6805"/>
                    <a:pt x="5204" y="6838"/>
                    <a:pt x="5170" y="6838"/>
                  </a:cubicBezTo>
                  <a:lnTo>
                    <a:pt x="1768" y="6838"/>
                  </a:lnTo>
                  <a:cubicBezTo>
                    <a:pt x="1735" y="6838"/>
                    <a:pt x="1701" y="6805"/>
                    <a:pt x="1701" y="6738"/>
                  </a:cubicBezTo>
                  <a:lnTo>
                    <a:pt x="1701" y="3336"/>
                  </a:lnTo>
                  <a:cubicBezTo>
                    <a:pt x="1701" y="3302"/>
                    <a:pt x="1735" y="3269"/>
                    <a:pt x="1768" y="3269"/>
                  </a:cubicBezTo>
                  <a:close/>
                  <a:moveTo>
                    <a:pt x="1568" y="0"/>
                  </a:moveTo>
                  <a:cubicBezTo>
                    <a:pt x="701" y="0"/>
                    <a:pt x="0" y="701"/>
                    <a:pt x="0" y="1568"/>
                  </a:cubicBezTo>
                  <a:lnTo>
                    <a:pt x="0" y="3002"/>
                  </a:lnTo>
                  <a:cubicBezTo>
                    <a:pt x="0" y="3186"/>
                    <a:pt x="142" y="3277"/>
                    <a:pt x="284" y="3277"/>
                  </a:cubicBezTo>
                  <a:cubicBezTo>
                    <a:pt x="425" y="3277"/>
                    <a:pt x="567" y="3186"/>
                    <a:pt x="567" y="3002"/>
                  </a:cubicBezTo>
                  <a:lnTo>
                    <a:pt x="567" y="1568"/>
                  </a:lnTo>
                  <a:cubicBezTo>
                    <a:pt x="567" y="1001"/>
                    <a:pt x="1001" y="567"/>
                    <a:pt x="1568" y="567"/>
                  </a:cubicBezTo>
                  <a:lnTo>
                    <a:pt x="1668" y="567"/>
                  </a:lnTo>
                  <a:cubicBezTo>
                    <a:pt x="2202" y="567"/>
                    <a:pt x="2669" y="1034"/>
                    <a:pt x="2669" y="1568"/>
                  </a:cubicBezTo>
                  <a:lnTo>
                    <a:pt x="2669" y="2702"/>
                  </a:lnTo>
                  <a:lnTo>
                    <a:pt x="1768" y="2702"/>
                  </a:lnTo>
                  <a:cubicBezTo>
                    <a:pt x="1434" y="2702"/>
                    <a:pt x="1134" y="3002"/>
                    <a:pt x="1134" y="3336"/>
                  </a:cubicBezTo>
                  <a:lnTo>
                    <a:pt x="1134" y="6738"/>
                  </a:lnTo>
                  <a:cubicBezTo>
                    <a:pt x="1134" y="7105"/>
                    <a:pt x="1434" y="7372"/>
                    <a:pt x="1768" y="7372"/>
                  </a:cubicBezTo>
                  <a:lnTo>
                    <a:pt x="5170" y="7372"/>
                  </a:lnTo>
                  <a:cubicBezTo>
                    <a:pt x="5537" y="7372"/>
                    <a:pt x="5804" y="7105"/>
                    <a:pt x="5804" y="6738"/>
                  </a:cubicBezTo>
                  <a:lnTo>
                    <a:pt x="5804" y="3336"/>
                  </a:lnTo>
                  <a:cubicBezTo>
                    <a:pt x="5804" y="3002"/>
                    <a:pt x="5537" y="2702"/>
                    <a:pt x="5170" y="2702"/>
                  </a:cubicBezTo>
                  <a:lnTo>
                    <a:pt x="3236" y="2702"/>
                  </a:lnTo>
                  <a:lnTo>
                    <a:pt x="3236" y="1601"/>
                  </a:lnTo>
                  <a:cubicBezTo>
                    <a:pt x="3236" y="734"/>
                    <a:pt x="2535" y="0"/>
                    <a:pt x="1668"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20"/>
            <p:cNvSpPr/>
            <p:nvPr/>
          </p:nvSpPr>
          <p:spPr>
            <a:xfrm>
              <a:off x="3257500" y="3010100"/>
              <a:ext cx="32550" cy="42550"/>
            </a:xfrm>
            <a:custGeom>
              <a:rect b="b" l="l" r="r" t="t"/>
              <a:pathLst>
                <a:path extrusionOk="0" h="1702" w="1302">
                  <a:moveTo>
                    <a:pt x="634" y="0"/>
                  </a:moveTo>
                  <a:cubicBezTo>
                    <a:pt x="134" y="0"/>
                    <a:pt x="0" y="701"/>
                    <a:pt x="467" y="901"/>
                  </a:cubicBezTo>
                  <a:lnTo>
                    <a:pt x="467" y="1702"/>
                  </a:lnTo>
                  <a:lnTo>
                    <a:pt x="834" y="1702"/>
                  </a:lnTo>
                  <a:lnTo>
                    <a:pt x="834" y="934"/>
                  </a:lnTo>
                  <a:cubicBezTo>
                    <a:pt x="1301" y="701"/>
                    <a:pt x="1168" y="0"/>
                    <a:pt x="63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20"/>
            <p:cNvSpPr/>
            <p:nvPr/>
          </p:nvSpPr>
          <p:spPr>
            <a:xfrm>
              <a:off x="2843025" y="2539250"/>
              <a:ext cx="330275" cy="294500"/>
            </a:xfrm>
            <a:custGeom>
              <a:rect b="b" l="l" r="r" t="t"/>
              <a:pathLst>
                <a:path extrusionOk="0" h="11780" w="13211">
                  <a:moveTo>
                    <a:pt x="6617" y="1"/>
                  </a:moveTo>
                  <a:cubicBezTo>
                    <a:pt x="6017" y="1"/>
                    <a:pt x="5407" y="93"/>
                    <a:pt x="4804" y="288"/>
                  </a:cubicBezTo>
                  <a:cubicBezTo>
                    <a:pt x="1702" y="1255"/>
                    <a:pt x="1" y="4591"/>
                    <a:pt x="1002" y="7693"/>
                  </a:cubicBezTo>
                  <a:cubicBezTo>
                    <a:pt x="1810" y="10171"/>
                    <a:pt x="4119" y="11780"/>
                    <a:pt x="6612" y="11780"/>
                  </a:cubicBezTo>
                  <a:cubicBezTo>
                    <a:pt x="7206" y="11780"/>
                    <a:pt x="7810" y="11688"/>
                    <a:pt x="8407" y="11496"/>
                  </a:cubicBezTo>
                  <a:cubicBezTo>
                    <a:pt x="11509" y="10495"/>
                    <a:pt x="13210" y="7193"/>
                    <a:pt x="12210" y="4090"/>
                  </a:cubicBezTo>
                  <a:cubicBezTo>
                    <a:pt x="11403" y="1591"/>
                    <a:pt x="9103" y="1"/>
                    <a:pt x="6617"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20"/>
            <p:cNvSpPr/>
            <p:nvPr/>
          </p:nvSpPr>
          <p:spPr>
            <a:xfrm>
              <a:off x="2927525" y="2583125"/>
              <a:ext cx="139850" cy="198500"/>
            </a:xfrm>
            <a:custGeom>
              <a:rect b="b" l="l" r="r" t="t"/>
              <a:pathLst>
                <a:path extrusionOk="0" h="7940" w="5594">
                  <a:moveTo>
                    <a:pt x="2825" y="634"/>
                  </a:moveTo>
                  <a:cubicBezTo>
                    <a:pt x="3092" y="634"/>
                    <a:pt x="3326" y="868"/>
                    <a:pt x="3326" y="1135"/>
                  </a:cubicBezTo>
                  <a:lnTo>
                    <a:pt x="3292" y="4570"/>
                  </a:lnTo>
                  <a:lnTo>
                    <a:pt x="3459" y="4670"/>
                  </a:lnTo>
                  <a:cubicBezTo>
                    <a:pt x="4727" y="5371"/>
                    <a:pt x="4193" y="7272"/>
                    <a:pt x="2759" y="7272"/>
                  </a:cubicBezTo>
                  <a:cubicBezTo>
                    <a:pt x="1991" y="7239"/>
                    <a:pt x="1391" y="6605"/>
                    <a:pt x="1391" y="5871"/>
                  </a:cubicBezTo>
                  <a:cubicBezTo>
                    <a:pt x="1391" y="5371"/>
                    <a:pt x="1658" y="4904"/>
                    <a:pt x="2091" y="4670"/>
                  </a:cubicBezTo>
                  <a:lnTo>
                    <a:pt x="2258" y="4570"/>
                  </a:lnTo>
                  <a:lnTo>
                    <a:pt x="2325" y="1135"/>
                  </a:lnTo>
                  <a:cubicBezTo>
                    <a:pt x="2325" y="868"/>
                    <a:pt x="2558" y="634"/>
                    <a:pt x="2825" y="634"/>
                  </a:cubicBezTo>
                  <a:close/>
                  <a:moveTo>
                    <a:pt x="2815" y="0"/>
                  </a:moveTo>
                  <a:cubicBezTo>
                    <a:pt x="2246" y="0"/>
                    <a:pt x="1674" y="376"/>
                    <a:pt x="1658" y="1135"/>
                  </a:cubicBezTo>
                  <a:lnTo>
                    <a:pt x="1658" y="1368"/>
                  </a:lnTo>
                  <a:lnTo>
                    <a:pt x="957" y="1368"/>
                  </a:lnTo>
                  <a:cubicBezTo>
                    <a:pt x="791" y="1368"/>
                    <a:pt x="657" y="1502"/>
                    <a:pt x="624" y="1702"/>
                  </a:cubicBezTo>
                  <a:cubicBezTo>
                    <a:pt x="624" y="1868"/>
                    <a:pt x="791" y="2002"/>
                    <a:pt x="957" y="2035"/>
                  </a:cubicBezTo>
                  <a:lnTo>
                    <a:pt x="1658" y="2035"/>
                  </a:lnTo>
                  <a:lnTo>
                    <a:pt x="1658" y="2502"/>
                  </a:lnTo>
                  <a:lnTo>
                    <a:pt x="957" y="2502"/>
                  </a:lnTo>
                  <a:cubicBezTo>
                    <a:pt x="791" y="2502"/>
                    <a:pt x="624" y="2636"/>
                    <a:pt x="624" y="2802"/>
                  </a:cubicBezTo>
                  <a:cubicBezTo>
                    <a:pt x="624" y="3003"/>
                    <a:pt x="757" y="3136"/>
                    <a:pt x="957" y="3136"/>
                  </a:cubicBezTo>
                  <a:lnTo>
                    <a:pt x="1658" y="3136"/>
                  </a:lnTo>
                  <a:lnTo>
                    <a:pt x="1658" y="3603"/>
                  </a:lnTo>
                  <a:lnTo>
                    <a:pt x="957" y="3603"/>
                  </a:lnTo>
                  <a:cubicBezTo>
                    <a:pt x="557" y="3670"/>
                    <a:pt x="557" y="4237"/>
                    <a:pt x="957" y="4270"/>
                  </a:cubicBezTo>
                  <a:lnTo>
                    <a:pt x="1591" y="4270"/>
                  </a:lnTo>
                  <a:cubicBezTo>
                    <a:pt x="0" y="5430"/>
                    <a:pt x="846" y="7940"/>
                    <a:pt x="2787" y="7940"/>
                  </a:cubicBezTo>
                  <a:cubicBezTo>
                    <a:pt x="2800" y="7940"/>
                    <a:pt x="2812" y="7940"/>
                    <a:pt x="2825" y="7939"/>
                  </a:cubicBezTo>
                  <a:cubicBezTo>
                    <a:pt x="4827" y="7906"/>
                    <a:pt x="5594" y="5338"/>
                    <a:pt x="3959" y="4203"/>
                  </a:cubicBezTo>
                  <a:lnTo>
                    <a:pt x="3926" y="4203"/>
                  </a:lnTo>
                  <a:lnTo>
                    <a:pt x="3959" y="1168"/>
                  </a:lnTo>
                  <a:cubicBezTo>
                    <a:pt x="3976" y="392"/>
                    <a:pt x="3397" y="0"/>
                    <a:pt x="281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20"/>
            <p:cNvSpPr/>
            <p:nvPr/>
          </p:nvSpPr>
          <p:spPr>
            <a:xfrm>
              <a:off x="3028400" y="2603125"/>
              <a:ext cx="75675" cy="64200"/>
            </a:xfrm>
            <a:custGeom>
              <a:rect b="b" l="l" r="r" t="t"/>
              <a:pathLst>
                <a:path extrusionOk="0" h="2568" w="3027">
                  <a:moveTo>
                    <a:pt x="1701" y="626"/>
                  </a:moveTo>
                  <a:cubicBezTo>
                    <a:pt x="2051" y="626"/>
                    <a:pt x="2383" y="907"/>
                    <a:pt x="2360" y="1302"/>
                  </a:cubicBezTo>
                  <a:cubicBezTo>
                    <a:pt x="2360" y="1636"/>
                    <a:pt x="2059" y="1936"/>
                    <a:pt x="1726" y="1936"/>
                  </a:cubicBezTo>
                  <a:cubicBezTo>
                    <a:pt x="1125" y="1936"/>
                    <a:pt x="858" y="1202"/>
                    <a:pt x="1259" y="802"/>
                  </a:cubicBezTo>
                  <a:cubicBezTo>
                    <a:pt x="1391" y="680"/>
                    <a:pt x="1547" y="626"/>
                    <a:pt x="1701" y="626"/>
                  </a:cubicBezTo>
                  <a:close/>
                  <a:moveTo>
                    <a:pt x="1686" y="0"/>
                  </a:moveTo>
                  <a:cubicBezTo>
                    <a:pt x="578" y="0"/>
                    <a:pt x="1" y="1378"/>
                    <a:pt x="792" y="2169"/>
                  </a:cubicBezTo>
                  <a:cubicBezTo>
                    <a:pt x="1056" y="2445"/>
                    <a:pt x="1386" y="2567"/>
                    <a:pt x="1710" y="2567"/>
                  </a:cubicBezTo>
                  <a:cubicBezTo>
                    <a:pt x="2368" y="2567"/>
                    <a:pt x="3004" y="2062"/>
                    <a:pt x="3027" y="1302"/>
                  </a:cubicBezTo>
                  <a:cubicBezTo>
                    <a:pt x="3027" y="601"/>
                    <a:pt x="2460" y="1"/>
                    <a:pt x="1726" y="1"/>
                  </a:cubicBezTo>
                  <a:cubicBezTo>
                    <a:pt x="1712" y="1"/>
                    <a:pt x="1699" y="0"/>
                    <a:pt x="168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20"/>
            <p:cNvSpPr/>
            <p:nvPr/>
          </p:nvSpPr>
          <p:spPr>
            <a:xfrm>
              <a:off x="3493500" y="1683775"/>
              <a:ext cx="326925" cy="294375"/>
            </a:xfrm>
            <a:custGeom>
              <a:rect b="b" l="l" r="r" t="t"/>
              <a:pathLst>
                <a:path extrusionOk="0" h="11775" w="13077">
                  <a:moveTo>
                    <a:pt x="6562" y="1"/>
                  </a:moveTo>
                  <a:cubicBezTo>
                    <a:pt x="3975" y="1"/>
                    <a:pt x="1590" y="1709"/>
                    <a:pt x="868" y="4318"/>
                  </a:cubicBezTo>
                  <a:cubicBezTo>
                    <a:pt x="0" y="7421"/>
                    <a:pt x="1802" y="10690"/>
                    <a:pt x="4937" y="11557"/>
                  </a:cubicBezTo>
                  <a:cubicBezTo>
                    <a:pt x="5469" y="11704"/>
                    <a:pt x="6004" y="11775"/>
                    <a:pt x="6530" y="11775"/>
                  </a:cubicBezTo>
                  <a:cubicBezTo>
                    <a:pt x="9104" y="11775"/>
                    <a:pt x="11461" y="10091"/>
                    <a:pt x="12209" y="7487"/>
                  </a:cubicBezTo>
                  <a:cubicBezTo>
                    <a:pt x="13076" y="4352"/>
                    <a:pt x="11242" y="1116"/>
                    <a:pt x="8140" y="216"/>
                  </a:cubicBezTo>
                  <a:cubicBezTo>
                    <a:pt x="7613" y="70"/>
                    <a:pt x="7084" y="1"/>
                    <a:pt x="6562"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20"/>
            <p:cNvSpPr/>
            <p:nvPr/>
          </p:nvSpPr>
          <p:spPr>
            <a:xfrm>
              <a:off x="3541875" y="1736675"/>
              <a:ext cx="186825" cy="161225"/>
            </a:xfrm>
            <a:custGeom>
              <a:rect b="b" l="l" r="r" t="t"/>
              <a:pathLst>
                <a:path extrusionOk="0" h="6449" w="7473">
                  <a:moveTo>
                    <a:pt x="3036" y="601"/>
                  </a:moveTo>
                  <a:lnTo>
                    <a:pt x="6805" y="635"/>
                  </a:lnTo>
                  <a:lnTo>
                    <a:pt x="6805" y="1535"/>
                  </a:lnTo>
                  <a:lnTo>
                    <a:pt x="3036" y="1502"/>
                  </a:lnTo>
                  <a:lnTo>
                    <a:pt x="3036" y="601"/>
                  </a:lnTo>
                  <a:close/>
                  <a:moveTo>
                    <a:pt x="1767" y="4304"/>
                  </a:moveTo>
                  <a:cubicBezTo>
                    <a:pt x="2160" y="4304"/>
                    <a:pt x="2526" y="4620"/>
                    <a:pt x="2502" y="5071"/>
                  </a:cubicBezTo>
                  <a:cubicBezTo>
                    <a:pt x="2471" y="5468"/>
                    <a:pt x="2107" y="5780"/>
                    <a:pt x="1713" y="5780"/>
                  </a:cubicBezTo>
                  <a:cubicBezTo>
                    <a:pt x="1676" y="5780"/>
                    <a:pt x="1639" y="5777"/>
                    <a:pt x="1601" y="5772"/>
                  </a:cubicBezTo>
                  <a:cubicBezTo>
                    <a:pt x="968" y="5638"/>
                    <a:pt x="801" y="4838"/>
                    <a:pt x="1301" y="4471"/>
                  </a:cubicBezTo>
                  <a:cubicBezTo>
                    <a:pt x="1445" y="4356"/>
                    <a:pt x="1609" y="4304"/>
                    <a:pt x="1767" y="4304"/>
                  </a:cubicBezTo>
                  <a:close/>
                  <a:moveTo>
                    <a:pt x="6127" y="4318"/>
                  </a:moveTo>
                  <a:cubicBezTo>
                    <a:pt x="6514" y="4318"/>
                    <a:pt x="6872" y="4618"/>
                    <a:pt x="6872" y="5071"/>
                  </a:cubicBezTo>
                  <a:cubicBezTo>
                    <a:pt x="6808" y="5515"/>
                    <a:pt x="6444" y="5808"/>
                    <a:pt x="6037" y="5808"/>
                  </a:cubicBezTo>
                  <a:cubicBezTo>
                    <a:pt x="6015" y="5808"/>
                    <a:pt x="5993" y="5807"/>
                    <a:pt x="5971" y="5805"/>
                  </a:cubicBezTo>
                  <a:cubicBezTo>
                    <a:pt x="5337" y="5672"/>
                    <a:pt x="5171" y="4871"/>
                    <a:pt x="5671" y="4471"/>
                  </a:cubicBezTo>
                  <a:cubicBezTo>
                    <a:pt x="5814" y="4366"/>
                    <a:pt x="5973" y="4318"/>
                    <a:pt x="6127" y="4318"/>
                  </a:cubicBezTo>
                  <a:close/>
                  <a:moveTo>
                    <a:pt x="3036" y="1"/>
                  </a:moveTo>
                  <a:cubicBezTo>
                    <a:pt x="2702" y="1"/>
                    <a:pt x="2435" y="301"/>
                    <a:pt x="2402" y="635"/>
                  </a:cubicBezTo>
                  <a:lnTo>
                    <a:pt x="2402" y="1535"/>
                  </a:lnTo>
                  <a:lnTo>
                    <a:pt x="2402" y="3937"/>
                  </a:lnTo>
                  <a:cubicBezTo>
                    <a:pt x="2168" y="3804"/>
                    <a:pt x="1902" y="3737"/>
                    <a:pt x="1601" y="3737"/>
                  </a:cubicBezTo>
                  <a:cubicBezTo>
                    <a:pt x="434" y="3870"/>
                    <a:pt x="0" y="5305"/>
                    <a:pt x="867" y="6072"/>
                  </a:cubicBezTo>
                  <a:cubicBezTo>
                    <a:pt x="1136" y="6319"/>
                    <a:pt x="1455" y="6430"/>
                    <a:pt x="1767" y="6430"/>
                  </a:cubicBezTo>
                  <a:cubicBezTo>
                    <a:pt x="2467" y="6430"/>
                    <a:pt x="3136" y="5878"/>
                    <a:pt x="3136" y="5071"/>
                  </a:cubicBezTo>
                  <a:cubicBezTo>
                    <a:pt x="3136" y="4904"/>
                    <a:pt x="3102" y="4738"/>
                    <a:pt x="3036" y="4604"/>
                  </a:cubicBezTo>
                  <a:lnTo>
                    <a:pt x="3036" y="2169"/>
                  </a:lnTo>
                  <a:lnTo>
                    <a:pt x="6738" y="2202"/>
                  </a:lnTo>
                  <a:lnTo>
                    <a:pt x="6738" y="3970"/>
                  </a:lnTo>
                  <a:cubicBezTo>
                    <a:pt x="6505" y="3837"/>
                    <a:pt x="6238" y="3770"/>
                    <a:pt x="5938" y="3770"/>
                  </a:cubicBezTo>
                  <a:cubicBezTo>
                    <a:pt x="4770" y="3904"/>
                    <a:pt x="4337" y="5338"/>
                    <a:pt x="5204" y="6105"/>
                  </a:cubicBezTo>
                  <a:cubicBezTo>
                    <a:pt x="5471" y="6342"/>
                    <a:pt x="5786" y="6448"/>
                    <a:pt x="6095" y="6448"/>
                  </a:cubicBezTo>
                  <a:cubicBezTo>
                    <a:pt x="6788" y="6448"/>
                    <a:pt x="7449" y="5912"/>
                    <a:pt x="7472" y="5105"/>
                  </a:cubicBezTo>
                  <a:cubicBezTo>
                    <a:pt x="7472" y="4938"/>
                    <a:pt x="7439" y="4771"/>
                    <a:pt x="7405" y="4604"/>
                  </a:cubicBezTo>
                  <a:lnTo>
                    <a:pt x="7405" y="902"/>
                  </a:lnTo>
                  <a:lnTo>
                    <a:pt x="7405" y="635"/>
                  </a:lnTo>
                  <a:cubicBezTo>
                    <a:pt x="7405" y="301"/>
                    <a:pt x="7105" y="1"/>
                    <a:pt x="677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20"/>
            <p:cNvSpPr/>
            <p:nvPr/>
          </p:nvSpPr>
          <p:spPr>
            <a:xfrm>
              <a:off x="4416650" y="2388825"/>
              <a:ext cx="294400" cy="911500"/>
            </a:xfrm>
            <a:custGeom>
              <a:rect b="b" l="l" r="r" t="t"/>
              <a:pathLst>
                <a:path extrusionOk="0" h="36460" w="11776">
                  <a:moveTo>
                    <a:pt x="1102" y="0"/>
                  </a:moveTo>
                  <a:lnTo>
                    <a:pt x="1" y="15111"/>
                  </a:lnTo>
                  <a:lnTo>
                    <a:pt x="1669" y="17446"/>
                  </a:lnTo>
                  <a:lnTo>
                    <a:pt x="4671" y="24685"/>
                  </a:lnTo>
                  <a:lnTo>
                    <a:pt x="2336" y="34458"/>
                  </a:lnTo>
                  <a:lnTo>
                    <a:pt x="4437" y="36460"/>
                  </a:lnTo>
                  <a:cubicBezTo>
                    <a:pt x="4437" y="36460"/>
                    <a:pt x="11776" y="24451"/>
                    <a:pt x="11542" y="23117"/>
                  </a:cubicBezTo>
                  <a:cubicBezTo>
                    <a:pt x="11342" y="21783"/>
                    <a:pt x="4671" y="4670"/>
                    <a:pt x="3904" y="2769"/>
                  </a:cubicBezTo>
                  <a:cubicBezTo>
                    <a:pt x="3103" y="868"/>
                    <a:pt x="1102" y="0"/>
                    <a:pt x="1102"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20"/>
            <p:cNvSpPr/>
            <p:nvPr/>
          </p:nvSpPr>
          <p:spPr>
            <a:xfrm>
              <a:off x="4416650" y="2388825"/>
              <a:ext cx="294400" cy="911500"/>
            </a:xfrm>
            <a:custGeom>
              <a:rect b="b" l="l" r="r" t="t"/>
              <a:pathLst>
                <a:path extrusionOk="0" fill="none" h="36460" w="11776">
                  <a:moveTo>
                    <a:pt x="1102" y="0"/>
                  </a:moveTo>
                  <a:cubicBezTo>
                    <a:pt x="1102" y="0"/>
                    <a:pt x="3103" y="868"/>
                    <a:pt x="3904" y="2769"/>
                  </a:cubicBezTo>
                  <a:cubicBezTo>
                    <a:pt x="4671" y="4670"/>
                    <a:pt x="11342" y="21783"/>
                    <a:pt x="11542" y="23117"/>
                  </a:cubicBezTo>
                  <a:cubicBezTo>
                    <a:pt x="11776" y="24451"/>
                    <a:pt x="4437" y="36460"/>
                    <a:pt x="4437" y="36460"/>
                  </a:cubicBezTo>
                  <a:lnTo>
                    <a:pt x="2336" y="34458"/>
                  </a:lnTo>
                  <a:lnTo>
                    <a:pt x="4671" y="24685"/>
                  </a:lnTo>
                  <a:lnTo>
                    <a:pt x="1669" y="17446"/>
                  </a:lnTo>
                  <a:lnTo>
                    <a:pt x="1" y="15111"/>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20"/>
            <p:cNvSpPr/>
            <p:nvPr/>
          </p:nvSpPr>
          <p:spPr>
            <a:xfrm>
              <a:off x="4475025" y="3049625"/>
              <a:ext cx="186825" cy="250700"/>
            </a:xfrm>
            <a:custGeom>
              <a:rect b="b" l="l" r="r" t="t"/>
              <a:pathLst>
                <a:path extrusionOk="0" h="10028" w="7473">
                  <a:moveTo>
                    <a:pt x="4164" y="1"/>
                  </a:moveTo>
                  <a:cubicBezTo>
                    <a:pt x="3023" y="1"/>
                    <a:pt x="2189" y="288"/>
                    <a:pt x="1802" y="454"/>
                  </a:cubicBezTo>
                  <a:lnTo>
                    <a:pt x="1" y="8026"/>
                  </a:lnTo>
                  <a:lnTo>
                    <a:pt x="2102" y="10028"/>
                  </a:lnTo>
                  <a:cubicBezTo>
                    <a:pt x="2102" y="10028"/>
                    <a:pt x="5338" y="4724"/>
                    <a:pt x="7473" y="788"/>
                  </a:cubicBezTo>
                  <a:cubicBezTo>
                    <a:pt x="6218" y="190"/>
                    <a:pt x="5090" y="1"/>
                    <a:pt x="4164"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20"/>
            <p:cNvSpPr/>
            <p:nvPr/>
          </p:nvSpPr>
          <p:spPr>
            <a:xfrm>
              <a:off x="3813725" y="3249425"/>
              <a:ext cx="712200" cy="1443575"/>
            </a:xfrm>
            <a:custGeom>
              <a:rect b="b" l="l" r="r" t="t"/>
              <a:pathLst>
                <a:path extrusionOk="0" h="57743" w="28488">
                  <a:moveTo>
                    <a:pt x="25586" y="1"/>
                  </a:moveTo>
                  <a:lnTo>
                    <a:pt x="1" y="1102"/>
                  </a:lnTo>
                  <a:lnTo>
                    <a:pt x="368" y="11209"/>
                  </a:lnTo>
                  <a:lnTo>
                    <a:pt x="2602" y="56608"/>
                  </a:lnTo>
                  <a:lnTo>
                    <a:pt x="9741" y="57742"/>
                  </a:lnTo>
                  <a:lnTo>
                    <a:pt x="12576" y="11342"/>
                  </a:lnTo>
                  <a:lnTo>
                    <a:pt x="14311" y="11109"/>
                  </a:lnTo>
                  <a:lnTo>
                    <a:pt x="20348" y="57242"/>
                  </a:lnTo>
                  <a:lnTo>
                    <a:pt x="26753" y="57008"/>
                  </a:lnTo>
                  <a:cubicBezTo>
                    <a:pt x="26753" y="57008"/>
                    <a:pt x="27754" y="10242"/>
                    <a:pt x="28121" y="8007"/>
                  </a:cubicBezTo>
                  <a:cubicBezTo>
                    <a:pt x="28488" y="5805"/>
                    <a:pt x="25586" y="1"/>
                    <a:pt x="25586" y="1"/>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20"/>
            <p:cNvSpPr/>
            <p:nvPr/>
          </p:nvSpPr>
          <p:spPr>
            <a:xfrm>
              <a:off x="3866275" y="4149300"/>
              <a:ext cx="214325" cy="132575"/>
            </a:xfrm>
            <a:custGeom>
              <a:rect b="b" l="l" r="r" t="t"/>
              <a:pathLst>
                <a:path extrusionOk="0" h="5303" w="8573">
                  <a:moveTo>
                    <a:pt x="1127" y="0"/>
                  </a:moveTo>
                  <a:cubicBezTo>
                    <a:pt x="1048" y="0"/>
                    <a:pt x="982" y="63"/>
                    <a:pt x="867" y="165"/>
                  </a:cubicBezTo>
                  <a:cubicBezTo>
                    <a:pt x="601" y="332"/>
                    <a:pt x="300" y="465"/>
                    <a:pt x="0" y="532"/>
                  </a:cubicBezTo>
                  <a:lnTo>
                    <a:pt x="8573" y="5302"/>
                  </a:lnTo>
                  <a:cubicBezTo>
                    <a:pt x="8373" y="5135"/>
                    <a:pt x="8239" y="4902"/>
                    <a:pt x="8139" y="4668"/>
                  </a:cubicBezTo>
                  <a:cubicBezTo>
                    <a:pt x="8006" y="4268"/>
                    <a:pt x="7872" y="4435"/>
                    <a:pt x="7606" y="4068"/>
                  </a:cubicBezTo>
                  <a:cubicBezTo>
                    <a:pt x="7305" y="3734"/>
                    <a:pt x="6938" y="3501"/>
                    <a:pt x="6505" y="3367"/>
                  </a:cubicBezTo>
                  <a:cubicBezTo>
                    <a:pt x="6138" y="3201"/>
                    <a:pt x="6271" y="3034"/>
                    <a:pt x="6271" y="2333"/>
                  </a:cubicBezTo>
                  <a:cubicBezTo>
                    <a:pt x="6271" y="1985"/>
                    <a:pt x="6235" y="1882"/>
                    <a:pt x="6082" y="1882"/>
                  </a:cubicBezTo>
                  <a:cubicBezTo>
                    <a:pt x="5942" y="1882"/>
                    <a:pt x="5703" y="1969"/>
                    <a:pt x="5304" y="2033"/>
                  </a:cubicBezTo>
                  <a:cubicBezTo>
                    <a:pt x="5161" y="2057"/>
                    <a:pt x="5047" y="2069"/>
                    <a:pt x="4954" y="2069"/>
                  </a:cubicBezTo>
                  <a:cubicBezTo>
                    <a:pt x="4528" y="2069"/>
                    <a:pt x="4529" y="1814"/>
                    <a:pt x="4036" y="1266"/>
                  </a:cubicBezTo>
                  <a:cubicBezTo>
                    <a:pt x="3753" y="936"/>
                    <a:pt x="3641" y="806"/>
                    <a:pt x="3538" y="806"/>
                  </a:cubicBezTo>
                  <a:cubicBezTo>
                    <a:pt x="3423" y="806"/>
                    <a:pt x="3320" y="970"/>
                    <a:pt x="3002" y="1199"/>
                  </a:cubicBezTo>
                  <a:cubicBezTo>
                    <a:pt x="2812" y="1347"/>
                    <a:pt x="2702" y="1415"/>
                    <a:pt x="2618" y="1415"/>
                  </a:cubicBezTo>
                  <a:cubicBezTo>
                    <a:pt x="2435" y="1415"/>
                    <a:pt x="2370" y="1100"/>
                    <a:pt x="1868" y="599"/>
                  </a:cubicBezTo>
                  <a:cubicBezTo>
                    <a:pt x="1414" y="166"/>
                    <a:pt x="1254" y="0"/>
                    <a:pt x="1127" y="0"/>
                  </a:cubicBezTo>
                  <a:close/>
                </a:path>
              </a:pathLst>
            </a:custGeom>
            <a:solidFill>
              <a:srgbClr val="5E5E5E"/>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20"/>
            <p:cNvSpPr/>
            <p:nvPr/>
          </p:nvSpPr>
          <p:spPr>
            <a:xfrm>
              <a:off x="3867100" y="4165925"/>
              <a:ext cx="215175" cy="149575"/>
            </a:xfrm>
            <a:custGeom>
              <a:rect b="b" l="l" r="r" t="t"/>
              <a:pathLst>
                <a:path extrusionOk="0" h="5983" w="8607">
                  <a:moveTo>
                    <a:pt x="0" y="0"/>
                  </a:moveTo>
                  <a:lnTo>
                    <a:pt x="0" y="0"/>
                  </a:lnTo>
                  <a:cubicBezTo>
                    <a:pt x="334" y="501"/>
                    <a:pt x="568" y="1035"/>
                    <a:pt x="668" y="1635"/>
                  </a:cubicBezTo>
                  <a:cubicBezTo>
                    <a:pt x="834" y="2502"/>
                    <a:pt x="534" y="3203"/>
                    <a:pt x="1001" y="3603"/>
                  </a:cubicBezTo>
                  <a:cubicBezTo>
                    <a:pt x="1468" y="4003"/>
                    <a:pt x="1735" y="3837"/>
                    <a:pt x="1835" y="4203"/>
                  </a:cubicBezTo>
                  <a:cubicBezTo>
                    <a:pt x="1935" y="4537"/>
                    <a:pt x="1702" y="4904"/>
                    <a:pt x="1935" y="5071"/>
                  </a:cubicBezTo>
                  <a:cubicBezTo>
                    <a:pt x="1959" y="5084"/>
                    <a:pt x="1990" y="5090"/>
                    <a:pt x="2026" y="5090"/>
                  </a:cubicBezTo>
                  <a:cubicBezTo>
                    <a:pt x="2278" y="5090"/>
                    <a:pt x="2787" y="4801"/>
                    <a:pt x="2986" y="4801"/>
                  </a:cubicBezTo>
                  <a:cubicBezTo>
                    <a:pt x="3038" y="4801"/>
                    <a:pt x="3069" y="4821"/>
                    <a:pt x="3069" y="4871"/>
                  </a:cubicBezTo>
                  <a:cubicBezTo>
                    <a:pt x="3069" y="5064"/>
                    <a:pt x="3017" y="5204"/>
                    <a:pt x="3127" y="5204"/>
                  </a:cubicBezTo>
                  <a:cubicBezTo>
                    <a:pt x="3169" y="5204"/>
                    <a:pt x="3235" y="5184"/>
                    <a:pt x="3336" y="5137"/>
                  </a:cubicBezTo>
                  <a:cubicBezTo>
                    <a:pt x="3586" y="5046"/>
                    <a:pt x="3666" y="4816"/>
                    <a:pt x="3765" y="4816"/>
                  </a:cubicBezTo>
                  <a:cubicBezTo>
                    <a:pt x="3812" y="4816"/>
                    <a:pt x="3862" y="4866"/>
                    <a:pt x="3937" y="5004"/>
                  </a:cubicBezTo>
                  <a:cubicBezTo>
                    <a:pt x="4153" y="5436"/>
                    <a:pt x="4312" y="5982"/>
                    <a:pt x="4440" y="5982"/>
                  </a:cubicBezTo>
                  <a:cubicBezTo>
                    <a:pt x="4450" y="5982"/>
                    <a:pt x="4460" y="5979"/>
                    <a:pt x="4470" y="5971"/>
                  </a:cubicBezTo>
                  <a:cubicBezTo>
                    <a:pt x="4904" y="5671"/>
                    <a:pt x="5371" y="5471"/>
                    <a:pt x="5905" y="5404"/>
                  </a:cubicBezTo>
                  <a:cubicBezTo>
                    <a:pt x="6205" y="5404"/>
                    <a:pt x="6472" y="5471"/>
                    <a:pt x="6772" y="5604"/>
                  </a:cubicBezTo>
                  <a:cubicBezTo>
                    <a:pt x="6862" y="5627"/>
                    <a:pt x="6982" y="5740"/>
                    <a:pt x="7102" y="5740"/>
                  </a:cubicBezTo>
                  <a:cubicBezTo>
                    <a:pt x="7160" y="5740"/>
                    <a:pt x="7218" y="5714"/>
                    <a:pt x="7272" y="5638"/>
                  </a:cubicBezTo>
                  <a:cubicBezTo>
                    <a:pt x="7406" y="5404"/>
                    <a:pt x="8607" y="4804"/>
                    <a:pt x="8607" y="4804"/>
                  </a:cubicBezTo>
                  <a:lnTo>
                    <a:pt x="0" y="0"/>
                  </a:lnTo>
                  <a:close/>
                </a:path>
              </a:pathLst>
            </a:custGeom>
            <a:solidFill>
              <a:srgbClr val="5E5E5E"/>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20"/>
            <p:cNvSpPr/>
            <p:nvPr/>
          </p:nvSpPr>
          <p:spPr>
            <a:xfrm>
              <a:off x="3866275" y="4162600"/>
              <a:ext cx="216000" cy="123575"/>
            </a:xfrm>
            <a:custGeom>
              <a:rect b="b" l="l" r="r" t="t"/>
              <a:pathLst>
                <a:path extrusionOk="0" h="4943" w="8640">
                  <a:moveTo>
                    <a:pt x="0" y="0"/>
                  </a:moveTo>
                  <a:cubicBezTo>
                    <a:pt x="2051" y="4659"/>
                    <a:pt x="7166" y="4942"/>
                    <a:pt x="8379" y="4942"/>
                  </a:cubicBezTo>
                  <a:cubicBezTo>
                    <a:pt x="8546" y="4942"/>
                    <a:pt x="8640" y="4937"/>
                    <a:pt x="8640" y="4937"/>
                  </a:cubicBezTo>
                  <a:lnTo>
                    <a:pt x="0" y="0"/>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20"/>
            <p:cNvSpPr/>
            <p:nvPr/>
          </p:nvSpPr>
          <p:spPr>
            <a:xfrm>
              <a:off x="4269050" y="3845700"/>
              <a:ext cx="204350" cy="138450"/>
            </a:xfrm>
            <a:custGeom>
              <a:rect b="b" l="l" r="r" t="t"/>
              <a:pathLst>
                <a:path extrusionOk="0" h="5538" w="8174">
                  <a:moveTo>
                    <a:pt x="8173" y="0"/>
                  </a:moveTo>
                  <a:lnTo>
                    <a:pt x="8173" y="0"/>
                  </a:lnTo>
                  <a:cubicBezTo>
                    <a:pt x="8002" y="49"/>
                    <a:pt x="7813" y="80"/>
                    <a:pt x="7620" y="80"/>
                  </a:cubicBezTo>
                  <a:cubicBezTo>
                    <a:pt x="7549" y="80"/>
                    <a:pt x="7477" y="76"/>
                    <a:pt x="7406" y="67"/>
                  </a:cubicBezTo>
                  <a:cubicBezTo>
                    <a:pt x="7353" y="59"/>
                    <a:pt x="7307" y="55"/>
                    <a:pt x="7268" y="55"/>
                  </a:cubicBezTo>
                  <a:cubicBezTo>
                    <a:pt x="6989" y="55"/>
                    <a:pt x="7019" y="242"/>
                    <a:pt x="6639" y="301"/>
                  </a:cubicBezTo>
                  <a:cubicBezTo>
                    <a:pt x="6205" y="401"/>
                    <a:pt x="5805" y="634"/>
                    <a:pt x="5505" y="968"/>
                  </a:cubicBezTo>
                  <a:cubicBezTo>
                    <a:pt x="5408" y="1043"/>
                    <a:pt x="5332" y="1077"/>
                    <a:pt x="5253" y="1077"/>
                  </a:cubicBezTo>
                  <a:cubicBezTo>
                    <a:pt x="5088" y="1077"/>
                    <a:pt x="4911" y="927"/>
                    <a:pt x="4504" y="701"/>
                  </a:cubicBezTo>
                  <a:cubicBezTo>
                    <a:pt x="4327" y="617"/>
                    <a:pt x="4213" y="575"/>
                    <a:pt x="4134" y="575"/>
                  </a:cubicBezTo>
                  <a:cubicBezTo>
                    <a:pt x="3932" y="575"/>
                    <a:pt x="3972" y="857"/>
                    <a:pt x="3803" y="1435"/>
                  </a:cubicBezTo>
                  <a:cubicBezTo>
                    <a:pt x="3570" y="2235"/>
                    <a:pt x="3403" y="2002"/>
                    <a:pt x="2536" y="2235"/>
                  </a:cubicBezTo>
                  <a:cubicBezTo>
                    <a:pt x="1668" y="2435"/>
                    <a:pt x="1869" y="2402"/>
                    <a:pt x="2035" y="3136"/>
                  </a:cubicBezTo>
                  <a:cubicBezTo>
                    <a:pt x="2169" y="3870"/>
                    <a:pt x="1969" y="3570"/>
                    <a:pt x="1001" y="3903"/>
                  </a:cubicBezTo>
                  <a:cubicBezTo>
                    <a:pt x="1" y="4237"/>
                    <a:pt x="34" y="4170"/>
                    <a:pt x="134" y="4604"/>
                  </a:cubicBezTo>
                  <a:cubicBezTo>
                    <a:pt x="201" y="4904"/>
                    <a:pt x="167" y="5237"/>
                    <a:pt x="67" y="5538"/>
                  </a:cubicBezTo>
                  <a:lnTo>
                    <a:pt x="8173" y="0"/>
                  </a:lnTo>
                  <a:close/>
                </a:path>
              </a:pathLst>
            </a:custGeom>
            <a:solidFill>
              <a:srgbClr val="5E5E5E"/>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20"/>
            <p:cNvSpPr/>
            <p:nvPr/>
          </p:nvSpPr>
          <p:spPr>
            <a:xfrm>
              <a:off x="4274900" y="3845700"/>
              <a:ext cx="211000" cy="157400"/>
            </a:xfrm>
            <a:custGeom>
              <a:rect b="b" l="l" r="r" t="t"/>
              <a:pathLst>
                <a:path extrusionOk="0" h="6296" w="8440">
                  <a:moveTo>
                    <a:pt x="8106" y="0"/>
                  </a:moveTo>
                  <a:lnTo>
                    <a:pt x="0" y="5571"/>
                  </a:lnTo>
                  <a:cubicBezTo>
                    <a:pt x="213" y="5533"/>
                    <a:pt x="430" y="5515"/>
                    <a:pt x="650" y="5515"/>
                  </a:cubicBezTo>
                  <a:cubicBezTo>
                    <a:pt x="1018" y="5515"/>
                    <a:pt x="1393" y="5567"/>
                    <a:pt x="1768" y="5671"/>
                  </a:cubicBezTo>
                  <a:cubicBezTo>
                    <a:pt x="2458" y="5892"/>
                    <a:pt x="2920" y="6296"/>
                    <a:pt x="3380" y="6296"/>
                  </a:cubicBezTo>
                  <a:cubicBezTo>
                    <a:pt x="3476" y="6296"/>
                    <a:pt x="3572" y="6278"/>
                    <a:pt x="3669" y="6238"/>
                  </a:cubicBezTo>
                  <a:cubicBezTo>
                    <a:pt x="4186" y="6056"/>
                    <a:pt x="4177" y="5762"/>
                    <a:pt x="4449" y="5762"/>
                  </a:cubicBezTo>
                  <a:cubicBezTo>
                    <a:pt x="4475" y="5762"/>
                    <a:pt x="4504" y="5765"/>
                    <a:pt x="4537" y="5771"/>
                  </a:cubicBezTo>
                  <a:cubicBezTo>
                    <a:pt x="4837" y="5853"/>
                    <a:pt x="5048" y="6114"/>
                    <a:pt x="5243" y="6114"/>
                  </a:cubicBezTo>
                  <a:cubicBezTo>
                    <a:pt x="5286" y="6114"/>
                    <a:pt x="5328" y="6101"/>
                    <a:pt x="5371" y="6071"/>
                  </a:cubicBezTo>
                  <a:cubicBezTo>
                    <a:pt x="5622" y="5946"/>
                    <a:pt x="5489" y="4992"/>
                    <a:pt x="5695" y="4992"/>
                  </a:cubicBezTo>
                  <a:cubicBezTo>
                    <a:pt x="5708" y="4992"/>
                    <a:pt x="5722" y="4996"/>
                    <a:pt x="5738" y="5004"/>
                  </a:cubicBezTo>
                  <a:cubicBezTo>
                    <a:pt x="5854" y="5054"/>
                    <a:pt x="5938" y="5112"/>
                    <a:pt x="5996" y="5112"/>
                  </a:cubicBezTo>
                  <a:cubicBezTo>
                    <a:pt x="6054" y="5112"/>
                    <a:pt x="6088" y="5054"/>
                    <a:pt x="6104" y="4870"/>
                  </a:cubicBezTo>
                  <a:cubicBezTo>
                    <a:pt x="6138" y="4470"/>
                    <a:pt x="5738" y="4270"/>
                    <a:pt x="6238" y="4270"/>
                  </a:cubicBezTo>
                  <a:cubicBezTo>
                    <a:pt x="6511" y="4270"/>
                    <a:pt x="6823" y="4300"/>
                    <a:pt x="7046" y="4300"/>
                  </a:cubicBezTo>
                  <a:cubicBezTo>
                    <a:pt x="7231" y="4300"/>
                    <a:pt x="7354" y="4279"/>
                    <a:pt x="7339" y="4203"/>
                  </a:cubicBezTo>
                  <a:cubicBezTo>
                    <a:pt x="7239" y="3703"/>
                    <a:pt x="7305" y="3169"/>
                    <a:pt x="7472" y="2702"/>
                  </a:cubicBezTo>
                  <a:cubicBezTo>
                    <a:pt x="7606" y="2435"/>
                    <a:pt x="7772" y="2169"/>
                    <a:pt x="8039" y="2002"/>
                  </a:cubicBezTo>
                  <a:cubicBezTo>
                    <a:pt x="8139" y="1902"/>
                    <a:pt x="8439" y="1802"/>
                    <a:pt x="8273" y="1601"/>
                  </a:cubicBezTo>
                  <a:cubicBezTo>
                    <a:pt x="8139" y="1368"/>
                    <a:pt x="8106" y="0"/>
                    <a:pt x="8106" y="0"/>
                  </a:cubicBezTo>
                  <a:close/>
                </a:path>
              </a:pathLst>
            </a:custGeom>
            <a:solidFill>
              <a:srgbClr val="5E5E5E"/>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20"/>
            <p:cNvSpPr/>
            <p:nvPr/>
          </p:nvSpPr>
          <p:spPr>
            <a:xfrm>
              <a:off x="4270725" y="3844850"/>
              <a:ext cx="206825" cy="139525"/>
            </a:xfrm>
            <a:custGeom>
              <a:rect b="b" l="l" r="r" t="t"/>
              <a:pathLst>
                <a:path extrusionOk="0" h="5581" w="8273">
                  <a:moveTo>
                    <a:pt x="8273" y="1"/>
                  </a:moveTo>
                  <a:lnTo>
                    <a:pt x="0" y="5572"/>
                  </a:lnTo>
                  <a:cubicBezTo>
                    <a:pt x="130" y="5578"/>
                    <a:pt x="258" y="5580"/>
                    <a:pt x="384" y="5580"/>
                  </a:cubicBezTo>
                  <a:cubicBezTo>
                    <a:pt x="5913" y="5580"/>
                    <a:pt x="8273" y="1"/>
                    <a:pt x="8273"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20"/>
            <p:cNvSpPr/>
            <p:nvPr/>
          </p:nvSpPr>
          <p:spPr>
            <a:xfrm>
              <a:off x="3737000" y="4633700"/>
              <a:ext cx="338600" cy="382850"/>
            </a:xfrm>
            <a:custGeom>
              <a:rect b="b" l="l" r="r" t="t"/>
              <a:pathLst>
                <a:path extrusionOk="0" h="15314" w="13544">
                  <a:moveTo>
                    <a:pt x="8557" y="0"/>
                  </a:moveTo>
                  <a:cubicBezTo>
                    <a:pt x="7722" y="0"/>
                    <a:pt x="6826" y="141"/>
                    <a:pt x="5905" y="503"/>
                  </a:cubicBezTo>
                  <a:cubicBezTo>
                    <a:pt x="5905" y="503"/>
                    <a:pt x="4070" y="1137"/>
                    <a:pt x="4070" y="1871"/>
                  </a:cubicBezTo>
                  <a:cubicBezTo>
                    <a:pt x="4070" y="2605"/>
                    <a:pt x="4904" y="8776"/>
                    <a:pt x="4904" y="8776"/>
                  </a:cubicBezTo>
                  <a:cubicBezTo>
                    <a:pt x="4904" y="8776"/>
                    <a:pt x="735" y="11111"/>
                    <a:pt x="368" y="11745"/>
                  </a:cubicBezTo>
                  <a:cubicBezTo>
                    <a:pt x="1" y="12345"/>
                    <a:pt x="234" y="15314"/>
                    <a:pt x="234" y="15314"/>
                  </a:cubicBezTo>
                  <a:lnTo>
                    <a:pt x="12810" y="15314"/>
                  </a:lnTo>
                  <a:cubicBezTo>
                    <a:pt x="12810" y="15314"/>
                    <a:pt x="13177" y="12245"/>
                    <a:pt x="13177" y="11111"/>
                  </a:cubicBezTo>
                  <a:cubicBezTo>
                    <a:pt x="13143" y="10043"/>
                    <a:pt x="13010" y="8976"/>
                    <a:pt x="12810" y="7909"/>
                  </a:cubicBezTo>
                  <a:lnTo>
                    <a:pt x="13544" y="1637"/>
                  </a:lnTo>
                  <a:cubicBezTo>
                    <a:pt x="13544" y="1637"/>
                    <a:pt x="11408" y="0"/>
                    <a:pt x="8557"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20"/>
            <p:cNvSpPr/>
            <p:nvPr/>
          </p:nvSpPr>
          <p:spPr>
            <a:xfrm>
              <a:off x="3741175" y="4979850"/>
              <a:ext cx="320250" cy="36700"/>
            </a:xfrm>
            <a:custGeom>
              <a:rect b="b" l="l" r="r" t="t"/>
              <a:pathLst>
                <a:path extrusionOk="0" h="1468" w="12810">
                  <a:moveTo>
                    <a:pt x="1" y="0"/>
                  </a:moveTo>
                  <a:cubicBezTo>
                    <a:pt x="1" y="767"/>
                    <a:pt x="67" y="1468"/>
                    <a:pt x="67" y="1468"/>
                  </a:cubicBezTo>
                  <a:lnTo>
                    <a:pt x="12643" y="1468"/>
                  </a:lnTo>
                  <a:cubicBezTo>
                    <a:pt x="12643" y="1468"/>
                    <a:pt x="12743" y="801"/>
                    <a:pt x="12810"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20"/>
            <p:cNvSpPr/>
            <p:nvPr/>
          </p:nvSpPr>
          <p:spPr>
            <a:xfrm>
              <a:off x="3850425" y="4597075"/>
              <a:ext cx="163475" cy="185150"/>
            </a:xfrm>
            <a:custGeom>
              <a:rect b="b" l="l" r="r" t="t"/>
              <a:pathLst>
                <a:path extrusionOk="0" h="7406" w="6539">
                  <a:moveTo>
                    <a:pt x="2969" y="0"/>
                  </a:moveTo>
                  <a:cubicBezTo>
                    <a:pt x="901" y="0"/>
                    <a:pt x="0" y="1268"/>
                    <a:pt x="0" y="1268"/>
                  </a:cubicBezTo>
                  <a:lnTo>
                    <a:pt x="1268" y="7405"/>
                  </a:lnTo>
                  <a:lnTo>
                    <a:pt x="4604" y="7405"/>
                  </a:lnTo>
                  <a:lnTo>
                    <a:pt x="6538" y="1468"/>
                  </a:lnTo>
                  <a:cubicBezTo>
                    <a:pt x="5571" y="567"/>
                    <a:pt x="4303" y="34"/>
                    <a:pt x="2969"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20"/>
            <p:cNvSpPr/>
            <p:nvPr/>
          </p:nvSpPr>
          <p:spPr>
            <a:xfrm>
              <a:off x="3862100" y="4778875"/>
              <a:ext cx="123450" cy="17525"/>
            </a:xfrm>
            <a:custGeom>
              <a:rect b="b" l="l" r="r" t="t"/>
              <a:pathLst>
                <a:path extrusionOk="0" h="701" w="4938">
                  <a:moveTo>
                    <a:pt x="334" y="0"/>
                  </a:moveTo>
                  <a:cubicBezTo>
                    <a:pt x="167" y="0"/>
                    <a:pt x="0" y="167"/>
                    <a:pt x="0" y="367"/>
                  </a:cubicBezTo>
                  <a:cubicBezTo>
                    <a:pt x="0" y="534"/>
                    <a:pt x="167" y="701"/>
                    <a:pt x="334" y="701"/>
                  </a:cubicBezTo>
                  <a:lnTo>
                    <a:pt x="4604" y="701"/>
                  </a:lnTo>
                  <a:cubicBezTo>
                    <a:pt x="4804" y="701"/>
                    <a:pt x="4937" y="534"/>
                    <a:pt x="4937" y="367"/>
                  </a:cubicBezTo>
                  <a:cubicBezTo>
                    <a:pt x="4937" y="167"/>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20"/>
            <p:cNvSpPr/>
            <p:nvPr/>
          </p:nvSpPr>
          <p:spPr>
            <a:xfrm>
              <a:off x="3862100" y="4800550"/>
              <a:ext cx="123450" cy="17525"/>
            </a:xfrm>
            <a:custGeom>
              <a:rect b="b" l="l" r="r" t="t"/>
              <a:pathLst>
                <a:path extrusionOk="0" h="701" w="4938">
                  <a:moveTo>
                    <a:pt x="334" y="0"/>
                  </a:moveTo>
                  <a:cubicBezTo>
                    <a:pt x="167" y="0"/>
                    <a:pt x="0" y="134"/>
                    <a:pt x="0" y="334"/>
                  </a:cubicBezTo>
                  <a:cubicBezTo>
                    <a:pt x="0" y="534"/>
                    <a:pt x="167" y="701"/>
                    <a:pt x="334" y="701"/>
                  </a:cubicBezTo>
                  <a:lnTo>
                    <a:pt x="4604" y="701"/>
                  </a:lnTo>
                  <a:cubicBezTo>
                    <a:pt x="4804" y="701"/>
                    <a:pt x="4937" y="534"/>
                    <a:pt x="4937" y="334"/>
                  </a:cubicBezTo>
                  <a:cubicBezTo>
                    <a:pt x="4937" y="134"/>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20"/>
            <p:cNvSpPr/>
            <p:nvPr/>
          </p:nvSpPr>
          <p:spPr>
            <a:xfrm>
              <a:off x="3862100" y="4821400"/>
              <a:ext cx="123450" cy="17525"/>
            </a:xfrm>
            <a:custGeom>
              <a:rect b="b" l="l" r="r" t="t"/>
              <a:pathLst>
                <a:path extrusionOk="0" h="701" w="4938">
                  <a:moveTo>
                    <a:pt x="334" y="0"/>
                  </a:moveTo>
                  <a:cubicBezTo>
                    <a:pt x="167" y="0"/>
                    <a:pt x="0" y="167"/>
                    <a:pt x="0" y="367"/>
                  </a:cubicBezTo>
                  <a:cubicBezTo>
                    <a:pt x="0" y="534"/>
                    <a:pt x="167" y="701"/>
                    <a:pt x="334" y="701"/>
                  </a:cubicBezTo>
                  <a:lnTo>
                    <a:pt x="4604" y="701"/>
                  </a:lnTo>
                  <a:cubicBezTo>
                    <a:pt x="4804" y="701"/>
                    <a:pt x="4937" y="534"/>
                    <a:pt x="4937" y="367"/>
                  </a:cubicBezTo>
                  <a:cubicBezTo>
                    <a:pt x="4937" y="167"/>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20"/>
            <p:cNvSpPr/>
            <p:nvPr/>
          </p:nvSpPr>
          <p:spPr>
            <a:xfrm>
              <a:off x="3862100" y="4843075"/>
              <a:ext cx="123450" cy="17550"/>
            </a:xfrm>
            <a:custGeom>
              <a:rect b="b" l="l" r="r" t="t"/>
              <a:pathLst>
                <a:path extrusionOk="0" h="702" w="4938">
                  <a:moveTo>
                    <a:pt x="334" y="1"/>
                  </a:moveTo>
                  <a:cubicBezTo>
                    <a:pt x="167" y="1"/>
                    <a:pt x="0" y="134"/>
                    <a:pt x="0" y="334"/>
                  </a:cubicBezTo>
                  <a:cubicBezTo>
                    <a:pt x="0" y="534"/>
                    <a:pt x="167" y="701"/>
                    <a:pt x="334" y="701"/>
                  </a:cubicBezTo>
                  <a:lnTo>
                    <a:pt x="4604" y="701"/>
                  </a:lnTo>
                  <a:cubicBezTo>
                    <a:pt x="4804" y="701"/>
                    <a:pt x="4937" y="534"/>
                    <a:pt x="4937" y="334"/>
                  </a:cubicBezTo>
                  <a:cubicBezTo>
                    <a:pt x="4937" y="134"/>
                    <a:pt x="4804" y="1"/>
                    <a:pt x="4604"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20"/>
            <p:cNvSpPr/>
            <p:nvPr/>
          </p:nvSpPr>
          <p:spPr>
            <a:xfrm>
              <a:off x="4299075" y="4633700"/>
              <a:ext cx="339425" cy="382850"/>
            </a:xfrm>
            <a:custGeom>
              <a:rect b="b" l="l" r="r" t="t"/>
              <a:pathLst>
                <a:path extrusionOk="0" h="15314" w="13577">
                  <a:moveTo>
                    <a:pt x="4988" y="0"/>
                  </a:moveTo>
                  <a:cubicBezTo>
                    <a:pt x="2136" y="0"/>
                    <a:pt x="0" y="1637"/>
                    <a:pt x="0" y="1637"/>
                  </a:cubicBezTo>
                  <a:lnTo>
                    <a:pt x="734" y="7909"/>
                  </a:lnTo>
                  <a:cubicBezTo>
                    <a:pt x="534" y="8976"/>
                    <a:pt x="434" y="10043"/>
                    <a:pt x="367" y="11111"/>
                  </a:cubicBezTo>
                  <a:cubicBezTo>
                    <a:pt x="367" y="12245"/>
                    <a:pt x="734" y="15314"/>
                    <a:pt x="734" y="15314"/>
                  </a:cubicBezTo>
                  <a:lnTo>
                    <a:pt x="13310" y="15314"/>
                  </a:lnTo>
                  <a:cubicBezTo>
                    <a:pt x="13310" y="15314"/>
                    <a:pt x="13577" y="12345"/>
                    <a:pt x="13210" y="11745"/>
                  </a:cubicBezTo>
                  <a:cubicBezTo>
                    <a:pt x="12843" y="11111"/>
                    <a:pt x="8640" y="8776"/>
                    <a:pt x="8640" y="8776"/>
                  </a:cubicBezTo>
                  <a:cubicBezTo>
                    <a:pt x="8640" y="8776"/>
                    <a:pt x="9507" y="2605"/>
                    <a:pt x="9507" y="1871"/>
                  </a:cubicBezTo>
                  <a:cubicBezTo>
                    <a:pt x="9507" y="1137"/>
                    <a:pt x="7639" y="503"/>
                    <a:pt x="7639" y="503"/>
                  </a:cubicBezTo>
                  <a:cubicBezTo>
                    <a:pt x="6718" y="141"/>
                    <a:pt x="5822" y="0"/>
                    <a:pt x="4988"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20"/>
            <p:cNvSpPr/>
            <p:nvPr/>
          </p:nvSpPr>
          <p:spPr>
            <a:xfrm>
              <a:off x="4313250" y="4979850"/>
              <a:ext cx="321100" cy="36700"/>
            </a:xfrm>
            <a:custGeom>
              <a:rect b="b" l="l" r="r" t="t"/>
              <a:pathLst>
                <a:path extrusionOk="0" h="1468" w="12844">
                  <a:moveTo>
                    <a:pt x="1" y="0"/>
                  </a:moveTo>
                  <a:cubicBezTo>
                    <a:pt x="101" y="801"/>
                    <a:pt x="167" y="1468"/>
                    <a:pt x="167" y="1468"/>
                  </a:cubicBezTo>
                  <a:lnTo>
                    <a:pt x="12743" y="1468"/>
                  </a:lnTo>
                  <a:cubicBezTo>
                    <a:pt x="12743" y="1468"/>
                    <a:pt x="12810" y="767"/>
                    <a:pt x="12843"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20"/>
            <p:cNvSpPr/>
            <p:nvPr/>
          </p:nvSpPr>
          <p:spPr>
            <a:xfrm>
              <a:off x="4360775" y="4597075"/>
              <a:ext cx="163475" cy="185150"/>
            </a:xfrm>
            <a:custGeom>
              <a:rect b="b" l="l" r="r" t="t"/>
              <a:pathLst>
                <a:path extrusionOk="0" h="7406" w="6539">
                  <a:moveTo>
                    <a:pt x="3570" y="0"/>
                  </a:moveTo>
                  <a:cubicBezTo>
                    <a:pt x="2236" y="34"/>
                    <a:pt x="968" y="567"/>
                    <a:pt x="1" y="1468"/>
                  </a:cubicBezTo>
                  <a:lnTo>
                    <a:pt x="1936" y="7405"/>
                  </a:lnTo>
                  <a:lnTo>
                    <a:pt x="5271" y="7405"/>
                  </a:lnTo>
                  <a:lnTo>
                    <a:pt x="6539" y="1268"/>
                  </a:lnTo>
                  <a:cubicBezTo>
                    <a:pt x="6539" y="1268"/>
                    <a:pt x="5672" y="0"/>
                    <a:pt x="3570"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20"/>
            <p:cNvSpPr/>
            <p:nvPr/>
          </p:nvSpPr>
          <p:spPr>
            <a:xfrm>
              <a:off x="4387475" y="4778875"/>
              <a:ext cx="124275" cy="17525"/>
            </a:xfrm>
            <a:custGeom>
              <a:rect b="b" l="l" r="r" t="t"/>
              <a:pathLst>
                <a:path extrusionOk="0" h="701" w="4971">
                  <a:moveTo>
                    <a:pt x="367" y="0"/>
                  </a:moveTo>
                  <a:cubicBezTo>
                    <a:pt x="167" y="0"/>
                    <a:pt x="0" y="167"/>
                    <a:pt x="0" y="367"/>
                  </a:cubicBezTo>
                  <a:cubicBezTo>
                    <a:pt x="0" y="534"/>
                    <a:pt x="167" y="701"/>
                    <a:pt x="367" y="701"/>
                  </a:cubicBezTo>
                  <a:lnTo>
                    <a:pt x="4604" y="701"/>
                  </a:lnTo>
                  <a:cubicBezTo>
                    <a:pt x="4804" y="701"/>
                    <a:pt x="4971" y="534"/>
                    <a:pt x="4971" y="367"/>
                  </a:cubicBezTo>
                  <a:cubicBezTo>
                    <a:pt x="4971" y="167"/>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20"/>
            <p:cNvSpPr/>
            <p:nvPr/>
          </p:nvSpPr>
          <p:spPr>
            <a:xfrm>
              <a:off x="4387475" y="4800550"/>
              <a:ext cx="124275" cy="17525"/>
            </a:xfrm>
            <a:custGeom>
              <a:rect b="b" l="l" r="r" t="t"/>
              <a:pathLst>
                <a:path extrusionOk="0" h="701" w="4971">
                  <a:moveTo>
                    <a:pt x="367" y="0"/>
                  </a:moveTo>
                  <a:cubicBezTo>
                    <a:pt x="167" y="0"/>
                    <a:pt x="0" y="134"/>
                    <a:pt x="0" y="334"/>
                  </a:cubicBezTo>
                  <a:cubicBezTo>
                    <a:pt x="0" y="534"/>
                    <a:pt x="167" y="701"/>
                    <a:pt x="367" y="701"/>
                  </a:cubicBezTo>
                  <a:lnTo>
                    <a:pt x="4604" y="701"/>
                  </a:lnTo>
                  <a:cubicBezTo>
                    <a:pt x="4804" y="701"/>
                    <a:pt x="4971" y="534"/>
                    <a:pt x="4971" y="334"/>
                  </a:cubicBezTo>
                  <a:cubicBezTo>
                    <a:pt x="4971" y="134"/>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20"/>
            <p:cNvSpPr/>
            <p:nvPr/>
          </p:nvSpPr>
          <p:spPr>
            <a:xfrm>
              <a:off x="4387475" y="4821400"/>
              <a:ext cx="124275" cy="17525"/>
            </a:xfrm>
            <a:custGeom>
              <a:rect b="b" l="l" r="r" t="t"/>
              <a:pathLst>
                <a:path extrusionOk="0" h="701" w="4971">
                  <a:moveTo>
                    <a:pt x="367" y="0"/>
                  </a:moveTo>
                  <a:cubicBezTo>
                    <a:pt x="167" y="0"/>
                    <a:pt x="0" y="167"/>
                    <a:pt x="0" y="367"/>
                  </a:cubicBezTo>
                  <a:cubicBezTo>
                    <a:pt x="0" y="534"/>
                    <a:pt x="167" y="701"/>
                    <a:pt x="367" y="701"/>
                  </a:cubicBezTo>
                  <a:lnTo>
                    <a:pt x="4604" y="701"/>
                  </a:lnTo>
                  <a:cubicBezTo>
                    <a:pt x="4804" y="701"/>
                    <a:pt x="4971" y="534"/>
                    <a:pt x="4971" y="367"/>
                  </a:cubicBezTo>
                  <a:cubicBezTo>
                    <a:pt x="4971" y="167"/>
                    <a:pt x="4804" y="0"/>
                    <a:pt x="4604" y="0"/>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20"/>
            <p:cNvSpPr/>
            <p:nvPr/>
          </p:nvSpPr>
          <p:spPr>
            <a:xfrm>
              <a:off x="4387475" y="4843075"/>
              <a:ext cx="124275" cy="17550"/>
            </a:xfrm>
            <a:custGeom>
              <a:rect b="b" l="l" r="r" t="t"/>
              <a:pathLst>
                <a:path extrusionOk="0" h="702" w="4971">
                  <a:moveTo>
                    <a:pt x="367" y="1"/>
                  </a:moveTo>
                  <a:cubicBezTo>
                    <a:pt x="167" y="1"/>
                    <a:pt x="0" y="134"/>
                    <a:pt x="0" y="334"/>
                  </a:cubicBezTo>
                  <a:cubicBezTo>
                    <a:pt x="0" y="534"/>
                    <a:pt x="167" y="701"/>
                    <a:pt x="367" y="701"/>
                  </a:cubicBezTo>
                  <a:lnTo>
                    <a:pt x="4604" y="701"/>
                  </a:lnTo>
                  <a:cubicBezTo>
                    <a:pt x="4804" y="701"/>
                    <a:pt x="4971" y="534"/>
                    <a:pt x="4971" y="334"/>
                  </a:cubicBezTo>
                  <a:cubicBezTo>
                    <a:pt x="4971" y="134"/>
                    <a:pt x="4804" y="1"/>
                    <a:pt x="4604"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20"/>
            <p:cNvSpPr/>
            <p:nvPr/>
          </p:nvSpPr>
          <p:spPr>
            <a:xfrm>
              <a:off x="3762850" y="2089450"/>
              <a:ext cx="719725" cy="1479400"/>
            </a:xfrm>
            <a:custGeom>
              <a:rect b="b" l="l" r="r" t="t"/>
              <a:pathLst>
                <a:path extrusionOk="0" h="59176" w="28789">
                  <a:moveTo>
                    <a:pt x="11642" y="0"/>
                  </a:moveTo>
                  <a:lnTo>
                    <a:pt x="11309" y="400"/>
                  </a:lnTo>
                  <a:cubicBezTo>
                    <a:pt x="11309" y="400"/>
                    <a:pt x="10975" y="6038"/>
                    <a:pt x="10875" y="6905"/>
                  </a:cubicBezTo>
                  <a:cubicBezTo>
                    <a:pt x="10809" y="7772"/>
                    <a:pt x="7640" y="9407"/>
                    <a:pt x="4938" y="10674"/>
                  </a:cubicBezTo>
                  <a:cubicBezTo>
                    <a:pt x="2269" y="11975"/>
                    <a:pt x="1" y="12509"/>
                    <a:pt x="101" y="13710"/>
                  </a:cubicBezTo>
                  <a:cubicBezTo>
                    <a:pt x="201" y="14911"/>
                    <a:pt x="1835" y="59176"/>
                    <a:pt x="1835" y="59176"/>
                  </a:cubicBezTo>
                  <a:cubicBezTo>
                    <a:pt x="1835" y="59176"/>
                    <a:pt x="5471" y="59042"/>
                    <a:pt x="10875" y="57007"/>
                  </a:cubicBezTo>
                  <a:cubicBezTo>
                    <a:pt x="16279" y="54939"/>
                    <a:pt x="19515" y="52371"/>
                    <a:pt x="22217" y="50103"/>
                  </a:cubicBezTo>
                  <a:cubicBezTo>
                    <a:pt x="23851" y="48735"/>
                    <a:pt x="25652" y="47601"/>
                    <a:pt x="27621" y="46767"/>
                  </a:cubicBezTo>
                  <a:cubicBezTo>
                    <a:pt x="27621" y="46767"/>
                    <a:pt x="28021" y="25818"/>
                    <a:pt x="28021" y="22149"/>
                  </a:cubicBezTo>
                  <a:cubicBezTo>
                    <a:pt x="28021" y="18513"/>
                    <a:pt x="28788" y="14711"/>
                    <a:pt x="28588" y="13209"/>
                  </a:cubicBezTo>
                  <a:cubicBezTo>
                    <a:pt x="28354" y="11708"/>
                    <a:pt x="21883" y="9874"/>
                    <a:pt x="20249" y="9107"/>
                  </a:cubicBezTo>
                  <a:lnTo>
                    <a:pt x="18647" y="8339"/>
                  </a:lnTo>
                  <a:cubicBezTo>
                    <a:pt x="18647" y="8339"/>
                    <a:pt x="18647" y="6271"/>
                    <a:pt x="19281" y="4937"/>
                  </a:cubicBezTo>
                  <a:lnTo>
                    <a:pt x="19948" y="3669"/>
                  </a:lnTo>
                  <a:lnTo>
                    <a:pt x="11642" y="0"/>
                  </a:ln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20"/>
            <p:cNvSpPr/>
            <p:nvPr/>
          </p:nvSpPr>
          <p:spPr>
            <a:xfrm>
              <a:off x="3802050" y="3249425"/>
              <a:ext cx="651325" cy="318600"/>
            </a:xfrm>
            <a:custGeom>
              <a:rect b="b" l="l" r="r" t="t"/>
              <a:pathLst>
                <a:path extrusionOk="0" h="12744" w="26053">
                  <a:moveTo>
                    <a:pt x="26053" y="1"/>
                  </a:moveTo>
                  <a:cubicBezTo>
                    <a:pt x="24385" y="68"/>
                    <a:pt x="22817" y="935"/>
                    <a:pt x="15912" y="3270"/>
                  </a:cubicBezTo>
                  <a:cubicBezTo>
                    <a:pt x="10742" y="4938"/>
                    <a:pt x="5404" y="6072"/>
                    <a:pt x="1" y="6639"/>
                  </a:cubicBezTo>
                  <a:cubicBezTo>
                    <a:pt x="134" y="10342"/>
                    <a:pt x="234" y="12743"/>
                    <a:pt x="234" y="12743"/>
                  </a:cubicBezTo>
                  <a:cubicBezTo>
                    <a:pt x="234" y="12743"/>
                    <a:pt x="3903" y="12643"/>
                    <a:pt x="9307" y="10608"/>
                  </a:cubicBezTo>
                  <a:cubicBezTo>
                    <a:pt x="14711" y="8540"/>
                    <a:pt x="17947" y="5938"/>
                    <a:pt x="20649" y="3670"/>
                  </a:cubicBezTo>
                  <a:cubicBezTo>
                    <a:pt x="22283" y="2303"/>
                    <a:pt x="24084" y="1202"/>
                    <a:pt x="26053" y="334"/>
                  </a:cubicBezTo>
                  <a:lnTo>
                    <a:pt x="26053" y="1"/>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20"/>
            <p:cNvSpPr/>
            <p:nvPr/>
          </p:nvSpPr>
          <p:spPr>
            <a:xfrm>
              <a:off x="3799550" y="3216900"/>
              <a:ext cx="653000" cy="121800"/>
            </a:xfrm>
            <a:custGeom>
              <a:rect b="b" l="l" r="r" t="t"/>
              <a:pathLst>
                <a:path extrusionOk="0" fill="none" h="4872" w="26120">
                  <a:moveTo>
                    <a:pt x="1" y="4871"/>
                  </a:moveTo>
                  <a:cubicBezTo>
                    <a:pt x="1" y="4871"/>
                    <a:pt x="19248" y="2203"/>
                    <a:pt x="26119" y="1"/>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20"/>
            <p:cNvSpPr/>
            <p:nvPr/>
          </p:nvSpPr>
          <p:spPr>
            <a:xfrm>
              <a:off x="3957175" y="2088600"/>
              <a:ext cx="328575" cy="347775"/>
            </a:xfrm>
            <a:custGeom>
              <a:rect b="b" l="l" r="r" t="t"/>
              <a:pathLst>
                <a:path extrusionOk="0" h="13911" w="13143">
                  <a:moveTo>
                    <a:pt x="3869" y="1"/>
                  </a:moveTo>
                  <a:lnTo>
                    <a:pt x="3536" y="401"/>
                  </a:lnTo>
                  <a:cubicBezTo>
                    <a:pt x="3536" y="401"/>
                    <a:pt x="3202" y="6072"/>
                    <a:pt x="3102" y="6939"/>
                  </a:cubicBezTo>
                  <a:cubicBezTo>
                    <a:pt x="3036" y="7506"/>
                    <a:pt x="1701" y="8373"/>
                    <a:pt x="0" y="9274"/>
                  </a:cubicBezTo>
                  <a:cubicBezTo>
                    <a:pt x="1034" y="10441"/>
                    <a:pt x="3803" y="13177"/>
                    <a:pt x="7005" y="13844"/>
                  </a:cubicBezTo>
                  <a:cubicBezTo>
                    <a:pt x="7221" y="13889"/>
                    <a:pt x="7435" y="13910"/>
                    <a:pt x="7647" y="13910"/>
                  </a:cubicBezTo>
                  <a:cubicBezTo>
                    <a:pt x="9949" y="13910"/>
                    <a:pt x="11951" y="11390"/>
                    <a:pt x="13143" y="9374"/>
                  </a:cubicBezTo>
                  <a:cubicBezTo>
                    <a:pt x="12876" y="9274"/>
                    <a:pt x="12676" y="9174"/>
                    <a:pt x="12476" y="9107"/>
                  </a:cubicBezTo>
                  <a:lnTo>
                    <a:pt x="10874" y="8340"/>
                  </a:lnTo>
                  <a:cubicBezTo>
                    <a:pt x="10874" y="8340"/>
                    <a:pt x="10874" y="6272"/>
                    <a:pt x="11508" y="4938"/>
                  </a:cubicBezTo>
                  <a:lnTo>
                    <a:pt x="12175" y="3670"/>
                  </a:lnTo>
                  <a:lnTo>
                    <a:pt x="3869" y="1"/>
                  </a:ln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20"/>
            <p:cNvSpPr/>
            <p:nvPr/>
          </p:nvSpPr>
          <p:spPr>
            <a:xfrm>
              <a:off x="4079750" y="2431275"/>
              <a:ext cx="87600" cy="128525"/>
            </a:xfrm>
            <a:custGeom>
              <a:rect b="b" l="l" r="r" t="t"/>
              <a:pathLst>
                <a:path extrusionOk="0" h="5141" w="3504">
                  <a:moveTo>
                    <a:pt x="3129" y="0"/>
                  </a:moveTo>
                  <a:cubicBezTo>
                    <a:pt x="2619" y="0"/>
                    <a:pt x="1129" y="68"/>
                    <a:pt x="634" y="837"/>
                  </a:cubicBezTo>
                  <a:cubicBezTo>
                    <a:pt x="1" y="1771"/>
                    <a:pt x="301" y="3539"/>
                    <a:pt x="468" y="4106"/>
                  </a:cubicBezTo>
                  <a:cubicBezTo>
                    <a:pt x="734" y="4974"/>
                    <a:pt x="3303" y="5140"/>
                    <a:pt x="3303" y="5140"/>
                  </a:cubicBezTo>
                  <a:lnTo>
                    <a:pt x="3370" y="4273"/>
                  </a:lnTo>
                  <a:cubicBezTo>
                    <a:pt x="3503" y="3139"/>
                    <a:pt x="3503" y="2005"/>
                    <a:pt x="3370" y="904"/>
                  </a:cubicBezTo>
                  <a:lnTo>
                    <a:pt x="3303" y="3"/>
                  </a:lnTo>
                  <a:cubicBezTo>
                    <a:pt x="3303" y="3"/>
                    <a:pt x="3238" y="0"/>
                    <a:pt x="3129"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20"/>
            <p:cNvSpPr/>
            <p:nvPr/>
          </p:nvSpPr>
          <p:spPr>
            <a:xfrm>
              <a:off x="4079750" y="2587225"/>
              <a:ext cx="87600" cy="127675"/>
            </a:xfrm>
            <a:custGeom>
              <a:rect b="b" l="l" r="r" t="t"/>
              <a:pathLst>
                <a:path extrusionOk="0" h="5107" w="3504">
                  <a:moveTo>
                    <a:pt x="3129" y="0"/>
                  </a:moveTo>
                  <a:cubicBezTo>
                    <a:pt x="2619" y="0"/>
                    <a:pt x="1129" y="68"/>
                    <a:pt x="634" y="837"/>
                  </a:cubicBezTo>
                  <a:cubicBezTo>
                    <a:pt x="1" y="1771"/>
                    <a:pt x="301" y="3539"/>
                    <a:pt x="468" y="4073"/>
                  </a:cubicBezTo>
                  <a:cubicBezTo>
                    <a:pt x="734" y="4973"/>
                    <a:pt x="3303" y="5107"/>
                    <a:pt x="3303" y="5107"/>
                  </a:cubicBezTo>
                  <a:lnTo>
                    <a:pt x="3370" y="4240"/>
                  </a:lnTo>
                  <a:cubicBezTo>
                    <a:pt x="3503" y="3139"/>
                    <a:pt x="3503" y="2005"/>
                    <a:pt x="3370" y="871"/>
                  </a:cubicBezTo>
                  <a:lnTo>
                    <a:pt x="3303" y="3"/>
                  </a:lnTo>
                  <a:cubicBezTo>
                    <a:pt x="3303" y="3"/>
                    <a:pt x="3238" y="0"/>
                    <a:pt x="3129"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20"/>
            <p:cNvSpPr/>
            <p:nvPr/>
          </p:nvSpPr>
          <p:spPr>
            <a:xfrm>
              <a:off x="4161475" y="2559775"/>
              <a:ext cx="25" cy="27550"/>
            </a:xfrm>
            <a:custGeom>
              <a:rect b="b" l="l" r="r" t="t"/>
              <a:pathLst>
                <a:path extrusionOk="0" fill="none" h="1102" w="1">
                  <a:moveTo>
                    <a:pt x="1" y="0"/>
                  </a:moveTo>
                  <a:lnTo>
                    <a:pt x="1" y="1101"/>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20"/>
            <p:cNvSpPr/>
            <p:nvPr/>
          </p:nvSpPr>
          <p:spPr>
            <a:xfrm>
              <a:off x="4146475" y="2559775"/>
              <a:ext cx="25" cy="25050"/>
            </a:xfrm>
            <a:custGeom>
              <a:rect b="b" l="l" r="r" t="t"/>
              <a:pathLst>
                <a:path extrusionOk="0" fill="none" h="1002" w="1">
                  <a:moveTo>
                    <a:pt x="0" y="0"/>
                  </a:moveTo>
                  <a:lnTo>
                    <a:pt x="0" y="1001"/>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20"/>
            <p:cNvSpPr/>
            <p:nvPr/>
          </p:nvSpPr>
          <p:spPr>
            <a:xfrm>
              <a:off x="4045550" y="2088600"/>
              <a:ext cx="216025" cy="171825"/>
            </a:xfrm>
            <a:custGeom>
              <a:rect b="b" l="l" r="r" t="t"/>
              <a:pathLst>
                <a:path extrusionOk="0" h="6873" w="8641">
                  <a:moveTo>
                    <a:pt x="334" y="1"/>
                  </a:moveTo>
                  <a:lnTo>
                    <a:pt x="1" y="401"/>
                  </a:lnTo>
                  <a:lnTo>
                    <a:pt x="701" y="1669"/>
                  </a:lnTo>
                  <a:cubicBezTo>
                    <a:pt x="701" y="1669"/>
                    <a:pt x="2870" y="5705"/>
                    <a:pt x="7506" y="6872"/>
                  </a:cubicBezTo>
                  <a:cubicBezTo>
                    <a:pt x="7573" y="6205"/>
                    <a:pt x="7740" y="5571"/>
                    <a:pt x="7973" y="4971"/>
                  </a:cubicBezTo>
                  <a:lnTo>
                    <a:pt x="8640" y="3670"/>
                  </a:lnTo>
                  <a:lnTo>
                    <a:pt x="334" y="1"/>
                  </a:ln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20"/>
            <p:cNvSpPr/>
            <p:nvPr/>
          </p:nvSpPr>
          <p:spPr>
            <a:xfrm>
              <a:off x="4028875" y="1830975"/>
              <a:ext cx="324425" cy="379925"/>
            </a:xfrm>
            <a:custGeom>
              <a:rect b="b" l="l" r="r" t="t"/>
              <a:pathLst>
                <a:path extrusionOk="0" h="15197" w="12977">
                  <a:moveTo>
                    <a:pt x="6066" y="1"/>
                  </a:moveTo>
                  <a:cubicBezTo>
                    <a:pt x="5678" y="1"/>
                    <a:pt x="5277" y="50"/>
                    <a:pt x="4871" y="165"/>
                  </a:cubicBezTo>
                  <a:cubicBezTo>
                    <a:pt x="2169" y="932"/>
                    <a:pt x="1" y="6203"/>
                    <a:pt x="134" y="8037"/>
                  </a:cubicBezTo>
                  <a:cubicBezTo>
                    <a:pt x="234" y="9872"/>
                    <a:pt x="3036" y="12874"/>
                    <a:pt x="3036" y="12874"/>
                  </a:cubicBezTo>
                  <a:cubicBezTo>
                    <a:pt x="4404" y="14142"/>
                    <a:pt x="6138" y="14942"/>
                    <a:pt x="8006" y="15142"/>
                  </a:cubicBezTo>
                  <a:cubicBezTo>
                    <a:pt x="8344" y="15180"/>
                    <a:pt x="8662" y="15196"/>
                    <a:pt x="8962" y="15196"/>
                  </a:cubicBezTo>
                  <a:cubicBezTo>
                    <a:pt x="11357" y="15196"/>
                    <a:pt x="12543" y="14116"/>
                    <a:pt x="12543" y="13641"/>
                  </a:cubicBezTo>
                  <a:cubicBezTo>
                    <a:pt x="12543" y="13108"/>
                    <a:pt x="11776" y="9105"/>
                    <a:pt x="11776" y="9105"/>
                  </a:cubicBezTo>
                  <a:cubicBezTo>
                    <a:pt x="11776" y="9105"/>
                    <a:pt x="12743" y="8571"/>
                    <a:pt x="12877" y="8137"/>
                  </a:cubicBezTo>
                  <a:cubicBezTo>
                    <a:pt x="12977" y="7704"/>
                    <a:pt x="11042" y="5869"/>
                    <a:pt x="11042" y="5869"/>
                  </a:cubicBezTo>
                  <a:cubicBezTo>
                    <a:pt x="11209" y="5602"/>
                    <a:pt x="11309" y="5302"/>
                    <a:pt x="11342" y="5002"/>
                  </a:cubicBezTo>
                  <a:cubicBezTo>
                    <a:pt x="11342" y="4568"/>
                    <a:pt x="10041" y="1566"/>
                    <a:pt x="10041" y="1566"/>
                  </a:cubicBezTo>
                  <a:cubicBezTo>
                    <a:pt x="10041" y="1566"/>
                    <a:pt x="8259" y="1"/>
                    <a:pt x="6066"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20"/>
            <p:cNvSpPr/>
            <p:nvPr/>
          </p:nvSpPr>
          <p:spPr>
            <a:xfrm>
              <a:off x="4250700" y="1969350"/>
              <a:ext cx="18375" cy="35050"/>
            </a:xfrm>
            <a:custGeom>
              <a:rect b="b" l="l" r="r" t="t"/>
              <a:pathLst>
                <a:path extrusionOk="0" h="1402" w="735">
                  <a:moveTo>
                    <a:pt x="368" y="1"/>
                  </a:moveTo>
                  <a:cubicBezTo>
                    <a:pt x="168" y="1"/>
                    <a:pt x="1" y="334"/>
                    <a:pt x="1" y="701"/>
                  </a:cubicBezTo>
                  <a:cubicBezTo>
                    <a:pt x="1" y="1101"/>
                    <a:pt x="168" y="1402"/>
                    <a:pt x="368" y="1402"/>
                  </a:cubicBezTo>
                  <a:cubicBezTo>
                    <a:pt x="568" y="1402"/>
                    <a:pt x="735" y="1101"/>
                    <a:pt x="735" y="701"/>
                  </a:cubicBezTo>
                  <a:cubicBezTo>
                    <a:pt x="735" y="334"/>
                    <a:pt x="568" y="1"/>
                    <a:pt x="368"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20"/>
            <p:cNvSpPr/>
            <p:nvPr/>
          </p:nvSpPr>
          <p:spPr>
            <a:xfrm>
              <a:off x="4229025" y="1929325"/>
              <a:ext cx="59225" cy="35050"/>
            </a:xfrm>
            <a:custGeom>
              <a:rect b="b" l="l" r="r" t="t"/>
              <a:pathLst>
                <a:path extrusionOk="0" fill="none" h="1402" w="2369">
                  <a:moveTo>
                    <a:pt x="0" y="1401"/>
                  </a:moveTo>
                  <a:cubicBezTo>
                    <a:pt x="0" y="1401"/>
                    <a:pt x="1068" y="0"/>
                    <a:pt x="2369" y="768"/>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20"/>
            <p:cNvSpPr/>
            <p:nvPr/>
          </p:nvSpPr>
          <p:spPr>
            <a:xfrm>
              <a:off x="4224025" y="2069425"/>
              <a:ext cx="72575" cy="26700"/>
            </a:xfrm>
            <a:custGeom>
              <a:rect b="b" l="l" r="r" t="t"/>
              <a:pathLst>
                <a:path extrusionOk="0" fill="none" h="1068" w="2903">
                  <a:moveTo>
                    <a:pt x="0" y="0"/>
                  </a:moveTo>
                  <a:cubicBezTo>
                    <a:pt x="0" y="0"/>
                    <a:pt x="634" y="1068"/>
                    <a:pt x="2902" y="668"/>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20"/>
            <p:cNvSpPr/>
            <p:nvPr/>
          </p:nvSpPr>
          <p:spPr>
            <a:xfrm>
              <a:off x="3927150" y="1703450"/>
              <a:ext cx="406975" cy="380675"/>
            </a:xfrm>
            <a:custGeom>
              <a:rect b="b" l="l" r="r" t="t"/>
              <a:pathLst>
                <a:path extrusionOk="0" h="15227" w="16279">
                  <a:moveTo>
                    <a:pt x="11270" y="0"/>
                  </a:moveTo>
                  <a:cubicBezTo>
                    <a:pt x="9200" y="0"/>
                    <a:pt x="7080" y="1224"/>
                    <a:pt x="7005" y="1797"/>
                  </a:cubicBezTo>
                  <a:cubicBezTo>
                    <a:pt x="6905" y="2564"/>
                    <a:pt x="7639" y="3531"/>
                    <a:pt x="7005" y="3632"/>
                  </a:cubicBezTo>
                  <a:cubicBezTo>
                    <a:pt x="6927" y="3644"/>
                    <a:pt x="6837" y="3648"/>
                    <a:pt x="6740" y="3648"/>
                  </a:cubicBezTo>
                  <a:cubicBezTo>
                    <a:pt x="6526" y="3648"/>
                    <a:pt x="6273" y="3628"/>
                    <a:pt x="6020" y="3628"/>
                  </a:cubicBezTo>
                  <a:cubicBezTo>
                    <a:pt x="5451" y="3628"/>
                    <a:pt x="4879" y="3731"/>
                    <a:pt x="4737" y="4399"/>
                  </a:cubicBezTo>
                  <a:cubicBezTo>
                    <a:pt x="4603" y="5066"/>
                    <a:pt x="4370" y="5700"/>
                    <a:pt x="4103" y="6333"/>
                  </a:cubicBezTo>
                  <a:cubicBezTo>
                    <a:pt x="4103" y="6333"/>
                    <a:pt x="634" y="7634"/>
                    <a:pt x="300" y="9669"/>
                  </a:cubicBezTo>
                  <a:cubicBezTo>
                    <a:pt x="0" y="11704"/>
                    <a:pt x="2902" y="14539"/>
                    <a:pt x="3336" y="14940"/>
                  </a:cubicBezTo>
                  <a:cubicBezTo>
                    <a:pt x="3518" y="15121"/>
                    <a:pt x="4056" y="15227"/>
                    <a:pt x="4670" y="15227"/>
                  </a:cubicBezTo>
                  <a:cubicBezTo>
                    <a:pt x="5522" y="15227"/>
                    <a:pt x="6517" y="15024"/>
                    <a:pt x="6905" y="14539"/>
                  </a:cubicBezTo>
                  <a:cubicBezTo>
                    <a:pt x="7539" y="13705"/>
                    <a:pt x="6572" y="12271"/>
                    <a:pt x="7205" y="11737"/>
                  </a:cubicBezTo>
                  <a:cubicBezTo>
                    <a:pt x="7872" y="11204"/>
                    <a:pt x="8740" y="11404"/>
                    <a:pt x="8940" y="9803"/>
                  </a:cubicBezTo>
                  <a:cubicBezTo>
                    <a:pt x="9173" y="8168"/>
                    <a:pt x="8406" y="7534"/>
                    <a:pt x="9474" y="6967"/>
                  </a:cubicBezTo>
                  <a:cubicBezTo>
                    <a:pt x="9691" y="6862"/>
                    <a:pt x="9921" y="6824"/>
                    <a:pt x="10166" y="6824"/>
                  </a:cubicBezTo>
                  <a:cubicBezTo>
                    <a:pt x="10776" y="6824"/>
                    <a:pt x="11479" y="7058"/>
                    <a:pt x="12329" y="7058"/>
                  </a:cubicBezTo>
                  <a:cubicBezTo>
                    <a:pt x="12861" y="7058"/>
                    <a:pt x="13451" y="6966"/>
                    <a:pt x="14110" y="6667"/>
                  </a:cubicBezTo>
                  <a:cubicBezTo>
                    <a:pt x="16278" y="5700"/>
                    <a:pt x="15645" y="1897"/>
                    <a:pt x="13276" y="496"/>
                  </a:cubicBezTo>
                  <a:cubicBezTo>
                    <a:pt x="12668" y="141"/>
                    <a:pt x="11972" y="0"/>
                    <a:pt x="11270" y="0"/>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20"/>
            <p:cNvSpPr/>
            <p:nvPr/>
          </p:nvSpPr>
          <p:spPr>
            <a:xfrm>
              <a:off x="3991350" y="2031500"/>
              <a:ext cx="110950" cy="118900"/>
            </a:xfrm>
            <a:custGeom>
              <a:rect b="b" l="l" r="r" t="t"/>
              <a:pathLst>
                <a:path extrusionOk="0" h="4756" w="4438">
                  <a:moveTo>
                    <a:pt x="1855" y="0"/>
                  </a:moveTo>
                  <a:cubicBezTo>
                    <a:pt x="1783" y="0"/>
                    <a:pt x="1709" y="6"/>
                    <a:pt x="1635" y="16"/>
                  </a:cubicBezTo>
                  <a:cubicBezTo>
                    <a:pt x="1" y="217"/>
                    <a:pt x="434" y="3786"/>
                    <a:pt x="1635" y="4553"/>
                  </a:cubicBezTo>
                  <a:cubicBezTo>
                    <a:pt x="1865" y="4697"/>
                    <a:pt x="2112" y="4755"/>
                    <a:pt x="2361" y="4755"/>
                  </a:cubicBezTo>
                  <a:cubicBezTo>
                    <a:pt x="3382" y="4755"/>
                    <a:pt x="4437" y="3786"/>
                    <a:pt x="4437" y="3786"/>
                  </a:cubicBezTo>
                  <a:lnTo>
                    <a:pt x="4437" y="2185"/>
                  </a:lnTo>
                  <a:cubicBezTo>
                    <a:pt x="4437" y="2185"/>
                    <a:pt x="3345" y="0"/>
                    <a:pt x="18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20"/>
            <p:cNvSpPr/>
            <p:nvPr/>
          </p:nvSpPr>
          <p:spPr>
            <a:xfrm>
              <a:off x="3991350" y="2026050"/>
              <a:ext cx="110950" cy="137625"/>
            </a:xfrm>
            <a:custGeom>
              <a:rect b="b" l="l" r="r" t="t"/>
              <a:pathLst>
                <a:path extrusionOk="0" fill="none" h="5505" w="4438">
                  <a:moveTo>
                    <a:pt x="4437" y="2403"/>
                  </a:moveTo>
                  <a:cubicBezTo>
                    <a:pt x="4437" y="2403"/>
                    <a:pt x="3236" y="1"/>
                    <a:pt x="1635" y="234"/>
                  </a:cubicBezTo>
                  <a:cubicBezTo>
                    <a:pt x="1" y="435"/>
                    <a:pt x="434" y="4004"/>
                    <a:pt x="1635" y="4771"/>
                  </a:cubicBezTo>
                  <a:cubicBezTo>
                    <a:pt x="2803" y="5505"/>
                    <a:pt x="4437" y="4004"/>
                    <a:pt x="4437" y="4004"/>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20"/>
            <p:cNvSpPr/>
            <p:nvPr/>
          </p:nvSpPr>
          <p:spPr>
            <a:xfrm>
              <a:off x="3493500" y="2397150"/>
              <a:ext cx="305250" cy="648925"/>
            </a:xfrm>
            <a:custGeom>
              <a:rect b="b" l="l" r="r" t="t"/>
              <a:pathLst>
                <a:path extrusionOk="0" h="25957" w="12210">
                  <a:moveTo>
                    <a:pt x="12209" y="1"/>
                  </a:moveTo>
                  <a:cubicBezTo>
                    <a:pt x="12209" y="1"/>
                    <a:pt x="9074" y="1302"/>
                    <a:pt x="8540" y="3036"/>
                  </a:cubicBezTo>
                  <a:cubicBezTo>
                    <a:pt x="8006" y="4738"/>
                    <a:pt x="1301" y="20516"/>
                    <a:pt x="668" y="21783"/>
                  </a:cubicBezTo>
                  <a:cubicBezTo>
                    <a:pt x="0" y="23051"/>
                    <a:pt x="768" y="25352"/>
                    <a:pt x="1935" y="25786"/>
                  </a:cubicBezTo>
                  <a:cubicBezTo>
                    <a:pt x="2257" y="25902"/>
                    <a:pt x="2538" y="25956"/>
                    <a:pt x="2800" y="25956"/>
                  </a:cubicBezTo>
                  <a:cubicBezTo>
                    <a:pt x="3516" y="25956"/>
                    <a:pt x="4092" y="25554"/>
                    <a:pt x="4971" y="24919"/>
                  </a:cubicBezTo>
                  <a:cubicBezTo>
                    <a:pt x="6138" y="24051"/>
                    <a:pt x="12209" y="13911"/>
                    <a:pt x="12209" y="13911"/>
                  </a:cubicBezTo>
                  <a:lnTo>
                    <a:pt x="12209"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20"/>
            <p:cNvSpPr/>
            <p:nvPr/>
          </p:nvSpPr>
          <p:spPr>
            <a:xfrm>
              <a:off x="3493500" y="2397150"/>
              <a:ext cx="305250" cy="655500"/>
            </a:xfrm>
            <a:custGeom>
              <a:rect b="b" l="l" r="r" t="t"/>
              <a:pathLst>
                <a:path extrusionOk="0" fill="none" h="26220" w="12210">
                  <a:moveTo>
                    <a:pt x="12209" y="1"/>
                  </a:moveTo>
                  <a:cubicBezTo>
                    <a:pt x="12209" y="1"/>
                    <a:pt x="9074" y="1302"/>
                    <a:pt x="8540" y="3036"/>
                  </a:cubicBezTo>
                  <a:cubicBezTo>
                    <a:pt x="8006" y="4738"/>
                    <a:pt x="1301" y="20516"/>
                    <a:pt x="668" y="21783"/>
                  </a:cubicBezTo>
                  <a:cubicBezTo>
                    <a:pt x="0" y="23051"/>
                    <a:pt x="768" y="25352"/>
                    <a:pt x="1935" y="25786"/>
                  </a:cubicBezTo>
                  <a:cubicBezTo>
                    <a:pt x="3136" y="26220"/>
                    <a:pt x="3770" y="25786"/>
                    <a:pt x="4971" y="24919"/>
                  </a:cubicBezTo>
                  <a:cubicBezTo>
                    <a:pt x="6138" y="24051"/>
                    <a:pt x="12209" y="13911"/>
                    <a:pt x="12209" y="13911"/>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20"/>
            <p:cNvSpPr/>
            <p:nvPr/>
          </p:nvSpPr>
          <p:spPr>
            <a:xfrm>
              <a:off x="3584400" y="2402150"/>
              <a:ext cx="139300" cy="300250"/>
            </a:xfrm>
            <a:custGeom>
              <a:rect b="b" l="l" r="r" t="t"/>
              <a:pathLst>
                <a:path extrusionOk="0" h="12010" w="5572">
                  <a:moveTo>
                    <a:pt x="4570" y="1"/>
                  </a:moveTo>
                  <a:lnTo>
                    <a:pt x="768" y="68"/>
                  </a:lnTo>
                  <a:cubicBezTo>
                    <a:pt x="334" y="68"/>
                    <a:pt x="0" y="435"/>
                    <a:pt x="0" y="868"/>
                  </a:cubicBezTo>
                  <a:lnTo>
                    <a:pt x="201" y="11242"/>
                  </a:lnTo>
                  <a:cubicBezTo>
                    <a:pt x="201" y="11676"/>
                    <a:pt x="567" y="12010"/>
                    <a:pt x="1001" y="12010"/>
                  </a:cubicBezTo>
                  <a:lnTo>
                    <a:pt x="4804" y="11943"/>
                  </a:lnTo>
                  <a:cubicBezTo>
                    <a:pt x="5204" y="11943"/>
                    <a:pt x="5571" y="11576"/>
                    <a:pt x="5571" y="11142"/>
                  </a:cubicBezTo>
                  <a:lnTo>
                    <a:pt x="5371" y="768"/>
                  </a:lnTo>
                  <a:cubicBezTo>
                    <a:pt x="5371" y="335"/>
                    <a:pt x="5004" y="1"/>
                    <a:pt x="4570" y="1"/>
                  </a:cubicBezTo>
                  <a:close/>
                </a:path>
              </a:pathLst>
            </a:custGeom>
            <a:solidFill>
              <a:srgbClr val="263238"/>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20"/>
            <p:cNvSpPr/>
            <p:nvPr/>
          </p:nvSpPr>
          <p:spPr>
            <a:xfrm>
              <a:off x="3470150" y="2489350"/>
              <a:ext cx="279725" cy="571500"/>
            </a:xfrm>
            <a:custGeom>
              <a:rect b="b" l="l" r="r" t="t"/>
              <a:pathLst>
                <a:path extrusionOk="0" h="22860" w="11189">
                  <a:moveTo>
                    <a:pt x="8956" y="1"/>
                  </a:moveTo>
                  <a:cubicBezTo>
                    <a:pt x="8384" y="1"/>
                    <a:pt x="5900" y="1175"/>
                    <a:pt x="5304" y="1583"/>
                  </a:cubicBezTo>
                  <a:cubicBezTo>
                    <a:pt x="4637" y="2017"/>
                    <a:pt x="3570" y="2918"/>
                    <a:pt x="3636" y="3785"/>
                  </a:cubicBezTo>
                  <a:cubicBezTo>
                    <a:pt x="3670" y="4685"/>
                    <a:pt x="3703" y="10923"/>
                    <a:pt x="3703" y="10923"/>
                  </a:cubicBezTo>
                  <a:cubicBezTo>
                    <a:pt x="3703" y="10923"/>
                    <a:pt x="3036" y="13592"/>
                    <a:pt x="1902" y="15093"/>
                  </a:cubicBezTo>
                  <a:cubicBezTo>
                    <a:pt x="734" y="16627"/>
                    <a:pt x="0" y="19396"/>
                    <a:pt x="1168" y="21664"/>
                  </a:cubicBezTo>
                  <a:cubicBezTo>
                    <a:pt x="1606" y="22516"/>
                    <a:pt x="2289" y="22860"/>
                    <a:pt x="3021" y="22860"/>
                  </a:cubicBezTo>
                  <a:cubicBezTo>
                    <a:pt x="4238" y="22860"/>
                    <a:pt x="5588" y="21909"/>
                    <a:pt x="6172" y="20764"/>
                  </a:cubicBezTo>
                  <a:cubicBezTo>
                    <a:pt x="7106" y="18929"/>
                    <a:pt x="5838" y="12091"/>
                    <a:pt x="5838" y="12091"/>
                  </a:cubicBezTo>
                  <a:cubicBezTo>
                    <a:pt x="6438" y="11690"/>
                    <a:pt x="6939" y="11090"/>
                    <a:pt x="7172" y="10390"/>
                  </a:cubicBezTo>
                  <a:cubicBezTo>
                    <a:pt x="7439" y="9689"/>
                    <a:pt x="7673" y="8955"/>
                    <a:pt x="7806" y="8221"/>
                  </a:cubicBezTo>
                  <a:cubicBezTo>
                    <a:pt x="8773" y="7921"/>
                    <a:pt x="9707" y="7588"/>
                    <a:pt x="10608" y="7154"/>
                  </a:cubicBezTo>
                  <a:cubicBezTo>
                    <a:pt x="11188" y="6832"/>
                    <a:pt x="10959" y="6385"/>
                    <a:pt x="10762" y="6385"/>
                  </a:cubicBezTo>
                  <a:cubicBezTo>
                    <a:pt x="10755" y="6385"/>
                    <a:pt x="10748" y="6386"/>
                    <a:pt x="10741" y="6387"/>
                  </a:cubicBezTo>
                  <a:cubicBezTo>
                    <a:pt x="10541" y="6453"/>
                    <a:pt x="7506" y="7187"/>
                    <a:pt x="7506" y="7187"/>
                  </a:cubicBezTo>
                  <a:cubicBezTo>
                    <a:pt x="7839" y="6854"/>
                    <a:pt x="8173" y="6520"/>
                    <a:pt x="8540" y="6220"/>
                  </a:cubicBezTo>
                  <a:cubicBezTo>
                    <a:pt x="9040" y="5820"/>
                    <a:pt x="10641" y="4252"/>
                    <a:pt x="10708" y="3885"/>
                  </a:cubicBezTo>
                  <a:cubicBezTo>
                    <a:pt x="10741" y="3585"/>
                    <a:pt x="10641" y="3318"/>
                    <a:pt x="10475" y="3118"/>
                  </a:cubicBezTo>
                  <a:cubicBezTo>
                    <a:pt x="10541" y="2884"/>
                    <a:pt x="10475" y="2651"/>
                    <a:pt x="10341" y="2484"/>
                  </a:cubicBezTo>
                  <a:cubicBezTo>
                    <a:pt x="10266" y="2426"/>
                    <a:pt x="10164" y="2401"/>
                    <a:pt x="10043" y="2401"/>
                  </a:cubicBezTo>
                  <a:cubicBezTo>
                    <a:pt x="9678" y="2401"/>
                    <a:pt x="9140" y="2626"/>
                    <a:pt x="8640" y="2851"/>
                  </a:cubicBezTo>
                  <a:cubicBezTo>
                    <a:pt x="7939" y="3151"/>
                    <a:pt x="5671" y="4252"/>
                    <a:pt x="5671" y="4252"/>
                  </a:cubicBezTo>
                  <a:cubicBezTo>
                    <a:pt x="5671" y="4252"/>
                    <a:pt x="5638" y="3051"/>
                    <a:pt x="6005" y="2751"/>
                  </a:cubicBezTo>
                  <a:cubicBezTo>
                    <a:pt x="6372" y="2451"/>
                    <a:pt x="8373" y="1350"/>
                    <a:pt x="8807" y="1016"/>
                  </a:cubicBezTo>
                  <a:cubicBezTo>
                    <a:pt x="9274" y="716"/>
                    <a:pt x="9374" y="149"/>
                    <a:pt x="9040" y="15"/>
                  </a:cubicBezTo>
                  <a:cubicBezTo>
                    <a:pt x="9020" y="6"/>
                    <a:pt x="8992" y="1"/>
                    <a:pt x="8956" y="1"/>
                  </a:cubicBezTo>
                  <a:close/>
                </a:path>
              </a:pathLst>
            </a:custGeom>
            <a:solidFill>
              <a:srgbClr val="FFFFFF"/>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20"/>
            <p:cNvSpPr/>
            <p:nvPr/>
          </p:nvSpPr>
          <p:spPr>
            <a:xfrm>
              <a:off x="3475150" y="2889175"/>
              <a:ext cx="159300" cy="171900"/>
            </a:xfrm>
            <a:custGeom>
              <a:rect b="b" l="l" r="r" t="t"/>
              <a:pathLst>
                <a:path extrusionOk="0" h="6876" w="6372">
                  <a:moveTo>
                    <a:pt x="1135" y="1"/>
                  </a:moveTo>
                  <a:cubicBezTo>
                    <a:pt x="334" y="1568"/>
                    <a:pt x="1" y="3770"/>
                    <a:pt x="968" y="5671"/>
                  </a:cubicBezTo>
                  <a:cubicBezTo>
                    <a:pt x="1409" y="6528"/>
                    <a:pt x="2098" y="6876"/>
                    <a:pt x="2834" y="6876"/>
                  </a:cubicBezTo>
                  <a:cubicBezTo>
                    <a:pt x="4047" y="6876"/>
                    <a:pt x="5390" y="5933"/>
                    <a:pt x="5972" y="4771"/>
                  </a:cubicBezTo>
                  <a:cubicBezTo>
                    <a:pt x="6338" y="4037"/>
                    <a:pt x="6372" y="2436"/>
                    <a:pt x="6238" y="835"/>
                  </a:cubicBezTo>
                  <a:lnTo>
                    <a:pt x="6238" y="835"/>
                  </a:lnTo>
                  <a:cubicBezTo>
                    <a:pt x="5456" y="1170"/>
                    <a:pt x="4758" y="1304"/>
                    <a:pt x="4140" y="1304"/>
                  </a:cubicBezTo>
                  <a:cubicBezTo>
                    <a:pt x="2728" y="1304"/>
                    <a:pt x="1738" y="604"/>
                    <a:pt x="1135" y="1"/>
                  </a:cubicBezTo>
                  <a:close/>
                </a:path>
              </a:pathLst>
            </a:custGeom>
            <a:solidFill>
              <a:srgbClr val="6453C2"/>
            </a:solid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20"/>
            <p:cNvSpPr/>
            <p:nvPr/>
          </p:nvSpPr>
          <p:spPr>
            <a:xfrm>
              <a:off x="3626925" y="2567275"/>
              <a:ext cx="104275" cy="65900"/>
            </a:xfrm>
            <a:custGeom>
              <a:rect b="b" l="l" r="r" t="t"/>
              <a:pathLst>
                <a:path extrusionOk="0" fill="none" h="2636" w="4171">
                  <a:moveTo>
                    <a:pt x="4170" y="1"/>
                  </a:moveTo>
                  <a:lnTo>
                    <a:pt x="1" y="2636"/>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20"/>
            <p:cNvSpPr/>
            <p:nvPr/>
          </p:nvSpPr>
          <p:spPr>
            <a:xfrm>
              <a:off x="3626925" y="2567275"/>
              <a:ext cx="104275" cy="65900"/>
            </a:xfrm>
            <a:custGeom>
              <a:rect b="b" l="l" r="r" t="t"/>
              <a:pathLst>
                <a:path extrusionOk="0" fill="none" h="2636" w="4171">
                  <a:moveTo>
                    <a:pt x="4170" y="1"/>
                  </a:moveTo>
                  <a:lnTo>
                    <a:pt x="1" y="2636"/>
                  </a:ln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20"/>
            <p:cNvSpPr/>
            <p:nvPr/>
          </p:nvSpPr>
          <p:spPr>
            <a:xfrm>
              <a:off x="4325750" y="3207750"/>
              <a:ext cx="232700" cy="192650"/>
            </a:xfrm>
            <a:custGeom>
              <a:rect b="b" l="l" r="r" t="t"/>
              <a:pathLst>
                <a:path extrusionOk="0" h="7706" w="9308">
                  <a:moveTo>
                    <a:pt x="6939" y="0"/>
                  </a:moveTo>
                  <a:lnTo>
                    <a:pt x="3470" y="734"/>
                  </a:lnTo>
                  <a:cubicBezTo>
                    <a:pt x="3103" y="801"/>
                    <a:pt x="568" y="3169"/>
                    <a:pt x="268" y="3636"/>
                  </a:cubicBezTo>
                  <a:cubicBezTo>
                    <a:pt x="1" y="4070"/>
                    <a:pt x="801" y="4370"/>
                    <a:pt x="1168" y="4370"/>
                  </a:cubicBezTo>
                  <a:cubicBezTo>
                    <a:pt x="1535" y="4370"/>
                    <a:pt x="3537" y="2902"/>
                    <a:pt x="3537" y="2902"/>
                  </a:cubicBezTo>
                  <a:lnTo>
                    <a:pt x="3537" y="2902"/>
                  </a:lnTo>
                  <a:lnTo>
                    <a:pt x="3003" y="4236"/>
                  </a:lnTo>
                  <a:lnTo>
                    <a:pt x="7006" y="7706"/>
                  </a:lnTo>
                  <a:cubicBezTo>
                    <a:pt x="7006" y="7706"/>
                    <a:pt x="8073" y="5771"/>
                    <a:pt x="8574" y="4503"/>
                  </a:cubicBezTo>
                  <a:cubicBezTo>
                    <a:pt x="8941" y="3503"/>
                    <a:pt x="9207" y="2435"/>
                    <a:pt x="9308" y="1334"/>
                  </a:cubicBezTo>
                  <a:lnTo>
                    <a:pt x="693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20"/>
            <p:cNvSpPr/>
            <p:nvPr/>
          </p:nvSpPr>
          <p:spPr>
            <a:xfrm>
              <a:off x="4325750" y="3207750"/>
              <a:ext cx="232700" cy="192650"/>
            </a:xfrm>
            <a:custGeom>
              <a:rect b="b" l="l" r="r" t="t"/>
              <a:pathLst>
                <a:path extrusionOk="0" fill="none" h="7706" w="9308">
                  <a:moveTo>
                    <a:pt x="6939" y="0"/>
                  </a:moveTo>
                  <a:lnTo>
                    <a:pt x="3470" y="734"/>
                  </a:lnTo>
                  <a:cubicBezTo>
                    <a:pt x="3103" y="801"/>
                    <a:pt x="568" y="3169"/>
                    <a:pt x="268" y="3636"/>
                  </a:cubicBezTo>
                  <a:cubicBezTo>
                    <a:pt x="1" y="4070"/>
                    <a:pt x="801" y="4370"/>
                    <a:pt x="1168" y="4370"/>
                  </a:cubicBezTo>
                  <a:cubicBezTo>
                    <a:pt x="1535" y="4370"/>
                    <a:pt x="3537" y="2902"/>
                    <a:pt x="3537" y="2902"/>
                  </a:cubicBezTo>
                  <a:lnTo>
                    <a:pt x="3003" y="4236"/>
                  </a:lnTo>
                  <a:lnTo>
                    <a:pt x="7006" y="7706"/>
                  </a:lnTo>
                  <a:cubicBezTo>
                    <a:pt x="7006" y="7706"/>
                    <a:pt x="8073" y="5771"/>
                    <a:pt x="8574" y="4503"/>
                  </a:cubicBezTo>
                  <a:cubicBezTo>
                    <a:pt x="8941" y="3503"/>
                    <a:pt x="9207" y="2435"/>
                    <a:pt x="9308" y="1334"/>
                  </a:cubicBezTo>
                </a:path>
              </a:pathLst>
            </a:custGeom>
            <a:noFill/>
            <a:ln cap="flat"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30" name="Shape 1630"/>
        <p:cNvGrpSpPr/>
        <p:nvPr/>
      </p:nvGrpSpPr>
      <p:grpSpPr>
        <a:xfrm>
          <a:off x="0" y="0"/>
          <a:ext cx="0" cy="0"/>
          <a:chOff x="0" y="0"/>
          <a:chExt cx="0" cy="0"/>
        </a:xfrm>
      </p:grpSpPr>
      <p:sp>
        <p:nvSpPr>
          <p:cNvPr id="1631" name="Google Shape;1631;p21"/>
          <p:cNvSpPr/>
          <p:nvPr/>
        </p:nvSpPr>
        <p:spPr>
          <a:xfrm>
            <a:off x="713100" y="3963900"/>
            <a:ext cx="77178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21"/>
          <p:cNvSpPr txBox="1"/>
          <p:nvPr>
            <p:ph idx="1" type="body"/>
          </p:nvPr>
        </p:nvSpPr>
        <p:spPr>
          <a:xfrm>
            <a:off x="713100" y="4035450"/>
            <a:ext cx="7717800" cy="495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de">
                <a:solidFill>
                  <a:schemeClr val="lt1"/>
                </a:solidFill>
              </a:rPr>
              <a:t>Ein Bild sagt mehr als tausend Worte</a:t>
            </a:r>
            <a:endParaRPr>
              <a:solidFill>
                <a:schemeClr val="lt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6" name="Shape 1636"/>
        <p:cNvGrpSpPr/>
        <p:nvPr/>
      </p:nvGrpSpPr>
      <p:grpSpPr>
        <a:xfrm>
          <a:off x="0" y="0"/>
          <a:ext cx="0" cy="0"/>
          <a:chOff x="0" y="0"/>
          <a:chExt cx="0" cy="0"/>
        </a:xfrm>
      </p:grpSpPr>
      <p:sp>
        <p:nvSpPr>
          <p:cNvPr id="1637" name="Google Shape;1637;p23"/>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Hier hast du eine Karte</a:t>
            </a:r>
            <a:endParaRPr/>
          </a:p>
        </p:txBody>
      </p:sp>
      <p:grpSp>
        <p:nvGrpSpPr>
          <p:cNvPr id="1638" name="Google Shape;1638;p23"/>
          <p:cNvGrpSpPr/>
          <p:nvPr/>
        </p:nvGrpSpPr>
        <p:grpSpPr>
          <a:xfrm>
            <a:off x="3496875" y="1610826"/>
            <a:ext cx="4934015" cy="2628530"/>
            <a:chOff x="233350" y="949250"/>
            <a:chExt cx="7137300" cy="3802300"/>
          </a:xfrm>
        </p:grpSpPr>
        <p:sp>
          <p:nvSpPr>
            <p:cNvPr id="1639" name="Google Shape;1639;p2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2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2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2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2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2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2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2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2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2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2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2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2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2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2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2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2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2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2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2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2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2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2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2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2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2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2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2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2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2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2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2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2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2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2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2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2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2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2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2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2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2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2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2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2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2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2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2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2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2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2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90" name="Google Shape;1690;p23"/>
          <p:cNvSpPr/>
          <p:nvPr/>
        </p:nvSpPr>
        <p:spPr>
          <a:xfrm flipH="1">
            <a:off x="713975" y="1603463"/>
            <a:ext cx="2109900" cy="468300"/>
          </a:xfrm>
          <a:prstGeom prst="roundRect">
            <a:avLst>
              <a:gd fmla="val 50000" name="adj"/>
            </a:avLst>
          </a:prstGeom>
          <a:solidFill>
            <a:srgbClr val="6453C2"/>
          </a:solidFill>
          <a:ln cap="flat" cmpd="sng" w="9525">
            <a:solidFill>
              <a:srgbClr val="D0CB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23"/>
          <p:cNvSpPr/>
          <p:nvPr/>
        </p:nvSpPr>
        <p:spPr>
          <a:xfrm flipH="1">
            <a:off x="750789" y="1658363"/>
            <a:ext cx="2035800" cy="358500"/>
          </a:xfrm>
          <a:prstGeom prst="roundRect">
            <a:avLst>
              <a:gd fmla="val 50000" name="adj"/>
            </a:avLst>
          </a:prstGeom>
          <a:noFill/>
          <a:ln cap="flat" cmpd="sng" w="9525">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23"/>
          <p:cNvSpPr/>
          <p:nvPr/>
        </p:nvSpPr>
        <p:spPr>
          <a:xfrm flipH="1">
            <a:off x="713675" y="3045441"/>
            <a:ext cx="2110200" cy="468300"/>
          </a:xfrm>
          <a:prstGeom prst="roundRect">
            <a:avLst>
              <a:gd fmla="val 50000" name="adj"/>
            </a:avLst>
          </a:prstGeom>
          <a:solidFill>
            <a:srgbClr val="6453C2"/>
          </a:solidFill>
          <a:ln cap="flat" cmpd="sng" w="9525">
            <a:solidFill>
              <a:srgbClr val="D0CB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23"/>
          <p:cNvSpPr/>
          <p:nvPr/>
        </p:nvSpPr>
        <p:spPr>
          <a:xfrm flipH="1">
            <a:off x="750788" y="3100341"/>
            <a:ext cx="2035800" cy="358500"/>
          </a:xfrm>
          <a:prstGeom prst="roundRect">
            <a:avLst>
              <a:gd fmla="val 50000" name="adj"/>
            </a:avLst>
          </a:prstGeom>
          <a:noFill/>
          <a:ln cap="flat" cmpd="sng" w="9525">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23"/>
          <p:cNvSpPr txBox="1"/>
          <p:nvPr/>
        </p:nvSpPr>
        <p:spPr>
          <a:xfrm flipH="1">
            <a:off x="713107" y="1680117"/>
            <a:ext cx="2066100" cy="384000"/>
          </a:xfrm>
          <a:prstGeom prst="rect">
            <a:avLst/>
          </a:prstGeom>
          <a:noFill/>
          <a:ln>
            <a:noFill/>
          </a:ln>
        </p:spPr>
        <p:txBody>
          <a:bodyPr anchorCtr="0" anchor="b" bIns="91425" lIns="91425" spcFirstLastPara="1" rIns="91425" wrap="square" tIns="91425">
            <a:noAutofit/>
          </a:bodyPr>
          <a:lstStyle/>
          <a:p>
            <a:pPr indent="0" lvl="0" marL="0" marR="0" rtl="0" algn="r">
              <a:lnSpc>
                <a:spcPct val="115000"/>
              </a:lnSpc>
              <a:spcBef>
                <a:spcPts val="0"/>
              </a:spcBef>
              <a:spcAft>
                <a:spcPts val="1200"/>
              </a:spcAft>
              <a:buClr>
                <a:srgbClr val="000000"/>
              </a:buClr>
              <a:buSzPts val="2000"/>
              <a:buFont typeface="Arial"/>
              <a:buNone/>
            </a:pPr>
            <a:r>
              <a:rPr b="1" i="0" lang="de" sz="2000" u="none" cap="none" strike="noStrike">
                <a:solidFill>
                  <a:srgbClr val="FFFFFF"/>
                </a:solidFill>
                <a:latin typeface="Space Grotesk"/>
                <a:ea typeface="Space Grotesk"/>
                <a:cs typeface="Space Grotesk"/>
                <a:sym typeface="Space Grotesk"/>
              </a:rPr>
              <a:t>Merkur</a:t>
            </a:r>
            <a:endParaRPr b="1" i="0" sz="2000" u="none" cap="none" strike="noStrike">
              <a:solidFill>
                <a:srgbClr val="FFFFFF"/>
              </a:solidFill>
              <a:latin typeface="Space Grotesk"/>
              <a:ea typeface="Space Grotesk"/>
              <a:cs typeface="Space Grotesk"/>
              <a:sym typeface="Space Grotesk"/>
            </a:endParaRPr>
          </a:p>
        </p:txBody>
      </p:sp>
      <p:sp>
        <p:nvSpPr>
          <p:cNvPr id="1695" name="Google Shape;1695;p23"/>
          <p:cNvSpPr txBox="1"/>
          <p:nvPr/>
        </p:nvSpPr>
        <p:spPr>
          <a:xfrm flipH="1">
            <a:off x="713115" y="2016891"/>
            <a:ext cx="2066100" cy="8517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de" sz="1400" u="none" cap="none" strike="noStrike">
                <a:solidFill>
                  <a:srgbClr val="000000"/>
                </a:solidFill>
                <a:latin typeface="Archivo"/>
                <a:ea typeface="Archivo"/>
                <a:cs typeface="Archivo"/>
                <a:sym typeface="Archivo"/>
              </a:rPr>
              <a:t>Der Merkur ist der sonnennächste Planet und der kleinste</a:t>
            </a:r>
            <a:endParaRPr b="0" i="0" sz="1400" u="none" cap="none" strike="noStrike">
              <a:solidFill>
                <a:srgbClr val="000000"/>
              </a:solidFill>
              <a:latin typeface="Archivo"/>
              <a:ea typeface="Archivo"/>
              <a:cs typeface="Archivo"/>
              <a:sym typeface="Archivo"/>
            </a:endParaRPr>
          </a:p>
          <a:p>
            <a:pPr indent="0" lvl="0" marL="0" marR="0" rtl="0" algn="r">
              <a:lnSpc>
                <a:spcPct val="115000"/>
              </a:lnSpc>
              <a:spcBef>
                <a:spcPts val="1200"/>
              </a:spcBef>
              <a:spcAft>
                <a:spcPts val="0"/>
              </a:spcAft>
              <a:buClr>
                <a:srgbClr val="000000"/>
              </a:buClr>
              <a:buSzPts val="1400"/>
              <a:buFont typeface="Arial"/>
              <a:buNone/>
            </a:pPr>
            <a:r>
              <a:t/>
            </a:r>
            <a:endParaRPr b="0" i="0" sz="1400" u="none" cap="none" strike="noStrike">
              <a:solidFill>
                <a:srgbClr val="000000"/>
              </a:solidFill>
              <a:latin typeface="Archivo"/>
              <a:ea typeface="Archivo"/>
              <a:cs typeface="Archivo"/>
              <a:sym typeface="Archivo"/>
            </a:endParaRPr>
          </a:p>
          <a:p>
            <a:pPr indent="0" lvl="0" marL="0" marR="0" rtl="0" algn="r">
              <a:lnSpc>
                <a:spcPct val="115000"/>
              </a:lnSpc>
              <a:spcBef>
                <a:spcPts val="1200"/>
              </a:spcBef>
              <a:spcAft>
                <a:spcPts val="1200"/>
              </a:spcAft>
              <a:buClr>
                <a:srgbClr val="000000"/>
              </a:buClr>
              <a:buSzPts val="1400"/>
              <a:buFont typeface="Arial"/>
              <a:buNone/>
            </a:pPr>
            <a:r>
              <a:t/>
            </a:r>
            <a:endParaRPr b="0" i="0" sz="1400" u="none" cap="none" strike="noStrike">
              <a:solidFill>
                <a:srgbClr val="000000"/>
              </a:solidFill>
              <a:latin typeface="Archivo"/>
              <a:ea typeface="Archivo"/>
              <a:cs typeface="Archivo"/>
              <a:sym typeface="Archivo"/>
            </a:endParaRPr>
          </a:p>
        </p:txBody>
      </p:sp>
      <p:sp>
        <p:nvSpPr>
          <p:cNvPr id="1696" name="Google Shape;1696;p23"/>
          <p:cNvSpPr txBox="1"/>
          <p:nvPr/>
        </p:nvSpPr>
        <p:spPr>
          <a:xfrm flipH="1">
            <a:off x="713106" y="3122096"/>
            <a:ext cx="2066100" cy="384000"/>
          </a:xfrm>
          <a:prstGeom prst="rect">
            <a:avLst/>
          </a:prstGeom>
          <a:noFill/>
          <a:ln>
            <a:noFill/>
          </a:ln>
        </p:spPr>
        <p:txBody>
          <a:bodyPr anchorCtr="0" anchor="b" bIns="91425" lIns="91425" spcFirstLastPara="1" rIns="91425" wrap="square" tIns="91425">
            <a:noAutofit/>
          </a:bodyPr>
          <a:lstStyle/>
          <a:p>
            <a:pPr indent="0" lvl="0" marL="0" marR="0" rtl="0" algn="r">
              <a:lnSpc>
                <a:spcPct val="115000"/>
              </a:lnSpc>
              <a:spcBef>
                <a:spcPts val="0"/>
              </a:spcBef>
              <a:spcAft>
                <a:spcPts val="1200"/>
              </a:spcAft>
              <a:buClr>
                <a:srgbClr val="000000"/>
              </a:buClr>
              <a:buSzPts val="2000"/>
              <a:buFont typeface="Arial"/>
              <a:buNone/>
            </a:pPr>
            <a:r>
              <a:rPr b="1" i="0" lang="de" sz="2000" u="none" cap="none" strike="noStrike">
                <a:solidFill>
                  <a:srgbClr val="FFFFFF"/>
                </a:solidFill>
                <a:latin typeface="Space Grotesk"/>
                <a:ea typeface="Space Grotesk"/>
                <a:cs typeface="Space Grotesk"/>
                <a:sym typeface="Space Grotesk"/>
              </a:rPr>
              <a:t>Mars</a:t>
            </a:r>
            <a:endParaRPr b="1" i="0" sz="2000" u="none" cap="none" strike="noStrike">
              <a:solidFill>
                <a:srgbClr val="FFFFFF"/>
              </a:solidFill>
              <a:latin typeface="Space Grotesk"/>
              <a:ea typeface="Space Grotesk"/>
              <a:cs typeface="Space Grotesk"/>
              <a:sym typeface="Space Grotesk"/>
            </a:endParaRPr>
          </a:p>
        </p:txBody>
      </p:sp>
      <p:sp>
        <p:nvSpPr>
          <p:cNvPr id="1697" name="Google Shape;1697;p23"/>
          <p:cNvSpPr txBox="1"/>
          <p:nvPr/>
        </p:nvSpPr>
        <p:spPr>
          <a:xfrm flipH="1">
            <a:off x="713113" y="3458863"/>
            <a:ext cx="2066100" cy="8517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200"/>
              </a:spcAft>
              <a:buClr>
                <a:srgbClr val="000000"/>
              </a:buClr>
              <a:buSzPts val="1400"/>
              <a:buFont typeface="Arial"/>
              <a:buNone/>
            </a:pPr>
            <a:r>
              <a:rPr b="0" i="0" lang="de" sz="1400" u="none" cap="none" strike="noStrike">
                <a:solidFill>
                  <a:srgbClr val="000000"/>
                </a:solidFill>
                <a:latin typeface="Archivo"/>
                <a:ea typeface="Archivo"/>
                <a:cs typeface="Archivo"/>
                <a:sym typeface="Archivo"/>
              </a:rPr>
              <a:t>Obwohl er rot ist, ist der Mars eigentlich sehr kalt. Er hat zwei Monde! </a:t>
            </a:r>
            <a:endParaRPr b="0" i="0" sz="1400" u="none" cap="none" strike="noStrike">
              <a:solidFill>
                <a:srgbClr val="000000"/>
              </a:solidFill>
              <a:latin typeface="Archivo"/>
              <a:ea typeface="Archivo"/>
              <a:cs typeface="Archivo"/>
              <a:sym typeface="Archivo"/>
            </a:endParaRPr>
          </a:p>
        </p:txBody>
      </p:sp>
      <p:grpSp>
        <p:nvGrpSpPr>
          <p:cNvPr id="1698" name="Google Shape;1698;p23"/>
          <p:cNvGrpSpPr/>
          <p:nvPr/>
        </p:nvGrpSpPr>
        <p:grpSpPr>
          <a:xfrm flipH="1">
            <a:off x="2936778" y="1610813"/>
            <a:ext cx="453600" cy="453600"/>
            <a:chOff x="3603450" y="1968300"/>
            <a:chExt cx="453600" cy="453600"/>
          </a:xfrm>
        </p:grpSpPr>
        <p:sp>
          <p:nvSpPr>
            <p:cNvPr id="1699" name="Google Shape;1699;p23"/>
            <p:cNvSpPr/>
            <p:nvPr/>
          </p:nvSpPr>
          <p:spPr>
            <a:xfrm>
              <a:off x="3603450" y="1968300"/>
              <a:ext cx="453600" cy="4536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 name="Google Shape;1701;p23"/>
          <p:cNvGrpSpPr/>
          <p:nvPr/>
        </p:nvGrpSpPr>
        <p:grpSpPr>
          <a:xfrm flipH="1">
            <a:off x="2936778" y="3052775"/>
            <a:ext cx="453600" cy="453600"/>
            <a:chOff x="3603450" y="1968300"/>
            <a:chExt cx="453600" cy="453600"/>
          </a:xfrm>
        </p:grpSpPr>
        <p:sp>
          <p:nvSpPr>
            <p:cNvPr id="1702" name="Google Shape;1702;p23"/>
            <p:cNvSpPr/>
            <p:nvPr/>
          </p:nvSpPr>
          <p:spPr>
            <a:xfrm>
              <a:off x="3603450" y="1968300"/>
              <a:ext cx="453600" cy="453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solidFill>
              <a:schemeClr val="dk1"/>
            </a:solidFill>
            <a:ln cap="flat" cmpd="sng" w="9525">
              <a:solidFill>
                <a:schemeClr val="lt1"/>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4" name="Google Shape;1704;p23"/>
          <p:cNvGrpSpPr/>
          <p:nvPr/>
        </p:nvGrpSpPr>
        <p:grpSpPr>
          <a:xfrm flipH="1">
            <a:off x="4669260" y="2948031"/>
            <a:ext cx="276832" cy="276832"/>
            <a:chOff x="3603450" y="1968300"/>
            <a:chExt cx="453600" cy="453600"/>
          </a:xfrm>
        </p:grpSpPr>
        <p:sp>
          <p:nvSpPr>
            <p:cNvPr id="1705" name="Google Shape;1705;p23"/>
            <p:cNvSpPr/>
            <p:nvPr/>
          </p:nvSpPr>
          <p:spPr>
            <a:xfrm>
              <a:off x="3603450" y="1968300"/>
              <a:ext cx="453600" cy="4536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7" name="Google Shape;1707;p23"/>
          <p:cNvGrpSpPr/>
          <p:nvPr/>
        </p:nvGrpSpPr>
        <p:grpSpPr>
          <a:xfrm flipH="1">
            <a:off x="5530035" y="2304331"/>
            <a:ext cx="276832" cy="276832"/>
            <a:chOff x="3603450" y="1968300"/>
            <a:chExt cx="453600" cy="453600"/>
          </a:xfrm>
        </p:grpSpPr>
        <p:sp>
          <p:nvSpPr>
            <p:cNvPr id="1708" name="Google Shape;1708;p23"/>
            <p:cNvSpPr/>
            <p:nvPr/>
          </p:nvSpPr>
          <p:spPr>
            <a:xfrm>
              <a:off x="3603450" y="1968300"/>
              <a:ext cx="453600" cy="4536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0" name="Google Shape;1710;p23"/>
          <p:cNvGrpSpPr/>
          <p:nvPr/>
        </p:nvGrpSpPr>
        <p:grpSpPr>
          <a:xfrm flipH="1">
            <a:off x="6224985" y="3100356"/>
            <a:ext cx="276832" cy="276832"/>
            <a:chOff x="3603450" y="1968300"/>
            <a:chExt cx="453600" cy="453600"/>
          </a:xfrm>
        </p:grpSpPr>
        <p:sp>
          <p:nvSpPr>
            <p:cNvPr id="1711" name="Google Shape;1711;p23"/>
            <p:cNvSpPr/>
            <p:nvPr/>
          </p:nvSpPr>
          <p:spPr>
            <a:xfrm>
              <a:off x="3603450" y="1968300"/>
              <a:ext cx="453600" cy="453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solidFill>
              <a:schemeClr val="accent3"/>
            </a:solidFill>
            <a:ln cap="flat" cmpd="sng" w="9525">
              <a:solidFill>
                <a:schemeClr val="lt1"/>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3" name="Google Shape;1713;p23"/>
          <p:cNvGrpSpPr/>
          <p:nvPr/>
        </p:nvGrpSpPr>
        <p:grpSpPr>
          <a:xfrm flipH="1">
            <a:off x="7135160" y="2133731"/>
            <a:ext cx="276832" cy="276832"/>
            <a:chOff x="3603450" y="1968300"/>
            <a:chExt cx="453600" cy="453600"/>
          </a:xfrm>
        </p:grpSpPr>
        <p:sp>
          <p:nvSpPr>
            <p:cNvPr id="1714" name="Google Shape;1714;p23"/>
            <p:cNvSpPr/>
            <p:nvPr/>
          </p:nvSpPr>
          <p:spPr>
            <a:xfrm>
              <a:off x="3603450" y="1968300"/>
              <a:ext cx="453600" cy="453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23"/>
            <p:cNvSpPr/>
            <p:nvPr/>
          </p:nvSpPr>
          <p:spPr>
            <a:xfrm>
              <a:off x="3614080" y="1978931"/>
              <a:ext cx="432613" cy="432613"/>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solidFill>
              <a:schemeClr val="accent3"/>
            </a:solidFill>
            <a:ln cap="flat" cmpd="sng" w="9525">
              <a:solidFill>
                <a:schemeClr val="lt1"/>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 name="Shape 1719"/>
        <p:cNvGrpSpPr/>
        <p:nvPr/>
      </p:nvGrpSpPr>
      <p:grpSpPr>
        <a:xfrm>
          <a:off x="0" y="0"/>
          <a:ext cx="0" cy="0"/>
          <a:chOff x="0" y="0"/>
          <a:chExt cx="0" cy="0"/>
        </a:xfrm>
      </p:grpSpPr>
      <p:sp>
        <p:nvSpPr>
          <p:cNvPr id="1720" name="Google Shape;1720;p24"/>
          <p:cNvSpPr/>
          <p:nvPr/>
        </p:nvSpPr>
        <p:spPr>
          <a:xfrm>
            <a:off x="713100" y="1691500"/>
            <a:ext cx="3710400" cy="6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24"/>
          <p:cNvSpPr txBox="1"/>
          <p:nvPr>
            <p:ph type="title"/>
          </p:nvPr>
        </p:nvSpPr>
        <p:spPr>
          <a:xfrm flipH="1">
            <a:off x="849113" y="1767700"/>
            <a:ext cx="3438600" cy="49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de">
                <a:solidFill>
                  <a:schemeClr val="lt1"/>
                </a:solidFill>
              </a:rPr>
              <a:t>Desktop Mockup</a:t>
            </a:r>
            <a:endParaRPr>
              <a:solidFill>
                <a:schemeClr val="lt1"/>
              </a:solidFill>
            </a:endParaRPr>
          </a:p>
        </p:txBody>
      </p:sp>
      <p:sp>
        <p:nvSpPr>
          <p:cNvPr id="1722" name="Google Shape;1722;p24"/>
          <p:cNvSpPr txBox="1"/>
          <p:nvPr>
            <p:ph idx="1" type="subTitle"/>
          </p:nvPr>
        </p:nvSpPr>
        <p:spPr>
          <a:xfrm flipH="1">
            <a:off x="848875" y="2381300"/>
            <a:ext cx="3438600" cy="1070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de"/>
              <a:t>Du kannst das Bild auf dem Bildschirm durch dein eigenes Werk ersetzen. Rechtsklick einfach darauf und wähle „Bild ersetzen"</a:t>
            </a:r>
            <a:endParaRPr/>
          </a:p>
        </p:txBody>
      </p:sp>
      <p:grpSp>
        <p:nvGrpSpPr>
          <p:cNvPr id="1723" name="Google Shape;1723;p24"/>
          <p:cNvGrpSpPr/>
          <p:nvPr/>
        </p:nvGrpSpPr>
        <p:grpSpPr>
          <a:xfrm>
            <a:off x="4831497" y="1164999"/>
            <a:ext cx="3599397" cy="2813510"/>
            <a:chOff x="713097" y="1164999"/>
            <a:chExt cx="3599397" cy="2813510"/>
          </a:xfrm>
        </p:grpSpPr>
        <p:sp>
          <p:nvSpPr>
            <p:cNvPr id="1724" name="Google Shape;1724;p24"/>
            <p:cNvSpPr/>
            <p:nvPr/>
          </p:nvSpPr>
          <p:spPr>
            <a:xfrm>
              <a:off x="2442123" y="3323187"/>
              <a:ext cx="141348" cy="141344"/>
            </a:xfrm>
            <a:custGeom>
              <a:rect b="b" l="l" r="r" t="t"/>
              <a:pathLst>
                <a:path extrusionOk="0" h="3020" w="3005">
                  <a:moveTo>
                    <a:pt x="1503" y="1"/>
                  </a:moveTo>
                  <a:cubicBezTo>
                    <a:pt x="667" y="1"/>
                    <a:pt x="0" y="680"/>
                    <a:pt x="0" y="1504"/>
                  </a:cubicBezTo>
                  <a:cubicBezTo>
                    <a:pt x="0" y="2340"/>
                    <a:pt x="667" y="3019"/>
                    <a:pt x="1503" y="3019"/>
                  </a:cubicBezTo>
                  <a:cubicBezTo>
                    <a:pt x="2326" y="3019"/>
                    <a:pt x="3005" y="2340"/>
                    <a:pt x="3005" y="1504"/>
                  </a:cubicBezTo>
                  <a:cubicBezTo>
                    <a:pt x="3005" y="680"/>
                    <a:pt x="2326" y="1"/>
                    <a:pt x="1503" y="1"/>
                  </a:cubicBezTo>
                  <a:close/>
                </a:path>
              </a:pathLst>
            </a:cu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5" name="Google Shape;1725;p24"/>
            <p:cNvGrpSpPr/>
            <p:nvPr/>
          </p:nvGrpSpPr>
          <p:grpSpPr>
            <a:xfrm>
              <a:off x="713097" y="1164999"/>
              <a:ext cx="3599397" cy="2813510"/>
              <a:chOff x="4794566" y="1229221"/>
              <a:chExt cx="3492864" cy="2730238"/>
            </a:xfrm>
          </p:grpSpPr>
          <p:sp>
            <p:nvSpPr>
              <p:cNvPr id="1726" name="Google Shape;1726;p24"/>
              <p:cNvSpPr/>
              <p:nvPr/>
            </p:nvSpPr>
            <p:spPr>
              <a:xfrm>
                <a:off x="6010192" y="3526822"/>
                <a:ext cx="1061612" cy="432637"/>
              </a:xfrm>
              <a:custGeom>
                <a:rect b="b" l="l" r="r" t="t"/>
                <a:pathLst>
                  <a:path extrusionOk="0" h="6128" w="15037">
                    <a:moveTo>
                      <a:pt x="2443" y="1"/>
                    </a:moveTo>
                    <a:lnTo>
                      <a:pt x="2222" y="2875"/>
                    </a:lnTo>
                    <a:cubicBezTo>
                      <a:pt x="2222" y="2875"/>
                      <a:pt x="2339" y="3398"/>
                      <a:pt x="1529" y="4116"/>
                    </a:cubicBezTo>
                    <a:cubicBezTo>
                      <a:pt x="732" y="4835"/>
                      <a:pt x="92" y="5500"/>
                      <a:pt x="92" y="5500"/>
                    </a:cubicBezTo>
                    <a:cubicBezTo>
                      <a:pt x="92" y="5500"/>
                      <a:pt x="1" y="5657"/>
                      <a:pt x="1" y="5892"/>
                    </a:cubicBezTo>
                    <a:cubicBezTo>
                      <a:pt x="1" y="6115"/>
                      <a:pt x="131" y="6127"/>
                      <a:pt x="693" y="6127"/>
                    </a:cubicBezTo>
                    <a:lnTo>
                      <a:pt x="14345" y="6127"/>
                    </a:lnTo>
                    <a:cubicBezTo>
                      <a:pt x="14906" y="6127"/>
                      <a:pt x="15037" y="6115"/>
                      <a:pt x="15037" y="5892"/>
                    </a:cubicBezTo>
                    <a:cubicBezTo>
                      <a:pt x="15037" y="5657"/>
                      <a:pt x="14946" y="5500"/>
                      <a:pt x="14946" y="5500"/>
                    </a:cubicBezTo>
                    <a:cubicBezTo>
                      <a:pt x="14946" y="5500"/>
                      <a:pt x="14305" y="4835"/>
                      <a:pt x="13495" y="4116"/>
                    </a:cubicBezTo>
                    <a:cubicBezTo>
                      <a:pt x="12699" y="3398"/>
                      <a:pt x="12804" y="2875"/>
                      <a:pt x="12804" y="2875"/>
                    </a:cubicBezTo>
                    <a:lnTo>
                      <a:pt x="1259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24"/>
              <p:cNvSpPr/>
              <p:nvPr/>
            </p:nvSpPr>
            <p:spPr>
              <a:xfrm>
                <a:off x="4794566" y="1229221"/>
                <a:ext cx="3492864" cy="2297606"/>
              </a:xfrm>
              <a:custGeom>
                <a:rect b="b" l="l" r="r" t="t"/>
                <a:pathLst>
                  <a:path extrusionOk="0" h="32544" w="49474">
                    <a:moveTo>
                      <a:pt x="2509" y="0"/>
                    </a:moveTo>
                    <a:cubicBezTo>
                      <a:pt x="1124" y="0"/>
                      <a:pt x="0" y="1124"/>
                      <a:pt x="0" y="2509"/>
                    </a:cubicBezTo>
                    <a:lnTo>
                      <a:pt x="0" y="30035"/>
                    </a:lnTo>
                    <a:cubicBezTo>
                      <a:pt x="0" y="31420"/>
                      <a:pt x="1124" y="32544"/>
                      <a:pt x="2509" y="32544"/>
                    </a:cubicBezTo>
                    <a:lnTo>
                      <a:pt x="46965" y="32544"/>
                    </a:lnTo>
                    <a:cubicBezTo>
                      <a:pt x="48350" y="32544"/>
                      <a:pt x="49474" y="31420"/>
                      <a:pt x="49474" y="30035"/>
                    </a:cubicBezTo>
                    <a:lnTo>
                      <a:pt x="49474" y="2509"/>
                    </a:lnTo>
                    <a:cubicBezTo>
                      <a:pt x="49474" y="1124"/>
                      <a:pt x="48350" y="0"/>
                      <a:pt x="46965"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24"/>
              <p:cNvSpPr/>
              <p:nvPr/>
            </p:nvSpPr>
            <p:spPr>
              <a:xfrm>
                <a:off x="6472417" y="3323532"/>
                <a:ext cx="137163" cy="137161"/>
              </a:xfrm>
              <a:custGeom>
                <a:rect b="b" l="l" r="r" t="t"/>
                <a:pathLst>
                  <a:path extrusionOk="0" h="3020" w="3005">
                    <a:moveTo>
                      <a:pt x="1503" y="1"/>
                    </a:moveTo>
                    <a:cubicBezTo>
                      <a:pt x="667" y="1"/>
                      <a:pt x="0" y="680"/>
                      <a:pt x="0" y="1504"/>
                    </a:cubicBezTo>
                    <a:cubicBezTo>
                      <a:pt x="0" y="2340"/>
                      <a:pt x="667" y="3019"/>
                      <a:pt x="1503" y="3019"/>
                    </a:cubicBezTo>
                    <a:cubicBezTo>
                      <a:pt x="2326" y="3019"/>
                      <a:pt x="3005" y="2340"/>
                      <a:pt x="3005" y="1504"/>
                    </a:cubicBezTo>
                    <a:cubicBezTo>
                      <a:pt x="3005" y="680"/>
                      <a:pt x="2326" y="1"/>
                      <a:pt x="150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1729" name="Google Shape;1729;p24"/>
          <p:cNvPicPr preferRelativeResize="0"/>
          <p:nvPr/>
        </p:nvPicPr>
        <p:blipFill rotWithShape="1">
          <a:blip r:embed="rId3">
            <a:alphaModFix/>
          </a:blip>
          <a:srcRect b="524" l="0" r="0" t="534"/>
          <a:stretch/>
        </p:blipFill>
        <p:spPr>
          <a:xfrm>
            <a:off x="4981007" y="1309709"/>
            <a:ext cx="3298500" cy="1835700"/>
          </a:xfrm>
          <a:prstGeom prst="roundRect">
            <a:avLst>
              <a:gd fmla="val 1603" name="adj"/>
            </a:avLst>
          </a:prstGeom>
          <a:noFill/>
          <a:ln cap="flat" cmpd="sng" w="9525">
            <a:solidFill>
              <a:schemeClr val="dk1"/>
            </a:solidFill>
            <a:prstDash val="solid"/>
            <a:round/>
            <a:headEnd len="sm" w="sm" type="none"/>
            <a:tailEnd len="sm" w="sm" type="none"/>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3" name="Shape 1733"/>
        <p:cNvGrpSpPr/>
        <p:nvPr/>
      </p:nvGrpSpPr>
      <p:grpSpPr>
        <a:xfrm>
          <a:off x="0" y="0"/>
          <a:ext cx="0" cy="0"/>
          <a:chOff x="0" y="0"/>
          <a:chExt cx="0" cy="0"/>
        </a:xfrm>
      </p:grpSpPr>
      <p:grpSp>
        <p:nvGrpSpPr>
          <p:cNvPr id="1734" name="Google Shape;1734;p25"/>
          <p:cNvGrpSpPr/>
          <p:nvPr/>
        </p:nvGrpSpPr>
        <p:grpSpPr>
          <a:xfrm>
            <a:off x="-1154639" y="540052"/>
            <a:ext cx="4723943" cy="4062140"/>
            <a:chOff x="-390043" y="754957"/>
            <a:chExt cx="4478520" cy="3851099"/>
          </a:xfrm>
        </p:grpSpPr>
        <p:sp>
          <p:nvSpPr>
            <p:cNvPr id="1735" name="Google Shape;1735;p25"/>
            <p:cNvSpPr/>
            <p:nvPr/>
          </p:nvSpPr>
          <p:spPr>
            <a:xfrm>
              <a:off x="-390043" y="754957"/>
              <a:ext cx="4460308" cy="3805539"/>
            </a:xfrm>
            <a:custGeom>
              <a:rect b="b" l="l" r="r" t="t"/>
              <a:pathLst>
                <a:path extrusionOk="0" h="34692" w="40661">
                  <a:moveTo>
                    <a:pt x="21419" y="1"/>
                  </a:moveTo>
                  <a:cubicBezTo>
                    <a:pt x="18694" y="1"/>
                    <a:pt x="16238" y="924"/>
                    <a:pt x="14062" y="2090"/>
                  </a:cubicBezTo>
                  <a:cubicBezTo>
                    <a:pt x="9240" y="4662"/>
                    <a:pt x="8549" y="13270"/>
                    <a:pt x="5227" y="17152"/>
                  </a:cubicBezTo>
                  <a:cubicBezTo>
                    <a:pt x="1893" y="21045"/>
                    <a:pt x="0" y="26284"/>
                    <a:pt x="5049" y="31499"/>
                  </a:cubicBezTo>
                  <a:cubicBezTo>
                    <a:pt x="7481" y="34006"/>
                    <a:pt x="9689" y="34691"/>
                    <a:pt x="11915" y="34691"/>
                  </a:cubicBezTo>
                  <a:cubicBezTo>
                    <a:pt x="14308" y="34691"/>
                    <a:pt x="16722" y="33898"/>
                    <a:pt x="19455" y="33725"/>
                  </a:cubicBezTo>
                  <a:cubicBezTo>
                    <a:pt x="19781" y="33705"/>
                    <a:pt x="20114" y="33695"/>
                    <a:pt x="20453" y="33695"/>
                  </a:cubicBezTo>
                  <a:cubicBezTo>
                    <a:pt x="23902" y="33695"/>
                    <a:pt x="27911" y="34670"/>
                    <a:pt x="31248" y="34670"/>
                  </a:cubicBezTo>
                  <a:cubicBezTo>
                    <a:pt x="32885" y="34670"/>
                    <a:pt x="34360" y="34435"/>
                    <a:pt x="35529" y="33737"/>
                  </a:cubicBezTo>
                  <a:cubicBezTo>
                    <a:pt x="38172" y="32154"/>
                    <a:pt x="39469" y="29415"/>
                    <a:pt x="39839" y="26201"/>
                  </a:cubicBezTo>
                  <a:cubicBezTo>
                    <a:pt x="40660" y="18950"/>
                    <a:pt x="36672" y="9294"/>
                    <a:pt x="32540" y="5317"/>
                  </a:cubicBezTo>
                  <a:cubicBezTo>
                    <a:pt x="28444" y="1365"/>
                    <a:pt x="24732" y="1"/>
                    <a:pt x="2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25"/>
            <p:cNvSpPr/>
            <p:nvPr/>
          </p:nvSpPr>
          <p:spPr>
            <a:xfrm>
              <a:off x="285137" y="1622762"/>
              <a:ext cx="1694130" cy="537067"/>
            </a:xfrm>
            <a:custGeom>
              <a:rect b="b" l="l" r="r" t="t"/>
              <a:pathLst>
                <a:path extrusionOk="0" h="4896" w="15444">
                  <a:moveTo>
                    <a:pt x="9714" y="0"/>
                  </a:moveTo>
                  <a:cubicBezTo>
                    <a:pt x="7381" y="0"/>
                    <a:pt x="8014" y="1699"/>
                    <a:pt x="7359" y="2121"/>
                  </a:cubicBezTo>
                  <a:cubicBezTo>
                    <a:pt x="7183" y="2231"/>
                    <a:pt x="7041" y="2266"/>
                    <a:pt x="6914" y="2266"/>
                  </a:cubicBezTo>
                  <a:cubicBezTo>
                    <a:pt x="6690" y="2266"/>
                    <a:pt x="6516" y="2154"/>
                    <a:pt x="6291" y="2154"/>
                  </a:cubicBezTo>
                  <a:cubicBezTo>
                    <a:pt x="6165" y="2154"/>
                    <a:pt x="6023" y="2189"/>
                    <a:pt x="5847" y="2299"/>
                  </a:cubicBezTo>
                  <a:cubicBezTo>
                    <a:pt x="5180" y="2728"/>
                    <a:pt x="5490" y="3562"/>
                    <a:pt x="4942" y="3692"/>
                  </a:cubicBezTo>
                  <a:cubicBezTo>
                    <a:pt x="4896" y="3703"/>
                    <a:pt x="4848" y="3707"/>
                    <a:pt x="4800" y="3707"/>
                  </a:cubicBezTo>
                  <a:cubicBezTo>
                    <a:pt x="4414" y="3707"/>
                    <a:pt x="3961" y="3423"/>
                    <a:pt x="3505" y="3423"/>
                  </a:cubicBezTo>
                  <a:cubicBezTo>
                    <a:pt x="3340" y="3423"/>
                    <a:pt x="3175" y="3460"/>
                    <a:pt x="3013" y="3562"/>
                  </a:cubicBezTo>
                  <a:cubicBezTo>
                    <a:pt x="2346" y="3990"/>
                    <a:pt x="2346" y="4347"/>
                    <a:pt x="2049" y="4347"/>
                  </a:cubicBezTo>
                  <a:cubicBezTo>
                    <a:pt x="1850" y="4347"/>
                    <a:pt x="1514" y="4242"/>
                    <a:pt x="1206" y="4242"/>
                  </a:cubicBezTo>
                  <a:cubicBezTo>
                    <a:pt x="1053" y="4242"/>
                    <a:pt x="906" y="4268"/>
                    <a:pt x="787" y="4347"/>
                  </a:cubicBezTo>
                  <a:cubicBezTo>
                    <a:pt x="418" y="4597"/>
                    <a:pt x="1" y="4895"/>
                    <a:pt x="1" y="4895"/>
                  </a:cubicBezTo>
                  <a:lnTo>
                    <a:pt x="15265" y="4895"/>
                  </a:lnTo>
                  <a:cubicBezTo>
                    <a:pt x="15265" y="4895"/>
                    <a:pt x="15443" y="4359"/>
                    <a:pt x="14776" y="3990"/>
                  </a:cubicBezTo>
                  <a:cubicBezTo>
                    <a:pt x="14110" y="3633"/>
                    <a:pt x="13812" y="3931"/>
                    <a:pt x="13574" y="3633"/>
                  </a:cubicBezTo>
                  <a:cubicBezTo>
                    <a:pt x="13324" y="3335"/>
                    <a:pt x="14229" y="2549"/>
                    <a:pt x="12419" y="1752"/>
                  </a:cubicBezTo>
                  <a:cubicBezTo>
                    <a:pt x="12419" y="1752"/>
                    <a:pt x="12300" y="73"/>
                    <a:pt x="9835" y="2"/>
                  </a:cubicBezTo>
                  <a:cubicBezTo>
                    <a:pt x="9794" y="1"/>
                    <a:pt x="9754" y="0"/>
                    <a:pt x="971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25"/>
            <p:cNvSpPr/>
            <p:nvPr/>
          </p:nvSpPr>
          <p:spPr>
            <a:xfrm>
              <a:off x="2326582" y="1355104"/>
              <a:ext cx="688336" cy="216977"/>
            </a:xfrm>
            <a:custGeom>
              <a:rect b="b" l="l" r="r" t="t"/>
              <a:pathLst>
                <a:path extrusionOk="0" h="1978" w="6275">
                  <a:moveTo>
                    <a:pt x="3941" y="0"/>
                  </a:moveTo>
                  <a:cubicBezTo>
                    <a:pt x="2998" y="0"/>
                    <a:pt x="3258" y="694"/>
                    <a:pt x="2989" y="858"/>
                  </a:cubicBezTo>
                  <a:cubicBezTo>
                    <a:pt x="2919" y="902"/>
                    <a:pt x="2863" y="916"/>
                    <a:pt x="2812" y="916"/>
                  </a:cubicBezTo>
                  <a:cubicBezTo>
                    <a:pt x="2721" y="916"/>
                    <a:pt x="2649" y="871"/>
                    <a:pt x="2558" y="871"/>
                  </a:cubicBezTo>
                  <a:cubicBezTo>
                    <a:pt x="2507" y="871"/>
                    <a:pt x="2451" y="885"/>
                    <a:pt x="2382" y="929"/>
                  </a:cubicBezTo>
                  <a:cubicBezTo>
                    <a:pt x="2108" y="1108"/>
                    <a:pt x="2227" y="1441"/>
                    <a:pt x="2012" y="1489"/>
                  </a:cubicBezTo>
                  <a:cubicBezTo>
                    <a:pt x="1993" y="1493"/>
                    <a:pt x="1973" y="1495"/>
                    <a:pt x="1953" y="1495"/>
                  </a:cubicBezTo>
                  <a:cubicBezTo>
                    <a:pt x="1796" y="1495"/>
                    <a:pt x="1614" y="1385"/>
                    <a:pt x="1431" y="1385"/>
                  </a:cubicBezTo>
                  <a:cubicBezTo>
                    <a:pt x="1363" y="1385"/>
                    <a:pt x="1294" y="1400"/>
                    <a:pt x="1227" y="1441"/>
                  </a:cubicBezTo>
                  <a:cubicBezTo>
                    <a:pt x="953" y="1620"/>
                    <a:pt x="965" y="1763"/>
                    <a:pt x="834" y="1763"/>
                  </a:cubicBezTo>
                  <a:cubicBezTo>
                    <a:pt x="754" y="1763"/>
                    <a:pt x="617" y="1721"/>
                    <a:pt x="491" y="1721"/>
                  </a:cubicBezTo>
                  <a:cubicBezTo>
                    <a:pt x="429" y="1721"/>
                    <a:pt x="369" y="1731"/>
                    <a:pt x="322" y="1763"/>
                  </a:cubicBezTo>
                  <a:cubicBezTo>
                    <a:pt x="167" y="1858"/>
                    <a:pt x="0" y="1977"/>
                    <a:pt x="0" y="1977"/>
                  </a:cubicBezTo>
                  <a:lnTo>
                    <a:pt x="6203" y="1977"/>
                  </a:lnTo>
                  <a:cubicBezTo>
                    <a:pt x="6203" y="1977"/>
                    <a:pt x="6275" y="1763"/>
                    <a:pt x="6001" y="1620"/>
                  </a:cubicBezTo>
                  <a:cubicBezTo>
                    <a:pt x="5739" y="1465"/>
                    <a:pt x="5608" y="1596"/>
                    <a:pt x="5513" y="1465"/>
                  </a:cubicBezTo>
                  <a:cubicBezTo>
                    <a:pt x="5418" y="1346"/>
                    <a:pt x="5787" y="1025"/>
                    <a:pt x="5049" y="703"/>
                  </a:cubicBezTo>
                  <a:cubicBezTo>
                    <a:pt x="5049" y="703"/>
                    <a:pt x="5001" y="25"/>
                    <a:pt x="3989" y="1"/>
                  </a:cubicBezTo>
                  <a:cubicBezTo>
                    <a:pt x="3972" y="0"/>
                    <a:pt x="3956" y="0"/>
                    <a:pt x="394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25"/>
            <p:cNvSpPr/>
            <p:nvPr/>
          </p:nvSpPr>
          <p:spPr>
            <a:xfrm>
              <a:off x="1371787" y="2748683"/>
              <a:ext cx="687129" cy="218293"/>
            </a:xfrm>
            <a:custGeom>
              <a:rect b="b" l="l" r="r" t="t"/>
              <a:pathLst>
                <a:path extrusionOk="0" h="1990" w="6264">
                  <a:moveTo>
                    <a:pt x="3941" y="0"/>
                  </a:moveTo>
                  <a:cubicBezTo>
                    <a:pt x="2998" y="0"/>
                    <a:pt x="3247" y="694"/>
                    <a:pt x="2977" y="858"/>
                  </a:cubicBezTo>
                  <a:cubicBezTo>
                    <a:pt x="2906" y="906"/>
                    <a:pt x="2850" y="922"/>
                    <a:pt x="2799" y="922"/>
                  </a:cubicBezTo>
                  <a:cubicBezTo>
                    <a:pt x="2713" y="922"/>
                    <a:pt x="2644" y="878"/>
                    <a:pt x="2556" y="878"/>
                  </a:cubicBezTo>
                  <a:cubicBezTo>
                    <a:pt x="2504" y="878"/>
                    <a:pt x="2444" y="893"/>
                    <a:pt x="2370" y="941"/>
                  </a:cubicBezTo>
                  <a:cubicBezTo>
                    <a:pt x="2096" y="1108"/>
                    <a:pt x="2227" y="1453"/>
                    <a:pt x="2001" y="1501"/>
                  </a:cubicBezTo>
                  <a:cubicBezTo>
                    <a:pt x="1983" y="1505"/>
                    <a:pt x="1965" y="1507"/>
                    <a:pt x="1947" y="1507"/>
                  </a:cubicBezTo>
                  <a:cubicBezTo>
                    <a:pt x="1795" y="1507"/>
                    <a:pt x="1611" y="1392"/>
                    <a:pt x="1425" y="1392"/>
                  </a:cubicBezTo>
                  <a:cubicBezTo>
                    <a:pt x="1354" y="1392"/>
                    <a:pt x="1284" y="1408"/>
                    <a:pt x="1215" y="1453"/>
                  </a:cubicBezTo>
                  <a:cubicBezTo>
                    <a:pt x="953" y="1620"/>
                    <a:pt x="953" y="1775"/>
                    <a:pt x="834" y="1775"/>
                  </a:cubicBezTo>
                  <a:cubicBezTo>
                    <a:pt x="747" y="1775"/>
                    <a:pt x="612" y="1727"/>
                    <a:pt x="486" y="1727"/>
                  </a:cubicBezTo>
                  <a:cubicBezTo>
                    <a:pt x="423" y="1727"/>
                    <a:pt x="362" y="1739"/>
                    <a:pt x="310" y="1775"/>
                  </a:cubicBezTo>
                  <a:cubicBezTo>
                    <a:pt x="167" y="1870"/>
                    <a:pt x="1" y="1989"/>
                    <a:pt x="1" y="1989"/>
                  </a:cubicBezTo>
                  <a:lnTo>
                    <a:pt x="6192" y="1989"/>
                  </a:lnTo>
                  <a:cubicBezTo>
                    <a:pt x="6192" y="1989"/>
                    <a:pt x="6263" y="1775"/>
                    <a:pt x="5990" y="1620"/>
                  </a:cubicBezTo>
                  <a:lnTo>
                    <a:pt x="6002" y="1620"/>
                  </a:lnTo>
                  <a:cubicBezTo>
                    <a:pt x="5728" y="1477"/>
                    <a:pt x="5609" y="1596"/>
                    <a:pt x="5501" y="1477"/>
                  </a:cubicBezTo>
                  <a:cubicBezTo>
                    <a:pt x="5406" y="1346"/>
                    <a:pt x="5775" y="1037"/>
                    <a:pt x="5037" y="715"/>
                  </a:cubicBezTo>
                  <a:cubicBezTo>
                    <a:pt x="5037" y="715"/>
                    <a:pt x="4990" y="25"/>
                    <a:pt x="3989" y="1"/>
                  </a:cubicBezTo>
                  <a:cubicBezTo>
                    <a:pt x="3973" y="0"/>
                    <a:pt x="3957" y="0"/>
                    <a:pt x="394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25"/>
            <p:cNvSpPr/>
            <p:nvPr/>
          </p:nvSpPr>
          <p:spPr>
            <a:xfrm>
              <a:off x="-160230" y="3096091"/>
              <a:ext cx="4248707" cy="38064"/>
            </a:xfrm>
            <a:custGeom>
              <a:rect b="b" l="l" r="r" t="t"/>
              <a:pathLst>
                <a:path extrusionOk="0" h="347" w="38732">
                  <a:moveTo>
                    <a:pt x="1" y="1"/>
                  </a:moveTo>
                  <a:lnTo>
                    <a:pt x="1" y="346"/>
                  </a:lnTo>
                  <a:lnTo>
                    <a:pt x="38732" y="346"/>
                  </a:lnTo>
                  <a:lnTo>
                    <a:pt x="38732"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25"/>
            <p:cNvSpPr/>
            <p:nvPr/>
          </p:nvSpPr>
          <p:spPr>
            <a:xfrm>
              <a:off x="3097088" y="1268883"/>
              <a:ext cx="110" cy="1849567"/>
            </a:xfrm>
            <a:custGeom>
              <a:rect b="b" l="l" r="r" t="t"/>
              <a:pathLst>
                <a:path extrusionOk="0" fill="none" h="16861" w="1">
                  <a:moveTo>
                    <a:pt x="1" y="16860"/>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25"/>
            <p:cNvSpPr/>
            <p:nvPr/>
          </p:nvSpPr>
          <p:spPr>
            <a:xfrm>
              <a:off x="1179819" y="986854"/>
              <a:ext cx="110" cy="2131593"/>
            </a:xfrm>
            <a:custGeom>
              <a:rect b="b" l="l" r="r" t="t"/>
              <a:pathLst>
                <a:path extrusionOk="0" fill="none" h="19432" w="1">
                  <a:moveTo>
                    <a:pt x="1" y="19431"/>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25"/>
            <p:cNvSpPr/>
            <p:nvPr/>
          </p:nvSpPr>
          <p:spPr>
            <a:xfrm>
              <a:off x="-45268" y="2065606"/>
              <a:ext cx="3979625" cy="110"/>
            </a:xfrm>
            <a:custGeom>
              <a:rect b="b" l="l" r="r" t="t"/>
              <a:pathLst>
                <a:path extrusionOk="0" fill="none" h="1" w="36279">
                  <a:moveTo>
                    <a:pt x="1" y="1"/>
                  </a:moveTo>
                  <a:lnTo>
                    <a:pt x="36279"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25"/>
            <p:cNvSpPr/>
            <p:nvPr/>
          </p:nvSpPr>
          <p:spPr>
            <a:xfrm>
              <a:off x="1883848" y="1053440"/>
              <a:ext cx="189443" cy="154231"/>
            </a:xfrm>
            <a:custGeom>
              <a:rect b="b" l="l" r="r" t="t"/>
              <a:pathLst>
                <a:path extrusionOk="0" h="1406" w="1727">
                  <a:moveTo>
                    <a:pt x="345" y="0"/>
                  </a:moveTo>
                  <a:cubicBezTo>
                    <a:pt x="155" y="0"/>
                    <a:pt x="0" y="155"/>
                    <a:pt x="0" y="346"/>
                  </a:cubicBezTo>
                  <a:lnTo>
                    <a:pt x="0" y="1405"/>
                  </a:lnTo>
                  <a:lnTo>
                    <a:pt x="1726" y="1405"/>
                  </a:lnTo>
                  <a:lnTo>
                    <a:pt x="1726" y="346"/>
                  </a:lnTo>
                  <a:cubicBezTo>
                    <a:pt x="1726" y="155"/>
                    <a:pt x="1572" y="0"/>
                    <a:pt x="1381"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25"/>
            <p:cNvSpPr/>
            <p:nvPr/>
          </p:nvSpPr>
          <p:spPr>
            <a:xfrm>
              <a:off x="1887688" y="1261095"/>
              <a:ext cx="176499" cy="176390"/>
            </a:xfrm>
            <a:custGeom>
              <a:rect b="b" l="l" r="r" t="t"/>
              <a:pathLst>
                <a:path extrusionOk="0" h="1608" w="1609">
                  <a:moveTo>
                    <a:pt x="798" y="1"/>
                  </a:moveTo>
                  <a:cubicBezTo>
                    <a:pt x="358" y="1"/>
                    <a:pt x="1" y="358"/>
                    <a:pt x="1" y="798"/>
                  </a:cubicBezTo>
                  <a:cubicBezTo>
                    <a:pt x="1" y="1251"/>
                    <a:pt x="358" y="1608"/>
                    <a:pt x="798" y="1608"/>
                  </a:cubicBezTo>
                  <a:cubicBezTo>
                    <a:pt x="1251" y="1608"/>
                    <a:pt x="1608" y="1251"/>
                    <a:pt x="1608" y="798"/>
                  </a:cubicBezTo>
                  <a:cubicBezTo>
                    <a:pt x="1608" y="358"/>
                    <a:pt x="1251"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25"/>
            <p:cNvSpPr/>
            <p:nvPr/>
          </p:nvSpPr>
          <p:spPr>
            <a:xfrm>
              <a:off x="1601710" y="1199665"/>
              <a:ext cx="753714" cy="154231"/>
            </a:xfrm>
            <a:custGeom>
              <a:rect b="b" l="l" r="r" t="t"/>
              <a:pathLst>
                <a:path extrusionOk="0" h="1406" w="6871">
                  <a:moveTo>
                    <a:pt x="2572" y="1"/>
                  </a:moveTo>
                  <a:lnTo>
                    <a:pt x="0" y="1406"/>
                  </a:lnTo>
                  <a:lnTo>
                    <a:pt x="6870" y="1406"/>
                  </a:lnTo>
                  <a:lnTo>
                    <a:pt x="4287"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25"/>
            <p:cNvSpPr/>
            <p:nvPr/>
          </p:nvSpPr>
          <p:spPr>
            <a:xfrm>
              <a:off x="1962172" y="767352"/>
              <a:ext cx="31482" cy="307036"/>
            </a:xfrm>
            <a:custGeom>
              <a:rect b="b" l="l" r="r" t="t"/>
              <a:pathLst>
                <a:path extrusionOk="0" h="2799" w="287">
                  <a:moveTo>
                    <a:pt x="0" y="1"/>
                  </a:moveTo>
                  <a:lnTo>
                    <a:pt x="0" y="2799"/>
                  </a:lnTo>
                  <a:lnTo>
                    <a:pt x="286" y="2799"/>
                  </a:lnTo>
                  <a:lnTo>
                    <a:pt x="286"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25"/>
            <p:cNvSpPr/>
            <p:nvPr/>
          </p:nvSpPr>
          <p:spPr>
            <a:xfrm>
              <a:off x="3213366" y="2304414"/>
              <a:ext cx="68011" cy="53860"/>
            </a:xfrm>
            <a:custGeom>
              <a:rect b="b" l="l" r="r" t="t"/>
              <a:pathLst>
                <a:path extrusionOk="0" h="491" w="620">
                  <a:moveTo>
                    <a:pt x="181" y="1"/>
                  </a:moveTo>
                  <a:cubicBezTo>
                    <a:pt x="172" y="1"/>
                    <a:pt x="164" y="1"/>
                    <a:pt x="155" y="3"/>
                  </a:cubicBezTo>
                  <a:cubicBezTo>
                    <a:pt x="60" y="15"/>
                    <a:pt x="1" y="110"/>
                    <a:pt x="13" y="205"/>
                  </a:cubicBezTo>
                  <a:cubicBezTo>
                    <a:pt x="13" y="217"/>
                    <a:pt x="13" y="217"/>
                    <a:pt x="13" y="229"/>
                  </a:cubicBezTo>
                  <a:cubicBezTo>
                    <a:pt x="60" y="324"/>
                    <a:pt x="132" y="407"/>
                    <a:pt x="239" y="443"/>
                  </a:cubicBezTo>
                  <a:cubicBezTo>
                    <a:pt x="358" y="479"/>
                    <a:pt x="489" y="491"/>
                    <a:pt x="620" y="491"/>
                  </a:cubicBezTo>
                  <a:cubicBezTo>
                    <a:pt x="620" y="491"/>
                    <a:pt x="560" y="312"/>
                    <a:pt x="548" y="300"/>
                  </a:cubicBezTo>
                  <a:cubicBezTo>
                    <a:pt x="492" y="188"/>
                    <a:pt x="329" y="1"/>
                    <a:pt x="181"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25"/>
            <p:cNvSpPr/>
            <p:nvPr/>
          </p:nvSpPr>
          <p:spPr>
            <a:xfrm>
              <a:off x="3213366" y="2218632"/>
              <a:ext cx="425946" cy="897195"/>
            </a:xfrm>
            <a:custGeom>
              <a:rect b="b" l="l" r="r" t="t"/>
              <a:pathLst>
                <a:path extrusionOk="0" h="8179" w="3883">
                  <a:moveTo>
                    <a:pt x="3727" y="320"/>
                  </a:moveTo>
                  <a:lnTo>
                    <a:pt x="3727" y="332"/>
                  </a:lnTo>
                  <a:cubicBezTo>
                    <a:pt x="3719" y="331"/>
                    <a:pt x="3711" y="330"/>
                    <a:pt x="3703" y="330"/>
                  </a:cubicBezTo>
                  <a:cubicBezTo>
                    <a:pt x="3554" y="330"/>
                    <a:pt x="3391" y="529"/>
                    <a:pt x="3334" y="642"/>
                  </a:cubicBezTo>
                  <a:cubicBezTo>
                    <a:pt x="3334" y="654"/>
                    <a:pt x="3275" y="820"/>
                    <a:pt x="3275" y="820"/>
                  </a:cubicBezTo>
                  <a:cubicBezTo>
                    <a:pt x="3394" y="820"/>
                    <a:pt x="3525" y="808"/>
                    <a:pt x="3644" y="773"/>
                  </a:cubicBezTo>
                  <a:cubicBezTo>
                    <a:pt x="3739" y="737"/>
                    <a:pt x="3823" y="654"/>
                    <a:pt x="3858" y="546"/>
                  </a:cubicBezTo>
                  <a:cubicBezTo>
                    <a:pt x="3882" y="451"/>
                    <a:pt x="3823" y="356"/>
                    <a:pt x="3727" y="320"/>
                  </a:cubicBezTo>
                  <a:close/>
                  <a:moveTo>
                    <a:pt x="3275" y="820"/>
                  </a:moveTo>
                  <a:lnTo>
                    <a:pt x="3236" y="870"/>
                  </a:lnTo>
                  <a:lnTo>
                    <a:pt x="3236" y="870"/>
                  </a:lnTo>
                  <a:cubicBezTo>
                    <a:pt x="3251" y="853"/>
                    <a:pt x="3264" y="837"/>
                    <a:pt x="3275" y="820"/>
                  </a:cubicBezTo>
                  <a:close/>
                  <a:moveTo>
                    <a:pt x="3236" y="870"/>
                  </a:moveTo>
                  <a:cubicBezTo>
                    <a:pt x="3218" y="891"/>
                    <a:pt x="3199" y="914"/>
                    <a:pt x="3180" y="939"/>
                  </a:cubicBezTo>
                  <a:cubicBezTo>
                    <a:pt x="3177" y="944"/>
                    <a:pt x="3174" y="948"/>
                    <a:pt x="3171" y="952"/>
                  </a:cubicBezTo>
                  <a:lnTo>
                    <a:pt x="3171" y="952"/>
                  </a:lnTo>
                  <a:cubicBezTo>
                    <a:pt x="3178" y="944"/>
                    <a:pt x="3185" y="936"/>
                    <a:pt x="3191" y="927"/>
                  </a:cubicBezTo>
                  <a:lnTo>
                    <a:pt x="3236" y="870"/>
                  </a:lnTo>
                  <a:close/>
                  <a:moveTo>
                    <a:pt x="1060" y="1356"/>
                  </a:moveTo>
                  <a:cubicBezTo>
                    <a:pt x="905" y="1368"/>
                    <a:pt x="775" y="1606"/>
                    <a:pt x="751" y="1749"/>
                  </a:cubicBezTo>
                  <a:cubicBezTo>
                    <a:pt x="751" y="1761"/>
                    <a:pt x="739" y="1904"/>
                    <a:pt x="739" y="1940"/>
                  </a:cubicBezTo>
                  <a:cubicBezTo>
                    <a:pt x="858" y="1916"/>
                    <a:pt x="977" y="1868"/>
                    <a:pt x="1084" y="1809"/>
                  </a:cubicBezTo>
                  <a:cubicBezTo>
                    <a:pt x="1179" y="1749"/>
                    <a:pt x="1239" y="1654"/>
                    <a:pt x="1251" y="1535"/>
                  </a:cubicBezTo>
                  <a:cubicBezTo>
                    <a:pt x="1263" y="1439"/>
                    <a:pt x="1179" y="1356"/>
                    <a:pt x="1084" y="1356"/>
                  </a:cubicBezTo>
                  <a:close/>
                  <a:moveTo>
                    <a:pt x="1346" y="2023"/>
                  </a:moveTo>
                  <a:cubicBezTo>
                    <a:pt x="1203" y="2035"/>
                    <a:pt x="1072" y="2273"/>
                    <a:pt x="1036" y="2404"/>
                  </a:cubicBezTo>
                  <a:cubicBezTo>
                    <a:pt x="1036" y="2416"/>
                    <a:pt x="1025" y="2559"/>
                    <a:pt x="1025" y="2594"/>
                  </a:cubicBezTo>
                  <a:cubicBezTo>
                    <a:pt x="1156" y="2571"/>
                    <a:pt x="1263" y="2535"/>
                    <a:pt x="1382" y="2475"/>
                  </a:cubicBezTo>
                  <a:cubicBezTo>
                    <a:pt x="1465" y="2404"/>
                    <a:pt x="1525" y="2309"/>
                    <a:pt x="1548" y="2201"/>
                  </a:cubicBezTo>
                  <a:cubicBezTo>
                    <a:pt x="1548" y="2106"/>
                    <a:pt x="1465" y="2023"/>
                    <a:pt x="1370" y="2023"/>
                  </a:cubicBezTo>
                  <a:close/>
                  <a:moveTo>
                    <a:pt x="1834" y="3987"/>
                  </a:moveTo>
                  <a:cubicBezTo>
                    <a:pt x="1929" y="4059"/>
                    <a:pt x="2025" y="4130"/>
                    <a:pt x="2132" y="4178"/>
                  </a:cubicBezTo>
                  <a:cubicBezTo>
                    <a:pt x="2108" y="4249"/>
                    <a:pt x="2084" y="4309"/>
                    <a:pt x="2060" y="4368"/>
                  </a:cubicBezTo>
                  <a:cubicBezTo>
                    <a:pt x="1965" y="4583"/>
                    <a:pt x="1882" y="4749"/>
                    <a:pt x="1822" y="4868"/>
                  </a:cubicBezTo>
                  <a:lnTo>
                    <a:pt x="1787" y="4940"/>
                  </a:lnTo>
                  <a:lnTo>
                    <a:pt x="1775" y="4940"/>
                  </a:lnTo>
                  <a:cubicBezTo>
                    <a:pt x="1775" y="4916"/>
                    <a:pt x="1775" y="4880"/>
                    <a:pt x="1763" y="4857"/>
                  </a:cubicBezTo>
                  <a:cubicBezTo>
                    <a:pt x="1751" y="4726"/>
                    <a:pt x="1727" y="4535"/>
                    <a:pt x="1679" y="4309"/>
                  </a:cubicBezTo>
                  <a:cubicBezTo>
                    <a:pt x="1656" y="4237"/>
                    <a:pt x="1644" y="4166"/>
                    <a:pt x="1632" y="4083"/>
                  </a:cubicBezTo>
                  <a:cubicBezTo>
                    <a:pt x="1703" y="4059"/>
                    <a:pt x="1763" y="4023"/>
                    <a:pt x="1834" y="3987"/>
                  </a:cubicBezTo>
                  <a:close/>
                  <a:moveTo>
                    <a:pt x="819" y="0"/>
                  </a:moveTo>
                  <a:cubicBezTo>
                    <a:pt x="801" y="0"/>
                    <a:pt x="782" y="4"/>
                    <a:pt x="763" y="11"/>
                  </a:cubicBezTo>
                  <a:cubicBezTo>
                    <a:pt x="751" y="11"/>
                    <a:pt x="751" y="23"/>
                    <a:pt x="739" y="23"/>
                  </a:cubicBezTo>
                  <a:cubicBezTo>
                    <a:pt x="608" y="94"/>
                    <a:pt x="572" y="356"/>
                    <a:pt x="596" y="499"/>
                  </a:cubicBezTo>
                  <a:cubicBezTo>
                    <a:pt x="596" y="511"/>
                    <a:pt x="655" y="677"/>
                    <a:pt x="655" y="677"/>
                  </a:cubicBezTo>
                  <a:cubicBezTo>
                    <a:pt x="644" y="725"/>
                    <a:pt x="644" y="773"/>
                    <a:pt x="632" y="820"/>
                  </a:cubicBezTo>
                  <a:cubicBezTo>
                    <a:pt x="620" y="916"/>
                    <a:pt x="620" y="1011"/>
                    <a:pt x="608" y="1130"/>
                  </a:cubicBezTo>
                  <a:cubicBezTo>
                    <a:pt x="608" y="1249"/>
                    <a:pt x="608" y="1380"/>
                    <a:pt x="620" y="1499"/>
                  </a:cubicBezTo>
                  <a:cubicBezTo>
                    <a:pt x="632" y="1642"/>
                    <a:pt x="655" y="1773"/>
                    <a:pt x="691" y="1916"/>
                  </a:cubicBezTo>
                  <a:cubicBezTo>
                    <a:pt x="667" y="1880"/>
                    <a:pt x="596" y="1773"/>
                    <a:pt x="584" y="1773"/>
                  </a:cubicBezTo>
                  <a:cubicBezTo>
                    <a:pt x="514" y="1683"/>
                    <a:pt x="336" y="1568"/>
                    <a:pt x="203" y="1568"/>
                  </a:cubicBezTo>
                  <a:cubicBezTo>
                    <a:pt x="177" y="1568"/>
                    <a:pt x="153" y="1573"/>
                    <a:pt x="132" y="1582"/>
                  </a:cubicBezTo>
                  <a:cubicBezTo>
                    <a:pt x="36" y="1618"/>
                    <a:pt x="1" y="1725"/>
                    <a:pt x="36" y="1820"/>
                  </a:cubicBezTo>
                  <a:cubicBezTo>
                    <a:pt x="36" y="1820"/>
                    <a:pt x="48" y="1832"/>
                    <a:pt x="48" y="1832"/>
                  </a:cubicBezTo>
                  <a:cubicBezTo>
                    <a:pt x="108" y="1928"/>
                    <a:pt x="215" y="1975"/>
                    <a:pt x="322" y="1987"/>
                  </a:cubicBezTo>
                  <a:cubicBezTo>
                    <a:pt x="453" y="1987"/>
                    <a:pt x="572" y="1963"/>
                    <a:pt x="691" y="1928"/>
                  </a:cubicBezTo>
                  <a:cubicBezTo>
                    <a:pt x="727" y="2070"/>
                    <a:pt x="775" y="2201"/>
                    <a:pt x="834" y="2332"/>
                  </a:cubicBezTo>
                  <a:cubicBezTo>
                    <a:pt x="870" y="2404"/>
                    <a:pt x="905" y="2475"/>
                    <a:pt x="941" y="2559"/>
                  </a:cubicBezTo>
                  <a:cubicBezTo>
                    <a:pt x="917" y="2523"/>
                    <a:pt x="894" y="2487"/>
                    <a:pt x="894" y="2487"/>
                  </a:cubicBezTo>
                  <a:cubicBezTo>
                    <a:pt x="824" y="2397"/>
                    <a:pt x="645" y="2283"/>
                    <a:pt x="512" y="2283"/>
                  </a:cubicBezTo>
                  <a:cubicBezTo>
                    <a:pt x="487" y="2283"/>
                    <a:pt x="462" y="2287"/>
                    <a:pt x="441" y="2297"/>
                  </a:cubicBezTo>
                  <a:cubicBezTo>
                    <a:pt x="346" y="2344"/>
                    <a:pt x="310" y="2451"/>
                    <a:pt x="346" y="2535"/>
                  </a:cubicBezTo>
                  <a:cubicBezTo>
                    <a:pt x="358" y="2547"/>
                    <a:pt x="358" y="2547"/>
                    <a:pt x="358" y="2559"/>
                  </a:cubicBezTo>
                  <a:cubicBezTo>
                    <a:pt x="417" y="2642"/>
                    <a:pt x="524" y="2702"/>
                    <a:pt x="632" y="2713"/>
                  </a:cubicBezTo>
                  <a:cubicBezTo>
                    <a:pt x="751" y="2713"/>
                    <a:pt x="882" y="2690"/>
                    <a:pt x="989" y="2654"/>
                  </a:cubicBezTo>
                  <a:lnTo>
                    <a:pt x="1036" y="2737"/>
                  </a:lnTo>
                  <a:cubicBezTo>
                    <a:pt x="1108" y="2880"/>
                    <a:pt x="1167" y="3011"/>
                    <a:pt x="1239" y="3154"/>
                  </a:cubicBezTo>
                  <a:cubicBezTo>
                    <a:pt x="1258" y="3183"/>
                    <a:pt x="1270" y="3229"/>
                    <a:pt x="1287" y="3270"/>
                  </a:cubicBezTo>
                  <a:lnTo>
                    <a:pt x="1287" y="3270"/>
                  </a:lnTo>
                  <a:cubicBezTo>
                    <a:pt x="1275" y="3250"/>
                    <a:pt x="1263" y="3237"/>
                    <a:pt x="1263" y="3237"/>
                  </a:cubicBezTo>
                  <a:cubicBezTo>
                    <a:pt x="1193" y="3148"/>
                    <a:pt x="1015" y="3033"/>
                    <a:pt x="874" y="3033"/>
                  </a:cubicBezTo>
                  <a:cubicBezTo>
                    <a:pt x="847" y="3033"/>
                    <a:pt x="822" y="3037"/>
                    <a:pt x="798" y="3047"/>
                  </a:cubicBezTo>
                  <a:cubicBezTo>
                    <a:pt x="715" y="3094"/>
                    <a:pt x="679" y="3202"/>
                    <a:pt x="715" y="3285"/>
                  </a:cubicBezTo>
                  <a:cubicBezTo>
                    <a:pt x="715" y="3297"/>
                    <a:pt x="715" y="3297"/>
                    <a:pt x="727" y="3309"/>
                  </a:cubicBezTo>
                  <a:cubicBezTo>
                    <a:pt x="786" y="3392"/>
                    <a:pt x="894" y="3452"/>
                    <a:pt x="1001" y="3464"/>
                  </a:cubicBezTo>
                  <a:cubicBezTo>
                    <a:pt x="1120" y="3464"/>
                    <a:pt x="1239" y="3440"/>
                    <a:pt x="1346" y="3404"/>
                  </a:cubicBezTo>
                  <a:cubicBezTo>
                    <a:pt x="1370" y="3452"/>
                    <a:pt x="1382" y="3511"/>
                    <a:pt x="1406" y="3559"/>
                  </a:cubicBezTo>
                  <a:cubicBezTo>
                    <a:pt x="1417" y="3583"/>
                    <a:pt x="1429" y="3618"/>
                    <a:pt x="1441" y="3654"/>
                  </a:cubicBezTo>
                  <a:lnTo>
                    <a:pt x="1465" y="3761"/>
                  </a:lnTo>
                  <a:cubicBezTo>
                    <a:pt x="1477" y="3833"/>
                    <a:pt x="1501" y="3892"/>
                    <a:pt x="1513" y="3964"/>
                  </a:cubicBezTo>
                  <a:cubicBezTo>
                    <a:pt x="1525" y="3999"/>
                    <a:pt x="1525" y="4047"/>
                    <a:pt x="1537" y="4083"/>
                  </a:cubicBezTo>
                  <a:cubicBezTo>
                    <a:pt x="1513" y="4035"/>
                    <a:pt x="1465" y="3952"/>
                    <a:pt x="1465" y="3940"/>
                  </a:cubicBezTo>
                  <a:cubicBezTo>
                    <a:pt x="1402" y="3834"/>
                    <a:pt x="1235" y="3682"/>
                    <a:pt x="1091" y="3682"/>
                  </a:cubicBezTo>
                  <a:cubicBezTo>
                    <a:pt x="1072" y="3682"/>
                    <a:pt x="1054" y="3684"/>
                    <a:pt x="1036" y="3690"/>
                  </a:cubicBezTo>
                  <a:cubicBezTo>
                    <a:pt x="941" y="3714"/>
                    <a:pt x="894" y="3809"/>
                    <a:pt x="917" y="3904"/>
                  </a:cubicBezTo>
                  <a:cubicBezTo>
                    <a:pt x="917" y="3916"/>
                    <a:pt x="917" y="3916"/>
                    <a:pt x="917" y="3928"/>
                  </a:cubicBezTo>
                  <a:cubicBezTo>
                    <a:pt x="977" y="4023"/>
                    <a:pt x="1060" y="4095"/>
                    <a:pt x="1167" y="4118"/>
                  </a:cubicBezTo>
                  <a:cubicBezTo>
                    <a:pt x="1233" y="4130"/>
                    <a:pt x="1295" y="4136"/>
                    <a:pt x="1356" y="4136"/>
                  </a:cubicBezTo>
                  <a:cubicBezTo>
                    <a:pt x="1417" y="4136"/>
                    <a:pt x="1477" y="4130"/>
                    <a:pt x="1537" y="4118"/>
                  </a:cubicBezTo>
                  <a:cubicBezTo>
                    <a:pt x="1560" y="4190"/>
                    <a:pt x="1572" y="4261"/>
                    <a:pt x="1584" y="4333"/>
                  </a:cubicBezTo>
                  <a:cubicBezTo>
                    <a:pt x="1620" y="4547"/>
                    <a:pt x="1644" y="4749"/>
                    <a:pt x="1656" y="4868"/>
                  </a:cubicBezTo>
                  <a:cubicBezTo>
                    <a:pt x="1656" y="4892"/>
                    <a:pt x="1656" y="4916"/>
                    <a:pt x="1667" y="4940"/>
                  </a:cubicBezTo>
                  <a:lnTo>
                    <a:pt x="1215" y="4940"/>
                  </a:lnTo>
                  <a:lnTo>
                    <a:pt x="1382" y="8178"/>
                  </a:lnTo>
                  <a:lnTo>
                    <a:pt x="2156" y="8178"/>
                  </a:lnTo>
                  <a:lnTo>
                    <a:pt x="2322" y="4940"/>
                  </a:lnTo>
                  <a:lnTo>
                    <a:pt x="1894" y="4940"/>
                  </a:lnTo>
                  <a:lnTo>
                    <a:pt x="1906" y="4916"/>
                  </a:lnTo>
                  <a:cubicBezTo>
                    <a:pt x="1965" y="4797"/>
                    <a:pt x="2048" y="4618"/>
                    <a:pt x="2132" y="4404"/>
                  </a:cubicBezTo>
                  <a:cubicBezTo>
                    <a:pt x="2156" y="4345"/>
                    <a:pt x="2191" y="4273"/>
                    <a:pt x="2215" y="4190"/>
                  </a:cubicBezTo>
                  <a:cubicBezTo>
                    <a:pt x="2304" y="4217"/>
                    <a:pt x="2400" y="4230"/>
                    <a:pt x="2493" y="4230"/>
                  </a:cubicBezTo>
                  <a:cubicBezTo>
                    <a:pt x="2524" y="4230"/>
                    <a:pt x="2554" y="4228"/>
                    <a:pt x="2584" y="4226"/>
                  </a:cubicBezTo>
                  <a:cubicBezTo>
                    <a:pt x="2691" y="4202"/>
                    <a:pt x="2787" y="4142"/>
                    <a:pt x="2846" y="4047"/>
                  </a:cubicBezTo>
                  <a:cubicBezTo>
                    <a:pt x="2894" y="3964"/>
                    <a:pt x="2858" y="3845"/>
                    <a:pt x="2763" y="3809"/>
                  </a:cubicBezTo>
                  <a:cubicBezTo>
                    <a:pt x="2763" y="3809"/>
                    <a:pt x="2751" y="3797"/>
                    <a:pt x="2751" y="3797"/>
                  </a:cubicBezTo>
                  <a:cubicBezTo>
                    <a:pt x="2734" y="3791"/>
                    <a:pt x="2715" y="3789"/>
                    <a:pt x="2696" y="3789"/>
                  </a:cubicBezTo>
                  <a:cubicBezTo>
                    <a:pt x="2556" y="3789"/>
                    <a:pt x="2373" y="3929"/>
                    <a:pt x="2310" y="4023"/>
                  </a:cubicBezTo>
                  <a:cubicBezTo>
                    <a:pt x="2310" y="4023"/>
                    <a:pt x="2263" y="4106"/>
                    <a:pt x="2227" y="4154"/>
                  </a:cubicBezTo>
                  <a:cubicBezTo>
                    <a:pt x="2239" y="4118"/>
                    <a:pt x="2251" y="4095"/>
                    <a:pt x="2263" y="4059"/>
                  </a:cubicBezTo>
                  <a:cubicBezTo>
                    <a:pt x="2287" y="3999"/>
                    <a:pt x="2310" y="3940"/>
                    <a:pt x="2334" y="3868"/>
                  </a:cubicBezTo>
                  <a:cubicBezTo>
                    <a:pt x="2346" y="3833"/>
                    <a:pt x="2346" y="3797"/>
                    <a:pt x="2358" y="3761"/>
                  </a:cubicBezTo>
                  <a:cubicBezTo>
                    <a:pt x="2370" y="3725"/>
                    <a:pt x="2382" y="3690"/>
                    <a:pt x="2394" y="3654"/>
                  </a:cubicBezTo>
                  <a:cubicBezTo>
                    <a:pt x="2406" y="3583"/>
                    <a:pt x="2429" y="3487"/>
                    <a:pt x="2441" y="3404"/>
                  </a:cubicBezTo>
                  <a:cubicBezTo>
                    <a:pt x="2549" y="3452"/>
                    <a:pt x="2668" y="3475"/>
                    <a:pt x="2787" y="3487"/>
                  </a:cubicBezTo>
                  <a:cubicBezTo>
                    <a:pt x="2894" y="3487"/>
                    <a:pt x="3001" y="3440"/>
                    <a:pt x="3072" y="3356"/>
                  </a:cubicBezTo>
                  <a:cubicBezTo>
                    <a:pt x="3132" y="3273"/>
                    <a:pt x="3108" y="3166"/>
                    <a:pt x="3025" y="3106"/>
                  </a:cubicBezTo>
                  <a:cubicBezTo>
                    <a:pt x="3025" y="3106"/>
                    <a:pt x="3025" y="3094"/>
                    <a:pt x="3013" y="3094"/>
                  </a:cubicBezTo>
                  <a:cubicBezTo>
                    <a:pt x="2987" y="3080"/>
                    <a:pt x="2956" y="3074"/>
                    <a:pt x="2923" y="3074"/>
                  </a:cubicBezTo>
                  <a:cubicBezTo>
                    <a:pt x="2792" y="3074"/>
                    <a:pt x="2625" y="3173"/>
                    <a:pt x="2549" y="3249"/>
                  </a:cubicBezTo>
                  <a:cubicBezTo>
                    <a:pt x="2537" y="3261"/>
                    <a:pt x="2477" y="3333"/>
                    <a:pt x="2441" y="3380"/>
                  </a:cubicBezTo>
                  <a:cubicBezTo>
                    <a:pt x="2453" y="3321"/>
                    <a:pt x="2453" y="3273"/>
                    <a:pt x="2465" y="3225"/>
                  </a:cubicBezTo>
                  <a:cubicBezTo>
                    <a:pt x="2477" y="3071"/>
                    <a:pt x="2489" y="2916"/>
                    <a:pt x="2513" y="2761"/>
                  </a:cubicBezTo>
                  <a:cubicBezTo>
                    <a:pt x="2513" y="2713"/>
                    <a:pt x="2513" y="2678"/>
                    <a:pt x="2525" y="2630"/>
                  </a:cubicBezTo>
                  <a:cubicBezTo>
                    <a:pt x="2644" y="2666"/>
                    <a:pt x="2763" y="2702"/>
                    <a:pt x="2882" y="2713"/>
                  </a:cubicBezTo>
                  <a:cubicBezTo>
                    <a:pt x="3001" y="2713"/>
                    <a:pt x="3096" y="2654"/>
                    <a:pt x="3168" y="2571"/>
                  </a:cubicBezTo>
                  <a:cubicBezTo>
                    <a:pt x="3227" y="2499"/>
                    <a:pt x="3215" y="2380"/>
                    <a:pt x="3132" y="2321"/>
                  </a:cubicBezTo>
                  <a:lnTo>
                    <a:pt x="3108" y="2321"/>
                  </a:lnTo>
                  <a:cubicBezTo>
                    <a:pt x="3080" y="2305"/>
                    <a:pt x="3048" y="2299"/>
                    <a:pt x="3013" y="2299"/>
                  </a:cubicBezTo>
                  <a:cubicBezTo>
                    <a:pt x="2883" y="2299"/>
                    <a:pt x="2719" y="2391"/>
                    <a:pt x="2644" y="2475"/>
                  </a:cubicBezTo>
                  <a:cubicBezTo>
                    <a:pt x="2632" y="2475"/>
                    <a:pt x="2549" y="2582"/>
                    <a:pt x="2525" y="2618"/>
                  </a:cubicBezTo>
                  <a:cubicBezTo>
                    <a:pt x="2537" y="2511"/>
                    <a:pt x="2549" y="2404"/>
                    <a:pt x="2560" y="2309"/>
                  </a:cubicBezTo>
                  <a:cubicBezTo>
                    <a:pt x="2584" y="2178"/>
                    <a:pt x="2608" y="2047"/>
                    <a:pt x="2644" y="1916"/>
                  </a:cubicBezTo>
                  <a:cubicBezTo>
                    <a:pt x="2763" y="1963"/>
                    <a:pt x="2894" y="1987"/>
                    <a:pt x="3013" y="1999"/>
                  </a:cubicBezTo>
                  <a:cubicBezTo>
                    <a:pt x="3120" y="1999"/>
                    <a:pt x="3227" y="1951"/>
                    <a:pt x="3299" y="1868"/>
                  </a:cubicBezTo>
                  <a:cubicBezTo>
                    <a:pt x="3358" y="1785"/>
                    <a:pt x="3334" y="1666"/>
                    <a:pt x="3251" y="1618"/>
                  </a:cubicBezTo>
                  <a:cubicBezTo>
                    <a:pt x="3251" y="1606"/>
                    <a:pt x="3251" y="1606"/>
                    <a:pt x="3239" y="1606"/>
                  </a:cubicBezTo>
                  <a:cubicBezTo>
                    <a:pt x="3213" y="1592"/>
                    <a:pt x="3182" y="1586"/>
                    <a:pt x="3150" y="1586"/>
                  </a:cubicBezTo>
                  <a:cubicBezTo>
                    <a:pt x="3019" y="1586"/>
                    <a:pt x="2851" y="1685"/>
                    <a:pt x="2775" y="1761"/>
                  </a:cubicBezTo>
                  <a:cubicBezTo>
                    <a:pt x="2763" y="1761"/>
                    <a:pt x="2668" y="1880"/>
                    <a:pt x="2656" y="1904"/>
                  </a:cubicBezTo>
                  <a:cubicBezTo>
                    <a:pt x="2656" y="1904"/>
                    <a:pt x="2656" y="1892"/>
                    <a:pt x="2656" y="1880"/>
                  </a:cubicBezTo>
                  <a:cubicBezTo>
                    <a:pt x="2703" y="1749"/>
                    <a:pt x="2751" y="1630"/>
                    <a:pt x="2810" y="1511"/>
                  </a:cubicBezTo>
                  <a:cubicBezTo>
                    <a:pt x="2846" y="1439"/>
                    <a:pt x="2882" y="1380"/>
                    <a:pt x="2918" y="1320"/>
                  </a:cubicBezTo>
                  <a:cubicBezTo>
                    <a:pt x="3025" y="1368"/>
                    <a:pt x="3144" y="1416"/>
                    <a:pt x="3263" y="1439"/>
                  </a:cubicBezTo>
                  <a:cubicBezTo>
                    <a:pt x="3276" y="1441"/>
                    <a:pt x="3290" y="1442"/>
                    <a:pt x="3304" y="1442"/>
                  </a:cubicBezTo>
                  <a:cubicBezTo>
                    <a:pt x="3399" y="1442"/>
                    <a:pt x="3498" y="1405"/>
                    <a:pt x="3561" y="1332"/>
                  </a:cubicBezTo>
                  <a:cubicBezTo>
                    <a:pt x="3632" y="1261"/>
                    <a:pt x="3620" y="1142"/>
                    <a:pt x="3549" y="1082"/>
                  </a:cubicBezTo>
                  <a:cubicBezTo>
                    <a:pt x="3549" y="1070"/>
                    <a:pt x="3537" y="1070"/>
                    <a:pt x="3537" y="1070"/>
                  </a:cubicBezTo>
                  <a:cubicBezTo>
                    <a:pt x="3501" y="1048"/>
                    <a:pt x="3456" y="1038"/>
                    <a:pt x="3408" y="1038"/>
                  </a:cubicBezTo>
                  <a:cubicBezTo>
                    <a:pt x="3280" y="1038"/>
                    <a:pt x="3126" y="1105"/>
                    <a:pt x="3049" y="1166"/>
                  </a:cubicBezTo>
                  <a:lnTo>
                    <a:pt x="2953" y="1273"/>
                  </a:lnTo>
                  <a:lnTo>
                    <a:pt x="3001" y="1189"/>
                  </a:lnTo>
                  <a:cubicBezTo>
                    <a:pt x="3057" y="1100"/>
                    <a:pt x="3124" y="1021"/>
                    <a:pt x="3171" y="952"/>
                  </a:cubicBezTo>
                  <a:lnTo>
                    <a:pt x="3171" y="952"/>
                  </a:lnTo>
                  <a:cubicBezTo>
                    <a:pt x="3116" y="1018"/>
                    <a:pt x="3054" y="1093"/>
                    <a:pt x="3001" y="1178"/>
                  </a:cubicBezTo>
                  <a:cubicBezTo>
                    <a:pt x="2930" y="1285"/>
                    <a:pt x="2858" y="1380"/>
                    <a:pt x="2799" y="1487"/>
                  </a:cubicBezTo>
                  <a:cubicBezTo>
                    <a:pt x="2739" y="1618"/>
                    <a:pt x="2680" y="1737"/>
                    <a:pt x="2632" y="1868"/>
                  </a:cubicBezTo>
                  <a:lnTo>
                    <a:pt x="2632" y="1689"/>
                  </a:lnTo>
                  <a:cubicBezTo>
                    <a:pt x="2620" y="1559"/>
                    <a:pt x="2501" y="1308"/>
                    <a:pt x="2358" y="1285"/>
                  </a:cubicBezTo>
                  <a:cubicBezTo>
                    <a:pt x="2346" y="1282"/>
                    <a:pt x="2333" y="1280"/>
                    <a:pt x="2321" y="1280"/>
                  </a:cubicBezTo>
                  <a:cubicBezTo>
                    <a:pt x="2239" y="1280"/>
                    <a:pt x="2164" y="1345"/>
                    <a:pt x="2144" y="1428"/>
                  </a:cubicBezTo>
                  <a:cubicBezTo>
                    <a:pt x="2144" y="1428"/>
                    <a:pt x="2144" y="1439"/>
                    <a:pt x="2144" y="1451"/>
                  </a:cubicBezTo>
                  <a:cubicBezTo>
                    <a:pt x="2144" y="1559"/>
                    <a:pt x="2203" y="1666"/>
                    <a:pt x="2287" y="1725"/>
                  </a:cubicBezTo>
                  <a:cubicBezTo>
                    <a:pt x="2394" y="1797"/>
                    <a:pt x="2513" y="1844"/>
                    <a:pt x="2632" y="1880"/>
                  </a:cubicBezTo>
                  <a:cubicBezTo>
                    <a:pt x="2584" y="2023"/>
                    <a:pt x="2549" y="2154"/>
                    <a:pt x="2525" y="2297"/>
                  </a:cubicBezTo>
                  <a:cubicBezTo>
                    <a:pt x="2513" y="2380"/>
                    <a:pt x="2501" y="2463"/>
                    <a:pt x="2489" y="2547"/>
                  </a:cubicBezTo>
                  <a:lnTo>
                    <a:pt x="2489" y="2463"/>
                  </a:lnTo>
                  <a:cubicBezTo>
                    <a:pt x="2477" y="2332"/>
                    <a:pt x="2358" y="2082"/>
                    <a:pt x="2215" y="2059"/>
                  </a:cubicBezTo>
                  <a:cubicBezTo>
                    <a:pt x="2201" y="2055"/>
                    <a:pt x="2187" y="2054"/>
                    <a:pt x="2174" y="2054"/>
                  </a:cubicBezTo>
                  <a:cubicBezTo>
                    <a:pt x="2087" y="2054"/>
                    <a:pt x="2022" y="2119"/>
                    <a:pt x="2001" y="2201"/>
                  </a:cubicBezTo>
                  <a:cubicBezTo>
                    <a:pt x="2001" y="2213"/>
                    <a:pt x="2001" y="2225"/>
                    <a:pt x="2001" y="2225"/>
                  </a:cubicBezTo>
                  <a:cubicBezTo>
                    <a:pt x="2001" y="2332"/>
                    <a:pt x="2060" y="2440"/>
                    <a:pt x="2144" y="2499"/>
                  </a:cubicBezTo>
                  <a:cubicBezTo>
                    <a:pt x="2251" y="2571"/>
                    <a:pt x="2358" y="2618"/>
                    <a:pt x="2477" y="2654"/>
                  </a:cubicBezTo>
                  <a:lnTo>
                    <a:pt x="2465" y="2749"/>
                  </a:lnTo>
                  <a:cubicBezTo>
                    <a:pt x="2441" y="2904"/>
                    <a:pt x="2429" y="3059"/>
                    <a:pt x="2406" y="3202"/>
                  </a:cubicBezTo>
                  <a:cubicBezTo>
                    <a:pt x="2406" y="3261"/>
                    <a:pt x="2394" y="3309"/>
                    <a:pt x="2382" y="3356"/>
                  </a:cubicBezTo>
                  <a:lnTo>
                    <a:pt x="2382" y="3297"/>
                  </a:lnTo>
                  <a:cubicBezTo>
                    <a:pt x="2370" y="3154"/>
                    <a:pt x="2251" y="2904"/>
                    <a:pt x="2108" y="2880"/>
                  </a:cubicBezTo>
                  <a:cubicBezTo>
                    <a:pt x="2100" y="2879"/>
                    <a:pt x="2092" y="2879"/>
                    <a:pt x="2084" y="2879"/>
                  </a:cubicBezTo>
                  <a:cubicBezTo>
                    <a:pt x="1997" y="2879"/>
                    <a:pt x="1916" y="2936"/>
                    <a:pt x="1906" y="3023"/>
                  </a:cubicBezTo>
                  <a:cubicBezTo>
                    <a:pt x="1906" y="3035"/>
                    <a:pt x="1894" y="3047"/>
                    <a:pt x="1894" y="3047"/>
                  </a:cubicBezTo>
                  <a:cubicBezTo>
                    <a:pt x="1906" y="3154"/>
                    <a:pt x="1953" y="3261"/>
                    <a:pt x="2037" y="3333"/>
                  </a:cubicBezTo>
                  <a:cubicBezTo>
                    <a:pt x="2144" y="3392"/>
                    <a:pt x="2251" y="3440"/>
                    <a:pt x="2358" y="3475"/>
                  </a:cubicBezTo>
                  <a:cubicBezTo>
                    <a:pt x="2346" y="3535"/>
                    <a:pt x="2334" y="3583"/>
                    <a:pt x="2322" y="3630"/>
                  </a:cubicBezTo>
                  <a:cubicBezTo>
                    <a:pt x="2322" y="3666"/>
                    <a:pt x="2310" y="3702"/>
                    <a:pt x="2299" y="3737"/>
                  </a:cubicBezTo>
                  <a:cubicBezTo>
                    <a:pt x="2287" y="3773"/>
                    <a:pt x="2275" y="3809"/>
                    <a:pt x="2263" y="3845"/>
                  </a:cubicBezTo>
                  <a:cubicBezTo>
                    <a:pt x="2239" y="3904"/>
                    <a:pt x="2215" y="3964"/>
                    <a:pt x="2191" y="4023"/>
                  </a:cubicBezTo>
                  <a:cubicBezTo>
                    <a:pt x="2179" y="4071"/>
                    <a:pt x="2168" y="4106"/>
                    <a:pt x="2144" y="4154"/>
                  </a:cubicBezTo>
                  <a:cubicBezTo>
                    <a:pt x="2156" y="4095"/>
                    <a:pt x="2168" y="3999"/>
                    <a:pt x="2168" y="3987"/>
                  </a:cubicBezTo>
                  <a:cubicBezTo>
                    <a:pt x="2168" y="3868"/>
                    <a:pt x="2132" y="3749"/>
                    <a:pt x="2072" y="3654"/>
                  </a:cubicBezTo>
                  <a:lnTo>
                    <a:pt x="2072" y="3606"/>
                  </a:lnTo>
                  <a:cubicBezTo>
                    <a:pt x="2061" y="3518"/>
                    <a:pt x="1989" y="3450"/>
                    <a:pt x="1903" y="3450"/>
                  </a:cubicBezTo>
                  <a:cubicBezTo>
                    <a:pt x="1896" y="3450"/>
                    <a:pt x="1889" y="3451"/>
                    <a:pt x="1882" y="3452"/>
                  </a:cubicBezTo>
                  <a:cubicBezTo>
                    <a:pt x="1870" y="3452"/>
                    <a:pt x="1870" y="3452"/>
                    <a:pt x="1858" y="3464"/>
                  </a:cubicBezTo>
                  <a:cubicBezTo>
                    <a:pt x="1715" y="3499"/>
                    <a:pt x="1620" y="3749"/>
                    <a:pt x="1608" y="3892"/>
                  </a:cubicBezTo>
                  <a:cubicBezTo>
                    <a:pt x="1608" y="3892"/>
                    <a:pt x="1608" y="3987"/>
                    <a:pt x="1620" y="4035"/>
                  </a:cubicBezTo>
                  <a:cubicBezTo>
                    <a:pt x="1608" y="4011"/>
                    <a:pt x="1608" y="3975"/>
                    <a:pt x="1596" y="3940"/>
                  </a:cubicBezTo>
                  <a:cubicBezTo>
                    <a:pt x="1584" y="3880"/>
                    <a:pt x="1560" y="3809"/>
                    <a:pt x="1548" y="3749"/>
                  </a:cubicBezTo>
                  <a:cubicBezTo>
                    <a:pt x="1537" y="3714"/>
                    <a:pt x="1525" y="3678"/>
                    <a:pt x="1513" y="3642"/>
                  </a:cubicBezTo>
                  <a:cubicBezTo>
                    <a:pt x="1513" y="3606"/>
                    <a:pt x="1489" y="3571"/>
                    <a:pt x="1477" y="3535"/>
                  </a:cubicBezTo>
                  <a:cubicBezTo>
                    <a:pt x="1453" y="3464"/>
                    <a:pt x="1417" y="3380"/>
                    <a:pt x="1382" y="3297"/>
                  </a:cubicBezTo>
                  <a:cubicBezTo>
                    <a:pt x="1501" y="3273"/>
                    <a:pt x="1620" y="3237"/>
                    <a:pt x="1727" y="3178"/>
                  </a:cubicBezTo>
                  <a:cubicBezTo>
                    <a:pt x="1810" y="3118"/>
                    <a:pt x="1870" y="3011"/>
                    <a:pt x="1894" y="2904"/>
                  </a:cubicBezTo>
                  <a:cubicBezTo>
                    <a:pt x="1894" y="2809"/>
                    <a:pt x="1810" y="2725"/>
                    <a:pt x="1715" y="2725"/>
                  </a:cubicBezTo>
                  <a:lnTo>
                    <a:pt x="1691" y="2725"/>
                  </a:lnTo>
                  <a:cubicBezTo>
                    <a:pt x="1548" y="2737"/>
                    <a:pt x="1417" y="2975"/>
                    <a:pt x="1382" y="3106"/>
                  </a:cubicBezTo>
                  <a:cubicBezTo>
                    <a:pt x="1382" y="3118"/>
                    <a:pt x="1370" y="3213"/>
                    <a:pt x="1370" y="3273"/>
                  </a:cubicBezTo>
                  <a:cubicBezTo>
                    <a:pt x="1346" y="3225"/>
                    <a:pt x="1322" y="3178"/>
                    <a:pt x="1298" y="3130"/>
                  </a:cubicBezTo>
                  <a:cubicBezTo>
                    <a:pt x="1239" y="2999"/>
                    <a:pt x="1156" y="2856"/>
                    <a:pt x="1096" y="2725"/>
                  </a:cubicBezTo>
                  <a:lnTo>
                    <a:pt x="1025" y="2594"/>
                  </a:lnTo>
                  <a:cubicBezTo>
                    <a:pt x="977" y="2499"/>
                    <a:pt x="929" y="2416"/>
                    <a:pt x="882" y="2321"/>
                  </a:cubicBezTo>
                  <a:cubicBezTo>
                    <a:pt x="822" y="2190"/>
                    <a:pt x="775" y="2070"/>
                    <a:pt x="739" y="1940"/>
                  </a:cubicBezTo>
                  <a:cubicBezTo>
                    <a:pt x="727" y="1928"/>
                    <a:pt x="727" y="1916"/>
                    <a:pt x="727" y="1916"/>
                  </a:cubicBezTo>
                  <a:cubicBezTo>
                    <a:pt x="691" y="1785"/>
                    <a:pt x="667" y="1642"/>
                    <a:pt x="644" y="1511"/>
                  </a:cubicBezTo>
                  <a:cubicBezTo>
                    <a:pt x="644" y="1428"/>
                    <a:pt x="632" y="1356"/>
                    <a:pt x="632" y="1285"/>
                  </a:cubicBezTo>
                  <a:cubicBezTo>
                    <a:pt x="751" y="1285"/>
                    <a:pt x="882" y="1249"/>
                    <a:pt x="989" y="1201"/>
                  </a:cubicBezTo>
                  <a:cubicBezTo>
                    <a:pt x="1084" y="1154"/>
                    <a:pt x="1156" y="1058"/>
                    <a:pt x="1179" y="951"/>
                  </a:cubicBezTo>
                  <a:cubicBezTo>
                    <a:pt x="1203" y="856"/>
                    <a:pt x="1132" y="761"/>
                    <a:pt x="1036" y="749"/>
                  </a:cubicBezTo>
                  <a:lnTo>
                    <a:pt x="1013" y="749"/>
                  </a:lnTo>
                  <a:cubicBezTo>
                    <a:pt x="858" y="749"/>
                    <a:pt x="703" y="963"/>
                    <a:pt x="655" y="1094"/>
                  </a:cubicBezTo>
                  <a:cubicBezTo>
                    <a:pt x="655" y="1106"/>
                    <a:pt x="644" y="1178"/>
                    <a:pt x="632" y="1237"/>
                  </a:cubicBezTo>
                  <a:lnTo>
                    <a:pt x="632" y="1142"/>
                  </a:lnTo>
                  <a:cubicBezTo>
                    <a:pt x="632" y="1023"/>
                    <a:pt x="644" y="916"/>
                    <a:pt x="644" y="820"/>
                  </a:cubicBezTo>
                  <a:cubicBezTo>
                    <a:pt x="644" y="773"/>
                    <a:pt x="655" y="725"/>
                    <a:pt x="667" y="677"/>
                  </a:cubicBezTo>
                  <a:cubicBezTo>
                    <a:pt x="763" y="618"/>
                    <a:pt x="858" y="535"/>
                    <a:pt x="929" y="439"/>
                  </a:cubicBezTo>
                  <a:cubicBezTo>
                    <a:pt x="1001" y="344"/>
                    <a:pt x="1025" y="237"/>
                    <a:pt x="989" y="130"/>
                  </a:cubicBezTo>
                  <a:cubicBezTo>
                    <a:pt x="960" y="54"/>
                    <a:pt x="894" y="0"/>
                    <a:pt x="81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25"/>
            <p:cNvSpPr/>
            <p:nvPr/>
          </p:nvSpPr>
          <p:spPr>
            <a:xfrm>
              <a:off x="3492872" y="2286204"/>
              <a:ext cx="49692" cy="74702"/>
            </a:xfrm>
            <a:custGeom>
              <a:rect b="b" l="l" r="r" t="t"/>
              <a:pathLst>
                <a:path extrusionOk="0" h="681" w="453">
                  <a:moveTo>
                    <a:pt x="200" y="0"/>
                  </a:moveTo>
                  <a:cubicBezTo>
                    <a:pt x="129" y="0"/>
                    <a:pt x="63" y="38"/>
                    <a:pt x="36" y="109"/>
                  </a:cubicBezTo>
                  <a:cubicBezTo>
                    <a:pt x="36" y="109"/>
                    <a:pt x="24" y="121"/>
                    <a:pt x="24" y="121"/>
                  </a:cubicBezTo>
                  <a:cubicBezTo>
                    <a:pt x="1" y="228"/>
                    <a:pt x="24" y="347"/>
                    <a:pt x="96" y="431"/>
                  </a:cubicBezTo>
                  <a:cubicBezTo>
                    <a:pt x="167" y="526"/>
                    <a:pt x="274" y="609"/>
                    <a:pt x="382" y="681"/>
                  </a:cubicBezTo>
                  <a:cubicBezTo>
                    <a:pt x="382" y="681"/>
                    <a:pt x="429" y="502"/>
                    <a:pt x="429" y="490"/>
                  </a:cubicBezTo>
                  <a:cubicBezTo>
                    <a:pt x="453" y="359"/>
                    <a:pt x="405" y="85"/>
                    <a:pt x="274" y="14"/>
                  </a:cubicBezTo>
                  <a:cubicBezTo>
                    <a:pt x="250" y="5"/>
                    <a:pt x="225" y="0"/>
                    <a:pt x="200"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25"/>
            <p:cNvSpPr/>
            <p:nvPr/>
          </p:nvSpPr>
          <p:spPr>
            <a:xfrm>
              <a:off x="584278" y="2672993"/>
              <a:ext cx="1162438" cy="1720127"/>
            </a:xfrm>
            <a:custGeom>
              <a:rect b="b" l="l" r="r" t="t"/>
              <a:pathLst>
                <a:path extrusionOk="0" h="15681" w="10597">
                  <a:moveTo>
                    <a:pt x="4691" y="0"/>
                  </a:moveTo>
                  <a:lnTo>
                    <a:pt x="3858" y="2489"/>
                  </a:lnTo>
                  <a:lnTo>
                    <a:pt x="3036" y="8073"/>
                  </a:lnTo>
                  <a:lnTo>
                    <a:pt x="0" y="15621"/>
                  </a:lnTo>
                  <a:lnTo>
                    <a:pt x="953" y="15621"/>
                  </a:lnTo>
                  <a:lnTo>
                    <a:pt x="5370" y="8418"/>
                  </a:lnTo>
                  <a:lnTo>
                    <a:pt x="6727" y="3965"/>
                  </a:lnTo>
                  <a:lnTo>
                    <a:pt x="8632" y="8620"/>
                  </a:lnTo>
                  <a:lnTo>
                    <a:pt x="8966" y="15681"/>
                  </a:lnTo>
                  <a:lnTo>
                    <a:pt x="9978" y="15681"/>
                  </a:lnTo>
                  <a:lnTo>
                    <a:pt x="10597" y="8168"/>
                  </a:lnTo>
                  <a:lnTo>
                    <a:pt x="9359" y="2358"/>
                  </a:lnTo>
                  <a:lnTo>
                    <a:pt x="9097" y="1131"/>
                  </a:lnTo>
                  <a:lnTo>
                    <a:pt x="4691"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25"/>
            <p:cNvSpPr/>
            <p:nvPr/>
          </p:nvSpPr>
          <p:spPr>
            <a:xfrm>
              <a:off x="790617" y="1939894"/>
              <a:ext cx="1280031" cy="919354"/>
            </a:xfrm>
            <a:custGeom>
              <a:rect b="b" l="l" r="r" t="t"/>
              <a:pathLst>
                <a:path extrusionOk="0" h="8381" w="11669">
                  <a:moveTo>
                    <a:pt x="6914" y="1"/>
                  </a:moveTo>
                  <a:cubicBezTo>
                    <a:pt x="6442" y="1"/>
                    <a:pt x="5902" y="36"/>
                    <a:pt x="5382" y="147"/>
                  </a:cubicBezTo>
                  <a:cubicBezTo>
                    <a:pt x="3989" y="456"/>
                    <a:pt x="2132" y="1040"/>
                    <a:pt x="774" y="2004"/>
                  </a:cubicBezTo>
                  <a:cubicBezTo>
                    <a:pt x="501" y="2218"/>
                    <a:pt x="239" y="2445"/>
                    <a:pt x="1" y="2695"/>
                  </a:cubicBezTo>
                  <a:lnTo>
                    <a:pt x="1024" y="3457"/>
                  </a:lnTo>
                  <a:cubicBezTo>
                    <a:pt x="1024" y="3457"/>
                    <a:pt x="2668" y="3004"/>
                    <a:pt x="3203" y="3004"/>
                  </a:cubicBezTo>
                  <a:cubicBezTo>
                    <a:pt x="3525" y="2992"/>
                    <a:pt x="3834" y="2968"/>
                    <a:pt x="4144" y="2921"/>
                  </a:cubicBezTo>
                  <a:lnTo>
                    <a:pt x="4144" y="2921"/>
                  </a:lnTo>
                  <a:lnTo>
                    <a:pt x="2810" y="6683"/>
                  </a:lnTo>
                  <a:cubicBezTo>
                    <a:pt x="2810" y="6683"/>
                    <a:pt x="2739" y="7600"/>
                    <a:pt x="3727" y="7993"/>
                  </a:cubicBezTo>
                  <a:cubicBezTo>
                    <a:pt x="4280" y="8215"/>
                    <a:pt x="5099" y="8380"/>
                    <a:pt x="5838" y="8380"/>
                  </a:cubicBezTo>
                  <a:cubicBezTo>
                    <a:pt x="6405" y="8380"/>
                    <a:pt x="6924" y="8283"/>
                    <a:pt x="7240" y="8040"/>
                  </a:cubicBezTo>
                  <a:cubicBezTo>
                    <a:pt x="7632" y="7755"/>
                    <a:pt x="9454" y="3016"/>
                    <a:pt x="9454" y="3016"/>
                  </a:cubicBezTo>
                  <a:cubicBezTo>
                    <a:pt x="9454" y="3016"/>
                    <a:pt x="9990" y="5802"/>
                    <a:pt x="10157" y="6219"/>
                  </a:cubicBezTo>
                  <a:cubicBezTo>
                    <a:pt x="10276" y="6493"/>
                    <a:pt x="10442" y="6755"/>
                    <a:pt x="10645" y="6981"/>
                  </a:cubicBezTo>
                  <a:lnTo>
                    <a:pt x="11669" y="6219"/>
                  </a:lnTo>
                  <a:cubicBezTo>
                    <a:pt x="11669" y="6219"/>
                    <a:pt x="11109" y="3480"/>
                    <a:pt x="10895" y="2576"/>
                  </a:cubicBezTo>
                  <a:cubicBezTo>
                    <a:pt x="10692" y="1671"/>
                    <a:pt x="9895" y="242"/>
                    <a:pt x="8311" y="99"/>
                  </a:cubicBezTo>
                  <a:cubicBezTo>
                    <a:pt x="8311" y="99"/>
                    <a:pt x="7708" y="1"/>
                    <a:pt x="6914"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25"/>
            <p:cNvSpPr/>
            <p:nvPr/>
          </p:nvSpPr>
          <p:spPr>
            <a:xfrm>
              <a:off x="1246404" y="2236731"/>
              <a:ext cx="175183" cy="58906"/>
            </a:xfrm>
            <a:custGeom>
              <a:rect b="b" l="l" r="r" t="t"/>
              <a:pathLst>
                <a:path extrusionOk="0" fill="none" h="537" w="1597">
                  <a:moveTo>
                    <a:pt x="1596" y="0"/>
                  </a:moveTo>
                  <a:lnTo>
                    <a:pt x="1" y="215"/>
                  </a:lnTo>
                  <a:lnTo>
                    <a:pt x="1251" y="53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25"/>
            <p:cNvSpPr/>
            <p:nvPr/>
          </p:nvSpPr>
          <p:spPr>
            <a:xfrm>
              <a:off x="1417530" y="1984650"/>
              <a:ext cx="61539" cy="206446"/>
            </a:xfrm>
            <a:custGeom>
              <a:rect b="b" l="l" r="r" t="t"/>
              <a:pathLst>
                <a:path extrusionOk="0" fill="none" h="1882" w="561">
                  <a:moveTo>
                    <a:pt x="1" y="1"/>
                  </a:moveTo>
                  <a:cubicBezTo>
                    <a:pt x="1" y="1"/>
                    <a:pt x="560" y="929"/>
                    <a:pt x="36" y="188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25"/>
            <p:cNvSpPr/>
            <p:nvPr/>
          </p:nvSpPr>
          <p:spPr>
            <a:xfrm>
              <a:off x="1827684" y="2252418"/>
              <a:ext cx="117593" cy="18429"/>
            </a:xfrm>
            <a:custGeom>
              <a:rect b="b" l="l" r="r" t="t"/>
              <a:pathLst>
                <a:path extrusionOk="0" fill="none" h="168" w="1072">
                  <a:moveTo>
                    <a:pt x="0" y="167"/>
                  </a:moveTo>
                  <a:lnTo>
                    <a:pt x="1072"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25"/>
            <p:cNvSpPr/>
            <p:nvPr/>
          </p:nvSpPr>
          <p:spPr>
            <a:xfrm>
              <a:off x="1832840" y="2279842"/>
              <a:ext cx="155548" cy="23584"/>
            </a:xfrm>
            <a:custGeom>
              <a:rect b="b" l="l" r="r" t="t"/>
              <a:pathLst>
                <a:path extrusionOk="0" fill="none" h="215" w="1418">
                  <a:moveTo>
                    <a:pt x="1" y="0"/>
                  </a:moveTo>
                  <a:lnTo>
                    <a:pt x="1418" y="215"/>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25"/>
            <p:cNvSpPr/>
            <p:nvPr/>
          </p:nvSpPr>
          <p:spPr>
            <a:xfrm>
              <a:off x="1567704" y="1920697"/>
              <a:ext cx="193392" cy="364516"/>
            </a:xfrm>
            <a:custGeom>
              <a:rect b="b" l="l" r="r" t="t"/>
              <a:pathLst>
                <a:path extrusionOk="0" h="3323" w="1763">
                  <a:moveTo>
                    <a:pt x="1120" y="0"/>
                  </a:moveTo>
                  <a:cubicBezTo>
                    <a:pt x="1120" y="0"/>
                    <a:pt x="370" y="226"/>
                    <a:pt x="179" y="465"/>
                  </a:cubicBezTo>
                  <a:cubicBezTo>
                    <a:pt x="1" y="691"/>
                    <a:pt x="1" y="2905"/>
                    <a:pt x="1" y="2905"/>
                  </a:cubicBezTo>
                  <a:lnTo>
                    <a:pt x="953" y="2703"/>
                  </a:lnTo>
                  <a:lnTo>
                    <a:pt x="1763" y="3322"/>
                  </a:lnTo>
                  <a:cubicBezTo>
                    <a:pt x="1763" y="3322"/>
                    <a:pt x="1715" y="2000"/>
                    <a:pt x="1584" y="1096"/>
                  </a:cubicBezTo>
                  <a:cubicBezTo>
                    <a:pt x="1441" y="179"/>
                    <a:pt x="1120" y="0"/>
                    <a:pt x="112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25"/>
            <p:cNvSpPr/>
            <p:nvPr/>
          </p:nvSpPr>
          <p:spPr>
            <a:xfrm>
              <a:off x="1631767" y="1845007"/>
              <a:ext cx="152915" cy="370879"/>
            </a:xfrm>
            <a:custGeom>
              <a:rect b="b" l="l" r="r" t="t"/>
              <a:pathLst>
                <a:path extrusionOk="0" h="3381" w="1394">
                  <a:moveTo>
                    <a:pt x="1268" y="1"/>
                  </a:moveTo>
                  <a:cubicBezTo>
                    <a:pt x="1124" y="1"/>
                    <a:pt x="881" y="107"/>
                    <a:pt x="881" y="107"/>
                  </a:cubicBezTo>
                  <a:cubicBezTo>
                    <a:pt x="881" y="107"/>
                    <a:pt x="274" y="964"/>
                    <a:pt x="131" y="1143"/>
                  </a:cubicBezTo>
                  <a:cubicBezTo>
                    <a:pt x="0" y="1333"/>
                    <a:pt x="95" y="2333"/>
                    <a:pt x="155" y="2690"/>
                  </a:cubicBezTo>
                  <a:cubicBezTo>
                    <a:pt x="214" y="2929"/>
                    <a:pt x="274" y="3155"/>
                    <a:pt x="369" y="3381"/>
                  </a:cubicBezTo>
                  <a:lnTo>
                    <a:pt x="1322" y="2381"/>
                  </a:lnTo>
                  <a:cubicBezTo>
                    <a:pt x="1322" y="2381"/>
                    <a:pt x="953" y="1940"/>
                    <a:pt x="1012" y="1381"/>
                  </a:cubicBezTo>
                  <a:cubicBezTo>
                    <a:pt x="1084" y="821"/>
                    <a:pt x="1393" y="226"/>
                    <a:pt x="1369" y="59"/>
                  </a:cubicBezTo>
                  <a:cubicBezTo>
                    <a:pt x="1363" y="16"/>
                    <a:pt x="1322" y="1"/>
                    <a:pt x="1268"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25"/>
            <p:cNvSpPr/>
            <p:nvPr/>
          </p:nvSpPr>
          <p:spPr>
            <a:xfrm>
              <a:off x="1680033" y="1660717"/>
              <a:ext cx="412892" cy="513811"/>
            </a:xfrm>
            <a:custGeom>
              <a:rect b="b" l="l" r="r" t="t"/>
              <a:pathLst>
                <a:path extrusionOk="0" h="4684" w="3764">
                  <a:moveTo>
                    <a:pt x="1394" y="1"/>
                  </a:moveTo>
                  <a:cubicBezTo>
                    <a:pt x="465" y="1"/>
                    <a:pt x="120" y="1061"/>
                    <a:pt x="120" y="1394"/>
                  </a:cubicBezTo>
                  <a:cubicBezTo>
                    <a:pt x="120" y="1715"/>
                    <a:pt x="417" y="2180"/>
                    <a:pt x="417" y="2180"/>
                  </a:cubicBezTo>
                  <a:cubicBezTo>
                    <a:pt x="417" y="2180"/>
                    <a:pt x="1" y="3204"/>
                    <a:pt x="84" y="3573"/>
                  </a:cubicBezTo>
                  <a:cubicBezTo>
                    <a:pt x="172" y="3925"/>
                    <a:pt x="1013" y="4684"/>
                    <a:pt x="1506" y="4684"/>
                  </a:cubicBezTo>
                  <a:cubicBezTo>
                    <a:pt x="1547" y="4684"/>
                    <a:pt x="1585" y="4679"/>
                    <a:pt x="1620" y="4668"/>
                  </a:cubicBezTo>
                  <a:cubicBezTo>
                    <a:pt x="2096" y="4537"/>
                    <a:pt x="2156" y="3668"/>
                    <a:pt x="2156" y="3668"/>
                  </a:cubicBezTo>
                  <a:cubicBezTo>
                    <a:pt x="2156" y="3668"/>
                    <a:pt x="2293" y="3729"/>
                    <a:pt x="2384" y="3729"/>
                  </a:cubicBezTo>
                  <a:cubicBezTo>
                    <a:pt x="2407" y="3729"/>
                    <a:pt x="2427" y="3725"/>
                    <a:pt x="2441" y="3716"/>
                  </a:cubicBezTo>
                  <a:cubicBezTo>
                    <a:pt x="2513" y="3668"/>
                    <a:pt x="2537" y="3096"/>
                    <a:pt x="2537" y="3096"/>
                  </a:cubicBezTo>
                  <a:cubicBezTo>
                    <a:pt x="2644" y="2977"/>
                    <a:pt x="2739" y="2846"/>
                    <a:pt x="2834" y="2715"/>
                  </a:cubicBezTo>
                  <a:cubicBezTo>
                    <a:pt x="2894" y="2620"/>
                    <a:pt x="2953" y="2525"/>
                    <a:pt x="3001" y="2418"/>
                  </a:cubicBezTo>
                  <a:cubicBezTo>
                    <a:pt x="3001" y="2418"/>
                    <a:pt x="3763" y="2394"/>
                    <a:pt x="3692" y="1692"/>
                  </a:cubicBezTo>
                  <a:cubicBezTo>
                    <a:pt x="3620" y="1001"/>
                    <a:pt x="2322" y="1"/>
                    <a:pt x="139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25"/>
            <p:cNvSpPr/>
            <p:nvPr/>
          </p:nvSpPr>
          <p:spPr>
            <a:xfrm>
              <a:off x="1853792" y="1953277"/>
              <a:ext cx="61429" cy="28850"/>
            </a:xfrm>
            <a:custGeom>
              <a:rect b="b" l="l" r="r" t="t"/>
              <a:pathLst>
                <a:path extrusionOk="0" h="263" w="560">
                  <a:moveTo>
                    <a:pt x="0" y="1"/>
                  </a:moveTo>
                  <a:lnTo>
                    <a:pt x="560" y="263"/>
                  </a:lnTo>
                  <a:cubicBezTo>
                    <a:pt x="417" y="108"/>
                    <a:pt x="215" y="1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25"/>
            <p:cNvSpPr/>
            <p:nvPr/>
          </p:nvSpPr>
          <p:spPr>
            <a:xfrm>
              <a:off x="1853792" y="1953277"/>
              <a:ext cx="61429" cy="28850"/>
            </a:xfrm>
            <a:custGeom>
              <a:rect b="b" l="l" r="r" t="t"/>
              <a:pathLst>
                <a:path extrusionOk="0" fill="none" h="263" w="560">
                  <a:moveTo>
                    <a:pt x="560" y="263"/>
                  </a:moveTo>
                  <a:cubicBezTo>
                    <a:pt x="417" y="108"/>
                    <a:pt x="215" y="13"/>
                    <a:pt x="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25"/>
            <p:cNvSpPr/>
            <p:nvPr/>
          </p:nvSpPr>
          <p:spPr>
            <a:xfrm>
              <a:off x="1855108" y="1995071"/>
              <a:ext cx="37954" cy="16893"/>
            </a:xfrm>
            <a:custGeom>
              <a:rect b="b" l="l" r="r" t="t"/>
              <a:pathLst>
                <a:path extrusionOk="0" h="154" w="346">
                  <a:moveTo>
                    <a:pt x="345" y="1"/>
                  </a:moveTo>
                  <a:lnTo>
                    <a:pt x="0" y="72"/>
                  </a:lnTo>
                  <a:cubicBezTo>
                    <a:pt x="40" y="138"/>
                    <a:pt x="116" y="153"/>
                    <a:pt x="176" y="153"/>
                  </a:cubicBezTo>
                  <a:cubicBezTo>
                    <a:pt x="224" y="153"/>
                    <a:pt x="262" y="144"/>
                    <a:pt x="262" y="144"/>
                  </a:cubicBezTo>
                  <a:lnTo>
                    <a:pt x="34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25"/>
            <p:cNvSpPr/>
            <p:nvPr/>
          </p:nvSpPr>
          <p:spPr>
            <a:xfrm>
              <a:off x="1855108" y="1995071"/>
              <a:ext cx="37954" cy="21061"/>
            </a:xfrm>
            <a:custGeom>
              <a:rect b="b" l="l" r="r" t="t"/>
              <a:pathLst>
                <a:path extrusionOk="0" fill="none" h="192" w="346">
                  <a:moveTo>
                    <a:pt x="345" y="1"/>
                  </a:moveTo>
                  <a:lnTo>
                    <a:pt x="262" y="144"/>
                  </a:lnTo>
                  <a:cubicBezTo>
                    <a:pt x="262" y="144"/>
                    <a:pt x="72" y="191"/>
                    <a:pt x="0" y="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25"/>
            <p:cNvSpPr/>
            <p:nvPr/>
          </p:nvSpPr>
          <p:spPr>
            <a:xfrm>
              <a:off x="1680033" y="1660717"/>
              <a:ext cx="412892" cy="513811"/>
            </a:xfrm>
            <a:custGeom>
              <a:rect b="b" l="l" r="r" t="t"/>
              <a:pathLst>
                <a:path extrusionOk="0" h="4684" w="3764">
                  <a:moveTo>
                    <a:pt x="1808" y="3967"/>
                  </a:moveTo>
                  <a:cubicBezTo>
                    <a:pt x="2025" y="3967"/>
                    <a:pt x="2025" y="4061"/>
                    <a:pt x="2025" y="4061"/>
                  </a:cubicBezTo>
                  <a:cubicBezTo>
                    <a:pt x="1945" y="4242"/>
                    <a:pt x="1892" y="4291"/>
                    <a:pt x="1836" y="4291"/>
                  </a:cubicBezTo>
                  <a:cubicBezTo>
                    <a:pt x="1800" y="4291"/>
                    <a:pt x="1762" y="4270"/>
                    <a:pt x="1715" y="4251"/>
                  </a:cubicBezTo>
                  <a:cubicBezTo>
                    <a:pt x="1596" y="4204"/>
                    <a:pt x="1322" y="4025"/>
                    <a:pt x="1668" y="3978"/>
                  </a:cubicBezTo>
                  <a:cubicBezTo>
                    <a:pt x="1722" y="3970"/>
                    <a:pt x="1769" y="3967"/>
                    <a:pt x="1808" y="3967"/>
                  </a:cubicBezTo>
                  <a:close/>
                  <a:moveTo>
                    <a:pt x="1394" y="1"/>
                  </a:moveTo>
                  <a:cubicBezTo>
                    <a:pt x="465" y="1"/>
                    <a:pt x="120" y="1072"/>
                    <a:pt x="120" y="1394"/>
                  </a:cubicBezTo>
                  <a:cubicBezTo>
                    <a:pt x="120" y="1715"/>
                    <a:pt x="417" y="2180"/>
                    <a:pt x="417" y="2180"/>
                  </a:cubicBezTo>
                  <a:cubicBezTo>
                    <a:pt x="417" y="2180"/>
                    <a:pt x="1" y="3204"/>
                    <a:pt x="84" y="3573"/>
                  </a:cubicBezTo>
                  <a:cubicBezTo>
                    <a:pt x="172" y="3914"/>
                    <a:pt x="1015" y="4684"/>
                    <a:pt x="1508" y="4684"/>
                  </a:cubicBezTo>
                  <a:cubicBezTo>
                    <a:pt x="1548" y="4684"/>
                    <a:pt x="1585" y="4679"/>
                    <a:pt x="1620" y="4668"/>
                  </a:cubicBezTo>
                  <a:cubicBezTo>
                    <a:pt x="1989" y="4561"/>
                    <a:pt x="2108" y="4001"/>
                    <a:pt x="2144" y="3775"/>
                  </a:cubicBezTo>
                  <a:cubicBezTo>
                    <a:pt x="2041" y="3665"/>
                    <a:pt x="1923" y="3625"/>
                    <a:pt x="1801" y="3625"/>
                  </a:cubicBezTo>
                  <a:cubicBezTo>
                    <a:pt x="1529" y="3625"/>
                    <a:pt x="1238" y="3825"/>
                    <a:pt x="1048" y="3882"/>
                  </a:cubicBezTo>
                  <a:cubicBezTo>
                    <a:pt x="1021" y="3890"/>
                    <a:pt x="994" y="3893"/>
                    <a:pt x="966" y="3893"/>
                  </a:cubicBezTo>
                  <a:cubicBezTo>
                    <a:pt x="688" y="3893"/>
                    <a:pt x="441" y="3529"/>
                    <a:pt x="441" y="3323"/>
                  </a:cubicBezTo>
                  <a:cubicBezTo>
                    <a:pt x="441" y="3085"/>
                    <a:pt x="739" y="2454"/>
                    <a:pt x="810" y="2346"/>
                  </a:cubicBezTo>
                  <a:cubicBezTo>
                    <a:pt x="839" y="2298"/>
                    <a:pt x="917" y="2285"/>
                    <a:pt x="1014" y="2285"/>
                  </a:cubicBezTo>
                  <a:cubicBezTo>
                    <a:pt x="1127" y="2285"/>
                    <a:pt x="1266" y="2303"/>
                    <a:pt x="1382" y="2303"/>
                  </a:cubicBezTo>
                  <a:cubicBezTo>
                    <a:pt x="1411" y="2303"/>
                    <a:pt x="1439" y="2302"/>
                    <a:pt x="1465" y="2299"/>
                  </a:cubicBezTo>
                  <a:cubicBezTo>
                    <a:pt x="1668" y="2275"/>
                    <a:pt x="1370" y="1918"/>
                    <a:pt x="1418" y="1715"/>
                  </a:cubicBezTo>
                  <a:cubicBezTo>
                    <a:pt x="1424" y="1688"/>
                    <a:pt x="1440" y="1676"/>
                    <a:pt x="1465" y="1676"/>
                  </a:cubicBezTo>
                  <a:cubicBezTo>
                    <a:pt x="1634" y="1676"/>
                    <a:pt x="2192" y="2247"/>
                    <a:pt x="2441" y="2382"/>
                  </a:cubicBezTo>
                  <a:cubicBezTo>
                    <a:pt x="2533" y="2434"/>
                    <a:pt x="2639" y="2462"/>
                    <a:pt x="2746" y="2462"/>
                  </a:cubicBezTo>
                  <a:cubicBezTo>
                    <a:pt x="2833" y="2462"/>
                    <a:pt x="2921" y="2443"/>
                    <a:pt x="3001" y="2406"/>
                  </a:cubicBezTo>
                  <a:cubicBezTo>
                    <a:pt x="3001" y="2406"/>
                    <a:pt x="3763" y="2394"/>
                    <a:pt x="3692" y="1692"/>
                  </a:cubicBezTo>
                  <a:cubicBezTo>
                    <a:pt x="3620" y="1001"/>
                    <a:pt x="2322" y="1"/>
                    <a:pt x="1394"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25"/>
            <p:cNvSpPr/>
            <p:nvPr/>
          </p:nvSpPr>
          <p:spPr>
            <a:xfrm>
              <a:off x="1680033" y="1866727"/>
              <a:ext cx="64172" cy="92034"/>
            </a:xfrm>
            <a:custGeom>
              <a:rect b="b" l="l" r="r" t="t"/>
              <a:pathLst>
                <a:path extrusionOk="0" h="839" w="585">
                  <a:moveTo>
                    <a:pt x="255" y="0"/>
                  </a:moveTo>
                  <a:cubicBezTo>
                    <a:pt x="22" y="0"/>
                    <a:pt x="1" y="364"/>
                    <a:pt x="1" y="611"/>
                  </a:cubicBezTo>
                  <a:cubicBezTo>
                    <a:pt x="1" y="785"/>
                    <a:pt x="145" y="838"/>
                    <a:pt x="281" y="838"/>
                  </a:cubicBezTo>
                  <a:cubicBezTo>
                    <a:pt x="340" y="838"/>
                    <a:pt x="398" y="828"/>
                    <a:pt x="441" y="814"/>
                  </a:cubicBezTo>
                  <a:lnTo>
                    <a:pt x="513" y="516"/>
                  </a:lnTo>
                  <a:cubicBezTo>
                    <a:pt x="513" y="516"/>
                    <a:pt x="584" y="52"/>
                    <a:pt x="298" y="4"/>
                  </a:cubicBezTo>
                  <a:cubicBezTo>
                    <a:pt x="283" y="1"/>
                    <a:pt x="268" y="0"/>
                    <a:pt x="2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25"/>
            <p:cNvSpPr/>
            <p:nvPr/>
          </p:nvSpPr>
          <p:spPr>
            <a:xfrm>
              <a:off x="1680033" y="1861900"/>
              <a:ext cx="64172" cy="99384"/>
            </a:xfrm>
            <a:custGeom>
              <a:rect b="b" l="l" r="r" t="t"/>
              <a:pathLst>
                <a:path extrusionOk="0" fill="none" h="906" w="585">
                  <a:moveTo>
                    <a:pt x="513" y="560"/>
                  </a:moveTo>
                  <a:cubicBezTo>
                    <a:pt x="513" y="560"/>
                    <a:pt x="584" y="96"/>
                    <a:pt x="298" y="48"/>
                  </a:cubicBezTo>
                  <a:cubicBezTo>
                    <a:pt x="24" y="0"/>
                    <a:pt x="1" y="393"/>
                    <a:pt x="1" y="655"/>
                  </a:cubicBezTo>
                  <a:cubicBezTo>
                    <a:pt x="1" y="905"/>
                    <a:pt x="298" y="905"/>
                    <a:pt x="441" y="8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25"/>
            <p:cNvSpPr/>
            <p:nvPr/>
          </p:nvSpPr>
          <p:spPr>
            <a:xfrm>
              <a:off x="1700985" y="1780944"/>
              <a:ext cx="15796" cy="14480"/>
            </a:xfrm>
            <a:custGeom>
              <a:rect b="b" l="l" r="r" t="t"/>
              <a:pathLst>
                <a:path extrusionOk="0" fill="none" h="132" w="144">
                  <a:moveTo>
                    <a:pt x="143" y="0"/>
                  </a:moveTo>
                  <a:cubicBezTo>
                    <a:pt x="84" y="36"/>
                    <a:pt x="36" y="72"/>
                    <a:pt x="0" y="13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25"/>
            <p:cNvSpPr/>
            <p:nvPr/>
          </p:nvSpPr>
          <p:spPr>
            <a:xfrm>
              <a:off x="1740146" y="1766574"/>
              <a:ext cx="181655" cy="109805"/>
            </a:xfrm>
            <a:custGeom>
              <a:rect b="b" l="l" r="r" t="t"/>
              <a:pathLst>
                <a:path extrusionOk="0" fill="none" h="1001" w="1656">
                  <a:moveTo>
                    <a:pt x="1655" y="1000"/>
                  </a:moveTo>
                  <a:cubicBezTo>
                    <a:pt x="1310" y="857"/>
                    <a:pt x="1000" y="631"/>
                    <a:pt x="762" y="346"/>
                  </a:cubicBezTo>
                  <a:cubicBezTo>
                    <a:pt x="512" y="60"/>
                    <a:pt x="227" y="0"/>
                    <a:pt x="0" y="36"/>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25"/>
            <p:cNvSpPr/>
            <p:nvPr/>
          </p:nvSpPr>
          <p:spPr>
            <a:xfrm>
              <a:off x="1698352" y="1812208"/>
              <a:ext cx="118909" cy="78542"/>
            </a:xfrm>
            <a:custGeom>
              <a:rect b="b" l="l" r="r" t="t"/>
              <a:pathLst>
                <a:path extrusionOk="0" fill="none" h="716" w="1084">
                  <a:moveTo>
                    <a:pt x="1084" y="715"/>
                  </a:moveTo>
                  <a:cubicBezTo>
                    <a:pt x="1084" y="715"/>
                    <a:pt x="881" y="1"/>
                    <a:pt x="0" y="22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25"/>
            <p:cNvSpPr/>
            <p:nvPr/>
          </p:nvSpPr>
          <p:spPr>
            <a:xfrm>
              <a:off x="742241" y="2203164"/>
              <a:ext cx="235296" cy="173428"/>
            </a:xfrm>
            <a:custGeom>
              <a:rect b="b" l="l" r="r" t="t"/>
              <a:pathLst>
                <a:path extrusionOk="0" h="1581" w="2145">
                  <a:moveTo>
                    <a:pt x="931" y="1"/>
                  </a:moveTo>
                  <a:cubicBezTo>
                    <a:pt x="673" y="1"/>
                    <a:pt x="537" y="104"/>
                    <a:pt x="537" y="104"/>
                  </a:cubicBezTo>
                  <a:cubicBezTo>
                    <a:pt x="299" y="140"/>
                    <a:pt x="1" y="1319"/>
                    <a:pt x="251" y="1449"/>
                  </a:cubicBezTo>
                  <a:cubicBezTo>
                    <a:pt x="251" y="1449"/>
                    <a:pt x="492" y="1070"/>
                    <a:pt x="818" y="1070"/>
                  </a:cubicBezTo>
                  <a:cubicBezTo>
                    <a:pt x="862" y="1070"/>
                    <a:pt x="907" y="1077"/>
                    <a:pt x="953" y="1092"/>
                  </a:cubicBezTo>
                  <a:cubicBezTo>
                    <a:pt x="1239" y="1211"/>
                    <a:pt x="1501" y="1378"/>
                    <a:pt x="1727" y="1580"/>
                  </a:cubicBezTo>
                  <a:lnTo>
                    <a:pt x="2073" y="1033"/>
                  </a:lnTo>
                  <a:cubicBezTo>
                    <a:pt x="2073" y="1033"/>
                    <a:pt x="2144" y="449"/>
                    <a:pt x="1513" y="152"/>
                  </a:cubicBezTo>
                  <a:cubicBezTo>
                    <a:pt x="1279" y="37"/>
                    <a:pt x="1084" y="1"/>
                    <a:pt x="931"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25"/>
            <p:cNvSpPr/>
            <p:nvPr/>
          </p:nvSpPr>
          <p:spPr>
            <a:xfrm>
              <a:off x="1915112" y="2571085"/>
              <a:ext cx="201290" cy="190760"/>
            </a:xfrm>
            <a:custGeom>
              <a:rect b="b" l="l" r="r" t="t"/>
              <a:pathLst>
                <a:path extrusionOk="0" h="1739" w="1835">
                  <a:moveTo>
                    <a:pt x="1513" y="0"/>
                  </a:moveTo>
                  <a:cubicBezTo>
                    <a:pt x="1144" y="96"/>
                    <a:pt x="799" y="251"/>
                    <a:pt x="489" y="465"/>
                  </a:cubicBezTo>
                  <a:cubicBezTo>
                    <a:pt x="239" y="632"/>
                    <a:pt x="72" y="870"/>
                    <a:pt x="1" y="1155"/>
                  </a:cubicBezTo>
                  <a:cubicBezTo>
                    <a:pt x="1" y="1155"/>
                    <a:pt x="537" y="1739"/>
                    <a:pt x="644" y="1739"/>
                  </a:cubicBezTo>
                  <a:cubicBezTo>
                    <a:pt x="763" y="1739"/>
                    <a:pt x="1644" y="762"/>
                    <a:pt x="1739" y="667"/>
                  </a:cubicBezTo>
                  <a:cubicBezTo>
                    <a:pt x="1834" y="584"/>
                    <a:pt x="1513" y="0"/>
                    <a:pt x="1513"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25"/>
            <p:cNvSpPr/>
            <p:nvPr/>
          </p:nvSpPr>
          <p:spPr>
            <a:xfrm>
              <a:off x="2429697" y="2828651"/>
              <a:ext cx="99384" cy="77225"/>
            </a:xfrm>
            <a:custGeom>
              <a:rect b="b" l="l" r="r" t="t"/>
              <a:pathLst>
                <a:path extrusionOk="0" h="704" w="906">
                  <a:moveTo>
                    <a:pt x="357" y="1"/>
                  </a:moveTo>
                  <a:cubicBezTo>
                    <a:pt x="269" y="1"/>
                    <a:pt x="183" y="29"/>
                    <a:pt x="120" y="117"/>
                  </a:cubicBezTo>
                  <a:cubicBezTo>
                    <a:pt x="1" y="272"/>
                    <a:pt x="287" y="677"/>
                    <a:pt x="287" y="677"/>
                  </a:cubicBezTo>
                  <a:cubicBezTo>
                    <a:pt x="287" y="677"/>
                    <a:pt x="472" y="703"/>
                    <a:pt x="624" y="703"/>
                  </a:cubicBezTo>
                  <a:cubicBezTo>
                    <a:pt x="699" y="703"/>
                    <a:pt x="767" y="697"/>
                    <a:pt x="799" y="677"/>
                  </a:cubicBezTo>
                  <a:cubicBezTo>
                    <a:pt x="882" y="605"/>
                    <a:pt x="906" y="272"/>
                    <a:pt x="906" y="272"/>
                  </a:cubicBezTo>
                  <a:cubicBezTo>
                    <a:pt x="822" y="177"/>
                    <a:pt x="703" y="105"/>
                    <a:pt x="584" y="46"/>
                  </a:cubicBezTo>
                  <a:cubicBezTo>
                    <a:pt x="517" y="23"/>
                    <a:pt x="436" y="1"/>
                    <a:pt x="35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25"/>
            <p:cNvSpPr/>
            <p:nvPr/>
          </p:nvSpPr>
          <p:spPr>
            <a:xfrm>
              <a:off x="2001333" y="2644252"/>
              <a:ext cx="599593" cy="288717"/>
            </a:xfrm>
            <a:custGeom>
              <a:rect b="b" l="l" r="r" t="t"/>
              <a:pathLst>
                <a:path extrusionOk="0" h="2632" w="5466">
                  <a:moveTo>
                    <a:pt x="953" y="0"/>
                  </a:moveTo>
                  <a:lnTo>
                    <a:pt x="1" y="929"/>
                  </a:lnTo>
                  <a:cubicBezTo>
                    <a:pt x="227" y="1084"/>
                    <a:pt x="489" y="1179"/>
                    <a:pt x="763" y="1215"/>
                  </a:cubicBezTo>
                  <a:cubicBezTo>
                    <a:pt x="1251" y="1274"/>
                    <a:pt x="3394" y="1727"/>
                    <a:pt x="3394" y="1727"/>
                  </a:cubicBezTo>
                  <a:cubicBezTo>
                    <a:pt x="3525" y="1870"/>
                    <a:pt x="3656" y="2000"/>
                    <a:pt x="3811" y="2120"/>
                  </a:cubicBezTo>
                  <a:cubicBezTo>
                    <a:pt x="3906" y="2167"/>
                    <a:pt x="4084" y="2632"/>
                    <a:pt x="4275" y="2632"/>
                  </a:cubicBezTo>
                  <a:cubicBezTo>
                    <a:pt x="4465" y="2632"/>
                    <a:pt x="4132" y="2143"/>
                    <a:pt x="4108" y="2024"/>
                  </a:cubicBezTo>
                  <a:cubicBezTo>
                    <a:pt x="4084" y="1905"/>
                    <a:pt x="4204" y="1858"/>
                    <a:pt x="4346" y="1858"/>
                  </a:cubicBezTo>
                  <a:cubicBezTo>
                    <a:pt x="4489" y="1858"/>
                    <a:pt x="5156" y="2143"/>
                    <a:pt x="5251" y="2167"/>
                  </a:cubicBezTo>
                  <a:cubicBezTo>
                    <a:pt x="5268" y="2171"/>
                    <a:pt x="5285" y="2173"/>
                    <a:pt x="5302" y="2173"/>
                  </a:cubicBezTo>
                  <a:cubicBezTo>
                    <a:pt x="5384" y="2173"/>
                    <a:pt x="5466" y="2127"/>
                    <a:pt x="5466" y="2048"/>
                  </a:cubicBezTo>
                  <a:cubicBezTo>
                    <a:pt x="5466" y="1953"/>
                    <a:pt x="4346" y="1393"/>
                    <a:pt x="4346" y="1393"/>
                  </a:cubicBezTo>
                  <a:lnTo>
                    <a:pt x="3442" y="1286"/>
                  </a:lnTo>
                  <a:lnTo>
                    <a:pt x="953"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25"/>
            <p:cNvSpPr/>
            <p:nvPr/>
          </p:nvSpPr>
          <p:spPr>
            <a:xfrm>
              <a:off x="517692" y="4386555"/>
              <a:ext cx="327878" cy="151598"/>
            </a:xfrm>
            <a:custGeom>
              <a:rect b="b" l="l" r="r" t="t"/>
              <a:pathLst>
                <a:path extrusionOk="0" h="1382" w="2989">
                  <a:moveTo>
                    <a:pt x="607" y="0"/>
                  </a:moveTo>
                  <a:cubicBezTo>
                    <a:pt x="607" y="0"/>
                    <a:pt x="60" y="453"/>
                    <a:pt x="36" y="786"/>
                  </a:cubicBezTo>
                  <a:cubicBezTo>
                    <a:pt x="0" y="1131"/>
                    <a:pt x="48" y="1250"/>
                    <a:pt x="119" y="1250"/>
                  </a:cubicBezTo>
                  <a:cubicBezTo>
                    <a:pt x="191" y="1250"/>
                    <a:pt x="2322" y="1357"/>
                    <a:pt x="2858" y="1381"/>
                  </a:cubicBezTo>
                  <a:lnTo>
                    <a:pt x="2870" y="1381"/>
                  </a:lnTo>
                  <a:cubicBezTo>
                    <a:pt x="2929" y="1381"/>
                    <a:pt x="2989" y="1322"/>
                    <a:pt x="2989" y="1262"/>
                  </a:cubicBezTo>
                  <a:cubicBezTo>
                    <a:pt x="2989" y="1215"/>
                    <a:pt x="2965" y="1179"/>
                    <a:pt x="2917" y="1155"/>
                  </a:cubicBezTo>
                  <a:lnTo>
                    <a:pt x="2346" y="857"/>
                  </a:lnTo>
                  <a:cubicBezTo>
                    <a:pt x="2155" y="762"/>
                    <a:pt x="1988" y="607"/>
                    <a:pt x="1857" y="429"/>
                  </a:cubicBezTo>
                  <a:lnTo>
                    <a:pt x="156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25"/>
            <p:cNvSpPr/>
            <p:nvPr/>
          </p:nvSpPr>
          <p:spPr>
            <a:xfrm>
              <a:off x="1506384" y="4386555"/>
              <a:ext cx="327878" cy="151598"/>
            </a:xfrm>
            <a:custGeom>
              <a:rect b="b" l="l" r="r" t="t"/>
              <a:pathLst>
                <a:path extrusionOk="0" h="1382" w="2989">
                  <a:moveTo>
                    <a:pt x="607" y="0"/>
                  </a:moveTo>
                  <a:cubicBezTo>
                    <a:pt x="607" y="0"/>
                    <a:pt x="60" y="453"/>
                    <a:pt x="36" y="786"/>
                  </a:cubicBezTo>
                  <a:cubicBezTo>
                    <a:pt x="0" y="1131"/>
                    <a:pt x="48" y="1250"/>
                    <a:pt x="119" y="1250"/>
                  </a:cubicBezTo>
                  <a:cubicBezTo>
                    <a:pt x="191" y="1250"/>
                    <a:pt x="2322" y="1357"/>
                    <a:pt x="2870" y="1381"/>
                  </a:cubicBezTo>
                  <a:cubicBezTo>
                    <a:pt x="2941" y="1381"/>
                    <a:pt x="2989" y="1322"/>
                    <a:pt x="2989" y="1262"/>
                  </a:cubicBezTo>
                  <a:cubicBezTo>
                    <a:pt x="2989" y="1215"/>
                    <a:pt x="2965" y="1179"/>
                    <a:pt x="2929" y="1155"/>
                  </a:cubicBezTo>
                  <a:lnTo>
                    <a:pt x="2346" y="857"/>
                  </a:lnTo>
                  <a:cubicBezTo>
                    <a:pt x="2155" y="762"/>
                    <a:pt x="1988" y="607"/>
                    <a:pt x="1858" y="429"/>
                  </a:cubicBezTo>
                  <a:lnTo>
                    <a:pt x="156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25"/>
            <p:cNvSpPr/>
            <p:nvPr/>
          </p:nvSpPr>
          <p:spPr>
            <a:xfrm>
              <a:off x="789300" y="2742430"/>
              <a:ext cx="415415" cy="1123606"/>
            </a:xfrm>
            <a:custGeom>
              <a:rect b="b" l="l" r="r" t="t"/>
              <a:pathLst>
                <a:path extrusionOk="0" h="10243" w="3787">
                  <a:moveTo>
                    <a:pt x="1031" y="1"/>
                  </a:moveTo>
                  <a:cubicBezTo>
                    <a:pt x="853" y="1"/>
                    <a:pt x="621" y="95"/>
                    <a:pt x="310" y="332"/>
                  </a:cubicBezTo>
                  <a:cubicBezTo>
                    <a:pt x="310" y="332"/>
                    <a:pt x="1" y="832"/>
                    <a:pt x="84" y="1236"/>
                  </a:cubicBezTo>
                  <a:cubicBezTo>
                    <a:pt x="167" y="1653"/>
                    <a:pt x="929" y="3439"/>
                    <a:pt x="1501" y="5070"/>
                  </a:cubicBezTo>
                  <a:cubicBezTo>
                    <a:pt x="2060" y="6713"/>
                    <a:pt x="1953" y="8499"/>
                    <a:pt x="1953" y="9035"/>
                  </a:cubicBezTo>
                  <a:cubicBezTo>
                    <a:pt x="1953" y="9559"/>
                    <a:pt x="1918" y="9940"/>
                    <a:pt x="2322" y="10142"/>
                  </a:cubicBezTo>
                  <a:cubicBezTo>
                    <a:pt x="2453" y="10210"/>
                    <a:pt x="2611" y="10243"/>
                    <a:pt x="2769" y="10243"/>
                  </a:cubicBezTo>
                  <a:cubicBezTo>
                    <a:pt x="3084" y="10243"/>
                    <a:pt x="3402" y="10111"/>
                    <a:pt x="3513" y="9857"/>
                  </a:cubicBezTo>
                  <a:cubicBezTo>
                    <a:pt x="3680" y="9464"/>
                    <a:pt x="3787" y="7035"/>
                    <a:pt x="3477" y="5570"/>
                  </a:cubicBezTo>
                  <a:cubicBezTo>
                    <a:pt x="3168" y="4106"/>
                    <a:pt x="2060" y="1534"/>
                    <a:pt x="1787" y="939"/>
                  </a:cubicBezTo>
                  <a:cubicBezTo>
                    <a:pt x="1586" y="529"/>
                    <a:pt x="1455" y="1"/>
                    <a:pt x="10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25"/>
            <p:cNvSpPr/>
            <p:nvPr/>
          </p:nvSpPr>
          <p:spPr>
            <a:xfrm>
              <a:off x="789300" y="2742430"/>
              <a:ext cx="415415" cy="1123606"/>
            </a:xfrm>
            <a:custGeom>
              <a:rect b="b" l="l" r="r" t="t"/>
              <a:pathLst>
                <a:path extrusionOk="0" h="10243" w="3787">
                  <a:moveTo>
                    <a:pt x="1031" y="1"/>
                  </a:moveTo>
                  <a:cubicBezTo>
                    <a:pt x="853" y="1"/>
                    <a:pt x="621" y="95"/>
                    <a:pt x="310" y="332"/>
                  </a:cubicBezTo>
                  <a:cubicBezTo>
                    <a:pt x="310" y="332"/>
                    <a:pt x="1" y="832"/>
                    <a:pt x="84" y="1236"/>
                  </a:cubicBezTo>
                  <a:cubicBezTo>
                    <a:pt x="167" y="1653"/>
                    <a:pt x="929" y="3439"/>
                    <a:pt x="1501" y="5070"/>
                  </a:cubicBezTo>
                  <a:cubicBezTo>
                    <a:pt x="2060" y="6713"/>
                    <a:pt x="1953" y="8499"/>
                    <a:pt x="1953" y="9035"/>
                  </a:cubicBezTo>
                  <a:cubicBezTo>
                    <a:pt x="1953" y="9559"/>
                    <a:pt x="1918" y="9940"/>
                    <a:pt x="2322" y="10142"/>
                  </a:cubicBezTo>
                  <a:cubicBezTo>
                    <a:pt x="2453" y="10210"/>
                    <a:pt x="2611" y="10243"/>
                    <a:pt x="2769" y="10243"/>
                  </a:cubicBezTo>
                  <a:cubicBezTo>
                    <a:pt x="3084" y="10243"/>
                    <a:pt x="3402" y="10111"/>
                    <a:pt x="3513" y="9857"/>
                  </a:cubicBezTo>
                  <a:cubicBezTo>
                    <a:pt x="3680" y="9464"/>
                    <a:pt x="3787" y="7035"/>
                    <a:pt x="3477" y="5570"/>
                  </a:cubicBezTo>
                  <a:cubicBezTo>
                    <a:pt x="3168" y="4106"/>
                    <a:pt x="2060" y="1534"/>
                    <a:pt x="1787" y="939"/>
                  </a:cubicBezTo>
                  <a:cubicBezTo>
                    <a:pt x="1586" y="529"/>
                    <a:pt x="1455" y="1"/>
                    <a:pt x="1031"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25"/>
            <p:cNvSpPr/>
            <p:nvPr/>
          </p:nvSpPr>
          <p:spPr>
            <a:xfrm>
              <a:off x="743557" y="2776436"/>
              <a:ext cx="416731" cy="1124154"/>
            </a:xfrm>
            <a:custGeom>
              <a:rect b="b" l="l" r="r" t="t"/>
              <a:pathLst>
                <a:path extrusionOk="0" h="10248" w="3799">
                  <a:moveTo>
                    <a:pt x="1031" y="1"/>
                  </a:moveTo>
                  <a:cubicBezTo>
                    <a:pt x="852" y="1"/>
                    <a:pt x="621" y="95"/>
                    <a:pt x="310" y="331"/>
                  </a:cubicBezTo>
                  <a:cubicBezTo>
                    <a:pt x="310" y="331"/>
                    <a:pt x="1" y="831"/>
                    <a:pt x="84" y="1236"/>
                  </a:cubicBezTo>
                  <a:cubicBezTo>
                    <a:pt x="168" y="1653"/>
                    <a:pt x="941" y="3439"/>
                    <a:pt x="1501" y="5082"/>
                  </a:cubicBezTo>
                  <a:cubicBezTo>
                    <a:pt x="2073" y="6713"/>
                    <a:pt x="1954" y="8499"/>
                    <a:pt x="1954" y="9035"/>
                  </a:cubicBezTo>
                  <a:cubicBezTo>
                    <a:pt x="1954" y="9558"/>
                    <a:pt x="1930" y="9939"/>
                    <a:pt x="2323" y="10142"/>
                  </a:cubicBezTo>
                  <a:cubicBezTo>
                    <a:pt x="2454" y="10213"/>
                    <a:pt x="2611" y="10248"/>
                    <a:pt x="2769" y="10248"/>
                  </a:cubicBezTo>
                  <a:cubicBezTo>
                    <a:pt x="3085" y="10248"/>
                    <a:pt x="3402" y="10110"/>
                    <a:pt x="3513" y="9856"/>
                  </a:cubicBezTo>
                  <a:cubicBezTo>
                    <a:pt x="3680" y="9475"/>
                    <a:pt x="3799" y="7046"/>
                    <a:pt x="3478" y="5582"/>
                  </a:cubicBezTo>
                  <a:cubicBezTo>
                    <a:pt x="3168" y="4105"/>
                    <a:pt x="2073" y="1534"/>
                    <a:pt x="1787" y="950"/>
                  </a:cubicBezTo>
                  <a:cubicBezTo>
                    <a:pt x="1586" y="531"/>
                    <a:pt x="1455" y="1"/>
                    <a:pt x="103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25"/>
            <p:cNvSpPr/>
            <p:nvPr/>
          </p:nvSpPr>
          <p:spPr>
            <a:xfrm>
              <a:off x="789300" y="2691202"/>
              <a:ext cx="415415" cy="1186022"/>
            </a:xfrm>
            <a:custGeom>
              <a:rect b="b" l="l" r="r" t="t"/>
              <a:pathLst>
                <a:path extrusionOk="0" fill="none" h="10812" w="3787">
                  <a:moveTo>
                    <a:pt x="310" y="799"/>
                  </a:moveTo>
                  <a:cubicBezTo>
                    <a:pt x="310" y="799"/>
                    <a:pt x="1" y="1299"/>
                    <a:pt x="84" y="1703"/>
                  </a:cubicBezTo>
                  <a:cubicBezTo>
                    <a:pt x="167" y="2120"/>
                    <a:pt x="929" y="3906"/>
                    <a:pt x="1501" y="5537"/>
                  </a:cubicBezTo>
                  <a:cubicBezTo>
                    <a:pt x="2060" y="7180"/>
                    <a:pt x="1953" y="8966"/>
                    <a:pt x="1953" y="9502"/>
                  </a:cubicBezTo>
                  <a:cubicBezTo>
                    <a:pt x="1953" y="10026"/>
                    <a:pt x="1918" y="10407"/>
                    <a:pt x="2322" y="10609"/>
                  </a:cubicBezTo>
                  <a:cubicBezTo>
                    <a:pt x="2715" y="10812"/>
                    <a:pt x="3346" y="10705"/>
                    <a:pt x="3513" y="10324"/>
                  </a:cubicBezTo>
                  <a:cubicBezTo>
                    <a:pt x="3680" y="9931"/>
                    <a:pt x="3787" y="7502"/>
                    <a:pt x="3477" y="6037"/>
                  </a:cubicBezTo>
                  <a:cubicBezTo>
                    <a:pt x="3168" y="4573"/>
                    <a:pt x="2060" y="2001"/>
                    <a:pt x="1787" y="1406"/>
                  </a:cubicBezTo>
                  <a:cubicBezTo>
                    <a:pt x="1501" y="822"/>
                    <a:pt x="1358" y="1"/>
                    <a:pt x="310" y="799"/>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25"/>
            <p:cNvSpPr/>
            <p:nvPr/>
          </p:nvSpPr>
          <p:spPr>
            <a:xfrm>
              <a:off x="756611" y="2316042"/>
              <a:ext cx="230030" cy="568878"/>
            </a:xfrm>
            <a:custGeom>
              <a:rect b="b" l="l" r="r" t="t"/>
              <a:pathLst>
                <a:path extrusionOk="0" h="5186" w="2097">
                  <a:moveTo>
                    <a:pt x="669" y="0"/>
                  </a:moveTo>
                  <a:cubicBezTo>
                    <a:pt x="524" y="0"/>
                    <a:pt x="361" y="29"/>
                    <a:pt x="180" y="99"/>
                  </a:cubicBezTo>
                  <a:lnTo>
                    <a:pt x="168" y="99"/>
                  </a:lnTo>
                  <a:cubicBezTo>
                    <a:pt x="132" y="635"/>
                    <a:pt x="215" y="1182"/>
                    <a:pt x="406" y="1694"/>
                  </a:cubicBezTo>
                  <a:cubicBezTo>
                    <a:pt x="584" y="2195"/>
                    <a:pt x="1561" y="3766"/>
                    <a:pt x="1561" y="3766"/>
                  </a:cubicBezTo>
                  <a:cubicBezTo>
                    <a:pt x="1561" y="3766"/>
                    <a:pt x="739" y="4064"/>
                    <a:pt x="513" y="4278"/>
                  </a:cubicBezTo>
                  <a:cubicBezTo>
                    <a:pt x="275" y="4492"/>
                    <a:pt x="1" y="5159"/>
                    <a:pt x="144" y="5183"/>
                  </a:cubicBezTo>
                  <a:cubicBezTo>
                    <a:pt x="146" y="5183"/>
                    <a:pt x="149" y="5184"/>
                    <a:pt x="152" y="5184"/>
                  </a:cubicBezTo>
                  <a:cubicBezTo>
                    <a:pt x="295" y="5184"/>
                    <a:pt x="789" y="4622"/>
                    <a:pt x="906" y="4576"/>
                  </a:cubicBezTo>
                  <a:cubicBezTo>
                    <a:pt x="1025" y="4540"/>
                    <a:pt x="1692" y="4492"/>
                    <a:pt x="1692" y="4492"/>
                  </a:cubicBezTo>
                  <a:lnTo>
                    <a:pt x="1692" y="4492"/>
                  </a:lnTo>
                  <a:cubicBezTo>
                    <a:pt x="1692" y="4492"/>
                    <a:pt x="1561" y="4683"/>
                    <a:pt x="1454" y="4850"/>
                  </a:cubicBezTo>
                  <a:cubicBezTo>
                    <a:pt x="1394" y="4933"/>
                    <a:pt x="1346" y="5028"/>
                    <a:pt x="1323" y="5112"/>
                  </a:cubicBezTo>
                  <a:cubicBezTo>
                    <a:pt x="1323" y="5160"/>
                    <a:pt x="1351" y="5185"/>
                    <a:pt x="1390" y="5185"/>
                  </a:cubicBezTo>
                  <a:cubicBezTo>
                    <a:pt x="1447" y="5185"/>
                    <a:pt x="1528" y="5134"/>
                    <a:pt x="1584" y="5028"/>
                  </a:cubicBezTo>
                  <a:cubicBezTo>
                    <a:pt x="1668" y="4838"/>
                    <a:pt x="1954" y="4862"/>
                    <a:pt x="2049" y="4445"/>
                  </a:cubicBezTo>
                  <a:cubicBezTo>
                    <a:pt x="2096" y="4147"/>
                    <a:pt x="2085" y="3849"/>
                    <a:pt x="2001" y="3564"/>
                  </a:cubicBezTo>
                  <a:lnTo>
                    <a:pt x="1596" y="563"/>
                  </a:lnTo>
                  <a:cubicBezTo>
                    <a:pt x="1596" y="563"/>
                    <a:pt x="1311" y="0"/>
                    <a:pt x="669"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25"/>
            <p:cNvSpPr/>
            <p:nvPr/>
          </p:nvSpPr>
          <p:spPr>
            <a:xfrm>
              <a:off x="770981" y="2795743"/>
              <a:ext cx="74593" cy="88853"/>
            </a:xfrm>
            <a:custGeom>
              <a:rect b="b" l="l" r="r" t="t"/>
              <a:pathLst>
                <a:path extrusionOk="0" fill="none" h="810" w="680">
                  <a:moveTo>
                    <a:pt x="1" y="810"/>
                  </a:moveTo>
                  <a:cubicBezTo>
                    <a:pt x="1" y="810"/>
                    <a:pt x="334" y="119"/>
                    <a:pt x="68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25"/>
            <p:cNvSpPr/>
            <p:nvPr/>
          </p:nvSpPr>
          <p:spPr>
            <a:xfrm>
              <a:off x="781512" y="2780056"/>
              <a:ext cx="57590" cy="61539"/>
            </a:xfrm>
            <a:custGeom>
              <a:rect b="b" l="l" r="r" t="t"/>
              <a:pathLst>
                <a:path extrusionOk="0" fill="none" h="561" w="525">
                  <a:moveTo>
                    <a:pt x="0" y="560"/>
                  </a:moveTo>
                  <a:cubicBezTo>
                    <a:pt x="143" y="346"/>
                    <a:pt x="322" y="155"/>
                    <a:pt x="524"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25"/>
            <p:cNvSpPr/>
            <p:nvPr/>
          </p:nvSpPr>
          <p:spPr>
            <a:xfrm>
              <a:off x="1439689" y="3817123"/>
              <a:ext cx="41903" cy="402361"/>
            </a:xfrm>
            <a:custGeom>
              <a:rect b="b" l="l" r="r" t="t"/>
              <a:pathLst>
                <a:path extrusionOk="0" h="3668" w="382">
                  <a:moveTo>
                    <a:pt x="1" y="0"/>
                  </a:moveTo>
                  <a:lnTo>
                    <a:pt x="1" y="3667"/>
                  </a:lnTo>
                  <a:lnTo>
                    <a:pt x="382" y="3667"/>
                  </a:lnTo>
                  <a:lnTo>
                    <a:pt x="38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25"/>
            <p:cNvSpPr/>
            <p:nvPr/>
          </p:nvSpPr>
          <p:spPr>
            <a:xfrm>
              <a:off x="985218" y="4168370"/>
              <a:ext cx="941732" cy="310985"/>
            </a:xfrm>
            <a:custGeom>
              <a:rect b="b" l="l" r="r" t="t"/>
              <a:pathLst>
                <a:path extrusionOk="0" h="2835" w="8585">
                  <a:moveTo>
                    <a:pt x="3858" y="1"/>
                  </a:moveTo>
                  <a:lnTo>
                    <a:pt x="3858" y="620"/>
                  </a:lnTo>
                  <a:lnTo>
                    <a:pt x="1" y="2096"/>
                  </a:lnTo>
                  <a:lnTo>
                    <a:pt x="1" y="2834"/>
                  </a:lnTo>
                  <a:lnTo>
                    <a:pt x="262" y="2834"/>
                  </a:lnTo>
                  <a:lnTo>
                    <a:pt x="262" y="2275"/>
                  </a:lnTo>
                  <a:lnTo>
                    <a:pt x="4346" y="1418"/>
                  </a:lnTo>
                  <a:lnTo>
                    <a:pt x="8335" y="2275"/>
                  </a:lnTo>
                  <a:lnTo>
                    <a:pt x="8335" y="2834"/>
                  </a:lnTo>
                  <a:lnTo>
                    <a:pt x="8585" y="2834"/>
                  </a:lnTo>
                  <a:lnTo>
                    <a:pt x="8585" y="2096"/>
                  </a:lnTo>
                  <a:lnTo>
                    <a:pt x="4823" y="608"/>
                  </a:lnTo>
                  <a:lnTo>
                    <a:pt x="482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25"/>
            <p:cNvSpPr/>
            <p:nvPr/>
          </p:nvSpPr>
          <p:spPr>
            <a:xfrm>
              <a:off x="1356100" y="3817123"/>
              <a:ext cx="209079" cy="129330"/>
            </a:xfrm>
            <a:custGeom>
              <a:rect b="b" l="l" r="r" t="t"/>
              <a:pathLst>
                <a:path extrusionOk="0" h="1179" w="1906">
                  <a:moveTo>
                    <a:pt x="1" y="0"/>
                  </a:moveTo>
                  <a:lnTo>
                    <a:pt x="1" y="1179"/>
                  </a:lnTo>
                  <a:lnTo>
                    <a:pt x="1906" y="1179"/>
                  </a:lnTo>
                  <a:lnTo>
                    <a:pt x="1906"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25"/>
            <p:cNvSpPr/>
            <p:nvPr/>
          </p:nvSpPr>
          <p:spPr>
            <a:xfrm>
              <a:off x="895157" y="4437454"/>
              <a:ext cx="88853" cy="90169"/>
            </a:xfrm>
            <a:custGeom>
              <a:rect b="b" l="l" r="r" t="t"/>
              <a:pathLst>
                <a:path extrusionOk="0" h="822" w="810">
                  <a:moveTo>
                    <a:pt x="405" y="0"/>
                  </a:moveTo>
                  <a:cubicBezTo>
                    <a:pt x="179" y="0"/>
                    <a:pt x="0" y="179"/>
                    <a:pt x="0" y="405"/>
                  </a:cubicBezTo>
                  <a:cubicBezTo>
                    <a:pt x="0" y="632"/>
                    <a:pt x="179" y="822"/>
                    <a:pt x="405" y="822"/>
                  </a:cubicBezTo>
                  <a:cubicBezTo>
                    <a:pt x="631" y="822"/>
                    <a:pt x="810" y="632"/>
                    <a:pt x="810" y="405"/>
                  </a:cubicBezTo>
                  <a:cubicBezTo>
                    <a:pt x="810" y="179"/>
                    <a:pt x="631" y="0"/>
                    <a:pt x="405"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25"/>
            <p:cNvSpPr/>
            <p:nvPr/>
          </p:nvSpPr>
          <p:spPr>
            <a:xfrm>
              <a:off x="919948" y="4463562"/>
              <a:ext cx="39271" cy="37954"/>
            </a:xfrm>
            <a:custGeom>
              <a:rect b="b" l="l" r="r" t="t"/>
              <a:pathLst>
                <a:path extrusionOk="0" h="346" w="358">
                  <a:moveTo>
                    <a:pt x="179" y="1"/>
                  </a:moveTo>
                  <a:cubicBezTo>
                    <a:pt x="84" y="1"/>
                    <a:pt x="0" y="72"/>
                    <a:pt x="0" y="167"/>
                  </a:cubicBezTo>
                  <a:cubicBezTo>
                    <a:pt x="0" y="263"/>
                    <a:pt x="84" y="346"/>
                    <a:pt x="179" y="346"/>
                  </a:cubicBezTo>
                  <a:cubicBezTo>
                    <a:pt x="274" y="346"/>
                    <a:pt x="357" y="263"/>
                    <a:pt x="357" y="167"/>
                  </a:cubicBezTo>
                  <a:cubicBezTo>
                    <a:pt x="357" y="72"/>
                    <a:pt x="274" y="1"/>
                    <a:pt x="17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25"/>
            <p:cNvSpPr/>
            <p:nvPr/>
          </p:nvSpPr>
          <p:spPr>
            <a:xfrm>
              <a:off x="1930798" y="4437454"/>
              <a:ext cx="90279" cy="90169"/>
            </a:xfrm>
            <a:custGeom>
              <a:rect b="b" l="l" r="r" t="t"/>
              <a:pathLst>
                <a:path extrusionOk="0" h="822" w="823">
                  <a:moveTo>
                    <a:pt x="405" y="0"/>
                  </a:moveTo>
                  <a:cubicBezTo>
                    <a:pt x="179" y="0"/>
                    <a:pt x="1" y="179"/>
                    <a:pt x="1" y="405"/>
                  </a:cubicBezTo>
                  <a:cubicBezTo>
                    <a:pt x="1" y="632"/>
                    <a:pt x="179" y="822"/>
                    <a:pt x="405" y="822"/>
                  </a:cubicBezTo>
                  <a:cubicBezTo>
                    <a:pt x="632" y="822"/>
                    <a:pt x="822" y="632"/>
                    <a:pt x="822" y="405"/>
                  </a:cubicBezTo>
                  <a:cubicBezTo>
                    <a:pt x="822" y="179"/>
                    <a:pt x="632" y="0"/>
                    <a:pt x="405"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25"/>
            <p:cNvSpPr/>
            <p:nvPr/>
          </p:nvSpPr>
          <p:spPr>
            <a:xfrm>
              <a:off x="1956906" y="4463562"/>
              <a:ext cx="38064" cy="37954"/>
            </a:xfrm>
            <a:custGeom>
              <a:rect b="b" l="l" r="r" t="t"/>
              <a:pathLst>
                <a:path extrusionOk="0" h="346" w="347">
                  <a:moveTo>
                    <a:pt x="167" y="1"/>
                  </a:moveTo>
                  <a:cubicBezTo>
                    <a:pt x="72" y="1"/>
                    <a:pt x="1" y="72"/>
                    <a:pt x="1" y="167"/>
                  </a:cubicBezTo>
                  <a:cubicBezTo>
                    <a:pt x="1" y="263"/>
                    <a:pt x="72" y="346"/>
                    <a:pt x="167" y="346"/>
                  </a:cubicBezTo>
                  <a:cubicBezTo>
                    <a:pt x="275" y="346"/>
                    <a:pt x="346" y="263"/>
                    <a:pt x="346" y="167"/>
                  </a:cubicBezTo>
                  <a:cubicBezTo>
                    <a:pt x="346" y="72"/>
                    <a:pt x="275" y="1"/>
                    <a:pt x="16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25"/>
            <p:cNvSpPr/>
            <p:nvPr/>
          </p:nvSpPr>
          <p:spPr>
            <a:xfrm>
              <a:off x="1426635" y="4248119"/>
              <a:ext cx="71960" cy="240342"/>
            </a:xfrm>
            <a:custGeom>
              <a:rect b="b" l="l" r="r" t="t"/>
              <a:pathLst>
                <a:path extrusionOk="0" h="2191" w="656">
                  <a:moveTo>
                    <a:pt x="1" y="0"/>
                  </a:moveTo>
                  <a:lnTo>
                    <a:pt x="168" y="2191"/>
                  </a:lnTo>
                  <a:lnTo>
                    <a:pt x="489" y="2191"/>
                  </a:lnTo>
                  <a:lnTo>
                    <a:pt x="656"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25"/>
            <p:cNvSpPr/>
            <p:nvPr/>
          </p:nvSpPr>
          <p:spPr>
            <a:xfrm>
              <a:off x="1443638" y="4437454"/>
              <a:ext cx="35431" cy="99384"/>
            </a:xfrm>
            <a:custGeom>
              <a:rect b="b" l="l" r="r" t="t"/>
              <a:pathLst>
                <a:path extrusionOk="0" h="906" w="323">
                  <a:moveTo>
                    <a:pt x="1" y="0"/>
                  </a:moveTo>
                  <a:lnTo>
                    <a:pt x="1" y="905"/>
                  </a:lnTo>
                  <a:lnTo>
                    <a:pt x="322" y="905"/>
                  </a:lnTo>
                  <a:lnTo>
                    <a:pt x="322"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25"/>
            <p:cNvSpPr/>
            <p:nvPr/>
          </p:nvSpPr>
          <p:spPr>
            <a:xfrm>
              <a:off x="1518999" y="3081501"/>
              <a:ext cx="620874" cy="148417"/>
            </a:xfrm>
            <a:custGeom>
              <a:rect b="b" l="l" r="r" t="t"/>
              <a:pathLst>
                <a:path extrusionOk="0" h="1353" w="5660">
                  <a:moveTo>
                    <a:pt x="3532" y="0"/>
                  </a:moveTo>
                  <a:cubicBezTo>
                    <a:pt x="3518" y="0"/>
                    <a:pt x="3505" y="1"/>
                    <a:pt x="3493" y="3"/>
                  </a:cubicBezTo>
                  <a:cubicBezTo>
                    <a:pt x="3255" y="50"/>
                    <a:pt x="683" y="455"/>
                    <a:pt x="683" y="455"/>
                  </a:cubicBezTo>
                  <a:cubicBezTo>
                    <a:pt x="683" y="455"/>
                    <a:pt x="40" y="634"/>
                    <a:pt x="16" y="1015"/>
                  </a:cubicBezTo>
                  <a:cubicBezTo>
                    <a:pt x="1" y="1268"/>
                    <a:pt x="232" y="1353"/>
                    <a:pt x="494" y="1353"/>
                  </a:cubicBezTo>
                  <a:cubicBezTo>
                    <a:pt x="639" y="1353"/>
                    <a:pt x="794" y="1327"/>
                    <a:pt x="921" y="1289"/>
                  </a:cubicBezTo>
                  <a:cubicBezTo>
                    <a:pt x="1290" y="1170"/>
                    <a:pt x="3517" y="336"/>
                    <a:pt x="3517" y="336"/>
                  </a:cubicBezTo>
                  <a:cubicBezTo>
                    <a:pt x="3517" y="336"/>
                    <a:pt x="3671" y="622"/>
                    <a:pt x="3778" y="777"/>
                  </a:cubicBezTo>
                  <a:cubicBezTo>
                    <a:pt x="3933" y="991"/>
                    <a:pt x="4136" y="1158"/>
                    <a:pt x="4386" y="1265"/>
                  </a:cubicBezTo>
                  <a:cubicBezTo>
                    <a:pt x="4501" y="1313"/>
                    <a:pt x="4576" y="1332"/>
                    <a:pt x="4617" y="1332"/>
                  </a:cubicBezTo>
                  <a:cubicBezTo>
                    <a:pt x="4679" y="1332"/>
                    <a:pt x="4669" y="1291"/>
                    <a:pt x="4612" y="1241"/>
                  </a:cubicBezTo>
                  <a:cubicBezTo>
                    <a:pt x="4493" y="1122"/>
                    <a:pt x="4386" y="991"/>
                    <a:pt x="4279" y="860"/>
                  </a:cubicBezTo>
                  <a:lnTo>
                    <a:pt x="4279" y="860"/>
                  </a:lnTo>
                  <a:cubicBezTo>
                    <a:pt x="4279" y="860"/>
                    <a:pt x="4481" y="943"/>
                    <a:pt x="4743" y="1039"/>
                  </a:cubicBezTo>
                  <a:cubicBezTo>
                    <a:pt x="4989" y="1135"/>
                    <a:pt x="5342" y="1270"/>
                    <a:pt x="5497" y="1270"/>
                  </a:cubicBezTo>
                  <a:cubicBezTo>
                    <a:pt x="5514" y="1270"/>
                    <a:pt x="5529" y="1268"/>
                    <a:pt x="5541" y="1265"/>
                  </a:cubicBezTo>
                  <a:cubicBezTo>
                    <a:pt x="5660" y="1217"/>
                    <a:pt x="4648" y="610"/>
                    <a:pt x="4421" y="455"/>
                  </a:cubicBezTo>
                  <a:cubicBezTo>
                    <a:pt x="4218" y="297"/>
                    <a:pt x="3780" y="0"/>
                    <a:pt x="3532"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25"/>
            <p:cNvSpPr/>
            <p:nvPr/>
          </p:nvSpPr>
          <p:spPr>
            <a:xfrm>
              <a:off x="1724460" y="3081501"/>
              <a:ext cx="415415" cy="146114"/>
            </a:xfrm>
            <a:custGeom>
              <a:rect b="b" l="l" r="r" t="t"/>
              <a:pathLst>
                <a:path extrusionOk="0" h="1332" w="3787">
                  <a:moveTo>
                    <a:pt x="1659" y="0"/>
                  </a:moveTo>
                  <a:cubicBezTo>
                    <a:pt x="1645" y="0"/>
                    <a:pt x="1632" y="1"/>
                    <a:pt x="1620" y="3"/>
                  </a:cubicBezTo>
                  <a:cubicBezTo>
                    <a:pt x="1489" y="27"/>
                    <a:pt x="715" y="158"/>
                    <a:pt x="0" y="265"/>
                  </a:cubicBezTo>
                  <a:lnTo>
                    <a:pt x="96" y="908"/>
                  </a:lnTo>
                  <a:cubicBezTo>
                    <a:pt x="822" y="634"/>
                    <a:pt x="1644" y="324"/>
                    <a:pt x="1644" y="324"/>
                  </a:cubicBezTo>
                  <a:cubicBezTo>
                    <a:pt x="1644" y="324"/>
                    <a:pt x="1798" y="610"/>
                    <a:pt x="1905" y="777"/>
                  </a:cubicBezTo>
                  <a:cubicBezTo>
                    <a:pt x="2060" y="991"/>
                    <a:pt x="2263" y="1158"/>
                    <a:pt x="2513" y="1265"/>
                  </a:cubicBezTo>
                  <a:cubicBezTo>
                    <a:pt x="2628" y="1313"/>
                    <a:pt x="2703" y="1332"/>
                    <a:pt x="2744" y="1332"/>
                  </a:cubicBezTo>
                  <a:cubicBezTo>
                    <a:pt x="2806" y="1332"/>
                    <a:pt x="2796" y="1291"/>
                    <a:pt x="2739" y="1241"/>
                  </a:cubicBezTo>
                  <a:cubicBezTo>
                    <a:pt x="2620" y="1122"/>
                    <a:pt x="2513" y="991"/>
                    <a:pt x="2406" y="860"/>
                  </a:cubicBezTo>
                  <a:lnTo>
                    <a:pt x="2406" y="860"/>
                  </a:lnTo>
                  <a:cubicBezTo>
                    <a:pt x="2406" y="860"/>
                    <a:pt x="2608" y="943"/>
                    <a:pt x="2870" y="1039"/>
                  </a:cubicBezTo>
                  <a:cubicBezTo>
                    <a:pt x="3118" y="1125"/>
                    <a:pt x="3464" y="1270"/>
                    <a:pt x="3624" y="1270"/>
                  </a:cubicBezTo>
                  <a:cubicBezTo>
                    <a:pt x="3641" y="1270"/>
                    <a:pt x="3655" y="1268"/>
                    <a:pt x="3668" y="1265"/>
                  </a:cubicBezTo>
                  <a:cubicBezTo>
                    <a:pt x="3787" y="1217"/>
                    <a:pt x="2775" y="610"/>
                    <a:pt x="2548" y="455"/>
                  </a:cubicBezTo>
                  <a:cubicBezTo>
                    <a:pt x="2345" y="297"/>
                    <a:pt x="1907" y="0"/>
                    <a:pt x="1659"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25"/>
            <p:cNvSpPr/>
            <p:nvPr/>
          </p:nvSpPr>
          <p:spPr>
            <a:xfrm>
              <a:off x="2019652" y="3156204"/>
              <a:ext cx="107172" cy="64062"/>
            </a:xfrm>
            <a:custGeom>
              <a:rect b="b" l="l" r="r" t="t"/>
              <a:pathLst>
                <a:path extrusionOk="0" fill="none" h="584" w="977">
                  <a:moveTo>
                    <a:pt x="0" y="0"/>
                  </a:moveTo>
                  <a:lnTo>
                    <a:pt x="977" y="58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25"/>
            <p:cNvSpPr/>
            <p:nvPr/>
          </p:nvSpPr>
          <p:spPr>
            <a:xfrm>
              <a:off x="1314306" y="2252857"/>
              <a:ext cx="561748" cy="586210"/>
            </a:xfrm>
            <a:custGeom>
              <a:rect b="b" l="l" r="r" t="t"/>
              <a:pathLst>
                <a:path extrusionOk="0" h="5344" w="5121">
                  <a:moveTo>
                    <a:pt x="2764" y="0"/>
                  </a:moveTo>
                  <a:cubicBezTo>
                    <a:pt x="2642" y="0"/>
                    <a:pt x="2530" y="10"/>
                    <a:pt x="2430" y="32"/>
                  </a:cubicBezTo>
                  <a:cubicBezTo>
                    <a:pt x="1620" y="211"/>
                    <a:pt x="1358" y="1044"/>
                    <a:pt x="1132" y="1651"/>
                  </a:cubicBezTo>
                  <a:cubicBezTo>
                    <a:pt x="918" y="2259"/>
                    <a:pt x="1" y="4866"/>
                    <a:pt x="1" y="4866"/>
                  </a:cubicBezTo>
                  <a:cubicBezTo>
                    <a:pt x="1" y="4866"/>
                    <a:pt x="425" y="5343"/>
                    <a:pt x="1031" y="5343"/>
                  </a:cubicBezTo>
                  <a:cubicBezTo>
                    <a:pt x="1185" y="5343"/>
                    <a:pt x="1351" y="5312"/>
                    <a:pt x="1525" y="5235"/>
                  </a:cubicBezTo>
                  <a:cubicBezTo>
                    <a:pt x="2370" y="4842"/>
                    <a:pt x="3144" y="2771"/>
                    <a:pt x="3525" y="2342"/>
                  </a:cubicBezTo>
                  <a:cubicBezTo>
                    <a:pt x="3906" y="1913"/>
                    <a:pt x="4561" y="1639"/>
                    <a:pt x="4561" y="1639"/>
                  </a:cubicBezTo>
                  <a:lnTo>
                    <a:pt x="4549" y="1639"/>
                  </a:lnTo>
                  <a:cubicBezTo>
                    <a:pt x="4549" y="1639"/>
                    <a:pt x="5121" y="1270"/>
                    <a:pt x="5025" y="866"/>
                  </a:cubicBezTo>
                  <a:cubicBezTo>
                    <a:pt x="4931" y="511"/>
                    <a:pt x="3629" y="0"/>
                    <a:pt x="2764"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25"/>
            <p:cNvSpPr/>
            <p:nvPr/>
          </p:nvSpPr>
          <p:spPr>
            <a:xfrm>
              <a:off x="1750568" y="2288947"/>
              <a:ext cx="62855" cy="92912"/>
            </a:xfrm>
            <a:custGeom>
              <a:rect b="b" l="l" r="r" t="t"/>
              <a:pathLst>
                <a:path extrusionOk="0" fill="none" h="847" w="573">
                  <a:moveTo>
                    <a:pt x="1" y="1"/>
                  </a:moveTo>
                  <a:cubicBezTo>
                    <a:pt x="1" y="1"/>
                    <a:pt x="358" y="251"/>
                    <a:pt x="465" y="477"/>
                  </a:cubicBezTo>
                  <a:cubicBezTo>
                    <a:pt x="572" y="715"/>
                    <a:pt x="441" y="846"/>
                    <a:pt x="441" y="846"/>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25"/>
            <p:cNvSpPr/>
            <p:nvPr/>
          </p:nvSpPr>
          <p:spPr>
            <a:xfrm>
              <a:off x="1424112" y="2313738"/>
              <a:ext cx="356618" cy="230030"/>
            </a:xfrm>
            <a:custGeom>
              <a:rect b="b" l="l" r="r" t="t"/>
              <a:pathLst>
                <a:path extrusionOk="0" fill="none" h="2097" w="3251">
                  <a:moveTo>
                    <a:pt x="3250" y="1"/>
                  </a:moveTo>
                  <a:cubicBezTo>
                    <a:pt x="2810" y="453"/>
                    <a:pt x="2298" y="822"/>
                    <a:pt x="1738" y="1084"/>
                  </a:cubicBezTo>
                  <a:cubicBezTo>
                    <a:pt x="869" y="1465"/>
                    <a:pt x="274" y="1787"/>
                    <a:pt x="0" y="2096"/>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25"/>
            <p:cNvSpPr/>
            <p:nvPr/>
          </p:nvSpPr>
          <p:spPr>
            <a:xfrm>
              <a:off x="1379685" y="2602458"/>
              <a:ext cx="13163" cy="35322"/>
            </a:xfrm>
            <a:custGeom>
              <a:rect b="b" l="l" r="r" t="t"/>
              <a:pathLst>
                <a:path extrusionOk="0" fill="none" h="322" w="120">
                  <a:moveTo>
                    <a:pt x="119" y="0"/>
                  </a:moveTo>
                  <a:cubicBezTo>
                    <a:pt x="84" y="107"/>
                    <a:pt x="36" y="215"/>
                    <a:pt x="0" y="32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25"/>
            <p:cNvSpPr/>
            <p:nvPr/>
          </p:nvSpPr>
          <p:spPr>
            <a:xfrm>
              <a:off x="1407109" y="2324269"/>
              <a:ext cx="257344" cy="252189"/>
            </a:xfrm>
            <a:custGeom>
              <a:rect b="b" l="l" r="r" t="t"/>
              <a:pathLst>
                <a:path extrusionOk="0" fill="none" h="2299" w="2346">
                  <a:moveTo>
                    <a:pt x="2346" y="0"/>
                  </a:moveTo>
                  <a:cubicBezTo>
                    <a:pt x="2155" y="179"/>
                    <a:pt x="1953" y="345"/>
                    <a:pt x="1750" y="500"/>
                  </a:cubicBezTo>
                  <a:cubicBezTo>
                    <a:pt x="1155" y="929"/>
                    <a:pt x="429" y="1512"/>
                    <a:pt x="0" y="229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25"/>
            <p:cNvSpPr/>
            <p:nvPr/>
          </p:nvSpPr>
          <p:spPr>
            <a:xfrm>
              <a:off x="1687931" y="2281158"/>
              <a:ext cx="13163" cy="17112"/>
            </a:xfrm>
            <a:custGeom>
              <a:rect b="b" l="l" r="r" t="t"/>
              <a:pathLst>
                <a:path extrusionOk="0" fill="none" h="156" w="120">
                  <a:moveTo>
                    <a:pt x="119" y="0"/>
                  </a:moveTo>
                  <a:cubicBezTo>
                    <a:pt x="83" y="60"/>
                    <a:pt x="48" y="107"/>
                    <a:pt x="0" y="155"/>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25"/>
            <p:cNvSpPr/>
            <p:nvPr/>
          </p:nvSpPr>
          <p:spPr>
            <a:xfrm>
              <a:off x="1211192" y="2663120"/>
              <a:ext cx="461158" cy="570195"/>
            </a:xfrm>
            <a:custGeom>
              <a:rect b="b" l="l" r="r" t="t"/>
              <a:pathLst>
                <a:path extrusionOk="0" h="5198" w="4204">
                  <a:moveTo>
                    <a:pt x="2559" y="0"/>
                  </a:moveTo>
                  <a:cubicBezTo>
                    <a:pt x="2504" y="0"/>
                    <a:pt x="2446" y="6"/>
                    <a:pt x="2382" y="19"/>
                  </a:cubicBezTo>
                  <a:cubicBezTo>
                    <a:pt x="2382" y="19"/>
                    <a:pt x="929" y="650"/>
                    <a:pt x="500" y="864"/>
                  </a:cubicBezTo>
                  <a:cubicBezTo>
                    <a:pt x="72" y="1090"/>
                    <a:pt x="0" y="1531"/>
                    <a:pt x="0" y="1924"/>
                  </a:cubicBezTo>
                  <a:cubicBezTo>
                    <a:pt x="0" y="2305"/>
                    <a:pt x="536" y="5198"/>
                    <a:pt x="536" y="5198"/>
                  </a:cubicBezTo>
                  <a:lnTo>
                    <a:pt x="2929" y="5198"/>
                  </a:lnTo>
                  <a:cubicBezTo>
                    <a:pt x="2929" y="5198"/>
                    <a:pt x="3346" y="4353"/>
                    <a:pt x="3656" y="4067"/>
                  </a:cubicBezTo>
                  <a:cubicBezTo>
                    <a:pt x="3965" y="3781"/>
                    <a:pt x="4203" y="3222"/>
                    <a:pt x="4084" y="2829"/>
                  </a:cubicBezTo>
                  <a:cubicBezTo>
                    <a:pt x="3953" y="2448"/>
                    <a:pt x="3834" y="2245"/>
                    <a:pt x="3834" y="1864"/>
                  </a:cubicBezTo>
                  <a:cubicBezTo>
                    <a:pt x="3834" y="1471"/>
                    <a:pt x="3751" y="995"/>
                    <a:pt x="3453" y="685"/>
                  </a:cubicBezTo>
                  <a:cubicBezTo>
                    <a:pt x="3176" y="419"/>
                    <a:pt x="3023" y="0"/>
                    <a:pt x="2559"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25"/>
            <p:cNvSpPr/>
            <p:nvPr/>
          </p:nvSpPr>
          <p:spPr>
            <a:xfrm>
              <a:off x="1963488" y="3521931"/>
              <a:ext cx="505584" cy="1025319"/>
            </a:xfrm>
            <a:custGeom>
              <a:rect b="b" l="l" r="r" t="t"/>
              <a:pathLst>
                <a:path extrusionOk="0" h="9347" w="4609">
                  <a:moveTo>
                    <a:pt x="36" y="0"/>
                  </a:moveTo>
                  <a:lnTo>
                    <a:pt x="0" y="1072"/>
                  </a:lnTo>
                  <a:cubicBezTo>
                    <a:pt x="0" y="1072"/>
                    <a:pt x="4" y="1071"/>
                    <a:pt x="10" y="1071"/>
                  </a:cubicBezTo>
                  <a:cubicBezTo>
                    <a:pt x="54" y="1071"/>
                    <a:pt x="234" y="1098"/>
                    <a:pt x="441" y="1512"/>
                  </a:cubicBezTo>
                  <a:cubicBezTo>
                    <a:pt x="584" y="1798"/>
                    <a:pt x="393" y="2417"/>
                    <a:pt x="548" y="3191"/>
                  </a:cubicBezTo>
                  <a:cubicBezTo>
                    <a:pt x="596" y="3453"/>
                    <a:pt x="810" y="3786"/>
                    <a:pt x="917" y="4036"/>
                  </a:cubicBezTo>
                  <a:cubicBezTo>
                    <a:pt x="1120" y="4548"/>
                    <a:pt x="1501" y="5358"/>
                    <a:pt x="1739" y="5858"/>
                  </a:cubicBezTo>
                  <a:cubicBezTo>
                    <a:pt x="2060" y="6572"/>
                    <a:pt x="2310" y="7489"/>
                    <a:pt x="2263" y="7561"/>
                  </a:cubicBezTo>
                  <a:cubicBezTo>
                    <a:pt x="2191" y="7715"/>
                    <a:pt x="2132" y="7882"/>
                    <a:pt x="2108" y="8061"/>
                  </a:cubicBezTo>
                  <a:cubicBezTo>
                    <a:pt x="2108" y="8192"/>
                    <a:pt x="2203" y="9251"/>
                    <a:pt x="2203" y="9251"/>
                  </a:cubicBezTo>
                  <a:lnTo>
                    <a:pt x="2358" y="9251"/>
                  </a:lnTo>
                  <a:lnTo>
                    <a:pt x="2465" y="8620"/>
                  </a:lnTo>
                  <a:cubicBezTo>
                    <a:pt x="2465" y="8620"/>
                    <a:pt x="2810" y="8644"/>
                    <a:pt x="2917" y="8751"/>
                  </a:cubicBezTo>
                  <a:cubicBezTo>
                    <a:pt x="3036" y="8858"/>
                    <a:pt x="3167" y="9085"/>
                    <a:pt x="3358" y="9192"/>
                  </a:cubicBezTo>
                  <a:cubicBezTo>
                    <a:pt x="3560" y="9299"/>
                    <a:pt x="4453" y="9347"/>
                    <a:pt x="4453" y="9347"/>
                  </a:cubicBezTo>
                  <a:cubicBezTo>
                    <a:pt x="4453" y="9347"/>
                    <a:pt x="4608" y="9263"/>
                    <a:pt x="4406" y="9085"/>
                  </a:cubicBezTo>
                  <a:cubicBezTo>
                    <a:pt x="4215" y="8918"/>
                    <a:pt x="3906" y="8692"/>
                    <a:pt x="3739" y="8442"/>
                  </a:cubicBezTo>
                  <a:cubicBezTo>
                    <a:pt x="3560" y="8192"/>
                    <a:pt x="3060" y="7573"/>
                    <a:pt x="3060" y="7573"/>
                  </a:cubicBezTo>
                  <a:cubicBezTo>
                    <a:pt x="3060" y="7573"/>
                    <a:pt x="1917" y="1346"/>
                    <a:pt x="1834" y="1072"/>
                  </a:cubicBezTo>
                  <a:cubicBezTo>
                    <a:pt x="1751" y="810"/>
                    <a:pt x="1465" y="215"/>
                    <a:pt x="1203" y="155"/>
                  </a:cubicBezTo>
                  <a:cubicBezTo>
                    <a:pt x="941" y="84"/>
                    <a:pt x="36" y="0"/>
                    <a:pt x="36"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25"/>
            <p:cNvSpPr/>
            <p:nvPr/>
          </p:nvSpPr>
          <p:spPr>
            <a:xfrm>
              <a:off x="2194618" y="4374708"/>
              <a:ext cx="274457" cy="172550"/>
            </a:xfrm>
            <a:custGeom>
              <a:rect b="b" l="l" r="r" t="t"/>
              <a:pathLst>
                <a:path extrusionOk="0" h="1573" w="2502">
                  <a:moveTo>
                    <a:pt x="72" y="1"/>
                  </a:moveTo>
                  <a:cubicBezTo>
                    <a:pt x="36" y="96"/>
                    <a:pt x="13" y="191"/>
                    <a:pt x="1" y="287"/>
                  </a:cubicBezTo>
                  <a:cubicBezTo>
                    <a:pt x="1" y="418"/>
                    <a:pt x="96" y="1477"/>
                    <a:pt x="96" y="1477"/>
                  </a:cubicBezTo>
                  <a:lnTo>
                    <a:pt x="251" y="1477"/>
                  </a:lnTo>
                  <a:lnTo>
                    <a:pt x="358" y="846"/>
                  </a:lnTo>
                  <a:cubicBezTo>
                    <a:pt x="358" y="846"/>
                    <a:pt x="703" y="870"/>
                    <a:pt x="810" y="977"/>
                  </a:cubicBezTo>
                  <a:cubicBezTo>
                    <a:pt x="929" y="1084"/>
                    <a:pt x="1060" y="1311"/>
                    <a:pt x="1251" y="1418"/>
                  </a:cubicBezTo>
                  <a:cubicBezTo>
                    <a:pt x="1453" y="1525"/>
                    <a:pt x="2346" y="1573"/>
                    <a:pt x="2346" y="1573"/>
                  </a:cubicBezTo>
                  <a:cubicBezTo>
                    <a:pt x="2346" y="1573"/>
                    <a:pt x="2501" y="1489"/>
                    <a:pt x="2299" y="1311"/>
                  </a:cubicBezTo>
                  <a:cubicBezTo>
                    <a:pt x="2203" y="1227"/>
                    <a:pt x="2049" y="1108"/>
                    <a:pt x="1918" y="989"/>
                  </a:cubicBezTo>
                  <a:cubicBezTo>
                    <a:pt x="1847" y="1012"/>
                    <a:pt x="1776" y="1022"/>
                    <a:pt x="1705" y="1022"/>
                  </a:cubicBezTo>
                  <a:cubicBezTo>
                    <a:pt x="1254" y="1022"/>
                    <a:pt x="826" y="607"/>
                    <a:pt x="620" y="370"/>
                  </a:cubicBezTo>
                  <a:cubicBezTo>
                    <a:pt x="465" y="203"/>
                    <a:pt x="275" y="72"/>
                    <a:pt x="72"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25"/>
            <p:cNvSpPr/>
            <p:nvPr/>
          </p:nvSpPr>
          <p:spPr>
            <a:xfrm>
              <a:off x="1764938" y="3491874"/>
              <a:ext cx="435050" cy="1049233"/>
            </a:xfrm>
            <a:custGeom>
              <a:rect b="b" l="l" r="r" t="t"/>
              <a:pathLst>
                <a:path extrusionOk="0" h="9565" w="3966">
                  <a:moveTo>
                    <a:pt x="3013" y="0"/>
                  </a:moveTo>
                  <a:lnTo>
                    <a:pt x="2156" y="1131"/>
                  </a:lnTo>
                  <a:cubicBezTo>
                    <a:pt x="1989" y="1512"/>
                    <a:pt x="1882" y="1917"/>
                    <a:pt x="1810" y="2322"/>
                  </a:cubicBezTo>
                  <a:cubicBezTo>
                    <a:pt x="1703" y="2953"/>
                    <a:pt x="1048" y="6108"/>
                    <a:pt x="870" y="6727"/>
                  </a:cubicBezTo>
                  <a:cubicBezTo>
                    <a:pt x="691" y="7347"/>
                    <a:pt x="501" y="7585"/>
                    <a:pt x="298" y="7811"/>
                  </a:cubicBezTo>
                  <a:cubicBezTo>
                    <a:pt x="167" y="7989"/>
                    <a:pt x="60" y="8180"/>
                    <a:pt x="1" y="8394"/>
                  </a:cubicBezTo>
                  <a:lnTo>
                    <a:pt x="72" y="9513"/>
                  </a:lnTo>
                  <a:lnTo>
                    <a:pt x="286" y="9513"/>
                  </a:lnTo>
                  <a:lnTo>
                    <a:pt x="286" y="8775"/>
                  </a:lnTo>
                  <a:lnTo>
                    <a:pt x="393" y="8823"/>
                  </a:lnTo>
                  <a:cubicBezTo>
                    <a:pt x="489" y="8859"/>
                    <a:pt x="1048" y="9525"/>
                    <a:pt x="1144" y="9537"/>
                  </a:cubicBezTo>
                  <a:cubicBezTo>
                    <a:pt x="1358" y="9555"/>
                    <a:pt x="1569" y="9564"/>
                    <a:pt x="1781" y="9564"/>
                  </a:cubicBezTo>
                  <a:cubicBezTo>
                    <a:pt x="1992" y="9564"/>
                    <a:pt x="2203" y="9555"/>
                    <a:pt x="2418" y="9537"/>
                  </a:cubicBezTo>
                  <a:cubicBezTo>
                    <a:pt x="2477" y="9513"/>
                    <a:pt x="2072" y="9311"/>
                    <a:pt x="1917" y="9192"/>
                  </a:cubicBezTo>
                  <a:cubicBezTo>
                    <a:pt x="1763" y="9061"/>
                    <a:pt x="1263" y="8263"/>
                    <a:pt x="1203" y="8025"/>
                  </a:cubicBezTo>
                  <a:cubicBezTo>
                    <a:pt x="1144" y="7775"/>
                    <a:pt x="1346" y="6977"/>
                    <a:pt x="1882" y="5965"/>
                  </a:cubicBezTo>
                  <a:cubicBezTo>
                    <a:pt x="2418" y="4965"/>
                    <a:pt x="3846" y="679"/>
                    <a:pt x="3906" y="477"/>
                  </a:cubicBezTo>
                  <a:cubicBezTo>
                    <a:pt x="3965" y="274"/>
                    <a:pt x="3013" y="12"/>
                    <a:pt x="3013" y="12"/>
                  </a:cubicBezTo>
                  <a:lnTo>
                    <a:pt x="3013"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25"/>
            <p:cNvSpPr/>
            <p:nvPr/>
          </p:nvSpPr>
          <p:spPr>
            <a:xfrm>
              <a:off x="1763621" y="4362971"/>
              <a:ext cx="273141" cy="178145"/>
            </a:xfrm>
            <a:custGeom>
              <a:rect b="b" l="l" r="r" t="t"/>
              <a:pathLst>
                <a:path extrusionOk="0" h="1624" w="2490">
                  <a:moveTo>
                    <a:pt x="215" y="1"/>
                  </a:moveTo>
                  <a:cubicBezTo>
                    <a:pt x="120" y="144"/>
                    <a:pt x="48" y="298"/>
                    <a:pt x="1" y="453"/>
                  </a:cubicBezTo>
                  <a:lnTo>
                    <a:pt x="84" y="1584"/>
                  </a:lnTo>
                  <a:lnTo>
                    <a:pt x="298" y="1584"/>
                  </a:lnTo>
                  <a:lnTo>
                    <a:pt x="298" y="846"/>
                  </a:lnTo>
                  <a:lnTo>
                    <a:pt x="405" y="882"/>
                  </a:lnTo>
                  <a:cubicBezTo>
                    <a:pt x="513" y="918"/>
                    <a:pt x="1060" y="1584"/>
                    <a:pt x="1156" y="1596"/>
                  </a:cubicBezTo>
                  <a:cubicBezTo>
                    <a:pt x="1370" y="1614"/>
                    <a:pt x="1584" y="1623"/>
                    <a:pt x="1797" y="1623"/>
                  </a:cubicBezTo>
                  <a:cubicBezTo>
                    <a:pt x="2010" y="1623"/>
                    <a:pt x="2221" y="1614"/>
                    <a:pt x="2430" y="1596"/>
                  </a:cubicBezTo>
                  <a:cubicBezTo>
                    <a:pt x="2489" y="1584"/>
                    <a:pt x="2084" y="1370"/>
                    <a:pt x="1929" y="1251"/>
                  </a:cubicBezTo>
                  <a:cubicBezTo>
                    <a:pt x="1882" y="1203"/>
                    <a:pt x="1834" y="1144"/>
                    <a:pt x="1787" y="1084"/>
                  </a:cubicBezTo>
                  <a:cubicBezTo>
                    <a:pt x="1761" y="1086"/>
                    <a:pt x="1736" y="1087"/>
                    <a:pt x="1711" y="1087"/>
                  </a:cubicBezTo>
                  <a:cubicBezTo>
                    <a:pt x="1582" y="1087"/>
                    <a:pt x="1454" y="1061"/>
                    <a:pt x="1334" y="1001"/>
                  </a:cubicBezTo>
                  <a:cubicBezTo>
                    <a:pt x="1084" y="858"/>
                    <a:pt x="846" y="537"/>
                    <a:pt x="620" y="287"/>
                  </a:cubicBezTo>
                  <a:cubicBezTo>
                    <a:pt x="501" y="168"/>
                    <a:pt x="370" y="72"/>
                    <a:pt x="215"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25"/>
            <p:cNvSpPr/>
            <p:nvPr/>
          </p:nvSpPr>
          <p:spPr>
            <a:xfrm>
              <a:off x="1245088" y="3232004"/>
              <a:ext cx="879096" cy="494505"/>
            </a:xfrm>
            <a:custGeom>
              <a:rect b="b" l="l" r="r" t="t"/>
              <a:pathLst>
                <a:path extrusionOk="0" h="4508" w="8014">
                  <a:moveTo>
                    <a:pt x="2620" y="0"/>
                  </a:moveTo>
                  <a:lnTo>
                    <a:pt x="227" y="12"/>
                  </a:lnTo>
                  <a:cubicBezTo>
                    <a:pt x="227" y="12"/>
                    <a:pt x="49" y="2262"/>
                    <a:pt x="25" y="2988"/>
                  </a:cubicBezTo>
                  <a:cubicBezTo>
                    <a:pt x="1" y="3715"/>
                    <a:pt x="608" y="4417"/>
                    <a:pt x="1442" y="4501"/>
                  </a:cubicBezTo>
                  <a:cubicBezTo>
                    <a:pt x="1491" y="4505"/>
                    <a:pt x="1554" y="4508"/>
                    <a:pt x="1629" y="4508"/>
                  </a:cubicBezTo>
                  <a:cubicBezTo>
                    <a:pt x="2838" y="4508"/>
                    <a:pt x="7204" y="3917"/>
                    <a:pt x="7204" y="3917"/>
                  </a:cubicBezTo>
                  <a:lnTo>
                    <a:pt x="8014" y="2441"/>
                  </a:lnTo>
                  <a:cubicBezTo>
                    <a:pt x="8014" y="2441"/>
                    <a:pt x="5633" y="1834"/>
                    <a:pt x="4823" y="1607"/>
                  </a:cubicBezTo>
                  <a:cubicBezTo>
                    <a:pt x="4013" y="1381"/>
                    <a:pt x="3239" y="1238"/>
                    <a:pt x="3239" y="1238"/>
                  </a:cubicBezTo>
                  <a:lnTo>
                    <a:pt x="2620"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25"/>
            <p:cNvSpPr/>
            <p:nvPr/>
          </p:nvSpPr>
          <p:spPr>
            <a:xfrm>
              <a:off x="1561232" y="2744295"/>
              <a:ext cx="57590" cy="129879"/>
            </a:xfrm>
            <a:custGeom>
              <a:rect b="b" l="l" r="r" t="t"/>
              <a:pathLst>
                <a:path extrusionOk="0" h="1184" w="525">
                  <a:moveTo>
                    <a:pt x="126" y="0"/>
                  </a:moveTo>
                  <a:cubicBezTo>
                    <a:pt x="59" y="0"/>
                    <a:pt x="0" y="56"/>
                    <a:pt x="0" y="124"/>
                  </a:cubicBezTo>
                  <a:cubicBezTo>
                    <a:pt x="12" y="267"/>
                    <a:pt x="36" y="410"/>
                    <a:pt x="84" y="541"/>
                  </a:cubicBezTo>
                  <a:lnTo>
                    <a:pt x="119" y="469"/>
                  </a:lnTo>
                  <a:lnTo>
                    <a:pt x="524" y="1184"/>
                  </a:lnTo>
                  <a:cubicBezTo>
                    <a:pt x="524" y="1184"/>
                    <a:pt x="381" y="434"/>
                    <a:pt x="298" y="172"/>
                  </a:cubicBezTo>
                  <a:cubicBezTo>
                    <a:pt x="258" y="47"/>
                    <a:pt x="188" y="0"/>
                    <a:pt x="126"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25"/>
            <p:cNvSpPr/>
            <p:nvPr/>
          </p:nvSpPr>
          <p:spPr>
            <a:xfrm>
              <a:off x="1561232" y="2734313"/>
              <a:ext cx="57590" cy="139861"/>
            </a:xfrm>
            <a:custGeom>
              <a:rect b="b" l="l" r="r" t="t"/>
              <a:pathLst>
                <a:path extrusionOk="0" fill="none" h="1275" w="525">
                  <a:moveTo>
                    <a:pt x="119" y="560"/>
                  </a:moveTo>
                  <a:lnTo>
                    <a:pt x="524" y="1275"/>
                  </a:lnTo>
                  <a:cubicBezTo>
                    <a:pt x="524" y="1275"/>
                    <a:pt x="381" y="525"/>
                    <a:pt x="298" y="263"/>
                  </a:cubicBezTo>
                  <a:cubicBezTo>
                    <a:pt x="215" y="1"/>
                    <a:pt x="0" y="84"/>
                    <a:pt x="0" y="215"/>
                  </a:cubicBezTo>
                  <a:cubicBezTo>
                    <a:pt x="12" y="358"/>
                    <a:pt x="36" y="501"/>
                    <a:pt x="84" y="63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25"/>
            <p:cNvSpPr/>
            <p:nvPr/>
          </p:nvSpPr>
          <p:spPr>
            <a:xfrm>
              <a:off x="1503751" y="2514043"/>
              <a:ext cx="182971" cy="289595"/>
            </a:xfrm>
            <a:custGeom>
              <a:rect b="b" l="l" r="r" t="t"/>
              <a:pathLst>
                <a:path extrusionOk="0" h="2640" w="1668">
                  <a:moveTo>
                    <a:pt x="825" y="0"/>
                  </a:moveTo>
                  <a:cubicBezTo>
                    <a:pt x="764" y="0"/>
                    <a:pt x="710" y="32"/>
                    <a:pt x="691" y="104"/>
                  </a:cubicBezTo>
                  <a:lnTo>
                    <a:pt x="703" y="104"/>
                  </a:lnTo>
                  <a:lnTo>
                    <a:pt x="0" y="1223"/>
                  </a:lnTo>
                  <a:lnTo>
                    <a:pt x="608" y="2640"/>
                  </a:lnTo>
                  <a:cubicBezTo>
                    <a:pt x="608" y="2640"/>
                    <a:pt x="977" y="1783"/>
                    <a:pt x="1167" y="1568"/>
                  </a:cubicBezTo>
                  <a:cubicBezTo>
                    <a:pt x="1346" y="1366"/>
                    <a:pt x="1667" y="1056"/>
                    <a:pt x="1667" y="1056"/>
                  </a:cubicBezTo>
                  <a:cubicBezTo>
                    <a:pt x="1667" y="1056"/>
                    <a:pt x="1096" y="366"/>
                    <a:pt x="1048" y="175"/>
                  </a:cubicBezTo>
                  <a:cubicBezTo>
                    <a:pt x="1020" y="69"/>
                    <a:pt x="915" y="0"/>
                    <a:pt x="82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25"/>
            <p:cNvSpPr/>
            <p:nvPr/>
          </p:nvSpPr>
          <p:spPr>
            <a:xfrm>
              <a:off x="1450220" y="2625933"/>
              <a:ext cx="124175" cy="243084"/>
            </a:xfrm>
            <a:custGeom>
              <a:rect b="b" l="l" r="r" t="t"/>
              <a:pathLst>
                <a:path extrusionOk="0" h="2216" w="1132">
                  <a:moveTo>
                    <a:pt x="369" y="1"/>
                  </a:moveTo>
                  <a:lnTo>
                    <a:pt x="0" y="358"/>
                  </a:lnTo>
                  <a:lnTo>
                    <a:pt x="643" y="2215"/>
                  </a:lnTo>
                  <a:lnTo>
                    <a:pt x="1131" y="1548"/>
                  </a:lnTo>
                  <a:lnTo>
                    <a:pt x="369"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25"/>
            <p:cNvSpPr/>
            <p:nvPr/>
          </p:nvSpPr>
          <p:spPr>
            <a:xfrm>
              <a:off x="1243771" y="2773913"/>
              <a:ext cx="988791" cy="554837"/>
            </a:xfrm>
            <a:custGeom>
              <a:rect b="b" l="l" r="r" t="t"/>
              <a:pathLst>
                <a:path extrusionOk="0" h="5058" w="9014">
                  <a:moveTo>
                    <a:pt x="801" y="0"/>
                  </a:moveTo>
                  <a:cubicBezTo>
                    <a:pt x="518" y="0"/>
                    <a:pt x="275" y="176"/>
                    <a:pt x="275" y="176"/>
                  </a:cubicBezTo>
                  <a:lnTo>
                    <a:pt x="1" y="1616"/>
                  </a:lnTo>
                  <a:cubicBezTo>
                    <a:pt x="1" y="1616"/>
                    <a:pt x="1049" y="3986"/>
                    <a:pt x="1275" y="4474"/>
                  </a:cubicBezTo>
                  <a:cubicBezTo>
                    <a:pt x="1489" y="4950"/>
                    <a:pt x="1977" y="5057"/>
                    <a:pt x="2430" y="5057"/>
                  </a:cubicBezTo>
                  <a:cubicBezTo>
                    <a:pt x="2870" y="5057"/>
                    <a:pt x="5656" y="4974"/>
                    <a:pt x="5656" y="4974"/>
                  </a:cubicBezTo>
                  <a:cubicBezTo>
                    <a:pt x="5656" y="4974"/>
                    <a:pt x="6339" y="5000"/>
                    <a:pt x="6872" y="5000"/>
                  </a:cubicBezTo>
                  <a:cubicBezTo>
                    <a:pt x="7138" y="5000"/>
                    <a:pt x="7367" y="4994"/>
                    <a:pt x="7454" y="4974"/>
                  </a:cubicBezTo>
                  <a:cubicBezTo>
                    <a:pt x="7716" y="4914"/>
                    <a:pt x="8145" y="4557"/>
                    <a:pt x="8228" y="4557"/>
                  </a:cubicBezTo>
                  <a:cubicBezTo>
                    <a:pt x="8300" y="4557"/>
                    <a:pt x="8752" y="4962"/>
                    <a:pt x="8847" y="4962"/>
                  </a:cubicBezTo>
                  <a:cubicBezTo>
                    <a:pt x="8954" y="4962"/>
                    <a:pt x="9014" y="4890"/>
                    <a:pt x="8931" y="4759"/>
                  </a:cubicBezTo>
                  <a:cubicBezTo>
                    <a:pt x="8847" y="4617"/>
                    <a:pt x="8526" y="3986"/>
                    <a:pt x="8300" y="3962"/>
                  </a:cubicBezTo>
                  <a:cubicBezTo>
                    <a:pt x="8298" y="3962"/>
                    <a:pt x="8295" y="3962"/>
                    <a:pt x="8293" y="3962"/>
                  </a:cubicBezTo>
                  <a:cubicBezTo>
                    <a:pt x="8067" y="3962"/>
                    <a:pt x="7133" y="4569"/>
                    <a:pt x="7133" y="4569"/>
                  </a:cubicBezTo>
                  <a:cubicBezTo>
                    <a:pt x="7133" y="4569"/>
                    <a:pt x="5549" y="4355"/>
                    <a:pt x="4728" y="4128"/>
                  </a:cubicBezTo>
                  <a:cubicBezTo>
                    <a:pt x="3894" y="3902"/>
                    <a:pt x="2608" y="3402"/>
                    <a:pt x="2608" y="3402"/>
                  </a:cubicBezTo>
                  <a:cubicBezTo>
                    <a:pt x="2608" y="3402"/>
                    <a:pt x="2073" y="2426"/>
                    <a:pt x="1858" y="1831"/>
                  </a:cubicBezTo>
                  <a:cubicBezTo>
                    <a:pt x="1632" y="1247"/>
                    <a:pt x="1596" y="461"/>
                    <a:pt x="1192" y="140"/>
                  </a:cubicBezTo>
                  <a:cubicBezTo>
                    <a:pt x="1066" y="36"/>
                    <a:pt x="929" y="0"/>
                    <a:pt x="8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25"/>
            <p:cNvSpPr/>
            <p:nvPr/>
          </p:nvSpPr>
          <p:spPr>
            <a:xfrm>
              <a:off x="1243771" y="2752632"/>
              <a:ext cx="988791" cy="576118"/>
            </a:xfrm>
            <a:custGeom>
              <a:rect b="b" l="l" r="r" t="t"/>
              <a:pathLst>
                <a:path extrusionOk="0" fill="none" h="5252" w="9014">
                  <a:moveTo>
                    <a:pt x="1" y="1810"/>
                  </a:moveTo>
                  <a:cubicBezTo>
                    <a:pt x="1" y="1810"/>
                    <a:pt x="1049" y="4180"/>
                    <a:pt x="1275" y="4668"/>
                  </a:cubicBezTo>
                  <a:cubicBezTo>
                    <a:pt x="1489" y="5144"/>
                    <a:pt x="1977" y="5251"/>
                    <a:pt x="2430" y="5251"/>
                  </a:cubicBezTo>
                  <a:cubicBezTo>
                    <a:pt x="2870" y="5251"/>
                    <a:pt x="5656" y="5168"/>
                    <a:pt x="5656" y="5168"/>
                  </a:cubicBezTo>
                  <a:cubicBezTo>
                    <a:pt x="5656" y="5168"/>
                    <a:pt x="7192" y="5227"/>
                    <a:pt x="7454" y="5168"/>
                  </a:cubicBezTo>
                  <a:cubicBezTo>
                    <a:pt x="7716" y="5108"/>
                    <a:pt x="8145" y="4751"/>
                    <a:pt x="8228" y="4751"/>
                  </a:cubicBezTo>
                  <a:cubicBezTo>
                    <a:pt x="8300" y="4751"/>
                    <a:pt x="8752" y="5156"/>
                    <a:pt x="8847" y="5156"/>
                  </a:cubicBezTo>
                  <a:cubicBezTo>
                    <a:pt x="8954" y="5156"/>
                    <a:pt x="9014" y="5084"/>
                    <a:pt x="8931" y="4953"/>
                  </a:cubicBezTo>
                  <a:cubicBezTo>
                    <a:pt x="8847" y="4811"/>
                    <a:pt x="8526" y="4180"/>
                    <a:pt x="8300" y="4156"/>
                  </a:cubicBezTo>
                  <a:cubicBezTo>
                    <a:pt x="8085" y="4144"/>
                    <a:pt x="7133" y="4763"/>
                    <a:pt x="7133" y="4763"/>
                  </a:cubicBezTo>
                  <a:cubicBezTo>
                    <a:pt x="7133" y="4763"/>
                    <a:pt x="5549" y="4549"/>
                    <a:pt x="4728" y="4322"/>
                  </a:cubicBezTo>
                  <a:cubicBezTo>
                    <a:pt x="3894" y="4096"/>
                    <a:pt x="2608" y="3596"/>
                    <a:pt x="2608" y="3596"/>
                  </a:cubicBezTo>
                  <a:cubicBezTo>
                    <a:pt x="2608" y="3596"/>
                    <a:pt x="2073" y="2620"/>
                    <a:pt x="1858" y="2025"/>
                  </a:cubicBezTo>
                  <a:cubicBezTo>
                    <a:pt x="1632" y="1441"/>
                    <a:pt x="1596" y="655"/>
                    <a:pt x="1192" y="334"/>
                  </a:cubicBezTo>
                  <a:cubicBezTo>
                    <a:pt x="787" y="0"/>
                    <a:pt x="275" y="370"/>
                    <a:pt x="275" y="37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25"/>
            <p:cNvSpPr/>
            <p:nvPr/>
          </p:nvSpPr>
          <p:spPr>
            <a:xfrm>
              <a:off x="1857631" y="3208419"/>
              <a:ext cx="374938" cy="114083"/>
            </a:xfrm>
            <a:custGeom>
              <a:rect b="b" l="l" r="r" t="t"/>
              <a:pathLst>
                <a:path extrusionOk="0" h="1040" w="3418">
                  <a:moveTo>
                    <a:pt x="2702" y="0"/>
                  </a:moveTo>
                  <a:cubicBezTo>
                    <a:pt x="2455" y="0"/>
                    <a:pt x="1549" y="608"/>
                    <a:pt x="1549" y="608"/>
                  </a:cubicBezTo>
                  <a:cubicBezTo>
                    <a:pt x="1549" y="608"/>
                    <a:pt x="751" y="501"/>
                    <a:pt x="1" y="358"/>
                  </a:cubicBezTo>
                  <a:lnTo>
                    <a:pt x="1" y="358"/>
                  </a:lnTo>
                  <a:lnTo>
                    <a:pt x="13" y="1013"/>
                  </a:lnTo>
                  <a:lnTo>
                    <a:pt x="60" y="1013"/>
                  </a:lnTo>
                  <a:cubicBezTo>
                    <a:pt x="60" y="1013"/>
                    <a:pt x="743" y="1039"/>
                    <a:pt x="1276" y="1039"/>
                  </a:cubicBezTo>
                  <a:cubicBezTo>
                    <a:pt x="1542" y="1039"/>
                    <a:pt x="1771" y="1033"/>
                    <a:pt x="1858" y="1013"/>
                  </a:cubicBezTo>
                  <a:cubicBezTo>
                    <a:pt x="2120" y="953"/>
                    <a:pt x="2549" y="596"/>
                    <a:pt x="2632" y="596"/>
                  </a:cubicBezTo>
                  <a:cubicBezTo>
                    <a:pt x="2704" y="596"/>
                    <a:pt x="3156" y="989"/>
                    <a:pt x="3251" y="989"/>
                  </a:cubicBezTo>
                  <a:cubicBezTo>
                    <a:pt x="3358" y="989"/>
                    <a:pt x="3418" y="929"/>
                    <a:pt x="3335" y="787"/>
                  </a:cubicBezTo>
                  <a:cubicBezTo>
                    <a:pt x="3251" y="656"/>
                    <a:pt x="2942" y="25"/>
                    <a:pt x="2716" y="1"/>
                  </a:cubicBezTo>
                  <a:cubicBezTo>
                    <a:pt x="2711" y="0"/>
                    <a:pt x="2707" y="0"/>
                    <a:pt x="2702"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25"/>
            <p:cNvSpPr/>
            <p:nvPr/>
          </p:nvSpPr>
          <p:spPr>
            <a:xfrm>
              <a:off x="2151507" y="3248897"/>
              <a:ext cx="73276" cy="61539"/>
            </a:xfrm>
            <a:custGeom>
              <a:rect b="b" l="l" r="r" t="t"/>
              <a:pathLst>
                <a:path extrusionOk="0" fill="none" h="561" w="668">
                  <a:moveTo>
                    <a:pt x="1" y="1"/>
                  </a:moveTo>
                  <a:cubicBezTo>
                    <a:pt x="1" y="1"/>
                    <a:pt x="549" y="382"/>
                    <a:pt x="668" y="56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25"/>
            <p:cNvSpPr/>
            <p:nvPr/>
          </p:nvSpPr>
          <p:spPr>
            <a:xfrm>
              <a:off x="2158089" y="3228055"/>
              <a:ext cx="52325" cy="44536"/>
            </a:xfrm>
            <a:custGeom>
              <a:rect b="b" l="l" r="r" t="t"/>
              <a:pathLst>
                <a:path extrusionOk="0" fill="none" h="406" w="477">
                  <a:moveTo>
                    <a:pt x="0" y="0"/>
                  </a:moveTo>
                  <a:lnTo>
                    <a:pt x="477" y="405"/>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25"/>
            <p:cNvSpPr/>
            <p:nvPr/>
          </p:nvSpPr>
          <p:spPr>
            <a:xfrm>
              <a:off x="1595128" y="2380433"/>
              <a:ext cx="248240" cy="292557"/>
            </a:xfrm>
            <a:custGeom>
              <a:rect b="b" l="l" r="r" t="t"/>
              <a:pathLst>
                <a:path extrusionOk="0" h="2667" w="2263">
                  <a:moveTo>
                    <a:pt x="1941" y="0"/>
                  </a:moveTo>
                  <a:cubicBezTo>
                    <a:pt x="1477" y="488"/>
                    <a:pt x="1" y="1024"/>
                    <a:pt x="1" y="1024"/>
                  </a:cubicBezTo>
                  <a:lnTo>
                    <a:pt x="25" y="1488"/>
                  </a:lnTo>
                  <a:cubicBezTo>
                    <a:pt x="25" y="1488"/>
                    <a:pt x="48" y="2167"/>
                    <a:pt x="346" y="2310"/>
                  </a:cubicBezTo>
                  <a:cubicBezTo>
                    <a:pt x="603" y="2419"/>
                    <a:pt x="1089" y="2666"/>
                    <a:pt x="1301" y="2666"/>
                  </a:cubicBezTo>
                  <a:cubicBezTo>
                    <a:pt x="1345" y="2666"/>
                    <a:pt x="1378" y="2656"/>
                    <a:pt x="1394" y="2631"/>
                  </a:cubicBezTo>
                  <a:cubicBezTo>
                    <a:pt x="1489" y="2489"/>
                    <a:pt x="1918" y="1691"/>
                    <a:pt x="1918" y="1691"/>
                  </a:cubicBezTo>
                  <a:cubicBezTo>
                    <a:pt x="2013" y="1691"/>
                    <a:pt x="2096" y="1679"/>
                    <a:pt x="2180" y="1643"/>
                  </a:cubicBezTo>
                  <a:cubicBezTo>
                    <a:pt x="2263" y="1596"/>
                    <a:pt x="2096" y="1238"/>
                    <a:pt x="2025" y="1119"/>
                  </a:cubicBezTo>
                  <a:cubicBezTo>
                    <a:pt x="1953" y="1000"/>
                    <a:pt x="2108" y="881"/>
                    <a:pt x="2096" y="679"/>
                  </a:cubicBezTo>
                  <a:cubicBezTo>
                    <a:pt x="2049" y="453"/>
                    <a:pt x="2001" y="226"/>
                    <a:pt x="194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25"/>
            <p:cNvSpPr/>
            <p:nvPr/>
          </p:nvSpPr>
          <p:spPr>
            <a:xfrm>
              <a:off x="1770203" y="2446909"/>
              <a:ext cx="32689" cy="21061"/>
            </a:xfrm>
            <a:custGeom>
              <a:rect b="b" l="l" r="r" t="t"/>
              <a:pathLst>
                <a:path extrusionOk="0" h="192" w="298">
                  <a:moveTo>
                    <a:pt x="201" y="1"/>
                  </a:moveTo>
                  <a:cubicBezTo>
                    <a:pt x="157" y="1"/>
                    <a:pt x="93" y="41"/>
                    <a:pt x="0" y="156"/>
                  </a:cubicBezTo>
                  <a:lnTo>
                    <a:pt x="298" y="192"/>
                  </a:lnTo>
                  <a:cubicBezTo>
                    <a:pt x="298" y="192"/>
                    <a:pt x="298"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25"/>
            <p:cNvSpPr/>
            <p:nvPr/>
          </p:nvSpPr>
          <p:spPr>
            <a:xfrm>
              <a:off x="1770203" y="2423544"/>
              <a:ext cx="32689" cy="44426"/>
            </a:xfrm>
            <a:custGeom>
              <a:rect b="b" l="l" r="r" t="t"/>
              <a:pathLst>
                <a:path extrusionOk="0" fill="none" h="405" w="298">
                  <a:moveTo>
                    <a:pt x="0" y="369"/>
                  </a:moveTo>
                  <a:cubicBezTo>
                    <a:pt x="298" y="0"/>
                    <a:pt x="298" y="405"/>
                    <a:pt x="298" y="40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25"/>
            <p:cNvSpPr/>
            <p:nvPr/>
          </p:nvSpPr>
          <p:spPr>
            <a:xfrm>
              <a:off x="1768887" y="2492543"/>
              <a:ext cx="19635" cy="34444"/>
            </a:xfrm>
            <a:custGeom>
              <a:rect b="b" l="l" r="r" t="t"/>
              <a:pathLst>
                <a:path extrusionOk="0" h="314" w="179">
                  <a:moveTo>
                    <a:pt x="134" y="1"/>
                  </a:moveTo>
                  <a:cubicBezTo>
                    <a:pt x="99" y="1"/>
                    <a:pt x="58" y="57"/>
                    <a:pt x="36" y="133"/>
                  </a:cubicBezTo>
                  <a:cubicBezTo>
                    <a:pt x="0" y="228"/>
                    <a:pt x="12" y="300"/>
                    <a:pt x="48" y="312"/>
                  </a:cubicBezTo>
                  <a:cubicBezTo>
                    <a:pt x="51" y="313"/>
                    <a:pt x="54" y="313"/>
                    <a:pt x="57" y="313"/>
                  </a:cubicBezTo>
                  <a:cubicBezTo>
                    <a:pt x="92" y="313"/>
                    <a:pt x="133" y="257"/>
                    <a:pt x="155" y="181"/>
                  </a:cubicBezTo>
                  <a:cubicBezTo>
                    <a:pt x="179" y="97"/>
                    <a:pt x="179" y="14"/>
                    <a:pt x="143" y="2"/>
                  </a:cubicBezTo>
                  <a:cubicBezTo>
                    <a:pt x="140" y="1"/>
                    <a:pt x="137"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25"/>
            <p:cNvSpPr/>
            <p:nvPr/>
          </p:nvSpPr>
          <p:spPr>
            <a:xfrm>
              <a:off x="1544229" y="2459853"/>
              <a:ext cx="74593" cy="103771"/>
            </a:xfrm>
            <a:custGeom>
              <a:rect b="b" l="l" r="r" t="t"/>
              <a:pathLst>
                <a:path extrusionOk="0" h="946" w="680">
                  <a:moveTo>
                    <a:pt x="323" y="1"/>
                  </a:moveTo>
                  <a:cubicBezTo>
                    <a:pt x="307" y="1"/>
                    <a:pt x="291" y="5"/>
                    <a:pt x="274" y="14"/>
                  </a:cubicBezTo>
                  <a:cubicBezTo>
                    <a:pt x="96" y="133"/>
                    <a:pt x="0" y="574"/>
                    <a:pt x="191" y="812"/>
                  </a:cubicBezTo>
                  <a:cubicBezTo>
                    <a:pt x="274" y="917"/>
                    <a:pt x="385" y="945"/>
                    <a:pt x="480" y="945"/>
                  </a:cubicBezTo>
                  <a:cubicBezTo>
                    <a:pt x="590" y="945"/>
                    <a:pt x="679" y="907"/>
                    <a:pt x="679" y="907"/>
                  </a:cubicBezTo>
                  <a:lnTo>
                    <a:pt x="631" y="479"/>
                  </a:lnTo>
                  <a:cubicBezTo>
                    <a:pt x="631" y="479"/>
                    <a:pt x="492" y="1"/>
                    <a:pt x="3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25"/>
            <p:cNvSpPr/>
            <p:nvPr/>
          </p:nvSpPr>
          <p:spPr>
            <a:xfrm>
              <a:off x="1544229" y="2449652"/>
              <a:ext cx="74593" cy="124175"/>
            </a:xfrm>
            <a:custGeom>
              <a:rect b="b" l="l" r="r" t="t"/>
              <a:pathLst>
                <a:path extrusionOk="0" fill="none" h="1132" w="680">
                  <a:moveTo>
                    <a:pt x="631" y="572"/>
                  </a:moveTo>
                  <a:cubicBezTo>
                    <a:pt x="631" y="572"/>
                    <a:pt x="465" y="0"/>
                    <a:pt x="274" y="107"/>
                  </a:cubicBezTo>
                  <a:cubicBezTo>
                    <a:pt x="96" y="226"/>
                    <a:pt x="0" y="667"/>
                    <a:pt x="191" y="905"/>
                  </a:cubicBezTo>
                  <a:cubicBezTo>
                    <a:pt x="370" y="1131"/>
                    <a:pt x="679" y="1000"/>
                    <a:pt x="679" y="100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25"/>
            <p:cNvSpPr/>
            <p:nvPr/>
          </p:nvSpPr>
          <p:spPr>
            <a:xfrm>
              <a:off x="1130236" y="3685049"/>
              <a:ext cx="677915" cy="196135"/>
            </a:xfrm>
            <a:custGeom>
              <a:rect b="b" l="l" r="r" t="t"/>
              <a:pathLst>
                <a:path extrusionOk="0" h="1788" w="6180">
                  <a:moveTo>
                    <a:pt x="5714" y="1"/>
                  </a:moveTo>
                  <a:cubicBezTo>
                    <a:pt x="5706" y="1"/>
                    <a:pt x="5699" y="1"/>
                    <a:pt x="5691" y="1"/>
                  </a:cubicBezTo>
                  <a:lnTo>
                    <a:pt x="441" y="156"/>
                  </a:lnTo>
                  <a:cubicBezTo>
                    <a:pt x="191" y="156"/>
                    <a:pt x="0" y="359"/>
                    <a:pt x="12" y="609"/>
                  </a:cubicBezTo>
                  <a:lnTo>
                    <a:pt x="36" y="1359"/>
                  </a:lnTo>
                  <a:cubicBezTo>
                    <a:pt x="36" y="1601"/>
                    <a:pt x="226" y="1788"/>
                    <a:pt x="466" y="1788"/>
                  </a:cubicBezTo>
                  <a:cubicBezTo>
                    <a:pt x="473" y="1788"/>
                    <a:pt x="481" y="1788"/>
                    <a:pt x="488" y="1787"/>
                  </a:cubicBezTo>
                  <a:lnTo>
                    <a:pt x="5751" y="1633"/>
                  </a:lnTo>
                  <a:cubicBezTo>
                    <a:pt x="5989" y="1621"/>
                    <a:pt x="6179" y="1418"/>
                    <a:pt x="6179" y="1180"/>
                  </a:cubicBezTo>
                  <a:lnTo>
                    <a:pt x="6156" y="418"/>
                  </a:lnTo>
                  <a:cubicBezTo>
                    <a:pt x="6144" y="187"/>
                    <a:pt x="5953" y="1"/>
                    <a:pt x="57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25"/>
            <p:cNvSpPr/>
            <p:nvPr/>
          </p:nvSpPr>
          <p:spPr>
            <a:xfrm>
              <a:off x="1130236" y="3685049"/>
              <a:ext cx="677915" cy="196135"/>
            </a:xfrm>
            <a:custGeom>
              <a:rect b="b" l="l" r="r" t="t"/>
              <a:pathLst>
                <a:path extrusionOk="0" h="1788" w="6180">
                  <a:moveTo>
                    <a:pt x="5714" y="1"/>
                  </a:moveTo>
                  <a:cubicBezTo>
                    <a:pt x="5706" y="1"/>
                    <a:pt x="5699" y="1"/>
                    <a:pt x="5691" y="1"/>
                  </a:cubicBezTo>
                  <a:lnTo>
                    <a:pt x="441" y="156"/>
                  </a:lnTo>
                  <a:cubicBezTo>
                    <a:pt x="191" y="156"/>
                    <a:pt x="0" y="359"/>
                    <a:pt x="12" y="609"/>
                  </a:cubicBezTo>
                  <a:lnTo>
                    <a:pt x="36" y="1359"/>
                  </a:lnTo>
                  <a:cubicBezTo>
                    <a:pt x="36" y="1601"/>
                    <a:pt x="226" y="1788"/>
                    <a:pt x="466" y="1788"/>
                  </a:cubicBezTo>
                  <a:cubicBezTo>
                    <a:pt x="473" y="1788"/>
                    <a:pt x="481" y="1788"/>
                    <a:pt x="488" y="1787"/>
                  </a:cubicBezTo>
                  <a:lnTo>
                    <a:pt x="5751" y="1633"/>
                  </a:lnTo>
                  <a:cubicBezTo>
                    <a:pt x="5989" y="1621"/>
                    <a:pt x="6179" y="1418"/>
                    <a:pt x="6179" y="1180"/>
                  </a:cubicBezTo>
                  <a:lnTo>
                    <a:pt x="6156" y="418"/>
                  </a:lnTo>
                  <a:cubicBezTo>
                    <a:pt x="6144" y="187"/>
                    <a:pt x="5953" y="1"/>
                    <a:pt x="5714"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25"/>
            <p:cNvSpPr/>
            <p:nvPr/>
          </p:nvSpPr>
          <p:spPr>
            <a:xfrm>
              <a:off x="1135392" y="3726843"/>
              <a:ext cx="678025" cy="197451"/>
            </a:xfrm>
            <a:custGeom>
              <a:rect b="b" l="l" r="r" t="t"/>
              <a:pathLst>
                <a:path extrusionOk="0" h="1800" w="6181">
                  <a:moveTo>
                    <a:pt x="5713" y="1"/>
                  </a:moveTo>
                  <a:cubicBezTo>
                    <a:pt x="5706" y="1"/>
                    <a:pt x="5699" y="1"/>
                    <a:pt x="5692" y="1"/>
                  </a:cubicBezTo>
                  <a:lnTo>
                    <a:pt x="441" y="168"/>
                  </a:lnTo>
                  <a:cubicBezTo>
                    <a:pt x="191" y="168"/>
                    <a:pt x="1" y="371"/>
                    <a:pt x="13" y="621"/>
                  </a:cubicBezTo>
                  <a:lnTo>
                    <a:pt x="36" y="1371"/>
                  </a:lnTo>
                  <a:cubicBezTo>
                    <a:pt x="36" y="1613"/>
                    <a:pt x="227" y="1800"/>
                    <a:pt x="467" y="1800"/>
                  </a:cubicBezTo>
                  <a:cubicBezTo>
                    <a:pt x="474" y="1800"/>
                    <a:pt x="481" y="1800"/>
                    <a:pt x="489" y="1799"/>
                  </a:cubicBezTo>
                  <a:lnTo>
                    <a:pt x="5740" y="1633"/>
                  </a:lnTo>
                  <a:cubicBezTo>
                    <a:pt x="5990" y="1621"/>
                    <a:pt x="6180" y="1418"/>
                    <a:pt x="6168" y="1180"/>
                  </a:cubicBezTo>
                  <a:lnTo>
                    <a:pt x="6144" y="430"/>
                  </a:lnTo>
                  <a:cubicBezTo>
                    <a:pt x="6133" y="188"/>
                    <a:pt x="5942" y="1"/>
                    <a:pt x="571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25"/>
            <p:cNvSpPr/>
            <p:nvPr/>
          </p:nvSpPr>
          <p:spPr>
            <a:xfrm>
              <a:off x="1130236" y="3683842"/>
              <a:ext cx="677915" cy="198658"/>
            </a:xfrm>
            <a:custGeom>
              <a:rect b="b" l="l" r="r" t="t"/>
              <a:pathLst>
                <a:path extrusionOk="0" fill="none" h="1811" w="6180">
                  <a:moveTo>
                    <a:pt x="441" y="167"/>
                  </a:moveTo>
                  <a:lnTo>
                    <a:pt x="5691" y="12"/>
                  </a:lnTo>
                  <a:cubicBezTo>
                    <a:pt x="5941" y="1"/>
                    <a:pt x="6144" y="191"/>
                    <a:pt x="6156" y="429"/>
                  </a:cubicBezTo>
                  <a:lnTo>
                    <a:pt x="6179" y="1191"/>
                  </a:lnTo>
                  <a:cubicBezTo>
                    <a:pt x="6179" y="1429"/>
                    <a:pt x="5989" y="1632"/>
                    <a:pt x="5751" y="1644"/>
                  </a:cubicBezTo>
                  <a:lnTo>
                    <a:pt x="488" y="1798"/>
                  </a:lnTo>
                  <a:cubicBezTo>
                    <a:pt x="238" y="1810"/>
                    <a:pt x="36" y="1620"/>
                    <a:pt x="36" y="1370"/>
                  </a:cubicBezTo>
                  <a:lnTo>
                    <a:pt x="12" y="620"/>
                  </a:lnTo>
                  <a:cubicBezTo>
                    <a:pt x="0" y="370"/>
                    <a:pt x="191" y="167"/>
                    <a:pt x="441" y="167"/>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25"/>
            <p:cNvSpPr/>
            <p:nvPr/>
          </p:nvSpPr>
          <p:spPr>
            <a:xfrm>
              <a:off x="1074071" y="3405324"/>
              <a:ext cx="638754" cy="387004"/>
            </a:xfrm>
            <a:custGeom>
              <a:rect b="b" l="l" r="r" t="t"/>
              <a:pathLst>
                <a:path extrusionOk="0" h="3528" w="5823">
                  <a:moveTo>
                    <a:pt x="3874" y="0"/>
                  </a:moveTo>
                  <a:cubicBezTo>
                    <a:pt x="3274" y="0"/>
                    <a:pt x="2383" y="48"/>
                    <a:pt x="1048" y="170"/>
                  </a:cubicBezTo>
                  <a:lnTo>
                    <a:pt x="834" y="182"/>
                  </a:lnTo>
                  <a:cubicBezTo>
                    <a:pt x="345" y="218"/>
                    <a:pt x="84" y="742"/>
                    <a:pt x="48" y="801"/>
                  </a:cubicBezTo>
                  <a:cubicBezTo>
                    <a:pt x="0" y="897"/>
                    <a:pt x="36" y="1027"/>
                    <a:pt x="143" y="1075"/>
                  </a:cubicBezTo>
                  <a:cubicBezTo>
                    <a:pt x="176" y="1093"/>
                    <a:pt x="209" y="1101"/>
                    <a:pt x="242" y="1101"/>
                  </a:cubicBezTo>
                  <a:cubicBezTo>
                    <a:pt x="317" y="1101"/>
                    <a:pt x="387" y="1058"/>
                    <a:pt x="429" y="992"/>
                  </a:cubicBezTo>
                  <a:cubicBezTo>
                    <a:pt x="476" y="897"/>
                    <a:pt x="655" y="623"/>
                    <a:pt x="869" y="611"/>
                  </a:cubicBezTo>
                  <a:lnTo>
                    <a:pt x="1084" y="587"/>
                  </a:lnTo>
                  <a:cubicBezTo>
                    <a:pt x="2483" y="461"/>
                    <a:pt x="3358" y="421"/>
                    <a:pt x="3904" y="421"/>
                  </a:cubicBezTo>
                  <a:cubicBezTo>
                    <a:pt x="4548" y="421"/>
                    <a:pt x="4735" y="477"/>
                    <a:pt x="4786" y="516"/>
                  </a:cubicBezTo>
                  <a:cubicBezTo>
                    <a:pt x="5191" y="944"/>
                    <a:pt x="4798" y="2421"/>
                    <a:pt x="4453" y="3242"/>
                  </a:cubicBezTo>
                  <a:cubicBezTo>
                    <a:pt x="4417" y="3349"/>
                    <a:pt x="4465" y="3468"/>
                    <a:pt x="4572" y="3516"/>
                  </a:cubicBezTo>
                  <a:cubicBezTo>
                    <a:pt x="4596" y="3528"/>
                    <a:pt x="4620" y="3528"/>
                    <a:pt x="4656" y="3528"/>
                  </a:cubicBezTo>
                  <a:cubicBezTo>
                    <a:pt x="4739" y="3528"/>
                    <a:pt x="4822" y="3480"/>
                    <a:pt x="4846" y="3397"/>
                  </a:cubicBezTo>
                  <a:cubicBezTo>
                    <a:pt x="4953" y="3159"/>
                    <a:pt x="5822" y="1004"/>
                    <a:pt x="5108" y="218"/>
                  </a:cubicBezTo>
                  <a:cubicBezTo>
                    <a:pt x="4996" y="99"/>
                    <a:pt x="4735" y="0"/>
                    <a:pt x="3874"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25"/>
            <p:cNvSpPr/>
            <p:nvPr/>
          </p:nvSpPr>
          <p:spPr>
            <a:xfrm>
              <a:off x="1789729" y="3343016"/>
              <a:ext cx="1829932" cy="128014"/>
            </a:xfrm>
            <a:custGeom>
              <a:rect b="b" l="l" r="r" t="t"/>
              <a:pathLst>
                <a:path extrusionOk="0" h="1167" w="16682">
                  <a:moveTo>
                    <a:pt x="1" y="0"/>
                  </a:moveTo>
                  <a:lnTo>
                    <a:pt x="1" y="1167"/>
                  </a:lnTo>
                  <a:lnTo>
                    <a:pt x="16681" y="1167"/>
                  </a:lnTo>
                  <a:lnTo>
                    <a:pt x="16681" y="0"/>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25"/>
            <p:cNvSpPr/>
            <p:nvPr/>
          </p:nvSpPr>
          <p:spPr>
            <a:xfrm>
              <a:off x="2134614" y="3290691"/>
              <a:ext cx="399729" cy="87646"/>
            </a:xfrm>
            <a:custGeom>
              <a:rect b="b" l="l" r="r" t="t"/>
              <a:pathLst>
                <a:path extrusionOk="0" h="799" w="3644">
                  <a:moveTo>
                    <a:pt x="0" y="1"/>
                  </a:moveTo>
                  <a:lnTo>
                    <a:pt x="0" y="799"/>
                  </a:lnTo>
                  <a:lnTo>
                    <a:pt x="3643" y="799"/>
                  </a:lnTo>
                  <a:lnTo>
                    <a:pt x="364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25"/>
            <p:cNvSpPr/>
            <p:nvPr/>
          </p:nvSpPr>
          <p:spPr>
            <a:xfrm>
              <a:off x="2907752" y="3209736"/>
              <a:ext cx="398412" cy="64172"/>
            </a:xfrm>
            <a:custGeom>
              <a:rect b="b" l="l" r="r" t="t"/>
              <a:pathLst>
                <a:path extrusionOk="0" h="585" w="3632">
                  <a:moveTo>
                    <a:pt x="1" y="1"/>
                  </a:moveTo>
                  <a:lnTo>
                    <a:pt x="1" y="584"/>
                  </a:lnTo>
                  <a:lnTo>
                    <a:pt x="3632" y="584"/>
                  </a:lnTo>
                  <a:lnTo>
                    <a:pt x="363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25"/>
            <p:cNvSpPr/>
            <p:nvPr/>
          </p:nvSpPr>
          <p:spPr>
            <a:xfrm>
              <a:off x="2924755" y="3144467"/>
              <a:ext cx="398412" cy="65378"/>
            </a:xfrm>
            <a:custGeom>
              <a:rect b="b" l="l" r="r" t="t"/>
              <a:pathLst>
                <a:path extrusionOk="0" h="596" w="3632">
                  <a:moveTo>
                    <a:pt x="0" y="0"/>
                  </a:moveTo>
                  <a:lnTo>
                    <a:pt x="0" y="596"/>
                  </a:lnTo>
                  <a:lnTo>
                    <a:pt x="3632" y="596"/>
                  </a:lnTo>
                  <a:lnTo>
                    <a:pt x="363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25"/>
            <p:cNvSpPr/>
            <p:nvPr/>
          </p:nvSpPr>
          <p:spPr>
            <a:xfrm>
              <a:off x="2932544" y="3272482"/>
              <a:ext cx="398522" cy="105856"/>
            </a:xfrm>
            <a:custGeom>
              <a:rect b="b" l="l" r="r" t="t"/>
              <a:pathLst>
                <a:path extrusionOk="0" h="965" w="3633">
                  <a:moveTo>
                    <a:pt x="1" y="0"/>
                  </a:moveTo>
                  <a:lnTo>
                    <a:pt x="1" y="965"/>
                  </a:lnTo>
                  <a:lnTo>
                    <a:pt x="3632" y="965"/>
                  </a:lnTo>
                  <a:lnTo>
                    <a:pt x="363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25"/>
            <p:cNvSpPr/>
            <p:nvPr/>
          </p:nvSpPr>
          <p:spPr>
            <a:xfrm>
              <a:off x="1789729" y="3345539"/>
              <a:ext cx="1829932" cy="61539"/>
            </a:xfrm>
            <a:custGeom>
              <a:rect b="b" l="l" r="r" t="t"/>
              <a:pathLst>
                <a:path extrusionOk="0" h="561" w="16682">
                  <a:moveTo>
                    <a:pt x="1" y="1"/>
                  </a:moveTo>
                  <a:lnTo>
                    <a:pt x="1" y="560"/>
                  </a:lnTo>
                  <a:lnTo>
                    <a:pt x="16681" y="560"/>
                  </a:lnTo>
                  <a:lnTo>
                    <a:pt x="16681"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25"/>
            <p:cNvSpPr/>
            <p:nvPr/>
          </p:nvSpPr>
          <p:spPr>
            <a:xfrm>
              <a:off x="1777992" y="3345539"/>
              <a:ext cx="43220" cy="1192604"/>
            </a:xfrm>
            <a:custGeom>
              <a:rect b="b" l="l" r="r" t="t"/>
              <a:pathLst>
                <a:path extrusionOk="0" h="10872" w="394">
                  <a:moveTo>
                    <a:pt x="1" y="1"/>
                  </a:moveTo>
                  <a:lnTo>
                    <a:pt x="84" y="10752"/>
                  </a:lnTo>
                  <a:cubicBezTo>
                    <a:pt x="84" y="10812"/>
                    <a:pt x="132" y="10871"/>
                    <a:pt x="191" y="10871"/>
                  </a:cubicBezTo>
                  <a:cubicBezTo>
                    <a:pt x="263" y="10871"/>
                    <a:pt x="310" y="10812"/>
                    <a:pt x="310" y="10752"/>
                  </a:cubicBezTo>
                  <a:lnTo>
                    <a:pt x="394"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25"/>
            <p:cNvSpPr/>
            <p:nvPr/>
          </p:nvSpPr>
          <p:spPr>
            <a:xfrm>
              <a:off x="3588198" y="3345539"/>
              <a:ext cx="41903" cy="1192604"/>
            </a:xfrm>
            <a:custGeom>
              <a:rect b="b" l="l" r="r" t="t"/>
              <a:pathLst>
                <a:path extrusionOk="0" h="10872" w="382">
                  <a:moveTo>
                    <a:pt x="1" y="1"/>
                  </a:moveTo>
                  <a:lnTo>
                    <a:pt x="72" y="10752"/>
                  </a:lnTo>
                  <a:cubicBezTo>
                    <a:pt x="72" y="10812"/>
                    <a:pt x="132" y="10871"/>
                    <a:pt x="191" y="10871"/>
                  </a:cubicBezTo>
                  <a:cubicBezTo>
                    <a:pt x="251" y="10871"/>
                    <a:pt x="310" y="10812"/>
                    <a:pt x="310" y="10752"/>
                  </a:cubicBezTo>
                  <a:lnTo>
                    <a:pt x="382"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25"/>
            <p:cNvSpPr/>
            <p:nvPr/>
          </p:nvSpPr>
          <p:spPr>
            <a:xfrm>
              <a:off x="2568133" y="2983542"/>
              <a:ext cx="280929" cy="341261"/>
            </a:xfrm>
            <a:custGeom>
              <a:rect b="b" l="l" r="r" t="t"/>
              <a:pathLst>
                <a:path extrusionOk="0" h="3111" w="2561">
                  <a:moveTo>
                    <a:pt x="1703" y="1"/>
                  </a:moveTo>
                  <a:cubicBezTo>
                    <a:pt x="1695" y="1"/>
                    <a:pt x="1687" y="1"/>
                    <a:pt x="1680" y="3"/>
                  </a:cubicBezTo>
                  <a:cubicBezTo>
                    <a:pt x="1608" y="27"/>
                    <a:pt x="1561" y="98"/>
                    <a:pt x="1584" y="170"/>
                  </a:cubicBezTo>
                  <a:lnTo>
                    <a:pt x="2227" y="2456"/>
                  </a:lnTo>
                  <a:cubicBezTo>
                    <a:pt x="2251" y="2563"/>
                    <a:pt x="2227" y="2670"/>
                    <a:pt x="2156" y="2753"/>
                  </a:cubicBezTo>
                  <a:cubicBezTo>
                    <a:pt x="2096" y="2813"/>
                    <a:pt x="2013" y="2848"/>
                    <a:pt x="1930" y="2848"/>
                  </a:cubicBezTo>
                  <a:lnTo>
                    <a:pt x="132" y="2848"/>
                  </a:lnTo>
                  <a:cubicBezTo>
                    <a:pt x="60" y="2848"/>
                    <a:pt x="1" y="2908"/>
                    <a:pt x="1" y="2979"/>
                  </a:cubicBezTo>
                  <a:cubicBezTo>
                    <a:pt x="1" y="3051"/>
                    <a:pt x="60" y="3110"/>
                    <a:pt x="132" y="3110"/>
                  </a:cubicBezTo>
                  <a:lnTo>
                    <a:pt x="1930" y="3110"/>
                  </a:lnTo>
                  <a:cubicBezTo>
                    <a:pt x="1977" y="3110"/>
                    <a:pt x="2025" y="3098"/>
                    <a:pt x="2073" y="3087"/>
                  </a:cubicBezTo>
                  <a:cubicBezTo>
                    <a:pt x="2382" y="3003"/>
                    <a:pt x="2561" y="2694"/>
                    <a:pt x="2477" y="2384"/>
                  </a:cubicBezTo>
                  <a:lnTo>
                    <a:pt x="1834" y="98"/>
                  </a:lnTo>
                  <a:cubicBezTo>
                    <a:pt x="1814" y="36"/>
                    <a:pt x="1757" y="1"/>
                    <a:pt x="170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25"/>
            <p:cNvSpPr/>
            <p:nvPr/>
          </p:nvSpPr>
          <p:spPr>
            <a:xfrm>
              <a:off x="2639984" y="2667727"/>
              <a:ext cx="115070" cy="582590"/>
            </a:xfrm>
            <a:custGeom>
              <a:rect b="b" l="l" r="r" t="t"/>
              <a:pathLst>
                <a:path extrusionOk="0" h="5311" w="1049">
                  <a:moveTo>
                    <a:pt x="632" y="1"/>
                  </a:moveTo>
                  <a:lnTo>
                    <a:pt x="1" y="5263"/>
                  </a:lnTo>
                  <a:lnTo>
                    <a:pt x="417" y="5311"/>
                  </a:lnTo>
                  <a:lnTo>
                    <a:pt x="1049" y="48"/>
                  </a:lnTo>
                  <a:lnTo>
                    <a:pt x="63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25"/>
            <p:cNvSpPr/>
            <p:nvPr/>
          </p:nvSpPr>
          <p:spPr>
            <a:xfrm>
              <a:off x="2685727" y="2672993"/>
              <a:ext cx="113754" cy="577325"/>
            </a:xfrm>
            <a:custGeom>
              <a:rect b="b" l="l" r="r" t="t"/>
              <a:pathLst>
                <a:path extrusionOk="0" h="5263" w="1037">
                  <a:moveTo>
                    <a:pt x="632" y="0"/>
                  </a:moveTo>
                  <a:lnTo>
                    <a:pt x="0" y="5263"/>
                  </a:lnTo>
                  <a:cubicBezTo>
                    <a:pt x="810" y="3632"/>
                    <a:pt x="1036" y="1774"/>
                    <a:pt x="632"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25"/>
            <p:cNvSpPr/>
            <p:nvPr/>
          </p:nvSpPr>
          <p:spPr>
            <a:xfrm>
              <a:off x="2317368" y="3188016"/>
              <a:ext cx="87646" cy="104101"/>
            </a:xfrm>
            <a:custGeom>
              <a:rect b="b" l="l" r="r" t="t"/>
              <a:pathLst>
                <a:path extrusionOk="0" h="949" w="799">
                  <a:moveTo>
                    <a:pt x="451" y="1"/>
                  </a:moveTo>
                  <a:cubicBezTo>
                    <a:pt x="360" y="1"/>
                    <a:pt x="253" y="17"/>
                    <a:pt x="168" y="80"/>
                  </a:cubicBezTo>
                  <a:cubicBezTo>
                    <a:pt x="72" y="139"/>
                    <a:pt x="25" y="246"/>
                    <a:pt x="25" y="353"/>
                  </a:cubicBezTo>
                  <a:cubicBezTo>
                    <a:pt x="1" y="580"/>
                    <a:pt x="132" y="782"/>
                    <a:pt x="334" y="889"/>
                  </a:cubicBezTo>
                  <a:cubicBezTo>
                    <a:pt x="394" y="925"/>
                    <a:pt x="477" y="949"/>
                    <a:pt x="549" y="949"/>
                  </a:cubicBezTo>
                  <a:cubicBezTo>
                    <a:pt x="620" y="949"/>
                    <a:pt x="691" y="925"/>
                    <a:pt x="751" y="877"/>
                  </a:cubicBezTo>
                  <a:cubicBezTo>
                    <a:pt x="799" y="842"/>
                    <a:pt x="799" y="770"/>
                    <a:pt x="763" y="734"/>
                  </a:cubicBezTo>
                  <a:cubicBezTo>
                    <a:pt x="743" y="708"/>
                    <a:pt x="712" y="692"/>
                    <a:pt x="682" y="692"/>
                  </a:cubicBezTo>
                  <a:cubicBezTo>
                    <a:pt x="658" y="692"/>
                    <a:pt x="636" y="702"/>
                    <a:pt x="620" y="723"/>
                  </a:cubicBezTo>
                  <a:cubicBezTo>
                    <a:pt x="593" y="733"/>
                    <a:pt x="562" y="739"/>
                    <a:pt x="531" y="739"/>
                  </a:cubicBezTo>
                  <a:cubicBezTo>
                    <a:pt x="493" y="739"/>
                    <a:pt x="456" y="730"/>
                    <a:pt x="430" y="711"/>
                  </a:cubicBezTo>
                  <a:cubicBezTo>
                    <a:pt x="299" y="639"/>
                    <a:pt x="215" y="508"/>
                    <a:pt x="227" y="365"/>
                  </a:cubicBezTo>
                  <a:cubicBezTo>
                    <a:pt x="227" y="318"/>
                    <a:pt x="251" y="282"/>
                    <a:pt x="287" y="246"/>
                  </a:cubicBezTo>
                  <a:cubicBezTo>
                    <a:pt x="348" y="223"/>
                    <a:pt x="415" y="210"/>
                    <a:pt x="483" y="210"/>
                  </a:cubicBezTo>
                  <a:cubicBezTo>
                    <a:pt x="520" y="210"/>
                    <a:pt x="558" y="214"/>
                    <a:pt x="596" y="222"/>
                  </a:cubicBezTo>
                  <a:cubicBezTo>
                    <a:pt x="606" y="224"/>
                    <a:pt x="616" y="225"/>
                    <a:pt x="626" y="225"/>
                  </a:cubicBezTo>
                  <a:cubicBezTo>
                    <a:pt x="674" y="225"/>
                    <a:pt x="717" y="201"/>
                    <a:pt x="727" y="151"/>
                  </a:cubicBezTo>
                  <a:cubicBezTo>
                    <a:pt x="739" y="91"/>
                    <a:pt x="703" y="32"/>
                    <a:pt x="644" y="20"/>
                  </a:cubicBezTo>
                  <a:cubicBezTo>
                    <a:pt x="631" y="20"/>
                    <a:pt x="551" y="1"/>
                    <a:pt x="45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25"/>
            <p:cNvSpPr/>
            <p:nvPr/>
          </p:nvSpPr>
          <p:spPr>
            <a:xfrm>
              <a:off x="2378798" y="3175840"/>
              <a:ext cx="130756" cy="144688"/>
            </a:xfrm>
            <a:custGeom>
              <a:rect b="b" l="l" r="r" t="t"/>
              <a:pathLst>
                <a:path extrusionOk="0" h="1319" w="1192">
                  <a:moveTo>
                    <a:pt x="1" y="0"/>
                  </a:moveTo>
                  <a:cubicBezTo>
                    <a:pt x="1" y="0"/>
                    <a:pt x="1" y="1036"/>
                    <a:pt x="239" y="1238"/>
                  </a:cubicBezTo>
                  <a:cubicBezTo>
                    <a:pt x="304" y="1292"/>
                    <a:pt x="447" y="1319"/>
                    <a:pt x="590" y="1319"/>
                  </a:cubicBezTo>
                  <a:cubicBezTo>
                    <a:pt x="733" y="1319"/>
                    <a:pt x="876" y="1292"/>
                    <a:pt x="941" y="1238"/>
                  </a:cubicBezTo>
                  <a:cubicBezTo>
                    <a:pt x="1191" y="1036"/>
                    <a:pt x="1179" y="0"/>
                    <a:pt x="1179"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25"/>
            <p:cNvSpPr/>
            <p:nvPr/>
          </p:nvSpPr>
          <p:spPr>
            <a:xfrm>
              <a:off x="1744096" y="3318115"/>
              <a:ext cx="1921308" cy="53641"/>
            </a:xfrm>
            <a:custGeom>
              <a:rect b="b" l="l" r="r" t="t"/>
              <a:pathLst>
                <a:path extrusionOk="0" h="489" w="17515">
                  <a:moveTo>
                    <a:pt x="0" y="1"/>
                  </a:moveTo>
                  <a:lnTo>
                    <a:pt x="0" y="489"/>
                  </a:lnTo>
                  <a:lnTo>
                    <a:pt x="17514" y="489"/>
                  </a:lnTo>
                  <a:lnTo>
                    <a:pt x="17514"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25"/>
            <p:cNvSpPr/>
            <p:nvPr/>
          </p:nvSpPr>
          <p:spPr>
            <a:xfrm>
              <a:off x="-177233" y="4528831"/>
              <a:ext cx="4220076" cy="77225"/>
            </a:xfrm>
            <a:custGeom>
              <a:rect b="b" l="l" r="r" t="t"/>
              <a:pathLst>
                <a:path extrusionOk="0" h="704" w="38471">
                  <a:moveTo>
                    <a:pt x="1" y="1"/>
                  </a:moveTo>
                  <a:lnTo>
                    <a:pt x="1" y="703"/>
                  </a:lnTo>
                  <a:lnTo>
                    <a:pt x="38470" y="703"/>
                  </a:lnTo>
                  <a:lnTo>
                    <a:pt x="38470"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41" name="Google Shape;1841;p25"/>
          <p:cNvSpPr/>
          <p:nvPr/>
        </p:nvSpPr>
        <p:spPr>
          <a:xfrm>
            <a:off x="4460064" y="1821700"/>
            <a:ext cx="3037500" cy="1129800"/>
          </a:xfrm>
          <a:prstGeom prst="roundRect">
            <a:avLst>
              <a:gd fmla="val 50000"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25"/>
          <p:cNvSpPr/>
          <p:nvPr/>
        </p:nvSpPr>
        <p:spPr>
          <a:xfrm>
            <a:off x="4532622" y="1899054"/>
            <a:ext cx="2884500" cy="975000"/>
          </a:xfrm>
          <a:prstGeom prst="roundRect">
            <a:avLst>
              <a:gd fmla="val 50000" name="adj"/>
            </a:avLst>
          </a:prstGeom>
          <a:noFill/>
          <a:ln cap="flat" cmpd="sng" w="9525">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25"/>
          <p:cNvSpPr txBox="1"/>
          <p:nvPr>
            <p:ph type="ctrTitle"/>
          </p:nvPr>
        </p:nvSpPr>
        <p:spPr>
          <a:xfrm>
            <a:off x="3518700" y="540075"/>
            <a:ext cx="4912200" cy="128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5200"/>
              <a:buNone/>
            </a:pPr>
            <a:r>
              <a:rPr lang="de"/>
              <a:t>Danke!</a:t>
            </a:r>
            <a:endParaRPr/>
          </a:p>
        </p:txBody>
      </p:sp>
      <p:sp>
        <p:nvSpPr>
          <p:cNvPr id="1844" name="Google Shape;1844;p25"/>
          <p:cNvSpPr txBox="1"/>
          <p:nvPr>
            <p:ph idx="1" type="subTitle"/>
          </p:nvPr>
        </p:nvSpPr>
        <p:spPr>
          <a:xfrm>
            <a:off x="4592850" y="1857500"/>
            <a:ext cx="2763900" cy="1058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de">
                <a:solidFill>
                  <a:schemeClr val="lt1"/>
                </a:solidFill>
              </a:rPr>
              <a:t>Gibt es noch Fragen?</a:t>
            </a:r>
            <a:endParaRPr>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de">
                <a:solidFill>
                  <a:schemeClr val="lt1"/>
                </a:solidFill>
              </a:rPr>
              <a:t>addyouremail@freepik.com </a:t>
            </a:r>
            <a:endParaRPr>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de">
                <a:solidFill>
                  <a:schemeClr val="lt1"/>
                </a:solidFill>
              </a:rPr>
              <a:t>+91  620 421 838 </a:t>
            </a:r>
            <a:endParaRPr>
              <a:solidFill>
                <a:schemeClr val="lt1"/>
              </a:solidFill>
            </a:endParaRPr>
          </a:p>
          <a:p>
            <a:pPr indent="0" lvl="0" marL="0" rtl="0" algn="ctr">
              <a:lnSpc>
                <a:spcPct val="100000"/>
              </a:lnSpc>
              <a:spcBef>
                <a:spcPts val="0"/>
              </a:spcBef>
              <a:spcAft>
                <a:spcPts val="0"/>
              </a:spcAft>
              <a:buSzPts val="1400"/>
              <a:buNone/>
            </a:pPr>
            <a:r>
              <a:rPr lang="de">
                <a:solidFill>
                  <a:schemeClr val="lt1"/>
                </a:solidFill>
              </a:rPr>
              <a:t>yourcompany.com</a:t>
            </a:r>
            <a:endParaRPr>
              <a:solidFill>
                <a:schemeClr val="lt1"/>
              </a:solidFill>
            </a:endParaRPr>
          </a:p>
        </p:txBody>
      </p:sp>
      <p:sp>
        <p:nvSpPr>
          <p:cNvPr id="1845" name="Google Shape;1845;p25"/>
          <p:cNvSpPr txBox="1"/>
          <p:nvPr/>
        </p:nvSpPr>
        <p:spPr>
          <a:xfrm>
            <a:off x="3518700" y="4234500"/>
            <a:ext cx="4912200" cy="219900"/>
          </a:xfrm>
          <a:prstGeom prst="rect">
            <a:avLst/>
          </a:prstGeom>
          <a:noFill/>
          <a:ln>
            <a:noFill/>
          </a:ln>
        </p:spPr>
        <p:txBody>
          <a:bodyPr anchorCtr="0" anchor="ctr" bIns="36000" lIns="36000" spcFirstLastPara="1" rIns="36000" wrap="square" tIns="36000">
            <a:noAutofit/>
          </a:bodyPr>
          <a:lstStyle/>
          <a:p>
            <a:pPr indent="0" lvl="0" marL="0" marR="0" rtl="0" algn="ctr">
              <a:lnSpc>
                <a:spcPct val="100000"/>
              </a:lnSpc>
              <a:spcBef>
                <a:spcPts val="300"/>
              </a:spcBef>
              <a:spcAft>
                <a:spcPts val="0"/>
              </a:spcAft>
              <a:buClr>
                <a:srgbClr val="000000"/>
              </a:buClr>
              <a:buSzPts val="1100"/>
              <a:buFont typeface="Arial"/>
              <a:buNone/>
            </a:pPr>
            <a:r>
              <a:rPr b="0" i="0" lang="de" sz="1100" u="none" cap="none" strike="noStrike">
                <a:solidFill>
                  <a:schemeClr val="dk1"/>
                </a:solidFill>
                <a:latin typeface="Archivo"/>
                <a:ea typeface="Archivo"/>
                <a:cs typeface="Archivo"/>
                <a:sym typeface="Archivo"/>
              </a:rPr>
              <a:t>Please keep this slide for attribution</a:t>
            </a:r>
            <a:endParaRPr b="0" i="0" sz="1100" u="none" cap="none" strike="noStrike">
              <a:solidFill>
                <a:schemeClr val="dk1"/>
              </a:solidFill>
              <a:latin typeface="Archivo"/>
              <a:ea typeface="Archivo"/>
              <a:cs typeface="Archivo"/>
              <a:sym typeface="Archivo"/>
            </a:endParaRPr>
          </a:p>
        </p:txBody>
      </p:sp>
      <p:sp>
        <p:nvSpPr>
          <p:cNvPr id="1846" name="Google Shape;1846;p25"/>
          <p:cNvSpPr/>
          <p:nvPr/>
        </p:nvSpPr>
        <p:spPr>
          <a:xfrm>
            <a:off x="5076800" y="3075750"/>
            <a:ext cx="477900" cy="477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25"/>
          <p:cNvSpPr/>
          <p:nvPr/>
        </p:nvSpPr>
        <p:spPr>
          <a:xfrm>
            <a:off x="5087994" y="3086944"/>
            <a:ext cx="455435" cy="455435"/>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25"/>
          <p:cNvSpPr/>
          <p:nvPr/>
        </p:nvSpPr>
        <p:spPr>
          <a:xfrm>
            <a:off x="5735875" y="3075750"/>
            <a:ext cx="477900" cy="477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25"/>
          <p:cNvSpPr/>
          <p:nvPr/>
        </p:nvSpPr>
        <p:spPr>
          <a:xfrm>
            <a:off x="5747069" y="3086944"/>
            <a:ext cx="455435" cy="455435"/>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25"/>
          <p:cNvSpPr/>
          <p:nvPr/>
        </p:nvSpPr>
        <p:spPr>
          <a:xfrm>
            <a:off x="6394875" y="3075750"/>
            <a:ext cx="477900" cy="477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25"/>
          <p:cNvSpPr/>
          <p:nvPr/>
        </p:nvSpPr>
        <p:spPr>
          <a:xfrm>
            <a:off x="6406069" y="3086944"/>
            <a:ext cx="455435" cy="455435"/>
          </a:xfrm>
          <a:custGeom>
            <a:rect b="b" l="l" r="r" t="t"/>
            <a:pathLst>
              <a:path extrusionOk="0" fill="none" h="50158" w="50158">
                <a:moveTo>
                  <a:pt x="41243" y="8915"/>
                </a:moveTo>
                <a:cubicBezTo>
                  <a:pt x="50158" y="17858"/>
                  <a:pt x="50158" y="32300"/>
                  <a:pt x="41243" y="41243"/>
                </a:cubicBezTo>
                <a:cubicBezTo>
                  <a:pt x="32300" y="50158"/>
                  <a:pt x="17858" y="50158"/>
                  <a:pt x="8915" y="41243"/>
                </a:cubicBezTo>
                <a:cubicBezTo>
                  <a:pt x="0" y="32300"/>
                  <a:pt x="0" y="17858"/>
                  <a:pt x="8915" y="8915"/>
                </a:cubicBezTo>
                <a:cubicBezTo>
                  <a:pt x="17858" y="0"/>
                  <a:pt x="32300" y="0"/>
                  <a:pt x="41243" y="8915"/>
                </a:cubicBezTo>
                <a:close/>
              </a:path>
            </a:pathLst>
          </a:custGeom>
          <a:noFill/>
          <a:ln cap="flat" cmpd="sng" w="9525">
            <a:solidFill>
              <a:schemeClr val="lt2"/>
            </a:solidFill>
            <a:prstDash val="dash"/>
            <a:miter lim="289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52" name="Google Shape;1852;p25"/>
          <p:cNvGrpSpPr/>
          <p:nvPr/>
        </p:nvGrpSpPr>
        <p:grpSpPr>
          <a:xfrm>
            <a:off x="5867227" y="3207201"/>
            <a:ext cx="215152" cy="215138"/>
            <a:chOff x="860977" y="2620616"/>
            <a:chExt cx="319311" cy="319290"/>
          </a:xfrm>
        </p:grpSpPr>
        <p:sp>
          <p:nvSpPr>
            <p:cNvPr id="1853" name="Google Shape;1853;p2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2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2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56" name="Google Shape;1856;p25"/>
          <p:cNvSpPr/>
          <p:nvPr/>
        </p:nvSpPr>
        <p:spPr>
          <a:xfrm>
            <a:off x="6505100" y="3221424"/>
            <a:ext cx="257388" cy="209912"/>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57" name="Google Shape;1857;p25"/>
          <p:cNvGrpSpPr/>
          <p:nvPr/>
        </p:nvGrpSpPr>
        <p:grpSpPr>
          <a:xfrm>
            <a:off x="5208150" y="3198231"/>
            <a:ext cx="215137" cy="233099"/>
            <a:chOff x="1385007" y="2621430"/>
            <a:chExt cx="293262" cy="317660"/>
          </a:xfrm>
        </p:grpSpPr>
        <p:sp>
          <p:nvSpPr>
            <p:cNvPr id="1858" name="Google Shape;1858;p2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2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2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4" name="Shape 1864"/>
        <p:cNvGrpSpPr/>
        <p:nvPr/>
      </p:nvGrpSpPr>
      <p:grpSpPr>
        <a:xfrm>
          <a:off x="0" y="0"/>
          <a:ext cx="0" cy="0"/>
          <a:chOff x="0" y="0"/>
          <a:chExt cx="0" cy="0"/>
        </a:xfrm>
      </p:grpSpPr>
      <p:sp>
        <p:nvSpPr>
          <p:cNvPr id="1865" name="Google Shape;1865;p26"/>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Alternative Ressourcen</a:t>
            </a:r>
            <a:endParaRPr/>
          </a:p>
        </p:txBody>
      </p:sp>
      <p:grpSp>
        <p:nvGrpSpPr>
          <p:cNvPr id="1866" name="Google Shape;1866;p26"/>
          <p:cNvGrpSpPr/>
          <p:nvPr/>
        </p:nvGrpSpPr>
        <p:grpSpPr>
          <a:xfrm>
            <a:off x="6736056" y="3057428"/>
            <a:ext cx="1694856" cy="1394352"/>
            <a:chOff x="5015625" y="2622250"/>
            <a:chExt cx="2406782" cy="1980051"/>
          </a:xfrm>
        </p:grpSpPr>
        <p:sp>
          <p:nvSpPr>
            <p:cNvPr id="1867" name="Google Shape;1867;p26"/>
            <p:cNvSpPr/>
            <p:nvPr/>
          </p:nvSpPr>
          <p:spPr>
            <a:xfrm>
              <a:off x="5173314" y="2622250"/>
              <a:ext cx="2081860" cy="1545328"/>
            </a:xfrm>
            <a:custGeom>
              <a:rect b="b" l="l" r="r" t="t"/>
              <a:pathLst>
                <a:path extrusionOk="0" h="28820" w="38828">
                  <a:moveTo>
                    <a:pt x="27760" y="0"/>
                  </a:moveTo>
                  <a:cubicBezTo>
                    <a:pt x="24666" y="0"/>
                    <a:pt x="22092" y="1671"/>
                    <a:pt x="20551" y="3413"/>
                  </a:cubicBezTo>
                  <a:cubicBezTo>
                    <a:pt x="18265" y="5997"/>
                    <a:pt x="16562" y="8604"/>
                    <a:pt x="13705" y="9080"/>
                  </a:cubicBezTo>
                  <a:cubicBezTo>
                    <a:pt x="13114" y="9178"/>
                    <a:pt x="12460" y="9205"/>
                    <a:pt x="11766" y="9205"/>
                  </a:cubicBezTo>
                  <a:cubicBezTo>
                    <a:pt x="10960" y="9205"/>
                    <a:pt x="10100" y="9169"/>
                    <a:pt x="9220" y="9169"/>
                  </a:cubicBezTo>
                  <a:cubicBezTo>
                    <a:pt x="7184" y="9169"/>
                    <a:pt x="5047" y="9360"/>
                    <a:pt x="3251" y="10628"/>
                  </a:cubicBezTo>
                  <a:cubicBezTo>
                    <a:pt x="1" y="12902"/>
                    <a:pt x="13" y="18974"/>
                    <a:pt x="2584" y="22403"/>
                  </a:cubicBezTo>
                  <a:cubicBezTo>
                    <a:pt x="5144" y="25844"/>
                    <a:pt x="11788" y="27487"/>
                    <a:pt x="19444" y="28595"/>
                  </a:cubicBezTo>
                  <a:cubicBezTo>
                    <a:pt x="20437" y="28745"/>
                    <a:pt x="21436" y="28819"/>
                    <a:pt x="22435" y="28819"/>
                  </a:cubicBezTo>
                  <a:cubicBezTo>
                    <a:pt x="24201" y="28819"/>
                    <a:pt x="25964" y="28587"/>
                    <a:pt x="27683" y="28130"/>
                  </a:cubicBezTo>
                  <a:lnTo>
                    <a:pt x="31159" y="26868"/>
                  </a:lnTo>
                  <a:cubicBezTo>
                    <a:pt x="32862" y="26094"/>
                    <a:pt x="34279" y="25213"/>
                    <a:pt x="35481" y="24511"/>
                  </a:cubicBezTo>
                  <a:cubicBezTo>
                    <a:pt x="37315" y="23427"/>
                    <a:pt x="37970" y="20784"/>
                    <a:pt x="38315" y="18855"/>
                  </a:cubicBezTo>
                  <a:cubicBezTo>
                    <a:pt x="38827" y="15962"/>
                    <a:pt x="38779" y="12997"/>
                    <a:pt x="38184" y="10116"/>
                  </a:cubicBezTo>
                  <a:cubicBezTo>
                    <a:pt x="37422" y="6485"/>
                    <a:pt x="35672" y="3127"/>
                    <a:pt x="32552" y="1353"/>
                  </a:cubicBezTo>
                  <a:cubicBezTo>
                    <a:pt x="30872" y="391"/>
                    <a:pt x="29255" y="0"/>
                    <a:pt x="277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26"/>
            <p:cNvSpPr/>
            <p:nvPr/>
          </p:nvSpPr>
          <p:spPr>
            <a:xfrm>
              <a:off x="7191903" y="2777902"/>
              <a:ext cx="157099" cy="416091"/>
            </a:xfrm>
            <a:custGeom>
              <a:rect b="b" l="l" r="r" t="t"/>
              <a:pathLst>
                <a:path extrusionOk="0" h="7760" w="2930">
                  <a:moveTo>
                    <a:pt x="1359" y="1"/>
                  </a:moveTo>
                  <a:cubicBezTo>
                    <a:pt x="1063" y="1"/>
                    <a:pt x="765" y="136"/>
                    <a:pt x="512" y="415"/>
                  </a:cubicBezTo>
                  <a:cubicBezTo>
                    <a:pt x="108" y="867"/>
                    <a:pt x="0" y="1510"/>
                    <a:pt x="215" y="2082"/>
                  </a:cubicBezTo>
                  <a:cubicBezTo>
                    <a:pt x="512" y="2867"/>
                    <a:pt x="1012" y="4272"/>
                    <a:pt x="1310" y="5368"/>
                  </a:cubicBezTo>
                  <a:cubicBezTo>
                    <a:pt x="1669" y="6686"/>
                    <a:pt x="1641" y="7760"/>
                    <a:pt x="1894" y="7760"/>
                  </a:cubicBezTo>
                  <a:cubicBezTo>
                    <a:pt x="1952" y="7760"/>
                    <a:pt x="2025" y="7704"/>
                    <a:pt x="2120" y="7582"/>
                  </a:cubicBezTo>
                  <a:cubicBezTo>
                    <a:pt x="2644" y="6915"/>
                    <a:pt x="2929" y="4487"/>
                    <a:pt x="2786" y="2058"/>
                  </a:cubicBezTo>
                  <a:cubicBezTo>
                    <a:pt x="2703" y="714"/>
                    <a:pt x="2037" y="1"/>
                    <a:pt x="13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26"/>
            <p:cNvSpPr/>
            <p:nvPr/>
          </p:nvSpPr>
          <p:spPr>
            <a:xfrm>
              <a:off x="6109743" y="2662034"/>
              <a:ext cx="259723" cy="211316"/>
            </a:xfrm>
            <a:custGeom>
              <a:rect b="b" l="l" r="r" t="t"/>
              <a:pathLst>
                <a:path extrusionOk="0" h="3941" w="4844">
                  <a:moveTo>
                    <a:pt x="3781" y="1"/>
                  </a:moveTo>
                  <a:cubicBezTo>
                    <a:pt x="3496" y="1"/>
                    <a:pt x="3150" y="74"/>
                    <a:pt x="2800" y="242"/>
                  </a:cubicBezTo>
                  <a:cubicBezTo>
                    <a:pt x="2800" y="242"/>
                    <a:pt x="1836" y="456"/>
                    <a:pt x="1098" y="1933"/>
                  </a:cubicBezTo>
                  <a:cubicBezTo>
                    <a:pt x="425" y="3277"/>
                    <a:pt x="0" y="3940"/>
                    <a:pt x="541" y="3940"/>
                  </a:cubicBezTo>
                  <a:cubicBezTo>
                    <a:pt x="594" y="3940"/>
                    <a:pt x="656" y="3934"/>
                    <a:pt x="729" y="3921"/>
                  </a:cubicBezTo>
                  <a:cubicBezTo>
                    <a:pt x="1538" y="3778"/>
                    <a:pt x="2574" y="1861"/>
                    <a:pt x="3896" y="1052"/>
                  </a:cubicBezTo>
                  <a:cubicBezTo>
                    <a:pt x="4843" y="471"/>
                    <a:pt x="4505"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26"/>
            <p:cNvSpPr/>
            <p:nvPr/>
          </p:nvSpPr>
          <p:spPr>
            <a:xfrm>
              <a:off x="6050656" y="2711791"/>
              <a:ext cx="98763" cy="106489"/>
            </a:xfrm>
            <a:custGeom>
              <a:rect b="b" l="l" r="r" t="t"/>
              <a:pathLst>
                <a:path extrusionOk="0" h="1986" w="1842">
                  <a:moveTo>
                    <a:pt x="1183" y="1"/>
                  </a:moveTo>
                  <a:cubicBezTo>
                    <a:pt x="1166" y="1"/>
                    <a:pt x="1148" y="2"/>
                    <a:pt x="1128" y="5"/>
                  </a:cubicBezTo>
                  <a:cubicBezTo>
                    <a:pt x="938" y="28"/>
                    <a:pt x="783" y="159"/>
                    <a:pt x="699" y="338"/>
                  </a:cubicBezTo>
                  <a:cubicBezTo>
                    <a:pt x="481" y="820"/>
                    <a:pt x="0" y="1985"/>
                    <a:pt x="386" y="1985"/>
                  </a:cubicBezTo>
                  <a:cubicBezTo>
                    <a:pt x="420" y="1985"/>
                    <a:pt x="461" y="1976"/>
                    <a:pt x="509" y="1957"/>
                  </a:cubicBezTo>
                  <a:cubicBezTo>
                    <a:pt x="1147" y="1702"/>
                    <a:pt x="1841" y="1"/>
                    <a:pt x="1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26"/>
            <p:cNvSpPr/>
            <p:nvPr/>
          </p:nvSpPr>
          <p:spPr>
            <a:xfrm>
              <a:off x="5163770" y="4518654"/>
              <a:ext cx="2258637" cy="83647"/>
            </a:xfrm>
            <a:custGeom>
              <a:rect b="b" l="l" r="r" t="t"/>
              <a:pathLst>
                <a:path extrusionOk="0" h="1560" w="42125">
                  <a:moveTo>
                    <a:pt x="21062" y="0"/>
                  </a:moveTo>
                  <a:cubicBezTo>
                    <a:pt x="9430" y="0"/>
                    <a:pt x="0" y="345"/>
                    <a:pt x="0" y="774"/>
                  </a:cubicBezTo>
                  <a:cubicBezTo>
                    <a:pt x="0" y="1215"/>
                    <a:pt x="9430" y="1560"/>
                    <a:pt x="21062" y="1560"/>
                  </a:cubicBezTo>
                  <a:cubicBezTo>
                    <a:pt x="32695" y="1560"/>
                    <a:pt x="42125" y="1215"/>
                    <a:pt x="42125" y="774"/>
                  </a:cubicBezTo>
                  <a:cubicBezTo>
                    <a:pt x="42125" y="345"/>
                    <a:pt x="32695" y="0"/>
                    <a:pt x="21062"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26"/>
            <p:cNvSpPr/>
            <p:nvPr/>
          </p:nvSpPr>
          <p:spPr>
            <a:xfrm>
              <a:off x="5163770" y="4518654"/>
              <a:ext cx="2258637" cy="83647"/>
            </a:xfrm>
            <a:custGeom>
              <a:rect b="b" l="l" r="r" t="t"/>
              <a:pathLst>
                <a:path extrusionOk="0" h="1560" w="42125">
                  <a:moveTo>
                    <a:pt x="21062" y="0"/>
                  </a:moveTo>
                  <a:cubicBezTo>
                    <a:pt x="9430" y="0"/>
                    <a:pt x="0" y="345"/>
                    <a:pt x="0" y="774"/>
                  </a:cubicBezTo>
                  <a:cubicBezTo>
                    <a:pt x="0" y="1215"/>
                    <a:pt x="9430" y="1560"/>
                    <a:pt x="21062" y="1560"/>
                  </a:cubicBezTo>
                  <a:cubicBezTo>
                    <a:pt x="32695" y="1560"/>
                    <a:pt x="42125" y="1215"/>
                    <a:pt x="42125" y="774"/>
                  </a:cubicBezTo>
                  <a:cubicBezTo>
                    <a:pt x="42125" y="345"/>
                    <a:pt x="32695" y="0"/>
                    <a:pt x="210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26"/>
            <p:cNvSpPr/>
            <p:nvPr/>
          </p:nvSpPr>
          <p:spPr>
            <a:xfrm>
              <a:off x="6657552" y="2982668"/>
              <a:ext cx="186482" cy="1097494"/>
            </a:xfrm>
            <a:custGeom>
              <a:rect b="b" l="l" r="r" t="t"/>
              <a:pathLst>
                <a:path extrusionOk="0" h="20468" w="3478">
                  <a:moveTo>
                    <a:pt x="3168" y="1263"/>
                  </a:moveTo>
                  <a:lnTo>
                    <a:pt x="3168" y="2275"/>
                  </a:lnTo>
                  <a:lnTo>
                    <a:pt x="310" y="2275"/>
                  </a:lnTo>
                  <a:lnTo>
                    <a:pt x="310" y="1263"/>
                  </a:lnTo>
                  <a:close/>
                  <a:moveTo>
                    <a:pt x="3168" y="2584"/>
                  </a:moveTo>
                  <a:lnTo>
                    <a:pt x="3168" y="3596"/>
                  </a:lnTo>
                  <a:lnTo>
                    <a:pt x="310" y="3596"/>
                  </a:lnTo>
                  <a:lnTo>
                    <a:pt x="310" y="2584"/>
                  </a:lnTo>
                  <a:close/>
                  <a:moveTo>
                    <a:pt x="3168" y="3918"/>
                  </a:moveTo>
                  <a:lnTo>
                    <a:pt x="3168" y="4930"/>
                  </a:lnTo>
                  <a:lnTo>
                    <a:pt x="310" y="4930"/>
                  </a:lnTo>
                  <a:lnTo>
                    <a:pt x="310" y="3918"/>
                  </a:lnTo>
                  <a:close/>
                  <a:moveTo>
                    <a:pt x="3168" y="5240"/>
                  </a:moveTo>
                  <a:lnTo>
                    <a:pt x="3168" y="6252"/>
                  </a:lnTo>
                  <a:lnTo>
                    <a:pt x="310" y="6252"/>
                  </a:lnTo>
                  <a:lnTo>
                    <a:pt x="310" y="5240"/>
                  </a:lnTo>
                  <a:close/>
                  <a:moveTo>
                    <a:pt x="3168" y="6561"/>
                  </a:moveTo>
                  <a:lnTo>
                    <a:pt x="3168" y="7573"/>
                  </a:lnTo>
                  <a:lnTo>
                    <a:pt x="310" y="7573"/>
                  </a:lnTo>
                  <a:lnTo>
                    <a:pt x="310" y="6561"/>
                  </a:lnTo>
                  <a:close/>
                  <a:moveTo>
                    <a:pt x="3168" y="7883"/>
                  </a:moveTo>
                  <a:lnTo>
                    <a:pt x="3168" y="8883"/>
                  </a:lnTo>
                  <a:lnTo>
                    <a:pt x="310" y="8883"/>
                  </a:lnTo>
                  <a:lnTo>
                    <a:pt x="310" y="7883"/>
                  </a:lnTo>
                  <a:close/>
                  <a:moveTo>
                    <a:pt x="3168" y="9204"/>
                  </a:moveTo>
                  <a:lnTo>
                    <a:pt x="3168" y="10204"/>
                  </a:lnTo>
                  <a:lnTo>
                    <a:pt x="310" y="10204"/>
                  </a:lnTo>
                  <a:lnTo>
                    <a:pt x="310" y="9204"/>
                  </a:lnTo>
                  <a:close/>
                  <a:moveTo>
                    <a:pt x="3168" y="10526"/>
                  </a:moveTo>
                  <a:lnTo>
                    <a:pt x="3168" y="11526"/>
                  </a:lnTo>
                  <a:lnTo>
                    <a:pt x="310" y="11526"/>
                  </a:lnTo>
                  <a:lnTo>
                    <a:pt x="310" y="10526"/>
                  </a:lnTo>
                  <a:close/>
                  <a:moveTo>
                    <a:pt x="3168" y="11836"/>
                  </a:moveTo>
                  <a:lnTo>
                    <a:pt x="3168" y="12848"/>
                  </a:lnTo>
                  <a:lnTo>
                    <a:pt x="310" y="12848"/>
                  </a:lnTo>
                  <a:lnTo>
                    <a:pt x="310" y="11836"/>
                  </a:lnTo>
                  <a:close/>
                  <a:moveTo>
                    <a:pt x="3168" y="13157"/>
                  </a:moveTo>
                  <a:lnTo>
                    <a:pt x="3168" y="14169"/>
                  </a:lnTo>
                  <a:lnTo>
                    <a:pt x="310" y="14169"/>
                  </a:lnTo>
                  <a:lnTo>
                    <a:pt x="310" y="13157"/>
                  </a:lnTo>
                  <a:close/>
                  <a:moveTo>
                    <a:pt x="3168" y="14491"/>
                  </a:moveTo>
                  <a:lnTo>
                    <a:pt x="3168" y="15503"/>
                  </a:lnTo>
                  <a:lnTo>
                    <a:pt x="310" y="15503"/>
                  </a:lnTo>
                  <a:lnTo>
                    <a:pt x="310" y="14491"/>
                  </a:lnTo>
                  <a:close/>
                  <a:moveTo>
                    <a:pt x="156" y="1"/>
                  </a:moveTo>
                  <a:cubicBezTo>
                    <a:pt x="72" y="1"/>
                    <a:pt x="1" y="60"/>
                    <a:pt x="1" y="156"/>
                  </a:cubicBezTo>
                  <a:lnTo>
                    <a:pt x="1" y="20313"/>
                  </a:lnTo>
                  <a:cubicBezTo>
                    <a:pt x="1" y="20408"/>
                    <a:pt x="72" y="20468"/>
                    <a:pt x="156" y="20468"/>
                  </a:cubicBezTo>
                  <a:cubicBezTo>
                    <a:pt x="239" y="20468"/>
                    <a:pt x="310" y="20408"/>
                    <a:pt x="310" y="20313"/>
                  </a:cubicBezTo>
                  <a:lnTo>
                    <a:pt x="310" y="15812"/>
                  </a:lnTo>
                  <a:lnTo>
                    <a:pt x="3168" y="15812"/>
                  </a:lnTo>
                  <a:lnTo>
                    <a:pt x="3168" y="20313"/>
                  </a:lnTo>
                  <a:cubicBezTo>
                    <a:pt x="3168" y="20408"/>
                    <a:pt x="3239" y="20468"/>
                    <a:pt x="3323" y="20468"/>
                  </a:cubicBezTo>
                  <a:cubicBezTo>
                    <a:pt x="3406" y="20468"/>
                    <a:pt x="3477" y="20408"/>
                    <a:pt x="3477" y="20313"/>
                  </a:cubicBezTo>
                  <a:lnTo>
                    <a:pt x="3477" y="144"/>
                  </a:lnTo>
                  <a:cubicBezTo>
                    <a:pt x="3477" y="60"/>
                    <a:pt x="3406" y="1"/>
                    <a:pt x="3323" y="1"/>
                  </a:cubicBezTo>
                  <a:cubicBezTo>
                    <a:pt x="3239" y="1"/>
                    <a:pt x="3168" y="60"/>
                    <a:pt x="3168" y="156"/>
                  </a:cubicBezTo>
                  <a:lnTo>
                    <a:pt x="3168" y="953"/>
                  </a:lnTo>
                  <a:lnTo>
                    <a:pt x="310" y="953"/>
                  </a:lnTo>
                  <a:lnTo>
                    <a:pt x="310" y="156"/>
                  </a:lnTo>
                  <a:cubicBezTo>
                    <a:pt x="310" y="60"/>
                    <a:pt x="239"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26"/>
            <p:cNvSpPr/>
            <p:nvPr/>
          </p:nvSpPr>
          <p:spPr>
            <a:xfrm>
              <a:off x="5321513" y="3633748"/>
              <a:ext cx="190235" cy="298020"/>
            </a:xfrm>
            <a:custGeom>
              <a:rect b="b" l="l" r="r" t="t"/>
              <a:pathLst>
                <a:path extrusionOk="0" h="5558" w="3548">
                  <a:moveTo>
                    <a:pt x="1952" y="0"/>
                  </a:moveTo>
                  <a:cubicBezTo>
                    <a:pt x="1077" y="0"/>
                    <a:pt x="631" y="1901"/>
                    <a:pt x="416" y="2907"/>
                  </a:cubicBezTo>
                  <a:cubicBezTo>
                    <a:pt x="5" y="4806"/>
                    <a:pt x="0" y="5557"/>
                    <a:pt x="181" y="5557"/>
                  </a:cubicBezTo>
                  <a:cubicBezTo>
                    <a:pt x="236" y="5557"/>
                    <a:pt x="309" y="5488"/>
                    <a:pt x="392" y="5360"/>
                  </a:cubicBezTo>
                  <a:lnTo>
                    <a:pt x="1213" y="4110"/>
                  </a:lnTo>
                  <a:cubicBezTo>
                    <a:pt x="1213" y="4110"/>
                    <a:pt x="3547" y="907"/>
                    <a:pt x="2404" y="157"/>
                  </a:cubicBezTo>
                  <a:cubicBezTo>
                    <a:pt x="2242" y="49"/>
                    <a:pt x="2091" y="0"/>
                    <a:pt x="19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26"/>
            <p:cNvSpPr/>
            <p:nvPr/>
          </p:nvSpPr>
          <p:spPr>
            <a:xfrm>
              <a:off x="5345319" y="3762645"/>
              <a:ext cx="262190" cy="253247"/>
            </a:xfrm>
            <a:custGeom>
              <a:rect b="b" l="l" r="r" t="t"/>
              <a:pathLst>
                <a:path extrusionOk="0" h="4723" w="4890">
                  <a:moveTo>
                    <a:pt x="3482" y="1"/>
                  </a:moveTo>
                  <a:cubicBezTo>
                    <a:pt x="2691" y="1"/>
                    <a:pt x="1775" y="1471"/>
                    <a:pt x="1281" y="2277"/>
                  </a:cubicBezTo>
                  <a:cubicBezTo>
                    <a:pt x="232" y="4024"/>
                    <a:pt x="0" y="4722"/>
                    <a:pt x="220" y="4722"/>
                  </a:cubicBezTo>
                  <a:cubicBezTo>
                    <a:pt x="274" y="4722"/>
                    <a:pt x="356" y="4679"/>
                    <a:pt x="460" y="4599"/>
                  </a:cubicBezTo>
                  <a:lnTo>
                    <a:pt x="1639" y="3670"/>
                  </a:lnTo>
                  <a:cubicBezTo>
                    <a:pt x="1639" y="3670"/>
                    <a:pt x="4889" y="1408"/>
                    <a:pt x="4056" y="325"/>
                  </a:cubicBezTo>
                  <a:cubicBezTo>
                    <a:pt x="3879" y="97"/>
                    <a:pt x="3684" y="1"/>
                    <a:pt x="34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26"/>
            <p:cNvSpPr/>
            <p:nvPr/>
          </p:nvSpPr>
          <p:spPr>
            <a:xfrm>
              <a:off x="5360921" y="3963925"/>
              <a:ext cx="226748" cy="168742"/>
            </a:xfrm>
            <a:custGeom>
              <a:rect b="b" l="l" r="r" t="t"/>
              <a:pathLst>
                <a:path extrusionOk="0" h="3147" w="4229">
                  <a:moveTo>
                    <a:pt x="3257" y="0"/>
                  </a:moveTo>
                  <a:cubicBezTo>
                    <a:pt x="2655" y="0"/>
                    <a:pt x="1813" y="909"/>
                    <a:pt x="1348" y="1428"/>
                  </a:cubicBezTo>
                  <a:cubicBezTo>
                    <a:pt x="254" y="2650"/>
                    <a:pt x="0" y="3146"/>
                    <a:pt x="201" y="3146"/>
                  </a:cubicBezTo>
                  <a:cubicBezTo>
                    <a:pt x="243" y="3146"/>
                    <a:pt x="305" y="3124"/>
                    <a:pt x="383" y="3083"/>
                  </a:cubicBezTo>
                  <a:lnTo>
                    <a:pt x="1419" y="2548"/>
                  </a:lnTo>
                  <a:cubicBezTo>
                    <a:pt x="1419" y="2548"/>
                    <a:pt x="4229" y="1286"/>
                    <a:pt x="3753" y="345"/>
                  </a:cubicBezTo>
                  <a:cubicBezTo>
                    <a:pt x="3628" y="100"/>
                    <a:pt x="3456" y="0"/>
                    <a:pt x="325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26"/>
            <p:cNvSpPr/>
            <p:nvPr/>
          </p:nvSpPr>
          <p:spPr>
            <a:xfrm>
              <a:off x="5369822" y="4105369"/>
              <a:ext cx="226802" cy="169010"/>
            </a:xfrm>
            <a:custGeom>
              <a:rect b="b" l="l" r="r" t="t"/>
              <a:pathLst>
                <a:path extrusionOk="0" h="3152" w="4230">
                  <a:moveTo>
                    <a:pt x="3263" y="0"/>
                  </a:moveTo>
                  <a:cubicBezTo>
                    <a:pt x="2660" y="0"/>
                    <a:pt x="1815" y="913"/>
                    <a:pt x="1348" y="1434"/>
                  </a:cubicBezTo>
                  <a:cubicBezTo>
                    <a:pt x="255" y="2655"/>
                    <a:pt x="1" y="3151"/>
                    <a:pt x="202" y="3151"/>
                  </a:cubicBezTo>
                  <a:cubicBezTo>
                    <a:pt x="244" y="3151"/>
                    <a:pt x="306" y="3130"/>
                    <a:pt x="384" y="3089"/>
                  </a:cubicBezTo>
                  <a:lnTo>
                    <a:pt x="1420" y="2553"/>
                  </a:lnTo>
                  <a:cubicBezTo>
                    <a:pt x="1420" y="2553"/>
                    <a:pt x="4230" y="1291"/>
                    <a:pt x="3753" y="338"/>
                  </a:cubicBezTo>
                  <a:cubicBezTo>
                    <a:pt x="3630" y="98"/>
                    <a:pt x="3459" y="0"/>
                    <a:pt x="326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26"/>
            <p:cNvSpPr/>
            <p:nvPr/>
          </p:nvSpPr>
          <p:spPr>
            <a:xfrm>
              <a:off x="5015625" y="3836905"/>
              <a:ext cx="333608" cy="153031"/>
            </a:xfrm>
            <a:custGeom>
              <a:rect b="b" l="l" r="r" t="t"/>
              <a:pathLst>
                <a:path extrusionOk="0" h="2854" w="6222">
                  <a:moveTo>
                    <a:pt x="1473" y="0"/>
                  </a:moveTo>
                  <a:cubicBezTo>
                    <a:pt x="1206" y="0"/>
                    <a:pt x="982" y="83"/>
                    <a:pt x="834" y="285"/>
                  </a:cubicBezTo>
                  <a:cubicBezTo>
                    <a:pt x="1" y="1428"/>
                    <a:pt x="2346" y="2095"/>
                    <a:pt x="3501" y="2404"/>
                  </a:cubicBezTo>
                  <a:cubicBezTo>
                    <a:pt x="4728" y="2726"/>
                    <a:pt x="5475" y="2854"/>
                    <a:pt x="5848" y="2854"/>
                  </a:cubicBezTo>
                  <a:cubicBezTo>
                    <a:pt x="6222" y="2854"/>
                    <a:pt x="6222" y="2726"/>
                    <a:pt x="5954" y="2535"/>
                  </a:cubicBezTo>
                  <a:lnTo>
                    <a:pt x="4728" y="1654"/>
                  </a:lnTo>
                  <a:cubicBezTo>
                    <a:pt x="4728" y="1654"/>
                    <a:pt x="2668" y="0"/>
                    <a:pt x="147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26"/>
            <p:cNvSpPr/>
            <p:nvPr/>
          </p:nvSpPr>
          <p:spPr>
            <a:xfrm>
              <a:off x="5023292" y="3982799"/>
              <a:ext cx="349479" cy="108634"/>
            </a:xfrm>
            <a:custGeom>
              <a:rect b="b" l="l" r="r" t="t"/>
              <a:pathLst>
                <a:path extrusionOk="0" h="2026" w="6518">
                  <a:moveTo>
                    <a:pt x="1494" y="0"/>
                  </a:moveTo>
                  <a:cubicBezTo>
                    <a:pt x="1074" y="0"/>
                    <a:pt x="739" y="118"/>
                    <a:pt x="596" y="433"/>
                  </a:cubicBezTo>
                  <a:cubicBezTo>
                    <a:pt x="1" y="1719"/>
                    <a:pt x="2430" y="1910"/>
                    <a:pt x="3608" y="1981"/>
                  </a:cubicBezTo>
                  <a:cubicBezTo>
                    <a:pt x="4150" y="2012"/>
                    <a:pt x="4598" y="2025"/>
                    <a:pt x="4963" y="2025"/>
                  </a:cubicBezTo>
                  <a:cubicBezTo>
                    <a:pt x="6308" y="2025"/>
                    <a:pt x="6517" y="1840"/>
                    <a:pt x="6049" y="1624"/>
                  </a:cubicBezTo>
                  <a:lnTo>
                    <a:pt x="4680" y="1005"/>
                  </a:lnTo>
                  <a:cubicBezTo>
                    <a:pt x="4680" y="1005"/>
                    <a:pt x="2723" y="0"/>
                    <a:pt x="149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26"/>
            <p:cNvSpPr/>
            <p:nvPr/>
          </p:nvSpPr>
          <p:spPr>
            <a:xfrm>
              <a:off x="5085864" y="4119685"/>
              <a:ext cx="298060" cy="88044"/>
            </a:xfrm>
            <a:custGeom>
              <a:rect b="b" l="l" r="r" t="t"/>
              <a:pathLst>
                <a:path extrusionOk="0" h="1642" w="5559">
                  <a:moveTo>
                    <a:pt x="1275" y="1"/>
                  </a:moveTo>
                  <a:cubicBezTo>
                    <a:pt x="892" y="1"/>
                    <a:pt x="586" y="106"/>
                    <a:pt x="465" y="393"/>
                  </a:cubicBezTo>
                  <a:cubicBezTo>
                    <a:pt x="1" y="1500"/>
                    <a:pt x="2049" y="1595"/>
                    <a:pt x="3061" y="1631"/>
                  </a:cubicBezTo>
                  <a:cubicBezTo>
                    <a:pt x="3319" y="1638"/>
                    <a:pt x="3552" y="1641"/>
                    <a:pt x="3762" y="1641"/>
                  </a:cubicBezTo>
                  <a:cubicBezTo>
                    <a:pt x="5291" y="1641"/>
                    <a:pt x="5559" y="1462"/>
                    <a:pt x="5108" y="1274"/>
                  </a:cubicBezTo>
                  <a:lnTo>
                    <a:pt x="3942" y="774"/>
                  </a:lnTo>
                  <a:lnTo>
                    <a:pt x="3942" y="786"/>
                  </a:lnTo>
                  <a:cubicBezTo>
                    <a:pt x="3942" y="786"/>
                    <a:pt x="2321" y="1"/>
                    <a:pt x="127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26"/>
            <p:cNvSpPr/>
            <p:nvPr/>
          </p:nvSpPr>
          <p:spPr>
            <a:xfrm>
              <a:off x="5090958" y="4204991"/>
              <a:ext cx="290232" cy="105792"/>
            </a:xfrm>
            <a:custGeom>
              <a:rect b="b" l="l" r="r" t="t"/>
              <a:pathLst>
                <a:path extrusionOk="0" h="1973" w="5413">
                  <a:moveTo>
                    <a:pt x="1243" y="0"/>
                  </a:moveTo>
                  <a:cubicBezTo>
                    <a:pt x="948" y="0"/>
                    <a:pt x="709" y="88"/>
                    <a:pt x="584" y="314"/>
                  </a:cubicBezTo>
                  <a:cubicBezTo>
                    <a:pt x="1" y="1362"/>
                    <a:pt x="2037" y="1683"/>
                    <a:pt x="3025" y="1814"/>
                  </a:cubicBezTo>
                  <a:cubicBezTo>
                    <a:pt x="3829" y="1926"/>
                    <a:pt x="4392" y="1972"/>
                    <a:pt x="4755" y="1972"/>
                  </a:cubicBezTo>
                  <a:cubicBezTo>
                    <a:pt x="5356" y="1972"/>
                    <a:pt x="5413" y="1846"/>
                    <a:pt x="5109" y="1683"/>
                  </a:cubicBezTo>
                  <a:lnTo>
                    <a:pt x="3989" y="1064"/>
                  </a:lnTo>
                  <a:cubicBezTo>
                    <a:pt x="3989" y="1064"/>
                    <a:pt x="2272" y="0"/>
                    <a:pt x="124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26"/>
            <p:cNvSpPr/>
            <p:nvPr/>
          </p:nvSpPr>
          <p:spPr>
            <a:xfrm>
              <a:off x="5069886" y="3531767"/>
              <a:ext cx="239563" cy="339093"/>
            </a:xfrm>
            <a:custGeom>
              <a:rect b="b" l="l" r="r" t="t"/>
              <a:pathLst>
                <a:path extrusionOk="0" h="6324" w="4468">
                  <a:moveTo>
                    <a:pt x="2072" y="1"/>
                  </a:moveTo>
                  <a:cubicBezTo>
                    <a:pt x="1992" y="1"/>
                    <a:pt x="1909" y="12"/>
                    <a:pt x="1823" y="35"/>
                  </a:cubicBezTo>
                  <a:cubicBezTo>
                    <a:pt x="1" y="535"/>
                    <a:pt x="1525" y="2880"/>
                    <a:pt x="2299" y="4012"/>
                  </a:cubicBezTo>
                  <a:cubicBezTo>
                    <a:pt x="3434" y="5677"/>
                    <a:pt x="4070" y="6324"/>
                    <a:pt x="4320" y="6324"/>
                  </a:cubicBezTo>
                  <a:cubicBezTo>
                    <a:pt x="4434" y="6324"/>
                    <a:pt x="4468" y="6188"/>
                    <a:pt x="4430" y="5952"/>
                  </a:cubicBezTo>
                  <a:lnTo>
                    <a:pt x="4121" y="4202"/>
                  </a:lnTo>
                  <a:cubicBezTo>
                    <a:pt x="4121" y="4202"/>
                    <a:pt x="3636" y="1"/>
                    <a:pt x="207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26"/>
            <p:cNvSpPr/>
            <p:nvPr/>
          </p:nvSpPr>
          <p:spPr>
            <a:xfrm>
              <a:off x="5186718" y="3624257"/>
              <a:ext cx="195436" cy="821673"/>
            </a:xfrm>
            <a:custGeom>
              <a:rect b="b" l="l" r="r" t="t"/>
              <a:pathLst>
                <a:path extrusionOk="0" fill="none" h="15324" w="3645">
                  <a:moveTo>
                    <a:pt x="1" y="1"/>
                  </a:moveTo>
                  <a:cubicBezTo>
                    <a:pt x="1" y="1"/>
                    <a:pt x="2680" y="5013"/>
                    <a:pt x="3096" y="7335"/>
                  </a:cubicBezTo>
                  <a:cubicBezTo>
                    <a:pt x="3573" y="10002"/>
                    <a:pt x="3644" y="12978"/>
                    <a:pt x="3311" y="15324"/>
                  </a:cubicBez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26"/>
            <p:cNvSpPr/>
            <p:nvPr/>
          </p:nvSpPr>
          <p:spPr>
            <a:xfrm>
              <a:off x="5329716" y="3719375"/>
              <a:ext cx="70293" cy="215177"/>
            </a:xfrm>
            <a:custGeom>
              <a:rect b="b" l="l" r="r" t="t"/>
              <a:pathLst>
                <a:path extrusionOk="0" fill="none" h="4013" w="1311">
                  <a:moveTo>
                    <a:pt x="1" y="4013"/>
                  </a:moveTo>
                  <a:lnTo>
                    <a:pt x="1311" y="1"/>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26"/>
            <p:cNvSpPr/>
            <p:nvPr/>
          </p:nvSpPr>
          <p:spPr>
            <a:xfrm>
              <a:off x="5352718" y="3850899"/>
              <a:ext cx="131577" cy="166651"/>
            </a:xfrm>
            <a:custGeom>
              <a:rect b="b" l="l" r="r" t="t"/>
              <a:pathLst>
                <a:path extrusionOk="0" fill="none" h="3108" w="2454">
                  <a:moveTo>
                    <a:pt x="0" y="3108"/>
                  </a:moveTo>
                  <a:lnTo>
                    <a:pt x="2453" y="0"/>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26"/>
            <p:cNvSpPr/>
            <p:nvPr/>
          </p:nvSpPr>
          <p:spPr>
            <a:xfrm>
              <a:off x="5152886" y="3906447"/>
              <a:ext cx="190932" cy="80484"/>
            </a:xfrm>
            <a:custGeom>
              <a:rect b="b" l="l" r="r" t="t"/>
              <a:pathLst>
                <a:path extrusionOk="0" fill="none" h="1501" w="3561">
                  <a:moveTo>
                    <a:pt x="3561" y="1500"/>
                  </a:moveTo>
                  <a:lnTo>
                    <a:pt x="1" y="0"/>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26"/>
            <p:cNvSpPr/>
            <p:nvPr/>
          </p:nvSpPr>
          <p:spPr>
            <a:xfrm>
              <a:off x="5369339" y="4019420"/>
              <a:ext cx="143641" cy="110511"/>
            </a:xfrm>
            <a:custGeom>
              <a:rect b="b" l="l" r="r" t="t"/>
              <a:pathLst>
                <a:path extrusionOk="0" fill="none" h="2061" w="2679">
                  <a:moveTo>
                    <a:pt x="0" y="2060"/>
                  </a:moveTo>
                  <a:lnTo>
                    <a:pt x="2679" y="1"/>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26"/>
            <p:cNvSpPr/>
            <p:nvPr/>
          </p:nvSpPr>
          <p:spPr>
            <a:xfrm>
              <a:off x="5211007" y="4051322"/>
              <a:ext cx="150719" cy="31368"/>
            </a:xfrm>
            <a:custGeom>
              <a:rect b="b" l="l" r="r" t="t"/>
              <a:pathLst>
                <a:path extrusionOk="0" fill="none" h="585" w="2811">
                  <a:moveTo>
                    <a:pt x="2810" y="584"/>
                  </a:moveTo>
                  <a:lnTo>
                    <a:pt x="0" y="1"/>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26"/>
            <p:cNvSpPr/>
            <p:nvPr/>
          </p:nvSpPr>
          <p:spPr>
            <a:xfrm>
              <a:off x="5252507" y="4179040"/>
              <a:ext cx="116243" cy="18553"/>
            </a:xfrm>
            <a:custGeom>
              <a:rect b="b" l="l" r="r" t="t"/>
              <a:pathLst>
                <a:path extrusionOk="0" fill="none" h="346" w="2168">
                  <a:moveTo>
                    <a:pt x="2167" y="345"/>
                  </a:moveTo>
                  <a:lnTo>
                    <a:pt x="0" y="0"/>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26"/>
            <p:cNvSpPr/>
            <p:nvPr/>
          </p:nvSpPr>
          <p:spPr>
            <a:xfrm>
              <a:off x="5378240" y="4201988"/>
              <a:ext cx="78603" cy="70296"/>
            </a:xfrm>
            <a:custGeom>
              <a:rect b="b" l="l" r="r" t="t"/>
              <a:pathLst>
                <a:path extrusionOk="0" fill="none" h="1311" w="1466">
                  <a:moveTo>
                    <a:pt x="1" y="1310"/>
                  </a:moveTo>
                  <a:lnTo>
                    <a:pt x="1465" y="1"/>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26"/>
            <p:cNvSpPr/>
            <p:nvPr/>
          </p:nvSpPr>
          <p:spPr>
            <a:xfrm>
              <a:off x="5242909" y="4270297"/>
              <a:ext cx="134097" cy="33244"/>
            </a:xfrm>
            <a:custGeom>
              <a:rect b="b" l="l" r="r" t="t"/>
              <a:pathLst>
                <a:path extrusionOk="0" fill="none" h="620" w="2501">
                  <a:moveTo>
                    <a:pt x="2501" y="620"/>
                  </a:moveTo>
                  <a:lnTo>
                    <a:pt x="1" y="1"/>
                  </a:lnTo>
                </a:path>
              </a:pathLst>
            </a:custGeom>
            <a:noFill/>
            <a:ln cap="rnd" cmpd="sng" w="9525">
              <a:solidFill>
                <a:srgbClr val="6453C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26"/>
            <p:cNvSpPr/>
            <p:nvPr/>
          </p:nvSpPr>
          <p:spPr>
            <a:xfrm>
              <a:off x="5278029" y="4344343"/>
              <a:ext cx="157743" cy="211370"/>
            </a:xfrm>
            <a:custGeom>
              <a:rect b="b" l="l" r="r" t="t"/>
              <a:pathLst>
                <a:path extrusionOk="0" h="3942" w="2942">
                  <a:moveTo>
                    <a:pt x="0" y="1"/>
                  </a:moveTo>
                  <a:lnTo>
                    <a:pt x="0" y="608"/>
                  </a:lnTo>
                  <a:lnTo>
                    <a:pt x="250" y="608"/>
                  </a:lnTo>
                  <a:lnTo>
                    <a:pt x="786" y="3942"/>
                  </a:lnTo>
                  <a:lnTo>
                    <a:pt x="2155" y="3942"/>
                  </a:lnTo>
                  <a:lnTo>
                    <a:pt x="2691" y="608"/>
                  </a:lnTo>
                  <a:lnTo>
                    <a:pt x="2941" y="608"/>
                  </a:lnTo>
                  <a:lnTo>
                    <a:pt x="294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26"/>
            <p:cNvSpPr/>
            <p:nvPr/>
          </p:nvSpPr>
          <p:spPr>
            <a:xfrm>
              <a:off x="5412072" y="2646163"/>
              <a:ext cx="289266" cy="420381"/>
            </a:xfrm>
            <a:custGeom>
              <a:rect b="b" l="l" r="r" t="t"/>
              <a:pathLst>
                <a:path extrusionOk="0" h="7840" w="5395">
                  <a:moveTo>
                    <a:pt x="1703" y="1"/>
                  </a:moveTo>
                  <a:cubicBezTo>
                    <a:pt x="1600" y="1"/>
                    <a:pt x="1496" y="17"/>
                    <a:pt x="1394" y="50"/>
                  </a:cubicBezTo>
                  <a:cubicBezTo>
                    <a:pt x="822" y="240"/>
                    <a:pt x="275" y="1074"/>
                    <a:pt x="417" y="1776"/>
                  </a:cubicBezTo>
                  <a:cubicBezTo>
                    <a:pt x="513" y="2264"/>
                    <a:pt x="953" y="2979"/>
                    <a:pt x="1096" y="3241"/>
                  </a:cubicBezTo>
                  <a:cubicBezTo>
                    <a:pt x="1227" y="3515"/>
                    <a:pt x="1037" y="3979"/>
                    <a:pt x="608" y="4943"/>
                  </a:cubicBezTo>
                  <a:cubicBezTo>
                    <a:pt x="179" y="5896"/>
                    <a:pt x="1" y="6801"/>
                    <a:pt x="1263" y="7586"/>
                  </a:cubicBezTo>
                  <a:cubicBezTo>
                    <a:pt x="1541" y="7764"/>
                    <a:pt x="1829" y="7840"/>
                    <a:pt x="2115" y="7840"/>
                  </a:cubicBezTo>
                  <a:cubicBezTo>
                    <a:pt x="3115" y="7840"/>
                    <a:pt x="4103" y="6921"/>
                    <a:pt x="4668" y="6217"/>
                  </a:cubicBezTo>
                  <a:cubicBezTo>
                    <a:pt x="5394" y="5324"/>
                    <a:pt x="4120" y="3241"/>
                    <a:pt x="4013" y="2372"/>
                  </a:cubicBezTo>
                  <a:cubicBezTo>
                    <a:pt x="3918" y="1590"/>
                    <a:pt x="3757" y="180"/>
                    <a:pt x="2766" y="180"/>
                  </a:cubicBezTo>
                  <a:cubicBezTo>
                    <a:pt x="2640" y="180"/>
                    <a:pt x="2501" y="203"/>
                    <a:pt x="2346" y="252"/>
                  </a:cubicBezTo>
                  <a:lnTo>
                    <a:pt x="2346" y="240"/>
                  </a:lnTo>
                  <a:cubicBezTo>
                    <a:pt x="2165" y="83"/>
                    <a:pt x="1937" y="1"/>
                    <a:pt x="170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26"/>
            <p:cNvSpPr/>
            <p:nvPr/>
          </p:nvSpPr>
          <p:spPr>
            <a:xfrm>
              <a:off x="5551263" y="2982668"/>
              <a:ext cx="231145" cy="267564"/>
            </a:xfrm>
            <a:custGeom>
              <a:rect b="b" l="l" r="r" t="t"/>
              <a:pathLst>
                <a:path extrusionOk="0" h="4990" w="4311">
                  <a:moveTo>
                    <a:pt x="2703" y="1"/>
                  </a:moveTo>
                  <a:cubicBezTo>
                    <a:pt x="2139" y="575"/>
                    <a:pt x="1376" y="883"/>
                    <a:pt x="584" y="883"/>
                  </a:cubicBezTo>
                  <a:cubicBezTo>
                    <a:pt x="489" y="883"/>
                    <a:pt x="393" y="879"/>
                    <a:pt x="298" y="870"/>
                  </a:cubicBezTo>
                  <a:lnTo>
                    <a:pt x="0" y="2132"/>
                  </a:lnTo>
                  <a:lnTo>
                    <a:pt x="572" y="4990"/>
                  </a:lnTo>
                  <a:lnTo>
                    <a:pt x="4310" y="3049"/>
                  </a:lnTo>
                  <a:lnTo>
                    <a:pt x="3465" y="870"/>
                  </a:lnTo>
                  <a:lnTo>
                    <a:pt x="2703"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26"/>
            <p:cNvSpPr/>
            <p:nvPr/>
          </p:nvSpPr>
          <p:spPr>
            <a:xfrm>
              <a:off x="5551263" y="2982668"/>
              <a:ext cx="231145" cy="267564"/>
            </a:xfrm>
            <a:custGeom>
              <a:rect b="b" l="l" r="r" t="t"/>
              <a:pathLst>
                <a:path extrusionOk="0" h="4990" w="4311">
                  <a:moveTo>
                    <a:pt x="2703" y="1"/>
                  </a:moveTo>
                  <a:cubicBezTo>
                    <a:pt x="2139" y="575"/>
                    <a:pt x="1376" y="883"/>
                    <a:pt x="584" y="883"/>
                  </a:cubicBezTo>
                  <a:cubicBezTo>
                    <a:pt x="489" y="883"/>
                    <a:pt x="393" y="879"/>
                    <a:pt x="298" y="870"/>
                  </a:cubicBezTo>
                  <a:lnTo>
                    <a:pt x="0" y="2132"/>
                  </a:lnTo>
                  <a:lnTo>
                    <a:pt x="572" y="4990"/>
                  </a:lnTo>
                  <a:lnTo>
                    <a:pt x="4310" y="3049"/>
                  </a:lnTo>
                  <a:lnTo>
                    <a:pt x="3465" y="870"/>
                  </a:lnTo>
                  <a:lnTo>
                    <a:pt x="2703"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26"/>
            <p:cNvSpPr/>
            <p:nvPr/>
          </p:nvSpPr>
          <p:spPr>
            <a:xfrm>
              <a:off x="5475287" y="2779671"/>
              <a:ext cx="220904" cy="252604"/>
            </a:xfrm>
            <a:custGeom>
              <a:rect b="b" l="l" r="r" t="t"/>
              <a:pathLst>
                <a:path extrusionOk="0" h="4711" w="4120">
                  <a:moveTo>
                    <a:pt x="3549" y="1"/>
                  </a:moveTo>
                  <a:lnTo>
                    <a:pt x="1858" y="346"/>
                  </a:lnTo>
                  <a:lnTo>
                    <a:pt x="1001" y="894"/>
                  </a:lnTo>
                  <a:cubicBezTo>
                    <a:pt x="1001" y="894"/>
                    <a:pt x="0" y="1679"/>
                    <a:pt x="0" y="1763"/>
                  </a:cubicBezTo>
                  <a:cubicBezTo>
                    <a:pt x="0" y="1846"/>
                    <a:pt x="1703" y="4704"/>
                    <a:pt x="1703" y="4704"/>
                  </a:cubicBezTo>
                  <a:cubicBezTo>
                    <a:pt x="1772" y="4708"/>
                    <a:pt x="1841" y="4710"/>
                    <a:pt x="1910" y="4710"/>
                  </a:cubicBezTo>
                  <a:cubicBezTo>
                    <a:pt x="2740" y="4710"/>
                    <a:pt x="3526" y="4381"/>
                    <a:pt x="4120" y="3799"/>
                  </a:cubicBezTo>
                  <a:lnTo>
                    <a:pt x="4120" y="3787"/>
                  </a:lnTo>
                  <a:lnTo>
                    <a:pt x="3549"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26"/>
            <p:cNvSpPr/>
            <p:nvPr/>
          </p:nvSpPr>
          <p:spPr>
            <a:xfrm>
              <a:off x="5475287" y="2779671"/>
              <a:ext cx="220904" cy="255446"/>
            </a:xfrm>
            <a:custGeom>
              <a:rect b="b" l="l" r="r" t="t"/>
              <a:pathLst>
                <a:path extrusionOk="0" fill="none" h="4764" w="4120">
                  <a:moveTo>
                    <a:pt x="4120" y="3787"/>
                  </a:moveTo>
                  <a:lnTo>
                    <a:pt x="4120" y="3787"/>
                  </a:lnTo>
                  <a:lnTo>
                    <a:pt x="3549" y="1"/>
                  </a:lnTo>
                  <a:lnTo>
                    <a:pt x="1858" y="346"/>
                  </a:lnTo>
                  <a:lnTo>
                    <a:pt x="1001" y="894"/>
                  </a:lnTo>
                  <a:cubicBezTo>
                    <a:pt x="1001" y="894"/>
                    <a:pt x="0" y="1679"/>
                    <a:pt x="0" y="1763"/>
                  </a:cubicBezTo>
                  <a:cubicBezTo>
                    <a:pt x="0" y="1846"/>
                    <a:pt x="1703" y="4704"/>
                    <a:pt x="1703" y="4704"/>
                  </a:cubicBezTo>
                  <a:cubicBezTo>
                    <a:pt x="2608" y="4763"/>
                    <a:pt x="3477" y="4430"/>
                    <a:pt x="4120" y="3799"/>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26"/>
            <p:cNvSpPr/>
            <p:nvPr/>
          </p:nvSpPr>
          <p:spPr>
            <a:xfrm>
              <a:off x="5559359" y="2937951"/>
              <a:ext cx="73778" cy="53137"/>
            </a:xfrm>
            <a:custGeom>
              <a:rect b="b" l="l" r="r" t="t"/>
              <a:pathLst>
                <a:path extrusionOk="0" h="991" w="1376">
                  <a:moveTo>
                    <a:pt x="1344" y="1"/>
                  </a:moveTo>
                  <a:cubicBezTo>
                    <a:pt x="1183" y="1"/>
                    <a:pt x="278" y="680"/>
                    <a:pt x="278" y="680"/>
                  </a:cubicBezTo>
                  <a:cubicBezTo>
                    <a:pt x="278" y="680"/>
                    <a:pt x="0" y="991"/>
                    <a:pt x="185" y="991"/>
                  </a:cubicBezTo>
                  <a:cubicBezTo>
                    <a:pt x="191" y="991"/>
                    <a:pt x="199" y="990"/>
                    <a:pt x="206" y="990"/>
                  </a:cubicBezTo>
                  <a:cubicBezTo>
                    <a:pt x="421" y="966"/>
                    <a:pt x="1254" y="311"/>
                    <a:pt x="1361" y="49"/>
                  </a:cubicBezTo>
                  <a:cubicBezTo>
                    <a:pt x="1375" y="15"/>
                    <a:pt x="1368" y="1"/>
                    <a:pt x="13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26"/>
            <p:cNvSpPr/>
            <p:nvPr/>
          </p:nvSpPr>
          <p:spPr>
            <a:xfrm>
              <a:off x="5576142" y="2852430"/>
              <a:ext cx="70936" cy="114371"/>
            </a:xfrm>
            <a:custGeom>
              <a:rect b="b" l="l" r="r" t="t"/>
              <a:pathLst>
                <a:path extrusionOk="0" h="2133" w="1323">
                  <a:moveTo>
                    <a:pt x="72" y="1"/>
                  </a:moveTo>
                  <a:lnTo>
                    <a:pt x="1" y="584"/>
                  </a:lnTo>
                  <a:lnTo>
                    <a:pt x="48" y="632"/>
                  </a:lnTo>
                  <a:lnTo>
                    <a:pt x="334" y="942"/>
                  </a:lnTo>
                  <a:lnTo>
                    <a:pt x="417" y="2132"/>
                  </a:lnTo>
                  <a:lnTo>
                    <a:pt x="775" y="2073"/>
                  </a:lnTo>
                  <a:lnTo>
                    <a:pt x="489" y="965"/>
                  </a:lnTo>
                  <a:lnTo>
                    <a:pt x="941" y="1906"/>
                  </a:lnTo>
                  <a:lnTo>
                    <a:pt x="1322" y="1525"/>
                  </a:lnTo>
                  <a:lnTo>
                    <a:pt x="513" y="799"/>
                  </a:lnTo>
                  <a:lnTo>
                    <a:pt x="489" y="215"/>
                  </a:lnTo>
                  <a:lnTo>
                    <a:pt x="72"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26"/>
            <p:cNvSpPr/>
            <p:nvPr/>
          </p:nvSpPr>
          <p:spPr>
            <a:xfrm>
              <a:off x="5521881" y="2792968"/>
              <a:ext cx="120050" cy="111262"/>
            </a:xfrm>
            <a:custGeom>
              <a:rect b="b" l="l" r="r" t="t"/>
              <a:pathLst>
                <a:path extrusionOk="0" h="2075" w="2239">
                  <a:moveTo>
                    <a:pt x="1080" y="0"/>
                  </a:moveTo>
                  <a:cubicBezTo>
                    <a:pt x="742" y="0"/>
                    <a:pt x="358" y="288"/>
                    <a:pt x="358" y="288"/>
                  </a:cubicBezTo>
                  <a:cubicBezTo>
                    <a:pt x="358" y="288"/>
                    <a:pt x="1" y="455"/>
                    <a:pt x="1" y="777"/>
                  </a:cubicBezTo>
                  <a:cubicBezTo>
                    <a:pt x="1" y="1110"/>
                    <a:pt x="382" y="1884"/>
                    <a:pt x="632" y="2051"/>
                  </a:cubicBezTo>
                  <a:cubicBezTo>
                    <a:pt x="655" y="2067"/>
                    <a:pt x="681" y="2075"/>
                    <a:pt x="707" y="2075"/>
                  </a:cubicBezTo>
                  <a:cubicBezTo>
                    <a:pt x="947" y="2075"/>
                    <a:pt x="1275" y="1467"/>
                    <a:pt x="1275" y="1467"/>
                  </a:cubicBezTo>
                  <a:cubicBezTo>
                    <a:pt x="1275" y="1467"/>
                    <a:pt x="1571" y="1607"/>
                    <a:pt x="1811" y="1607"/>
                  </a:cubicBezTo>
                  <a:cubicBezTo>
                    <a:pt x="1921" y="1607"/>
                    <a:pt x="2020" y="1577"/>
                    <a:pt x="2072" y="1491"/>
                  </a:cubicBezTo>
                  <a:cubicBezTo>
                    <a:pt x="2239" y="1217"/>
                    <a:pt x="1691" y="324"/>
                    <a:pt x="1334" y="74"/>
                  </a:cubicBezTo>
                  <a:cubicBezTo>
                    <a:pt x="1258" y="21"/>
                    <a:pt x="1171" y="0"/>
                    <a:pt x="1080"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26"/>
            <p:cNvSpPr/>
            <p:nvPr/>
          </p:nvSpPr>
          <p:spPr>
            <a:xfrm>
              <a:off x="5525098" y="2768840"/>
              <a:ext cx="67075" cy="104130"/>
            </a:xfrm>
            <a:custGeom>
              <a:rect b="b" l="l" r="r" t="t"/>
              <a:pathLst>
                <a:path extrusionOk="0" h="1942" w="1251">
                  <a:moveTo>
                    <a:pt x="1036" y="0"/>
                  </a:moveTo>
                  <a:lnTo>
                    <a:pt x="0" y="417"/>
                  </a:lnTo>
                  <a:cubicBezTo>
                    <a:pt x="95" y="667"/>
                    <a:pt x="179" y="917"/>
                    <a:pt x="238" y="1179"/>
                  </a:cubicBezTo>
                  <a:cubicBezTo>
                    <a:pt x="298" y="1453"/>
                    <a:pt x="1036" y="1917"/>
                    <a:pt x="1119" y="1941"/>
                  </a:cubicBezTo>
                  <a:cubicBezTo>
                    <a:pt x="1120" y="1941"/>
                    <a:pt x="1121" y="1941"/>
                    <a:pt x="1122" y="1941"/>
                  </a:cubicBezTo>
                  <a:cubicBezTo>
                    <a:pt x="1192" y="1941"/>
                    <a:pt x="1250" y="1072"/>
                    <a:pt x="1250" y="1072"/>
                  </a:cubicBezTo>
                  <a:lnTo>
                    <a:pt x="103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26"/>
            <p:cNvSpPr/>
            <p:nvPr/>
          </p:nvSpPr>
          <p:spPr>
            <a:xfrm>
              <a:off x="5528261" y="2773291"/>
              <a:ext cx="61982" cy="63915"/>
            </a:xfrm>
            <a:custGeom>
              <a:rect b="b" l="l" r="r" t="t"/>
              <a:pathLst>
                <a:path extrusionOk="0" h="1192" w="1156">
                  <a:moveTo>
                    <a:pt x="858" y="1"/>
                  </a:moveTo>
                  <a:lnTo>
                    <a:pt x="108" y="274"/>
                  </a:lnTo>
                  <a:lnTo>
                    <a:pt x="1" y="524"/>
                  </a:lnTo>
                  <a:cubicBezTo>
                    <a:pt x="60" y="667"/>
                    <a:pt x="120" y="858"/>
                    <a:pt x="155" y="1001"/>
                  </a:cubicBezTo>
                  <a:cubicBezTo>
                    <a:pt x="286" y="1108"/>
                    <a:pt x="429" y="1167"/>
                    <a:pt x="584" y="1191"/>
                  </a:cubicBezTo>
                  <a:cubicBezTo>
                    <a:pt x="591" y="1192"/>
                    <a:pt x="598" y="1192"/>
                    <a:pt x="605" y="1192"/>
                  </a:cubicBezTo>
                  <a:cubicBezTo>
                    <a:pt x="823" y="1192"/>
                    <a:pt x="1017" y="1018"/>
                    <a:pt x="1156" y="810"/>
                  </a:cubicBezTo>
                  <a:lnTo>
                    <a:pt x="1001" y="36"/>
                  </a:lnTo>
                  <a:cubicBezTo>
                    <a:pt x="953" y="24"/>
                    <a:pt x="906" y="12"/>
                    <a:pt x="8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26"/>
            <p:cNvSpPr/>
            <p:nvPr/>
          </p:nvSpPr>
          <p:spPr>
            <a:xfrm>
              <a:off x="5525098" y="2768840"/>
              <a:ext cx="67075" cy="105363"/>
            </a:xfrm>
            <a:custGeom>
              <a:rect b="b" l="l" r="r" t="t"/>
              <a:pathLst>
                <a:path extrusionOk="0" fill="none" h="1965" w="1251">
                  <a:moveTo>
                    <a:pt x="0" y="417"/>
                  </a:moveTo>
                  <a:cubicBezTo>
                    <a:pt x="95" y="667"/>
                    <a:pt x="179" y="917"/>
                    <a:pt x="238" y="1179"/>
                  </a:cubicBezTo>
                  <a:cubicBezTo>
                    <a:pt x="298" y="1453"/>
                    <a:pt x="1036" y="1917"/>
                    <a:pt x="1119" y="1941"/>
                  </a:cubicBezTo>
                  <a:cubicBezTo>
                    <a:pt x="1191" y="1965"/>
                    <a:pt x="1250" y="1072"/>
                    <a:pt x="1250" y="1072"/>
                  </a:cubicBezTo>
                  <a:lnTo>
                    <a:pt x="1036" y="0"/>
                  </a:lnTo>
                  <a:lnTo>
                    <a:pt x="0" y="417"/>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26"/>
            <p:cNvSpPr/>
            <p:nvPr/>
          </p:nvSpPr>
          <p:spPr>
            <a:xfrm>
              <a:off x="5482311" y="2760315"/>
              <a:ext cx="26219" cy="26435"/>
            </a:xfrm>
            <a:custGeom>
              <a:rect b="b" l="l" r="r" t="t"/>
              <a:pathLst>
                <a:path extrusionOk="0" h="493" w="489">
                  <a:moveTo>
                    <a:pt x="78" y="0"/>
                  </a:moveTo>
                  <a:cubicBezTo>
                    <a:pt x="33" y="0"/>
                    <a:pt x="0" y="28"/>
                    <a:pt x="0" y="112"/>
                  </a:cubicBezTo>
                  <a:cubicBezTo>
                    <a:pt x="0" y="350"/>
                    <a:pt x="274" y="493"/>
                    <a:pt x="489" y="493"/>
                  </a:cubicBezTo>
                  <a:lnTo>
                    <a:pt x="298" y="112"/>
                  </a:lnTo>
                  <a:cubicBezTo>
                    <a:pt x="298" y="112"/>
                    <a:pt x="166" y="0"/>
                    <a:pt x="7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26"/>
            <p:cNvSpPr/>
            <p:nvPr/>
          </p:nvSpPr>
          <p:spPr>
            <a:xfrm>
              <a:off x="5482311" y="2752862"/>
              <a:ext cx="26219" cy="33888"/>
            </a:xfrm>
            <a:custGeom>
              <a:rect b="b" l="l" r="r" t="t"/>
              <a:pathLst>
                <a:path extrusionOk="0" fill="none" h="632" w="489">
                  <a:moveTo>
                    <a:pt x="298" y="251"/>
                  </a:moveTo>
                  <a:cubicBezTo>
                    <a:pt x="298" y="251"/>
                    <a:pt x="0" y="1"/>
                    <a:pt x="0" y="251"/>
                  </a:cubicBezTo>
                  <a:cubicBezTo>
                    <a:pt x="0" y="489"/>
                    <a:pt x="274" y="632"/>
                    <a:pt x="489" y="63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26"/>
            <p:cNvSpPr/>
            <p:nvPr/>
          </p:nvSpPr>
          <p:spPr>
            <a:xfrm>
              <a:off x="5585096" y="2716938"/>
              <a:ext cx="14101" cy="40429"/>
            </a:xfrm>
            <a:custGeom>
              <a:rect b="b" l="l" r="r" t="t"/>
              <a:pathLst>
                <a:path extrusionOk="0" h="754" w="263">
                  <a:moveTo>
                    <a:pt x="147" y="1"/>
                  </a:moveTo>
                  <a:cubicBezTo>
                    <a:pt x="79" y="1"/>
                    <a:pt x="0" y="123"/>
                    <a:pt x="0" y="123"/>
                  </a:cubicBezTo>
                  <a:lnTo>
                    <a:pt x="72" y="754"/>
                  </a:lnTo>
                  <a:cubicBezTo>
                    <a:pt x="203" y="587"/>
                    <a:pt x="262" y="373"/>
                    <a:pt x="238" y="159"/>
                  </a:cubicBezTo>
                  <a:cubicBezTo>
                    <a:pt x="221" y="39"/>
                    <a:pt x="186" y="1"/>
                    <a:pt x="14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26"/>
            <p:cNvSpPr/>
            <p:nvPr/>
          </p:nvSpPr>
          <p:spPr>
            <a:xfrm>
              <a:off x="5482311" y="2760315"/>
              <a:ext cx="26219" cy="26435"/>
            </a:xfrm>
            <a:custGeom>
              <a:rect b="b" l="l" r="r" t="t"/>
              <a:pathLst>
                <a:path extrusionOk="0" h="493" w="489">
                  <a:moveTo>
                    <a:pt x="78" y="0"/>
                  </a:moveTo>
                  <a:cubicBezTo>
                    <a:pt x="33" y="0"/>
                    <a:pt x="0" y="28"/>
                    <a:pt x="0" y="112"/>
                  </a:cubicBezTo>
                  <a:cubicBezTo>
                    <a:pt x="0" y="350"/>
                    <a:pt x="274" y="493"/>
                    <a:pt x="489" y="493"/>
                  </a:cubicBezTo>
                  <a:lnTo>
                    <a:pt x="298" y="112"/>
                  </a:lnTo>
                  <a:cubicBezTo>
                    <a:pt x="298" y="112"/>
                    <a:pt x="166" y="0"/>
                    <a:pt x="78"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26"/>
            <p:cNvSpPr/>
            <p:nvPr/>
          </p:nvSpPr>
          <p:spPr>
            <a:xfrm>
              <a:off x="5482311" y="2752862"/>
              <a:ext cx="26219" cy="33888"/>
            </a:xfrm>
            <a:custGeom>
              <a:rect b="b" l="l" r="r" t="t"/>
              <a:pathLst>
                <a:path extrusionOk="0" fill="none" h="632" w="489">
                  <a:moveTo>
                    <a:pt x="298" y="251"/>
                  </a:moveTo>
                  <a:cubicBezTo>
                    <a:pt x="298" y="251"/>
                    <a:pt x="0" y="1"/>
                    <a:pt x="0" y="251"/>
                  </a:cubicBezTo>
                  <a:cubicBezTo>
                    <a:pt x="0" y="489"/>
                    <a:pt x="274" y="632"/>
                    <a:pt x="489" y="63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26"/>
            <p:cNvSpPr/>
            <p:nvPr/>
          </p:nvSpPr>
          <p:spPr>
            <a:xfrm>
              <a:off x="5585096" y="2716938"/>
              <a:ext cx="14101" cy="40429"/>
            </a:xfrm>
            <a:custGeom>
              <a:rect b="b" l="l" r="r" t="t"/>
              <a:pathLst>
                <a:path extrusionOk="0" h="754" w="263">
                  <a:moveTo>
                    <a:pt x="147" y="1"/>
                  </a:moveTo>
                  <a:cubicBezTo>
                    <a:pt x="79" y="1"/>
                    <a:pt x="0" y="123"/>
                    <a:pt x="0" y="123"/>
                  </a:cubicBezTo>
                  <a:lnTo>
                    <a:pt x="72" y="754"/>
                  </a:lnTo>
                  <a:cubicBezTo>
                    <a:pt x="203" y="587"/>
                    <a:pt x="262" y="373"/>
                    <a:pt x="238" y="159"/>
                  </a:cubicBezTo>
                  <a:cubicBezTo>
                    <a:pt x="221" y="39"/>
                    <a:pt x="186" y="1"/>
                    <a:pt x="147" y="1"/>
                  </a:cubicBezTo>
                  <a:close/>
                </a:path>
              </a:pathLst>
            </a:custGeom>
            <a:solidFill>
              <a:schemeClr val="dk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26"/>
            <p:cNvSpPr/>
            <p:nvPr/>
          </p:nvSpPr>
          <p:spPr>
            <a:xfrm>
              <a:off x="5480381" y="2676296"/>
              <a:ext cx="113669" cy="143165"/>
            </a:xfrm>
            <a:custGeom>
              <a:rect b="b" l="l" r="r" t="t"/>
              <a:pathLst>
                <a:path extrusionOk="0" h="2670" w="2120">
                  <a:moveTo>
                    <a:pt x="919" y="1"/>
                  </a:moveTo>
                  <a:cubicBezTo>
                    <a:pt x="585" y="1"/>
                    <a:pt x="224" y="194"/>
                    <a:pt x="1" y="881"/>
                  </a:cubicBezTo>
                  <a:cubicBezTo>
                    <a:pt x="1" y="881"/>
                    <a:pt x="239" y="1857"/>
                    <a:pt x="739" y="2345"/>
                  </a:cubicBezTo>
                  <a:cubicBezTo>
                    <a:pt x="955" y="2551"/>
                    <a:pt x="1177" y="2670"/>
                    <a:pt x="1376" y="2670"/>
                  </a:cubicBezTo>
                  <a:cubicBezTo>
                    <a:pt x="1637" y="2670"/>
                    <a:pt x="1857" y="2464"/>
                    <a:pt x="1965" y="1976"/>
                  </a:cubicBezTo>
                  <a:cubicBezTo>
                    <a:pt x="2120" y="1262"/>
                    <a:pt x="1739" y="321"/>
                    <a:pt x="1739" y="321"/>
                  </a:cubicBezTo>
                  <a:cubicBezTo>
                    <a:pt x="1739" y="321"/>
                    <a:pt x="1350" y="1"/>
                    <a:pt x="9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26"/>
            <p:cNvSpPr/>
            <p:nvPr/>
          </p:nvSpPr>
          <p:spPr>
            <a:xfrm>
              <a:off x="5526975" y="2676189"/>
              <a:ext cx="67075" cy="143165"/>
            </a:xfrm>
            <a:custGeom>
              <a:rect b="b" l="l" r="r" t="t"/>
              <a:pathLst>
                <a:path extrusionOk="0" h="2670" w="1251">
                  <a:moveTo>
                    <a:pt x="46" y="1"/>
                  </a:moveTo>
                  <a:cubicBezTo>
                    <a:pt x="31" y="1"/>
                    <a:pt x="16" y="1"/>
                    <a:pt x="1" y="2"/>
                  </a:cubicBezTo>
                  <a:lnTo>
                    <a:pt x="191" y="478"/>
                  </a:lnTo>
                  <a:cubicBezTo>
                    <a:pt x="191" y="478"/>
                    <a:pt x="210" y="474"/>
                    <a:pt x="241" y="474"/>
                  </a:cubicBezTo>
                  <a:cubicBezTo>
                    <a:pt x="333" y="474"/>
                    <a:pt x="534" y="508"/>
                    <a:pt x="668" y="776"/>
                  </a:cubicBezTo>
                  <a:cubicBezTo>
                    <a:pt x="834" y="1145"/>
                    <a:pt x="1001" y="1669"/>
                    <a:pt x="906" y="2085"/>
                  </a:cubicBezTo>
                  <a:cubicBezTo>
                    <a:pt x="810" y="2478"/>
                    <a:pt x="596" y="2609"/>
                    <a:pt x="251" y="2609"/>
                  </a:cubicBezTo>
                  <a:cubicBezTo>
                    <a:pt x="339" y="2649"/>
                    <a:pt x="425" y="2670"/>
                    <a:pt x="507" y="2670"/>
                  </a:cubicBezTo>
                  <a:cubicBezTo>
                    <a:pt x="768" y="2670"/>
                    <a:pt x="987" y="2459"/>
                    <a:pt x="1096" y="1978"/>
                  </a:cubicBezTo>
                  <a:cubicBezTo>
                    <a:pt x="1251" y="1264"/>
                    <a:pt x="870" y="323"/>
                    <a:pt x="870" y="323"/>
                  </a:cubicBezTo>
                  <a:cubicBezTo>
                    <a:pt x="870" y="323"/>
                    <a:pt x="481" y="1"/>
                    <a:pt x="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26"/>
            <p:cNvSpPr/>
            <p:nvPr/>
          </p:nvSpPr>
          <p:spPr>
            <a:xfrm>
              <a:off x="5480381" y="2639246"/>
              <a:ext cx="113669" cy="189010"/>
            </a:xfrm>
            <a:custGeom>
              <a:rect b="b" l="l" r="r" t="t"/>
              <a:pathLst>
                <a:path extrusionOk="0" fill="none" h="3525" w="2120">
                  <a:moveTo>
                    <a:pt x="1" y="1572"/>
                  </a:moveTo>
                  <a:cubicBezTo>
                    <a:pt x="1" y="1572"/>
                    <a:pt x="239" y="2548"/>
                    <a:pt x="739" y="3036"/>
                  </a:cubicBezTo>
                  <a:cubicBezTo>
                    <a:pt x="1239" y="3513"/>
                    <a:pt x="1775" y="3525"/>
                    <a:pt x="1965" y="2667"/>
                  </a:cubicBezTo>
                  <a:cubicBezTo>
                    <a:pt x="2120" y="1953"/>
                    <a:pt x="1739" y="1012"/>
                    <a:pt x="1739" y="1012"/>
                  </a:cubicBezTo>
                  <a:cubicBezTo>
                    <a:pt x="1739" y="1012"/>
                    <a:pt x="513" y="0"/>
                    <a:pt x="1" y="1572"/>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26"/>
            <p:cNvSpPr/>
            <p:nvPr/>
          </p:nvSpPr>
          <p:spPr>
            <a:xfrm>
              <a:off x="5521881" y="2747608"/>
              <a:ext cx="10295" cy="11475"/>
            </a:xfrm>
            <a:custGeom>
              <a:rect b="b" l="l" r="r" t="t"/>
              <a:pathLst>
                <a:path extrusionOk="0" h="214" w="192">
                  <a:moveTo>
                    <a:pt x="56" y="0"/>
                  </a:moveTo>
                  <a:cubicBezTo>
                    <a:pt x="49" y="0"/>
                    <a:pt x="42" y="1"/>
                    <a:pt x="36" y="3"/>
                  </a:cubicBezTo>
                  <a:cubicBezTo>
                    <a:pt x="1" y="27"/>
                    <a:pt x="1" y="87"/>
                    <a:pt x="24" y="134"/>
                  </a:cubicBezTo>
                  <a:cubicBezTo>
                    <a:pt x="52" y="181"/>
                    <a:pt x="88" y="213"/>
                    <a:pt x="119" y="213"/>
                  </a:cubicBezTo>
                  <a:cubicBezTo>
                    <a:pt x="128" y="213"/>
                    <a:pt x="136" y="211"/>
                    <a:pt x="143" y="206"/>
                  </a:cubicBezTo>
                  <a:cubicBezTo>
                    <a:pt x="179" y="182"/>
                    <a:pt x="191" y="122"/>
                    <a:pt x="155" y="75"/>
                  </a:cubicBezTo>
                  <a:cubicBezTo>
                    <a:pt x="136" y="25"/>
                    <a:pt x="91" y="0"/>
                    <a:pt x="5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26"/>
            <p:cNvSpPr/>
            <p:nvPr/>
          </p:nvSpPr>
          <p:spPr>
            <a:xfrm>
              <a:off x="5551263" y="2738064"/>
              <a:ext cx="9598" cy="11421"/>
            </a:xfrm>
            <a:custGeom>
              <a:rect b="b" l="l" r="r" t="t"/>
              <a:pathLst>
                <a:path extrusionOk="0" h="213" w="179">
                  <a:moveTo>
                    <a:pt x="62" y="0"/>
                  </a:moveTo>
                  <a:cubicBezTo>
                    <a:pt x="57" y="0"/>
                    <a:pt x="53" y="1"/>
                    <a:pt x="48" y="3"/>
                  </a:cubicBezTo>
                  <a:cubicBezTo>
                    <a:pt x="12" y="15"/>
                    <a:pt x="0" y="74"/>
                    <a:pt x="24" y="134"/>
                  </a:cubicBezTo>
                  <a:cubicBezTo>
                    <a:pt x="33" y="181"/>
                    <a:pt x="65" y="213"/>
                    <a:pt x="95" y="213"/>
                  </a:cubicBezTo>
                  <a:cubicBezTo>
                    <a:pt x="104" y="213"/>
                    <a:pt x="112" y="210"/>
                    <a:pt x="119" y="205"/>
                  </a:cubicBezTo>
                  <a:cubicBezTo>
                    <a:pt x="155" y="193"/>
                    <a:pt x="179" y="134"/>
                    <a:pt x="155" y="86"/>
                  </a:cubicBezTo>
                  <a:cubicBezTo>
                    <a:pt x="134" y="34"/>
                    <a:pt x="96" y="0"/>
                    <a:pt x="6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26"/>
            <p:cNvSpPr/>
            <p:nvPr/>
          </p:nvSpPr>
          <p:spPr>
            <a:xfrm>
              <a:off x="5538502" y="2722247"/>
              <a:ext cx="23002" cy="51743"/>
            </a:xfrm>
            <a:custGeom>
              <a:rect b="b" l="l" r="r" t="t"/>
              <a:pathLst>
                <a:path extrusionOk="0" fill="none" h="965" w="429">
                  <a:moveTo>
                    <a:pt x="429" y="60"/>
                  </a:moveTo>
                  <a:cubicBezTo>
                    <a:pt x="345" y="0"/>
                    <a:pt x="226" y="12"/>
                    <a:pt x="143" y="83"/>
                  </a:cubicBezTo>
                  <a:cubicBezTo>
                    <a:pt x="0" y="191"/>
                    <a:pt x="274" y="786"/>
                    <a:pt x="274" y="786"/>
                  </a:cubicBezTo>
                  <a:cubicBezTo>
                    <a:pt x="274" y="786"/>
                    <a:pt x="286" y="964"/>
                    <a:pt x="48" y="88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26"/>
            <p:cNvSpPr/>
            <p:nvPr/>
          </p:nvSpPr>
          <p:spPr>
            <a:xfrm>
              <a:off x="5539146" y="2779671"/>
              <a:ext cx="22358" cy="10938"/>
            </a:xfrm>
            <a:custGeom>
              <a:rect b="b" l="l" r="r" t="t"/>
              <a:pathLst>
                <a:path extrusionOk="0" fill="none" h="204" w="417">
                  <a:moveTo>
                    <a:pt x="417" y="1"/>
                  </a:moveTo>
                  <a:cubicBezTo>
                    <a:pt x="357" y="132"/>
                    <a:pt x="202" y="203"/>
                    <a:pt x="60" y="144"/>
                  </a:cubicBezTo>
                  <a:cubicBezTo>
                    <a:pt x="36" y="132"/>
                    <a:pt x="24" y="120"/>
                    <a:pt x="0" y="10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26"/>
            <p:cNvSpPr/>
            <p:nvPr/>
          </p:nvSpPr>
          <p:spPr>
            <a:xfrm>
              <a:off x="5506546" y="2720316"/>
              <a:ext cx="21125" cy="26220"/>
            </a:xfrm>
            <a:custGeom>
              <a:rect b="b" l="l" r="r" t="t"/>
              <a:pathLst>
                <a:path extrusionOk="0" fill="none" h="489" w="394">
                  <a:moveTo>
                    <a:pt x="394" y="250"/>
                  </a:moveTo>
                  <a:cubicBezTo>
                    <a:pt x="394" y="250"/>
                    <a:pt x="120" y="0"/>
                    <a:pt x="1" y="48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26"/>
            <p:cNvSpPr/>
            <p:nvPr/>
          </p:nvSpPr>
          <p:spPr>
            <a:xfrm>
              <a:off x="5445905" y="2659031"/>
              <a:ext cx="159030" cy="135980"/>
            </a:xfrm>
            <a:custGeom>
              <a:rect b="b" l="l" r="r" t="t"/>
              <a:pathLst>
                <a:path extrusionOk="0" h="2536" w="2966">
                  <a:moveTo>
                    <a:pt x="1269" y="0"/>
                  </a:moveTo>
                  <a:cubicBezTo>
                    <a:pt x="614" y="0"/>
                    <a:pt x="513" y="581"/>
                    <a:pt x="513" y="1131"/>
                  </a:cubicBezTo>
                  <a:cubicBezTo>
                    <a:pt x="513" y="1727"/>
                    <a:pt x="1" y="2441"/>
                    <a:pt x="358" y="2524"/>
                  </a:cubicBezTo>
                  <a:cubicBezTo>
                    <a:pt x="390" y="2532"/>
                    <a:pt x="423" y="2536"/>
                    <a:pt x="454" y="2536"/>
                  </a:cubicBezTo>
                  <a:cubicBezTo>
                    <a:pt x="622" y="2536"/>
                    <a:pt x="776" y="2435"/>
                    <a:pt x="846" y="2274"/>
                  </a:cubicBezTo>
                  <a:cubicBezTo>
                    <a:pt x="846" y="2274"/>
                    <a:pt x="1227" y="1643"/>
                    <a:pt x="1227" y="1215"/>
                  </a:cubicBezTo>
                  <a:cubicBezTo>
                    <a:pt x="1227" y="836"/>
                    <a:pt x="1580" y="809"/>
                    <a:pt x="1678" y="809"/>
                  </a:cubicBezTo>
                  <a:cubicBezTo>
                    <a:pt x="1694" y="809"/>
                    <a:pt x="1703" y="810"/>
                    <a:pt x="1703" y="810"/>
                  </a:cubicBezTo>
                  <a:cubicBezTo>
                    <a:pt x="1755" y="736"/>
                    <a:pt x="1835" y="698"/>
                    <a:pt x="1917" y="698"/>
                  </a:cubicBezTo>
                  <a:cubicBezTo>
                    <a:pt x="1966" y="698"/>
                    <a:pt x="2016" y="712"/>
                    <a:pt x="2061" y="739"/>
                  </a:cubicBezTo>
                  <a:cubicBezTo>
                    <a:pt x="2072" y="750"/>
                    <a:pt x="2072" y="762"/>
                    <a:pt x="2084" y="762"/>
                  </a:cubicBezTo>
                  <a:cubicBezTo>
                    <a:pt x="2299" y="953"/>
                    <a:pt x="2322" y="1167"/>
                    <a:pt x="2501" y="1227"/>
                  </a:cubicBezTo>
                  <a:cubicBezTo>
                    <a:pt x="2515" y="1231"/>
                    <a:pt x="2530" y="1232"/>
                    <a:pt x="2546" y="1232"/>
                  </a:cubicBezTo>
                  <a:cubicBezTo>
                    <a:pt x="2724" y="1232"/>
                    <a:pt x="2965" y="1000"/>
                    <a:pt x="2965" y="1000"/>
                  </a:cubicBezTo>
                  <a:cubicBezTo>
                    <a:pt x="2799" y="750"/>
                    <a:pt x="2608" y="536"/>
                    <a:pt x="2394" y="334"/>
                  </a:cubicBezTo>
                  <a:cubicBezTo>
                    <a:pt x="2192" y="149"/>
                    <a:pt x="2014" y="100"/>
                    <a:pt x="1890" y="100"/>
                  </a:cubicBezTo>
                  <a:cubicBezTo>
                    <a:pt x="1837" y="100"/>
                    <a:pt x="1794" y="109"/>
                    <a:pt x="1763" y="119"/>
                  </a:cubicBezTo>
                  <a:cubicBezTo>
                    <a:pt x="1668" y="60"/>
                    <a:pt x="1560" y="24"/>
                    <a:pt x="1441" y="12"/>
                  </a:cubicBezTo>
                  <a:cubicBezTo>
                    <a:pt x="1380" y="4"/>
                    <a:pt x="1323" y="0"/>
                    <a:pt x="1269"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26"/>
            <p:cNvSpPr/>
            <p:nvPr/>
          </p:nvSpPr>
          <p:spPr>
            <a:xfrm>
              <a:off x="5466333" y="2671149"/>
              <a:ext cx="72223" cy="104773"/>
            </a:xfrm>
            <a:custGeom>
              <a:rect b="b" l="l" r="r" t="t"/>
              <a:pathLst>
                <a:path extrusionOk="0" fill="none" h="1954" w="1347">
                  <a:moveTo>
                    <a:pt x="1346" y="274"/>
                  </a:moveTo>
                  <a:cubicBezTo>
                    <a:pt x="1346" y="274"/>
                    <a:pt x="1013" y="1"/>
                    <a:pt x="715" y="298"/>
                  </a:cubicBezTo>
                  <a:cubicBezTo>
                    <a:pt x="429" y="596"/>
                    <a:pt x="453" y="1155"/>
                    <a:pt x="358" y="1525"/>
                  </a:cubicBezTo>
                  <a:cubicBezTo>
                    <a:pt x="263" y="1894"/>
                    <a:pt x="1" y="1953"/>
                    <a:pt x="1" y="19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26"/>
            <p:cNvSpPr/>
            <p:nvPr/>
          </p:nvSpPr>
          <p:spPr>
            <a:xfrm>
              <a:off x="5465046" y="2661551"/>
              <a:ext cx="61338" cy="84344"/>
            </a:xfrm>
            <a:custGeom>
              <a:rect b="b" l="l" r="r" t="t"/>
              <a:pathLst>
                <a:path extrusionOk="0" fill="none" h="1573" w="1144">
                  <a:moveTo>
                    <a:pt x="1144" y="346"/>
                  </a:moveTo>
                  <a:cubicBezTo>
                    <a:pt x="1144" y="346"/>
                    <a:pt x="787" y="1"/>
                    <a:pt x="334" y="442"/>
                  </a:cubicBezTo>
                  <a:cubicBezTo>
                    <a:pt x="1" y="787"/>
                    <a:pt x="144" y="1013"/>
                    <a:pt x="84" y="157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26"/>
            <p:cNvSpPr/>
            <p:nvPr/>
          </p:nvSpPr>
          <p:spPr>
            <a:xfrm>
              <a:off x="5547403" y="2660962"/>
              <a:ext cx="47934" cy="40912"/>
            </a:xfrm>
            <a:custGeom>
              <a:rect b="b" l="l" r="r" t="t"/>
              <a:pathLst>
                <a:path extrusionOk="0" fill="none" h="763" w="894">
                  <a:moveTo>
                    <a:pt x="1" y="298"/>
                  </a:moveTo>
                  <a:cubicBezTo>
                    <a:pt x="1" y="298"/>
                    <a:pt x="620" y="0"/>
                    <a:pt x="894" y="76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26"/>
            <p:cNvSpPr/>
            <p:nvPr/>
          </p:nvSpPr>
          <p:spPr>
            <a:xfrm>
              <a:off x="5424190" y="2874146"/>
              <a:ext cx="156456" cy="245848"/>
            </a:xfrm>
            <a:custGeom>
              <a:rect b="b" l="l" r="r" t="t"/>
              <a:pathLst>
                <a:path extrusionOk="0" h="4585" w="2918">
                  <a:moveTo>
                    <a:pt x="953" y="1"/>
                  </a:moveTo>
                  <a:lnTo>
                    <a:pt x="1" y="3811"/>
                  </a:lnTo>
                  <a:lnTo>
                    <a:pt x="2775" y="4585"/>
                  </a:lnTo>
                  <a:lnTo>
                    <a:pt x="2918" y="4096"/>
                  </a:lnTo>
                  <a:lnTo>
                    <a:pt x="1096" y="3263"/>
                  </a:lnTo>
                  <a:lnTo>
                    <a:pt x="1715" y="1072"/>
                  </a:lnTo>
                  <a:cubicBezTo>
                    <a:pt x="1715" y="1072"/>
                    <a:pt x="1632" y="668"/>
                    <a:pt x="1192" y="203"/>
                  </a:cubicBezTo>
                  <a:lnTo>
                    <a:pt x="95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26"/>
            <p:cNvSpPr/>
            <p:nvPr/>
          </p:nvSpPr>
          <p:spPr>
            <a:xfrm>
              <a:off x="5442098" y="2902241"/>
              <a:ext cx="138548" cy="199895"/>
            </a:xfrm>
            <a:custGeom>
              <a:rect b="b" l="l" r="r" t="t"/>
              <a:pathLst>
                <a:path extrusionOk="0" h="3728" w="2584">
                  <a:moveTo>
                    <a:pt x="1084" y="1"/>
                  </a:moveTo>
                  <a:lnTo>
                    <a:pt x="1084" y="608"/>
                  </a:lnTo>
                  <a:cubicBezTo>
                    <a:pt x="1084" y="989"/>
                    <a:pt x="608" y="2215"/>
                    <a:pt x="441" y="2513"/>
                  </a:cubicBezTo>
                  <a:cubicBezTo>
                    <a:pt x="262" y="2799"/>
                    <a:pt x="0" y="3168"/>
                    <a:pt x="0" y="3168"/>
                  </a:cubicBezTo>
                  <a:lnTo>
                    <a:pt x="536" y="2918"/>
                  </a:lnTo>
                  <a:lnTo>
                    <a:pt x="2548" y="3727"/>
                  </a:lnTo>
                  <a:lnTo>
                    <a:pt x="2584" y="3584"/>
                  </a:lnTo>
                  <a:lnTo>
                    <a:pt x="2584" y="3572"/>
                  </a:lnTo>
                  <a:lnTo>
                    <a:pt x="762" y="2739"/>
                  </a:lnTo>
                  <a:lnTo>
                    <a:pt x="1381" y="548"/>
                  </a:lnTo>
                  <a:cubicBezTo>
                    <a:pt x="1334" y="370"/>
                    <a:pt x="1250" y="203"/>
                    <a:pt x="1143" y="48"/>
                  </a:cubicBezTo>
                  <a:lnTo>
                    <a:pt x="10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26"/>
            <p:cNvSpPr/>
            <p:nvPr/>
          </p:nvSpPr>
          <p:spPr>
            <a:xfrm>
              <a:off x="5424190" y="2874146"/>
              <a:ext cx="156456" cy="245848"/>
            </a:xfrm>
            <a:custGeom>
              <a:rect b="b" l="l" r="r" t="t"/>
              <a:pathLst>
                <a:path extrusionOk="0" fill="none" h="4585" w="2918">
                  <a:moveTo>
                    <a:pt x="953" y="1"/>
                  </a:moveTo>
                  <a:lnTo>
                    <a:pt x="1" y="3811"/>
                  </a:lnTo>
                  <a:lnTo>
                    <a:pt x="2775" y="4585"/>
                  </a:lnTo>
                  <a:lnTo>
                    <a:pt x="2918" y="4096"/>
                  </a:lnTo>
                  <a:lnTo>
                    <a:pt x="1096" y="3263"/>
                  </a:lnTo>
                  <a:lnTo>
                    <a:pt x="1715" y="1072"/>
                  </a:lnTo>
                  <a:cubicBezTo>
                    <a:pt x="1715" y="1072"/>
                    <a:pt x="1632" y="668"/>
                    <a:pt x="1192" y="20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26"/>
            <p:cNvSpPr/>
            <p:nvPr/>
          </p:nvSpPr>
          <p:spPr>
            <a:xfrm>
              <a:off x="5665522" y="2779028"/>
              <a:ext cx="228571" cy="180753"/>
            </a:xfrm>
            <a:custGeom>
              <a:rect b="b" l="l" r="r" t="t"/>
              <a:pathLst>
                <a:path extrusionOk="0" h="3371" w="4263">
                  <a:moveTo>
                    <a:pt x="1" y="1"/>
                  </a:moveTo>
                  <a:lnTo>
                    <a:pt x="310" y="2001"/>
                  </a:lnTo>
                  <a:lnTo>
                    <a:pt x="1632" y="3251"/>
                  </a:lnTo>
                  <a:lnTo>
                    <a:pt x="4263" y="3370"/>
                  </a:lnTo>
                  <a:lnTo>
                    <a:pt x="4239" y="2918"/>
                  </a:lnTo>
                  <a:lnTo>
                    <a:pt x="2144" y="247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26"/>
            <p:cNvSpPr/>
            <p:nvPr/>
          </p:nvSpPr>
          <p:spPr>
            <a:xfrm>
              <a:off x="5665522" y="2779028"/>
              <a:ext cx="226695" cy="166705"/>
            </a:xfrm>
            <a:custGeom>
              <a:rect b="b" l="l" r="r" t="t"/>
              <a:pathLst>
                <a:path extrusionOk="0" h="3109" w="4228">
                  <a:moveTo>
                    <a:pt x="1" y="1"/>
                  </a:moveTo>
                  <a:lnTo>
                    <a:pt x="251" y="1596"/>
                  </a:lnTo>
                  <a:lnTo>
                    <a:pt x="417" y="2096"/>
                  </a:lnTo>
                  <a:lnTo>
                    <a:pt x="429" y="2108"/>
                  </a:lnTo>
                  <a:cubicBezTo>
                    <a:pt x="501" y="2049"/>
                    <a:pt x="846" y="1691"/>
                    <a:pt x="929" y="1691"/>
                  </a:cubicBezTo>
                  <a:cubicBezTo>
                    <a:pt x="1024" y="1691"/>
                    <a:pt x="2013" y="2561"/>
                    <a:pt x="1870" y="2620"/>
                  </a:cubicBezTo>
                  <a:lnTo>
                    <a:pt x="1727" y="2692"/>
                  </a:lnTo>
                  <a:lnTo>
                    <a:pt x="4215" y="3108"/>
                  </a:lnTo>
                  <a:lnTo>
                    <a:pt x="4227" y="2918"/>
                  </a:lnTo>
                  <a:lnTo>
                    <a:pt x="2144" y="247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26"/>
            <p:cNvSpPr/>
            <p:nvPr/>
          </p:nvSpPr>
          <p:spPr>
            <a:xfrm>
              <a:off x="5665522" y="2779028"/>
              <a:ext cx="228571" cy="180753"/>
            </a:xfrm>
            <a:custGeom>
              <a:rect b="b" l="l" r="r" t="t"/>
              <a:pathLst>
                <a:path extrusionOk="0" fill="none" h="3371" w="4263">
                  <a:moveTo>
                    <a:pt x="4239" y="2918"/>
                  </a:moveTo>
                  <a:lnTo>
                    <a:pt x="2144" y="2477"/>
                  </a:lnTo>
                  <a:lnTo>
                    <a:pt x="1" y="1"/>
                  </a:lnTo>
                  <a:lnTo>
                    <a:pt x="310" y="2001"/>
                  </a:lnTo>
                  <a:lnTo>
                    <a:pt x="1632" y="3251"/>
                  </a:lnTo>
                  <a:lnTo>
                    <a:pt x="4263" y="3370"/>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26"/>
            <p:cNvSpPr/>
            <p:nvPr/>
          </p:nvSpPr>
          <p:spPr>
            <a:xfrm>
              <a:off x="5494429" y="2928514"/>
              <a:ext cx="1587721" cy="1137119"/>
            </a:xfrm>
            <a:custGeom>
              <a:rect b="b" l="l" r="r" t="t"/>
              <a:pathLst>
                <a:path extrusionOk="0" h="21207" w="29612">
                  <a:moveTo>
                    <a:pt x="4638" y="0"/>
                  </a:moveTo>
                  <a:cubicBezTo>
                    <a:pt x="4483" y="0"/>
                    <a:pt x="4328" y="56"/>
                    <a:pt x="4204" y="142"/>
                  </a:cubicBezTo>
                  <a:cubicBezTo>
                    <a:pt x="4168" y="165"/>
                    <a:pt x="4144" y="201"/>
                    <a:pt x="4120" y="237"/>
                  </a:cubicBezTo>
                  <a:lnTo>
                    <a:pt x="3453" y="1392"/>
                  </a:lnTo>
                  <a:cubicBezTo>
                    <a:pt x="3388" y="1501"/>
                    <a:pt x="3273" y="1560"/>
                    <a:pt x="3153" y="1560"/>
                  </a:cubicBezTo>
                  <a:cubicBezTo>
                    <a:pt x="3142" y="1560"/>
                    <a:pt x="3131" y="1559"/>
                    <a:pt x="3120" y="1558"/>
                  </a:cubicBezTo>
                  <a:lnTo>
                    <a:pt x="2620" y="1475"/>
                  </a:lnTo>
                  <a:cubicBezTo>
                    <a:pt x="2605" y="1473"/>
                    <a:pt x="2590" y="1472"/>
                    <a:pt x="2575" y="1472"/>
                  </a:cubicBezTo>
                  <a:cubicBezTo>
                    <a:pt x="2414" y="1472"/>
                    <a:pt x="2273" y="1586"/>
                    <a:pt x="2251" y="1749"/>
                  </a:cubicBezTo>
                  <a:lnTo>
                    <a:pt x="24" y="16918"/>
                  </a:lnTo>
                  <a:cubicBezTo>
                    <a:pt x="1" y="17096"/>
                    <a:pt x="120" y="17263"/>
                    <a:pt x="298" y="17287"/>
                  </a:cubicBezTo>
                  <a:lnTo>
                    <a:pt x="27004" y="21204"/>
                  </a:lnTo>
                  <a:cubicBezTo>
                    <a:pt x="27019" y="21206"/>
                    <a:pt x="27034" y="21207"/>
                    <a:pt x="27049" y="21207"/>
                  </a:cubicBezTo>
                  <a:cubicBezTo>
                    <a:pt x="27208" y="21207"/>
                    <a:pt x="27340" y="21093"/>
                    <a:pt x="27373" y="20930"/>
                  </a:cubicBezTo>
                  <a:lnTo>
                    <a:pt x="29588" y="5761"/>
                  </a:lnTo>
                  <a:cubicBezTo>
                    <a:pt x="29611" y="5583"/>
                    <a:pt x="29492" y="5416"/>
                    <a:pt x="29314" y="5392"/>
                  </a:cubicBezTo>
                  <a:lnTo>
                    <a:pt x="12800" y="2975"/>
                  </a:lnTo>
                  <a:cubicBezTo>
                    <a:pt x="12693" y="2963"/>
                    <a:pt x="12586" y="2880"/>
                    <a:pt x="12550" y="2773"/>
                  </a:cubicBezTo>
                  <a:lnTo>
                    <a:pt x="11955" y="1297"/>
                  </a:lnTo>
                  <a:cubicBezTo>
                    <a:pt x="11931" y="1249"/>
                    <a:pt x="11907" y="1213"/>
                    <a:pt x="11883" y="1189"/>
                  </a:cubicBezTo>
                  <a:cubicBezTo>
                    <a:pt x="11764" y="1082"/>
                    <a:pt x="11633" y="1023"/>
                    <a:pt x="11478" y="999"/>
                  </a:cubicBezTo>
                  <a:lnTo>
                    <a:pt x="4751" y="11"/>
                  </a:lnTo>
                  <a:cubicBezTo>
                    <a:pt x="4714" y="4"/>
                    <a:pt x="4676" y="0"/>
                    <a:pt x="4638" y="0"/>
                  </a:cubicBez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26"/>
            <p:cNvSpPr/>
            <p:nvPr/>
          </p:nvSpPr>
          <p:spPr>
            <a:xfrm>
              <a:off x="5507190" y="3109742"/>
              <a:ext cx="1481773" cy="951916"/>
            </a:xfrm>
            <a:custGeom>
              <a:rect b="b" l="l" r="r" t="t"/>
              <a:pathLst>
                <a:path extrusionOk="0" h="17753" w="27636">
                  <a:moveTo>
                    <a:pt x="2215" y="0"/>
                  </a:moveTo>
                  <a:cubicBezTo>
                    <a:pt x="2084" y="0"/>
                    <a:pt x="1953" y="36"/>
                    <a:pt x="1834" y="107"/>
                  </a:cubicBezTo>
                  <a:cubicBezTo>
                    <a:pt x="1727" y="167"/>
                    <a:pt x="1644" y="274"/>
                    <a:pt x="1596" y="393"/>
                  </a:cubicBezTo>
                  <a:lnTo>
                    <a:pt x="1191" y="1405"/>
                  </a:lnTo>
                  <a:cubicBezTo>
                    <a:pt x="1108" y="1619"/>
                    <a:pt x="894" y="1774"/>
                    <a:pt x="656" y="1774"/>
                  </a:cubicBezTo>
                  <a:lnTo>
                    <a:pt x="584" y="1774"/>
                  </a:lnTo>
                  <a:cubicBezTo>
                    <a:pt x="263" y="1774"/>
                    <a:pt x="1" y="2036"/>
                    <a:pt x="1" y="2358"/>
                  </a:cubicBezTo>
                  <a:lnTo>
                    <a:pt x="1" y="17169"/>
                  </a:lnTo>
                  <a:cubicBezTo>
                    <a:pt x="1" y="17490"/>
                    <a:pt x="263" y="17752"/>
                    <a:pt x="584" y="17752"/>
                  </a:cubicBezTo>
                  <a:lnTo>
                    <a:pt x="27052" y="17752"/>
                  </a:lnTo>
                  <a:cubicBezTo>
                    <a:pt x="27373" y="17752"/>
                    <a:pt x="27635" y="17490"/>
                    <a:pt x="27635" y="17157"/>
                  </a:cubicBezTo>
                  <a:lnTo>
                    <a:pt x="27635" y="2346"/>
                  </a:lnTo>
                  <a:cubicBezTo>
                    <a:pt x="27635" y="2024"/>
                    <a:pt x="27373" y="1762"/>
                    <a:pt x="27052" y="1762"/>
                  </a:cubicBezTo>
                  <a:lnTo>
                    <a:pt x="10764" y="1762"/>
                  </a:lnTo>
                  <a:cubicBezTo>
                    <a:pt x="10550" y="1762"/>
                    <a:pt x="10359" y="1655"/>
                    <a:pt x="10252" y="1477"/>
                  </a:cubicBezTo>
                  <a:lnTo>
                    <a:pt x="9561" y="298"/>
                  </a:lnTo>
                  <a:cubicBezTo>
                    <a:pt x="9502" y="191"/>
                    <a:pt x="9407" y="95"/>
                    <a:pt x="9288" y="48"/>
                  </a:cubicBezTo>
                  <a:cubicBezTo>
                    <a:pt x="9192" y="24"/>
                    <a:pt x="9109" y="0"/>
                    <a:pt x="9014"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26"/>
            <p:cNvSpPr/>
            <p:nvPr/>
          </p:nvSpPr>
          <p:spPr>
            <a:xfrm>
              <a:off x="5507190" y="3109742"/>
              <a:ext cx="1481773" cy="951916"/>
            </a:xfrm>
            <a:custGeom>
              <a:rect b="b" l="l" r="r" t="t"/>
              <a:pathLst>
                <a:path extrusionOk="0" h="17753" w="27636">
                  <a:moveTo>
                    <a:pt x="2215" y="0"/>
                  </a:moveTo>
                  <a:cubicBezTo>
                    <a:pt x="2084" y="0"/>
                    <a:pt x="1953" y="36"/>
                    <a:pt x="1834" y="107"/>
                  </a:cubicBezTo>
                  <a:cubicBezTo>
                    <a:pt x="1727" y="167"/>
                    <a:pt x="1644" y="274"/>
                    <a:pt x="1596" y="393"/>
                  </a:cubicBezTo>
                  <a:lnTo>
                    <a:pt x="1191" y="1405"/>
                  </a:lnTo>
                  <a:cubicBezTo>
                    <a:pt x="1108" y="1619"/>
                    <a:pt x="894" y="1774"/>
                    <a:pt x="656" y="1774"/>
                  </a:cubicBezTo>
                  <a:lnTo>
                    <a:pt x="584" y="1774"/>
                  </a:lnTo>
                  <a:cubicBezTo>
                    <a:pt x="263" y="1774"/>
                    <a:pt x="1" y="2036"/>
                    <a:pt x="1" y="2358"/>
                  </a:cubicBezTo>
                  <a:lnTo>
                    <a:pt x="1" y="17169"/>
                  </a:lnTo>
                  <a:cubicBezTo>
                    <a:pt x="1" y="17490"/>
                    <a:pt x="263" y="17752"/>
                    <a:pt x="584" y="17752"/>
                  </a:cubicBezTo>
                  <a:lnTo>
                    <a:pt x="27052" y="17752"/>
                  </a:lnTo>
                  <a:cubicBezTo>
                    <a:pt x="27373" y="17752"/>
                    <a:pt x="27635" y="17490"/>
                    <a:pt x="27635" y="17157"/>
                  </a:cubicBezTo>
                  <a:lnTo>
                    <a:pt x="27635" y="2346"/>
                  </a:lnTo>
                  <a:cubicBezTo>
                    <a:pt x="27635" y="2024"/>
                    <a:pt x="27373" y="1762"/>
                    <a:pt x="27052" y="1762"/>
                  </a:cubicBezTo>
                  <a:lnTo>
                    <a:pt x="10764" y="1762"/>
                  </a:lnTo>
                  <a:cubicBezTo>
                    <a:pt x="10550" y="1762"/>
                    <a:pt x="10359" y="1655"/>
                    <a:pt x="10252" y="1477"/>
                  </a:cubicBezTo>
                  <a:lnTo>
                    <a:pt x="9561" y="298"/>
                  </a:lnTo>
                  <a:cubicBezTo>
                    <a:pt x="9502" y="191"/>
                    <a:pt x="9407" y="95"/>
                    <a:pt x="9288" y="48"/>
                  </a:cubicBezTo>
                  <a:cubicBezTo>
                    <a:pt x="9192" y="24"/>
                    <a:pt x="9109" y="0"/>
                    <a:pt x="90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26"/>
            <p:cNvSpPr/>
            <p:nvPr/>
          </p:nvSpPr>
          <p:spPr>
            <a:xfrm>
              <a:off x="5507190" y="3109742"/>
              <a:ext cx="1481773" cy="951916"/>
            </a:xfrm>
            <a:custGeom>
              <a:rect b="b" l="l" r="r" t="t"/>
              <a:pathLst>
                <a:path extrusionOk="0" fill="none" h="17753" w="27636">
                  <a:moveTo>
                    <a:pt x="27052" y="17752"/>
                  </a:moveTo>
                  <a:lnTo>
                    <a:pt x="584" y="17752"/>
                  </a:lnTo>
                  <a:cubicBezTo>
                    <a:pt x="263" y="17752"/>
                    <a:pt x="1" y="17490"/>
                    <a:pt x="1" y="17169"/>
                  </a:cubicBezTo>
                  <a:lnTo>
                    <a:pt x="1" y="2358"/>
                  </a:lnTo>
                  <a:cubicBezTo>
                    <a:pt x="1" y="2036"/>
                    <a:pt x="263" y="1774"/>
                    <a:pt x="584" y="1774"/>
                  </a:cubicBezTo>
                  <a:lnTo>
                    <a:pt x="656" y="1774"/>
                  </a:lnTo>
                  <a:cubicBezTo>
                    <a:pt x="894" y="1774"/>
                    <a:pt x="1108" y="1619"/>
                    <a:pt x="1191" y="1405"/>
                  </a:cubicBezTo>
                  <a:lnTo>
                    <a:pt x="1596" y="393"/>
                  </a:lnTo>
                  <a:cubicBezTo>
                    <a:pt x="1644" y="274"/>
                    <a:pt x="1727" y="167"/>
                    <a:pt x="1834" y="107"/>
                  </a:cubicBezTo>
                  <a:cubicBezTo>
                    <a:pt x="1953" y="36"/>
                    <a:pt x="2084" y="0"/>
                    <a:pt x="2215" y="0"/>
                  </a:cubicBezTo>
                  <a:lnTo>
                    <a:pt x="9014" y="0"/>
                  </a:lnTo>
                  <a:cubicBezTo>
                    <a:pt x="9109" y="0"/>
                    <a:pt x="9192" y="24"/>
                    <a:pt x="9288" y="48"/>
                  </a:cubicBezTo>
                  <a:cubicBezTo>
                    <a:pt x="9407" y="95"/>
                    <a:pt x="9502" y="191"/>
                    <a:pt x="9561" y="298"/>
                  </a:cubicBezTo>
                  <a:lnTo>
                    <a:pt x="10252" y="1477"/>
                  </a:lnTo>
                  <a:cubicBezTo>
                    <a:pt x="10359" y="1655"/>
                    <a:pt x="10550" y="1762"/>
                    <a:pt x="10764" y="1762"/>
                  </a:cubicBezTo>
                  <a:lnTo>
                    <a:pt x="27052" y="1762"/>
                  </a:lnTo>
                  <a:cubicBezTo>
                    <a:pt x="27373" y="1762"/>
                    <a:pt x="27635" y="2024"/>
                    <a:pt x="27635" y="2346"/>
                  </a:cubicBezTo>
                  <a:lnTo>
                    <a:pt x="27635" y="17157"/>
                  </a:lnTo>
                  <a:cubicBezTo>
                    <a:pt x="27635" y="17490"/>
                    <a:pt x="27373" y="17752"/>
                    <a:pt x="27052" y="17752"/>
                  </a:cubicBez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26"/>
            <p:cNvSpPr/>
            <p:nvPr/>
          </p:nvSpPr>
          <p:spPr>
            <a:xfrm>
              <a:off x="5660428" y="3160786"/>
              <a:ext cx="268141" cy="40912"/>
            </a:xfrm>
            <a:custGeom>
              <a:rect b="b" l="l" r="r" t="t"/>
              <a:pathLst>
                <a:path extrusionOk="0" h="763" w="5001">
                  <a:moveTo>
                    <a:pt x="381" y="1"/>
                  </a:moveTo>
                  <a:cubicBezTo>
                    <a:pt x="167" y="1"/>
                    <a:pt x="0" y="179"/>
                    <a:pt x="0" y="382"/>
                  </a:cubicBezTo>
                  <a:cubicBezTo>
                    <a:pt x="0" y="596"/>
                    <a:pt x="167" y="763"/>
                    <a:pt x="381" y="763"/>
                  </a:cubicBezTo>
                  <a:lnTo>
                    <a:pt x="4620" y="763"/>
                  </a:lnTo>
                  <a:cubicBezTo>
                    <a:pt x="4822" y="763"/>
                    <a:pt x="5001" y="596"/>
                    <a:pt x="5001" y="382"/>
                  </a:cubicBezTo>
                  <a:cubicBezTo>
                    <a:pt x="5001" y="179"/>
                    <a:pt x="4822" y="1"/>
                    <a:pt x="4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26"/>
            <p:cNvSpPr/>
            <p:nvPr/>
          </p:nvSpPr>
          <p:spPr>
            <a:xfrm>
              <a:off x="5507190" y="3248236"/>
              <a:ext cx="1481773" cy="951916"/>
            </a:xfrm>
            <a:custGeom>
              <a:rect b="b" l="l" r="r" t="t"/>
              <a:pathLst>
                <a:path extrusionOk="0" h="17753" w="27636">
                  <a:moveTo>
                    <a:pt x="2215" y="1"/>
                  </a:moveTo>
                  <a:cubicBezTo>
                    <a:pt x="2084" y="1"/>
                    <a:pt x="1953" y="37"/>
                    <a:pt x="1834" y="108"/>
                  </a:cubicBezTo>
                  <a:cubicBezTo>
                    <a:pt x="1727" y="179"/>
                    <a:pt x="1644" y="275"/>
                    <a:pt x="1596" y="394"/>
                  </a:cubicBezTo>
                  <a:lnTo>
                    <a:pt x="1191" y="1406"/>
                  </a:lnTo>
                  <a:cubicBezTo>
                    <a:pt x="1108" y="1632"/>
                    <a:pt x="894" y="1775"/>
                    <a:pt x="656" y="1775"/>
                  </a:cubicBezTo>
                  <a:lnTo>
                    <a:pt x="584" y="1775"/>
                  </a:lnTo>
                  <a:cubicBezTo>
                    <a:pt x="263" y="1775"/>
                    <a:pt x="1" y="2037"/>
                    <a:pt x="1" y="2358"/>
                  </a:cubicBezTo>
                  <a:lnTo>
                    <a:pt x="1" y="17170"/>
                  </a:lnTo>
                  <a:cubicBezTo>
                    <a:pt x="1" y="17491"/>
                    <a:pt x="263" y="17753"/>
                    <a:pt x="584" y="17753"/>
                  </a:cubicBezTo>
                  <a:lnTo>
                    <a:pt x="27052" y="17753"/>
                  </a:lnTo>
                  <a:cubicBezTo>
                    <a:pt x="27373" y="17753"/>
                    <a:pt x="27635" y="17491"/>
                    <a:pt x="27635" y="17170"/>
                  </a:cubicBezTo>
                  <a:lnTo>
                    <a:pt x="27635" y="2358"/>
                  </a:lnTo>
                  <a:cubicBezTo>
                    <a:pt x="27635" y="2037"/>
                    <a:pt x="27373" y="1775"/>
                    <a:pt x="27052" y="1775"/>
                  </a:cubicBezTo>
                  <a:lnTo>
                    <a:pt x="10764" y="1775"/>
                  </a:lnTo>
                  <a:cubicBezTo>
                    <a:pt x="10550" y="1775"/>
                    <a:pt x="10359" y="1656"/>
                    <a:pt x="10252" y="1477"/>
                  </a:cubicBezTo>
                  <a:lnTo>
                    <a:pt x="9561" y="298"/>
                  </a:lnTo>
                  <a:cubicBezTo>
                    <a:pt x="9502" y="191"/>
                    <a:pt x="9407" y="108"/>
                    <a:pt x="9288" y="60"/>
                  </a:cubicBezTo>
                  <a:cubicBezTo>
                    <a:pt x="9192" y="25"/>
                    <a:pt x="9109" y="1"/>
                    <a:pt x="9014" y="1"/>
                  </a:cubicBez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26"/>
            <p:cNvSpPr/>
            <p:nvPr/>
          </p:nvSpPr>
          <p:spPr>
            <a:xfrm>
              <a:off x="5772114" y="2969800"/>
              <a:ext cx="268838" cy="68634"/>
            </a:xfrm>
            <a:custGeom>
              <a:rect b="b" l="l" r="r" t="t"/>
              <a:pathLst>
                <a:path extrusionOk="0" h="1280" w="5014">
                  <a:moveTo>
                    <a:pt x="409" y="0"/>
                  </a:moveTo>
                  <a:cubicBezTo>
                    <a:pt x="222" y="0"/>
                    <a:pt x="47" y="137"/>
                    <a:pt x="25" y="336"/>
                  </a:cubicBezTo>
                  <a:cubicBezTo>
                    <a:pt x="1" y="538"/>
                    <a:pt x="156" y="729"/>
                    <a:pt x="358" y="753"/>
                  </a:cubicBezTo>
                  <a:lnTo>
                    <a:pt x="4561" y="1277"/>
                  </a:lnTo>
                  <a:cubicBezTo>
                    <a:pt x="4577" y="1278"/>
                    <a:pt x="4592" y="1279"/>
                    <a:pt x="4607" y="1279"/>
                  </a:cubicBezTo>
                  <a:cubicBezTo>
                    <a:pt x="4802" y="1279"/>
                    <a:pt x="4967" y="1142"/>
                    <a:pt x="4990" y="943"/>
                  </a:cubicBezTo>
                  <a:cubicBezTo>
                    <a:pt x="5013" y="741"/>
                    <a:pt x="4871" y="550"/>
                    <a:pt x="4656" y="527"/>
                  </a:cubicBezTo>
                  <a:lnTo>
                    <a:pt x="453" y="3"/>
                  </a:lnTo>
                  <a:cubicBezTo>
                    <a:pt x="439" y="1"/>
                    <a:pt x="424" y="0"/>
                    <a:pt x="409"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26"/>
            <p:cNvSpPr/>
            <p:nvPr/>
          </p:nvSpPr>
          <p:spPr>
            <a:xfrm>
              <a:off x="5772114" y="2969800"/>
              <a:ext cx="268838" cy="68634"/>
            </a:xfrm>
            <a:custGeom>
              <a:rect b="b" l="l" r="r" t="t"/>
              <a:pathLst>
                <a:path extrusionOk="0" h="1280" w="5014">
                  <a:moveTo>
                    <a:pt x="409" y="0"/>
                  </a:moveTo>
                  <a:cubicBezTo>
                    <a:pt x="222" y="0"/>
                    <a:pt x="47" y="137"/>
                    <a:pt x="25" y="336"/>
                  </a:cubicBezTo>
                  <a:cubicBezTo>
                    <a:pt x="1" y="538"/>
                    <a:pt x="156" y="729"/>
                    <a:pt x="358" y="753"/>
                  </a:cubicBezTo>
                  <a:lnTo>
                    <a:pt x="4561" y="1277"/>
                  </a:lnTo>
                  <a:cubicBezTo>
                    <a:pt x="4577" y="1278"/>
                    <a:pt x="4592" y="1279"/>
                    <a:pt x="4607" y="1279"/>
                  </a:cubicBezTo>
                  <a:cubicBezTo>
                    <a:pt x="4802" y="1279"/>
                    <a:pt x="4967" y="1142"/>
                    <a:pt x="4990" y="943"/>
                  </a:cubicBezTo>
                  <a:cubicBezTo>
                    <a:pt x="5013" y="741"/>
                    <a:pt x="4871" y="550"/>
                    <a:pt x="4656" y="527"/>
                  </a:cubicBezTo>
                  <a:lnTo>
                    <a:pt x="453" y="3"/>
                  </a:lnTo>
                  <a:cubicBezTo>
                    <a:pt x="439" y="1"/>
                    <a:pt x="42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26"/>
            <p:cNvSpPr/>
            <p:nvPr/>
          </p:nvSpPr>
          <p:spPr>
            <a:xfrm>
              <a:off x="5660428" y="3299334"/>
              <a:ext cx="268141" cy="41556"/>
            </a:xfrm>
            <a:custGeom>
              <a:rect b="b" l="l" r="r" t="t"/>
              <a:pathLst>
                <a:path extrusionOk="0" h="775" w="5001">
                  <a:moveTo>
                    <a:pt x="381" y="0"/>
                  </a:moveTo>
                  <a:cubicBezTo>
                    <a:pt x="167" y="0"/>
                    <a:pt x="0" y="179"/>
                    <a:pt x="0" y="393"/>
                  </a:cubicBezTo>
                  <a:cubicBezTo>
                    <a:pt x="0" y="596"/>
                    <a:pt x="167" y="774"/>
                    <a:pt x="381" y="774"/>
                  </a:cubicBezTo>
                  <a:lnTo>
                    <a:pt x="4620" y="774"/>
                  </a:lnTo>
                  <a:cubicBezTo>
                    <a:pt x="4822" y="774"/>
                    <a:pt x="5001" y="596"/>
                    <a:pt x="5001" y="393"/>
                  </a:cubicBezTo>
                  <a:cubicBezTo>
                    <a:pt x="5001" y="179"/>
                    <a:pt x="4822" y="0"/>
                    <a:pt x="4620"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26"/>
            <p:cNvSpPr/>
            <p:nvPr/>
          </p:nvSpPr>
          <p:spPr>
            <a:xfrm>
              <a:off x="5660428" y="3299334"/>
              <a:ext cx="268141" cy="41556"/>
            </a:xfrm>
            <a:custGeom>
              <a:rect b="b" l="l" r="r" t="t"/>
              <a:pathLst>
                <a:path extrusionOk="0" h="775" w="5001">
                  <a:moveTo>
                    <a:pt x="381" y="0"/>
                  </a:moveTo>
                  <a:cubicBezTo>
                    <a:pt x="167" y="0"/>
                    <a:pt x="0" y="179"/>
                    <a:pt x="0" y="393"/>
                  </a:cubicBezTo>
                  <a:cubicBezTo>
                    <a:pt x="0" y="596"/>
                    <a:pt x="167" y="774"/>
                    <a:pt x="381" y="774"/>
                  </a:cubicBezTo>
                  <a:lnTo>
                    <a:pt x="4620" y="774"/>
                  </a:lnTo>
                  <a:cubicBezTo>
                    <a:pt x="4822" y="774"/>
                    <a:pt x="5001" y="596"/>
                    <a:pt x="5001" y="393"/>
                  </a:cubicBezTo>
                  <a:cubicBezTo>
                    <a:pt x="5001" y="179"/>
                    <a:pt x="4822" y="0"/>
                    <a:pt x="462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26"/>
            <p:cNvSpPr/>
            <p:nvPr/>
          </p:nvSpPr>
          <p:spPr>
            <a:xfrm>
              <a:off x="5462526" y="3582114"/>
              <a:ext cx="1570457" cy="973632"/>
            </a:xfrm>
            <a:custGeom>
              <a:rect b="b" l="l" r="r" t="t"/>
              <a:pathLst>
                <a:path extrusionOk="0" h="18158" w="29290">
                  <a:moveTo>
                    <a:pt x="548" y="1"/>
                  </a:moveTo>
                  <a:cubicBezTo>
                    <a:pt x="238" y="1"/>
                    <a:pt x="0" y="239"/>
                    <a:pt x="0" y="548"/>
                  </a:cubicBezTo>
                  <a:lnTo>
                    <a:pt x="0" y="17610"/>
                  </a:lnTo>
                  <a:cubicBezTo>
                    <a:pt x="0" y="17908"/>
                    <a:pt x="238" y="18158"/>
                    <a:pt x="548" y="18158"/>
                  </a:cubicBezTo>
                  <a:lnTo>
                    <a:pt x="28742" y="18158"/>
                  </a:lnTo>
                  <a:cubicBezTo>
                    <a:pt x="29052" y="18158"/>
                    <a:pt x="29290" y="17908"/>
                    <a:pt x="29290" y="17610"/>
                  </a:cubicBezTo>
                  <a:lnTo>
                    <a:pt x="29290" y="548"/>
                  </a:lnTo>
                  <a:cubicBezTo>
                    <a:pt x="29290" y="239"/>
                    <a:pt x="29052" y="1"/>
                    <a:pt x="2874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26"/>
            <p:cNvSpPr/>
            <p:nvPr/>
          </p:nvSpPr>
          <p:spPr>
            <a:xfrm>
              <a:off x="5555070" y="3843875"/>
              <a:ext cx="1477913" cy="711859"/>
            </a:xfrm>
            <a:custGeom>
              <a:rect b="b" l="l" r="r" t="t"/>
              <a:pathLst>
                <a:path extrusionOk="0" h="13276" w="27564">
                  <a:moveTo>
                    <a:pt x="27564" y="0"/>
                  </a:moveTo>
                  <a:cubicBezTo>
                    <a:pt x="24325" y="3036"/>
                    <a:pt x="20634" y="5561"/>
                    <a:pt x="16622" y="7489"/>
                  </a:cubicBezTo>
                  <a:cubicBezTo>
                    <a:pt x="10704" y="10323"/>
                    <a:pt x="3942" y="12276"/>
                    <a:pt x="1" y="13276"/>
                  </a:cubicBezTo>
                  <a:lnTo>
                    <a:pt x="27016" y="13276"/>
                  </a:lnTo>
                  <a:cubicBezTo>
                    <a:pt x="27326" y="13276"/>
                    <a:pt x="27564" y="13038"/>
                    <a:pt x="27564" y="12728"/>
                  </a:cubicBezTo>
                  <a:lnTo>
                    <a:pt x="275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26"/>
            <p:cNvSpPr/>
            <p:nvPr/>
          </p:nvSpPr>
          <p:spPr>
            <a:xfrm>
              <a:off x="5462526" y="3582114"/>
              <a:ext cx="1570457" cy="973632"/>
            </a:xfrm>
            <a:custGeom>
              <a:rect b="b" l="l" r="r" t="t"/>
              <a:pathLst>
                <a:path extrusionOk="0" fill="none" h="18158" w="29290">
                  <a:moveTo>
                    <a:pt x="548" y="1"/>
                  </a:moveTo>
                  <a:lnTo>
                    <a:pt x="28742" y="1"/>
                  </a:lnTo>
                  <a:cubicBezTo>
                    <a:pt x="29052" y="1"/>
                    <a:pt x="29290" y="239"/>
                    <a:pt x="29290" y="548"/>
                  </a:cubicBezTo>
                  <a:lnTo>
                    <a:pt x="29290" y="17610"/>
                  </a:lnTo>
                  <a:cubicBezTo>
                    <a:pt x="29290" y="17908"/>
                    <a:pt x="29052" y="18158"/>
                    <a:pt x="28742" y="18158"/>
                  </a:cubicBezTo>
                  <a:lnTo>
                    <a:pt x="548" y="18158"/>
                  </a:lnTo>
                  <a:cubicBezTo>
                    <a:pt x="238" y="18158"/>
                    <a:pt x="0" y="17908"/>
                    <a:pt x="0" y="17610"/>
                  </a:cubicBezTo>
                  <a:lnTo>
                    <a:pt x="0" y="548"/>
                  </a:lnTo>
                  <a:cubicBezTo>
                    <a:pt x="0" y="239"/>
                    <a:pt x="238" y="1"/>
                    <a:pt x="548" y="1"/>
                  </a:cubicBez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26"/>
            <p:cNvSpPr/>
            <p:nvPr/>
          </p:nvSpPr>
          <p:spPr>
            <a:xfrm>
              <a:off x="5484885" y="3598735"/>
              <a:ext cx="93884" cy="69009"/>
            </a:xfrm>
            <a:custGeom>
              <a:rect b="b" l="l" r="r" t="t"/>
              <a:pathLst>
                <a:path extrusionOk="0" fill="none" h="1287" w="1751">
                  <a:moveTo>
                    <a:pt x="0" y="1286"/>
                  </a:moveTo>
                  <a:lnTo>
                    <a:pt x="0" y="560"/>
                  </a:lnTo>
                  <a:cubicBezTo>
                    <a:pt x="0" y="250"/>
                    <a:pt x="250" y="0"/>
                    <a:pt x="560" y="0"/>
                  </a:cubicBezTo>
                  <a:lnTo>
                    <a:pt x="175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26"/>
            <p:cNvSpPr/>
            <p:nvPr/>
          </p:nvSpPr>
          <p:spPr>
            <a:xfrm>
              <a:off x="5484885" y="3714925"/>
              <a:ext cx="54" cy="545905"/>
            </a:xfrm>
            <a:custGeom>
              <a:rect b="b" l="l" r="r" t="t"/>
              <a:pathLst>
                <a:path extrusionOk="0" fill="none" h="10181" w="1">
                  <a:moveTo>
                    <a:pt x="0" y="10180"/>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26"/>
            <p:cNvSpPr/>
            <p:nvPr/>
          </p:nvSpPr>
          <p:spPr>
            <a:xfrm>
              <a:off x="6929500" y="4447128"/>
              <a:ext cx="81123" cy="91368"/>
            </a:xfrm>
            <a:custGeom>
              <a:rect b="b" l="l" r="r" t="t"/>
              <a:pathLst>
                <a:path extrusionOk="0" fill="none" h="1704" w="1513">
                  <a:moveTo>
                    <a:pt x="1513" y="1"/>
                  </a:moveTo>
                  <a:lnTo>
                    <a:pt x="1513" y="1156"/>
                  </a:lnTo>
                  <a:cubicBezTo>
                    <a:pt x="1513" y="1453"/>
                    <a:pt x="1263" y="1703"/>
                    <a:pt x="965" y="1703"/>
                  </a:cubicBezTo>
                  <a:lnTo>
                    <a:pt x="1" y="1703"/>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26"/>
            <p:cNvSpPr/>
            <p:nvPr/>
          </p:nvSpPr>
          <p:spPr>
            <a:xfrm>
              <a:off x="7010569" y="3653640"/>
              <a:ext cx="54" cy="747624"/>
            </a:xfrm>
            <a:custGeom>
              <a:rect b="b" l="l" r="r" t="t"/>
              <a:pathLst>
                <a:path extrusionOk="0" fill="none" h="13943" w="1">
                  <a:moveTo>
                    <a:pt x="1" y="0"/>
                  </a:moveTo>
                  <a:lnTo>
                    <a:pt x="1" y="13942"/>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26"/>
            <p:cNvSpPr/>
            <p:nvPr/>
          </p:nvSpPr>
          <p:spPr>
            <a:xfrm>
              <a:off x="5998754" y="3937706"/>
              <a:ext cx="497999" cy="268851"/>
            </a:xfrm>
            <a:custGeom>
              <a:rect b="b" l="l" r="r" t="t"/>
              <a:pathLst>
                <a:path extrusionOk="0" h="5014" w="9288">
                  <a:moveTo>
                    <a:pt x="286" y="1"/>
                  </a:moveTo>
                  <a:cubicBezTo>
                    <a:pt x="132" y="1"/>
                    <a:pt x="1" y="131"/>
                    <a:pt x="1" y="286"/>
                  </a:cubicBezTo>
                  <a:lnTo>
                    <a:pt x="1" y="4739"/>
                  </a:lnTo>
                  <a:cubicBezTo>
                    <a:pt x="1" y="4894"/>
                    <a:pt x="132" y="5013"/>
                    <a:pt x="286" y="5013"/>
                  </a:cubicBezTo>
                  <a:lnTo>
                    <a:pt x="9002" y="5013"/>
                  </a:lnTo>
                  <a:cubicBezTo>
                    <a:pt x="9156" y="5013"/>
                    <a:pt x="9287" y="4894"/>
                    <a:pt x="9287" y="4739"/>
                  </a:cubicBezTo>
                  <a:lnTo>
                    <a:pt x="9287" y="286"/>
                  </a:lnTo>
                  <a:cubicBezTo>
                    <a:pt x="9287" y="131"/>
                    <a:pt x="9156" y="1"/>
                    <a:pt x="9002" y="1"/>
                  </a:cubicBez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26"/>
            <p:cNvSpPr/>
            <p:nvPr/>
          </p:nvSpPr>
          <p:spPr>
            <a:xfrm>
              <a:off x="5998754" y="3937706"/>
              <a:ext cx="497999" cy="81771"/>
            </a:xfrm>
            <a:custGeom>
              <a:rect b="b" l="l" r="r" t="t"/>
              <a:pathLst>
                <a:path extrusionOk="0" h="1525" w="9288">
                  <a:moveTo>
                    <a:pt x="286" y="1"/>
                  </a:moveTo>
                  <a:cubicBezTo>
                    <a:pt x="132" y="1"/>
                    <a:pt x="1" y="131"/>
                    <a:pt x="1" y="286"/>
                  </a:cubicBezTo>
                  <a:lnTo>
                    <a:pt x="1" y="1251"/>
                  </a:lnTo>
                  <a:cubicBezTo>
                    <a:pt x="1" y="1405"/>
                    <a:pt x="132" y="1525"/>
                    <a:pt x="286" y="1525"/>
                  </a:cubicBezTo>
                  <a:lnTo>
                    <a:pt x="9002" y="1525"/>
                  </a:lnTo>
                  <a:cubicBezTo>
                    <a:pt x="9156" y="1525"/>
                    <a:pt x="9287" y="1405"/>
                    <a:pt x="9287" y="1251"/>
                  </a:cubicBezTo>
                  <a:lnTo>
                    <a:pt x="9287" y="286"/>
                  </a:lnTo>
                  <a:cubicBezTo>
                    <a:pt x="9287" y="131"/>
                    <a:pt x="9156" y="1"/>
                    <a:pt x="9002" y="1"/>
                  </a:cubicBez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26"/>
            <p:cNvSpPr/>
            <p:nvPr/>
          </p:nvSpPr>
          <p:spPr>
            <a:xfrm>
              <a:off x="5572978" y="3089957"/>
              <a:ext cx="52384" cy="66596"/>
            </a:xfrm>
            <a:custGeom>
              <a:rect b="b" l="l" r="r" t="t"/>
              <a:pathLst>
                <a:path extrusionOk="0" h="1242" w="977">
                  <a:moveTo>
                    <a:pt x="0" y="560"/>
                  </a:moveTo>
                  <a:lnTo>
                    <a:pt x="0" y="572"/>
                  </a:lnTo>
                  <a:lnTo>
                    <a:pt x="2" y="564"/>
                  </a:lnTo>
                  <a:lnTo>
                    <a:pt x="0" y="560"/>
                  </a:lnTo>
                  <a:close/>
                  <a:moveTo>
                    <a:pt x="584" y="0"/>
                  </a:moveTo>
                  <a:lnTo>
                    <a:pt x="131" y="71"/>
                  </a:lnTo>
                  <a:lnTo>
                    <a:pt x="2" y="564"/>
                  </a:lnTo>
                  <a:lnTo>
                    <a:pt x="191" y="917"/>
                  </a:lnTo>
                  <a:lnTo>
                    <a:pt x="595" y="1214"/>
                  </a:lnTo>
                  <a:cubicBezTo>
                    <a:pt x="619" y="1232"/>
                    <a:pt x="649" y="1241"/>
                    <a:pt x="680" y="1241"/>
                  </a:cubicBezTo>
                  <a:cubicBezTo>
                    <a:pt x="712" y="1241"/>
                    <a:pt x="744" y="1232"/>
                    <a:pt x="774" y="1214"/>
                  </a:cubicBezTo>
                  <a:lnTo>
                    <a:pt x="810" y="1191"/>
                  </a:lnTo>
                  <a:cubicBezTo>
                    <a:pt x="857" y="1167"/>
                    <a:pt x="881" y="1095"/>
                    <a:pt x="857" y="1036"/>
                  </a:cubicBezTo>
                  <a:lnTo>
                    <a:pt x="631" y="512"/>
                  </a:lnTo>
                  <a:lnTo>
                    <a:pt x="786" y="631"/>
                  </a:lnTo>
                  <a:cubicBezTo>
                    <a:pt x="807" y="647"/>
                    <a:pt x="832" y="655"/>
                    <a:pt x="857" y="655"/>
                  </a:cubicBezTo>
                  <a:cubicBezTo>
                    <a:pt x="889" y="655"/>
                    <a:pt x="921" y="641"/>
                    <a:pt x="941" y="607"/>
                  </a:cubicBezTo>
                  <a:cubicBezTo>
                    <a:pt x="976" y="572"/>
                    <a:pt x="976" y="500"/>
                    <a:pt x="941" y="464"/>
                  </a:cubicBezTo>
                  <a:lnTo>
                    <a:pt x="584" y="0"/>
                  </a:ln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26"/>
            <p:cNvSpPr/>
            <p:nvPr/>
          </p:nvSpPr>
          <p:spPr>
            <a:xfrm>
              <a:off x="5597213" y="3128240"/>
              <a:ext cx="19195" cy="25577"/>
            </a:xfrm>
            <a:custGeom>
              <a:rect b="b" l="l" r="r" t="t"/>
              <a:pathLst>
                <a:path extrusionOk="0" fill="none" h="477" w="358">
                  <a:moveTo>
                    <a:pt x="358" y="477"/>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26"/>
            <p:cNvSpPr/>
            <p:nvPr/>
          </p:nvSpPr>
          <p:spPr>
            <a:xfrm>
              <a:off x="5589546" y="3134620"/>
              <a:ext cx="15388" cy="20483"/>
            </a:xfrm>
            <a:custGeom>
              <a:rect b="b" l="l" r="r" t="t"/>
              <a:pathLst>
                <a:path extrusionOk="0" fill="none" h="382" w="287">
                  <a:moveTo>
                    <a:pt x="286" y="381"/>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26"/>
            <p:cNvSpPr/>
            <p:nvPr/>
          </p:nvSpPr>
          <p:spPr>
            <a:xfrm>
              <a:off x="5892806" y="2935431"/>
              <a:ext cx="68952" cy="33941"/>
            </a:xfrm>
            <a:custGeom>
              <a:rect b="b" l="l" r="r" t="t"/>
              <a:pathLst>
                <a:path extrusionOk="0" h="633" w="1286">
                  <a:moveTo>
                    <a:pt x="0" y="1"/>
                  </a:moveTo>
                  <a:lnTo>
                    <a:pt x="36" y="453"/>
                  </a:lnTo>
                  <a:lnTo>
                    <a:pt x="584" y="453"/>
                  </a:lnTo>
                  <a:cubicBezTo>
                    <a:pt x="584" y="453"/>
                    <a:pt x="1065" y="632"/>
                    <a:pt x="1181" y="632"/>
                  </a:cubicBezTo>
                  <a:cubicBezTo>
                    <a:pt x="1185" y="632"/>
                    <a:pt x="1188" y="632"/>
                    <a:pt x="1191" y="632"/>
                  </a:cubicBezTo>
                  <a:cubicBezTo>
                    <a:pt x="1286" y="608"/>
                    <a:pt x="1250" y="477"/>
                    <a:pt x="1250" y="477"/>
                  </a:cubicBezTo>
                  <a:lnTo>
                    <a:pt x="560" y="36"/>
                  </a:lnTo>
                  <a:lnTo>
                    <a:pt x="0" y="1"/>
                  </a:ln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26"/>
            <p:cNvSpPr/>
            <p:nvPr/>
          </p:nvSpPr>
          <p:spPr>
            <a:xfrm>
              <a:off x="5894040" y="2952695"/>
              <a:ext cx="37103" cy="17266"/>
            </a:xfrm>
            <a:custGeom>
              <a:rect b="b" l="l" r="r" t="t"/>
              <a:pathLst>
                <a:path extrusionOk="0" h="322" w="692">
                  <a:moveTo>
                    <a:pt x="358" y="0"/>
                  </a:moveTo>
                  <a:lnTo>
                    <a:pt x="1" y="60"/>
                  </a:lnTo>
                  <a:lnTo>
                    <a:pt x="596" y="322"/>
                  </a:lnTo>
                  <a:cubicBezTo>
                    <a:pt x="596" y="322"/>
                    <a:pt x="692" y="191"/>
                    <a:pt x="561" y="131"/>
                  </a:cubicBezTo>
                  <a:lnTo>
                    <a:pt x="35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26"/>
            <p:cNvSpPr/>
            <p:nvPr/>
          </p:nvSpPr>
          <p:spPr>
            <a:xfrm>
              <a:off x="5894040" y="2952695"/>
              <a:ext cx="37103" cy="17266"/>
            </a:xfrm>
            <a:custGeom>
              <a:rect b="b" l="l" r="r" t="t"/>
              <a:pathLst>
                <a:path extrusionOk="0" fill="none" h="322" w="692">
                  <a:moveTo>
                    <a:pt x="1" y="60"/>
                  </a:moveTo>
                  <a:lnTo>
                    <a:pt x="596" y="322"/>
                  </a:lnTo>
                  <a:cubicBezTo>
                    <a:pt x="596" y="322"/>
                    <a:pt x="692" y="191"/>
                    <a:pt x="561" y="131"/>
                  </a:cubicBezTo>
                  <a:lnTo>
                    <a:pt x="358" y="0"/>
                  </a:lnTo>
                </a:path>
              </a:pathLst>
            </a:custGeom>
            <a:noFill/>
            <a:ln cap="flat"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26"/>
            <p:cNvSpPr/>
            <p:nvPr/>
          </p:nvSpPr>
          <p:spPr>
            <a:xfrm>
              <a:off x="6988264" y="3439491"/>
              <a:ext cx="31956" cy="75658"/>
            </a:xfrm>
            <a:custGeom>
              <a:rect b="b" l="l" r="r" t="t"/>
              <a:pathLst>
                <a:path extrusionOk="0" h="1411" w="596">
                  <a:moveTo>
                    <a:pt x="37" y="1"/>
                  </a:moveTo>
                  <a:cubicBezTo>
                    <a:pt x="32" y="1"/>
                    <a:pt x="28" y="2"/>
                    <a:pt x="24" y="6"/>
                  </a:cubicBezTo>
                  <a:cubicBezTo>
                    <a:pt x="12" y="18"/>
                    <a:pt x="0" y="29"/>
                    <a:pt x="12" y="41"/>
                  </a:cubicBezTo>
                  <a:lnTo>
                    <a:pt x="12" y="1137"/>
                  </a:lnTo>
                  <a:lnTo>
                    <a:pt x="215" y="1411"/>
                  </a:lnTo>
                  <a:lnTo>
                    <a:pt x="596" y="1137"/>
                  </a:lnTo>
                  <a:lnTo>
                    <a:pt x="346" y="399"/>
                  </a:lnTo>
                  <a:lnTo>
                    <a:pt x="72" y="18"/>
                  </a:lnTo>
                  <a:cubicBezTo>
                    <a:pt x="63" y="9"/>
                    <a:pt x="49"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26"/>
            <p:cNvSpPr/>
            <p:nvPr/>
          </p:nvSpPr>
          <p:spPr>
            <a:xfrm>
              <a:off x="6998452" y="3500400"/>
              <a:ext cx="236292" cy="241451"/>
            </a:xfrm>
            <a:custGeom>
              <a:rect b="b" l="l" r="r" t="t"/>
              <a:pathLst>
                <a:path extrusionOk="0" h="4503" w="4407">
                  <a:moveTo>
                    <a:pt x="406" y="1"/>
                  </a:moveTo>
                  <a:cubicBezTo>
                    <a:pt x="406" y="1"/>
                    <a:pt x="48" y="191"/>
                    <a:pt x="25" y="275"/>
                  </a:cubicBezTo>
                  <a:cubicBezTo>
                    <a:pt x="1" y="346"/>
                    <a:pt x="1191" y="3335"/>
                    <a:pt x="1560" y="4251"/>
                  </a:cubicBezTo>
                  <a:cubicBezTo>
                    <a:pt x="1617" y="4398"/>
                    <a:pt x="1759" y="4502"/>
                    <a:pt x="1916" y="4502"/>
                  </a:cubicBezTo>
                  <a:cubicBezTo>
                    <a:pt x="1925" y="4502"/>
                    <a:pt x="1933" y="4502"/>
                    <a:pt x="1941" y="4501"/>
                  </a:cubicBezTo>
                  <a:lnTo>
                    <a:pt x="4251" y="4406"/>
                  </a:lnTo>
                  <a:lnTo>
                    <a:pt x="4406" y="3215"/>
                  </a:lnTo>
                  <a:lnTo>
                    <a:pt x="2346" y="3287"/>
                  </a:lnTo>
                  <a:cubicBezTo>
                    <a:pt x="2192" y="3287"/>
                    <a:pt x="2049" y="3204"/>
                    <a:pt x="1977" y="3061"/>
                  </a:cubicBezTo>
                  <a:lnTo>
                    <a:pt x="406"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26"/>
            <p:cNvSpPr/>
            <p:nvPr/>
          </p:nvSpPr>
          <p:spPr>
            <a:xfrm>
              <a:off x="6998452" y="3500400"/>
              <a:ext cx="236292" cy="242041"/>
            </a:xfrm>
            <a:custGeom>
              <a:rect b="b" l="l" r="r" t="t"/>
              <a:pathLst>
                <a:path extrusionOk="0" fill="none" h="4514" w="4407">
                  <a:moveTo>
                    <a:pt x="4406" y="3215"/>
                  </a:moveTo>
                  <a:lnTo>
                    <a:pt x="2346" y="3287"/>
                  </a:lnTo>
                  <a:cubicBezTo>
                    <a:pt x="2192" y="3287"/>
                    <a:pt x="2049" y="3204"/>
                    <a:pt x="1977" y="3061"/>
                  </a:cubicBezTo>
                  <a:lnTo>
                    <a:pt x="406" y="1"/>
                  </a:lnTo>
                  <a:cubicBezTo>
                    <a:pt x="406" y="1"/>
                    <a:pt x="48" y="191"/>
                    <a:pt x="25" y="275"/>
                  </a:cubicBezTo>
                  <a:cubicBezTo>
                    <a:pt x="1" y="346"/>
                    <a:pt x="1191" y="3335"/>
                    <a:pt x="1560" y="4251"/>
                  </a:cubicBezTo>
                  <a:cubicBezTo>
                    <a:pt x="1620" y="4406"/>
                    <a:pt x="1775" y="4513"/>
                    <a:pt x="1941" y="4501"/>
                  </a:cubicBezTo>
                  <a:lnTo>
                    <a:pt x="4251" y="4406"/>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26"/>
            <p:cNvSpPr/>
            <p:nvPr/>
          </p:nvSpPr>
          <p:spPr>
            <a:xfrm>
              <a:off x="7011213" y="3520829"/>
              <a:ext cx="17318" cy="7078"/>
            </a:xfrm>
            <a:custGeom>
              <a:rect b="b" l="l" r="r" t="t"/>
              <a:pathLst>
                <a:path extrusionOk="0" fill="none" h="132" w="323">
                  <a:moveTo>
                    <a:pt x="322" y="1"/>
                  </a:moveTo>
                  <a:lnTo>
                    <a:pt x="1" y="132"/>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26"/>
            <p:cNvSpPr/>
            <p:nvPr/>
          </p:nvSpPr>
          <p:spPr>
            <a:xfrm>
              <a:off x="6998452" y="3500400"/>
              <a:ext cx="236292" cy="241451"/>
            </a:xfrm>
            <a:custGeom>
              <a:rect b="b" l="l" r="r" t="t"/>
              <a:pathLst>
                <a:path extrusionOk="0" h="4503" w="4407">
                  <a:moveTo>
                    <a:pt x="406" y="1"/>
                  </a:moveTo>
                  <a:cubicBezTo>
                    <a:pt x="406" y="1"/>
                    <a:pt x="48" y="191"/>
                    <a:pt x="25" y="275"/>
                  </a:cubicBezTo>
                  <a:cubicBezTo>
                    <a:pt x="1" y="346"/>
                    <a:pt x="1191" y="3335"/>
                    <a:pt x="1560" y="4251"/>
                  </a:cubicBezTo>
                  <a:cubicBezTo>
                    <a:pt x="1617" y="4398"/>
                    <a:pt x="1759" y="4502"/>
                    <a:pt x="1916" y="4502"/>
                  </a:cubicBezTo>
                  <a:cubicBezTo>
                    <a:pt x="1925" y="4502"/>
                    <a:pt x="1933" y="4502"/>
                    <a:pt x="1941" y="4501"/>
                  </a:cubicBezTo>
                  <a:lnTo>
                    <a:pt x="4251" y="4406"/>
                  </a:lnTo>
                  <a:lnTo>
                    <a:pt x="4406" y="3215"/>
                  </a:lnTo>
                  <a:lnTo>
                    <a:pt x="2346" y="3287"/>
                  </a:lnTo>
                  <a:cubicBezTo>
                    <a:pt x="2192" y="3287"/>
                    <a:pt x="2049" y="3204"/>
                    <a:pt x="1977" y="3061"/>
                  </a:cubicBezTo>
                  <a:lnTo>
                    <a:pt x="40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26"/>
            <p:cNvSpPr/>
            <p:nvPr/>
          </p:nvSpPr>
          <p:spPr>
            <a:xfrm>
              <a:off x="6998452" y="3500400"/>
              <a:ext cx="236292" cy="242041"/>
            </a:xfrm>
            <a:custGeom>
              <a:rect b="b" l="l" r="r" t="t"/>
              <a:pathLst>
                <a:path extrusionOk="0" fill="none" h="4514" w="4407">
                  <a:moveTo>
                    <a:pt x="4406" y="3215"/>
                  </a:moveTo>
                  <a:lnTo>
                    <a:pt x="2346" y="3287"/>
                  </a:lnTo>
                  <a:cubicBezTo>
                    <a:pt x="2192" y="3287"/>
                    <a:pt x="2049" y="3204"/>
                    <a:pt x="1977" y="3061"/>
                  </a:cubicBezTo>
                  <a:lnTo>
                    <a:pt x="406" y="1"/>
                  </a:lnTo>
                  <a:cubicBezTo>
                    <a:pt x="406" y="1"/>
                    <a:pt x="48" y="191"/>
                    <a:pt x="25" y="275"/>
                  </a:cubicBezTo>
                  <a:cubicBezTo>
                    <a:pt x="1" y="346"/>
                    <a:pt x="1191" y="3335"/>
                    <a:pt x="1560" y="4251"/>
                  </a:cubicBezTo>
                  <a:cubicBezTo>
                    <a:pt x="1620" y="4406"/>
                    <a:pt x="1775" y="4513"/>
                    <a:pt x="1941" y="4501"/>
                  </a:cubicBezTo>
                  <a:lnTo>
                    <a:pt x="4251" y="4406"/>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26"/>
            <p:cNvSpPr/>
            <p:nvPr/>
          </p:nvSpPr>
          <p:spPr>
            <a:xfrm>
              <a:off x="7011213" y="3520829"/>
              <a:ext cx="17318" cy="7078"/>
            </a:xfrm>
            <a:custGeom>
              <a:rect b="b" l="l" r="r" t="t"/>
              <a:pathLst>
                <a:path extrusionOk="0" fill="none" h="132" w="323">
                  <a:moveTo>
                    <a:pt x="322" y="1"/>
                  </a:moveTo>
                  <a:lnTo>
                    <a:pt x="1" y="132"/>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26"/>
            <p:cNvSpPr/>
            <p:nvPr/>
          </p:nvSpPr>
          <p:spPr>
            <a:xfrm>
              <a:off x="6988264" y="3439491"/>
              <a:ext cx="31956" cy="75658"/>
            </a:xfrm>
            <a:custGeom>
              <a:rect b="b" l="l" r="r" t="t"/>
              <a:pathLst>
                <a:path extrusionOk="0" h="1411" w="596">
                  <a:moveTo>
                    <a:pt x="37" y="1"/>
                  </a:moveTo>
                  <a:cubicBezTo>
                    <a:pt x="32" y="1"/>
                    <a:pt x="28" y="2"/>
                    <a:pt x="24" y="6"/>
                  </a:cubicBezTo>
                  <a:cubicBezTo>
                    <a:pt x="12" y="18"/>
                    <a:pt x="0" y="29"/>
                    <a:pt x="12" y="41"/>
                  </a:cubicBezTo>
                  <a:lnTo>
                    <a:pt x="12" y="1137"/>
                  </a:lnTo>
                  <a:lnTo>
                    <a:pt x="215" y="1411"/>
                  </a:lnTo>
                  <a:lnTo>
                    <a:pt x="596" y="1137"/>
                  </a:lnTo>
                  <a:lnTo>
                    <a:pt x="346" y="399"/>
                  </a:lnTo>
                  <a:lnTo>
                    <a:pt x="72" y="18"/>
                  </a:lnTo>
                  <a:cubicBezTo>
                    <a:pt x="63" y="9"/>
                    <a:pt x="49" y="1"/>
                    <a:pt x="37"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26"/>
            <p:cNvSpPr/>
            <p:nvPr/>
          </p:nvSpPr>
          <p:spPr>
            <a:xfrm>
              <a:off x="6988264" y="3439491"/>
              <a:ext cx="31956" cy="75658"/>
            </a:xfrm>
            <a:custGeom>
              <a:rect b="b" l="l" r="r" t="t"/>
              <a:pathLst>
                <a:path extrusionOk="0" h="1411" w="596">
                  <a:moveTo>
                    <a:pt x="37" y="1"/>
                  </a:moveTo>
                  <a:cubicBezTo>
                    <a:pt x="32" y="1"/>
                    <a:pt x="28" y="2"/>
                    <a:pt x="24" y="6"/>
                  </a:cubicBezTo>
                  <a:cubicBezTo>
                    <a:pt x="12" y="18"/>
                    <a:pt x="0" y="29"/>
                    <a:pt x="12" y="41"/>
                  </a:cubicBezTo>
                  <a:lnTo>
                    <a:pt x="12" y="1137"/>
                  </a:lnTo>
                  <a:lnTo>
                    <a:pt x="215" y="1411"/>
                  </a:lnTo>
                  <a:lnTo>
                    <a:pt x="596" y="1137"/>
                  </a:lnTo>
                  <a:lnTo>
                    <a:pt x="346" y="399"/>
                  </a:lnTo>
                  <a:lnTo>
                    <a:pt x="72" y="18"/>
                  </a:lnTo>
                  <a:cubicBezTo>
                    <a:pt x="63" y="9"/>
                    <a:pt x="49"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26"/>
            <p:cNvSpPr/>
            <p:nvPr/>
          </p:nvSpPr>
          <p:spPr>
            <a:xfrm>
              <a:off x="6988264" y="3439115"/>
              <a:ext cx="31956" cy="76033"/>
            </a:xfrm>
            <a:custGeom>
              <a:rect b="b" l="l" r="r" t="t"/>
              <a:pathLst>
                <a:path extrusionOk="0" fill="none" h="1418" w="596">
                  <a:moveTo>
                    <a:pt x="596" y="1144"/>
                  </a:moveTo>
                  <a:lnTo>
                    <a:pt x="346" y="406"/>
                  </a:lnTo>
                  <a:lnTo>
                    <a:pt x="72" y="25"/>
                  </a:lnTo>
                  <a:cubicBezTo>
                    <a:pt x="60" y="13"/>
                    <a:pt x="36" y="1"/>
                    <a:pt x="24" y="13"/>
                  </a:cubicBezTo>
                  <a:cubicBezTo>
                    <a:pt x="12" y="25"/>
                    <a:pt x="0" y="36"/>
                    <a:pt x="12" y="48"/>
                  </a:cubicBezTo>
                  <a:lnTo>
                    <a:pt x="12" y="1144"/>
                  </a:lnTo>
                  <a:lnTo>
                    <a:pt x="215" y="1418"/>
                  </a:lnTo>
                  <a:lnTo>
                    <a:pt x="596" y="1144"/>
                  </a:ln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26"/>
            <p:cNvSpPr/>
            <p:nvPr/>
          </p:nvSpPr>
          <p:spPr>
            <a:xfrm>
              <a:off x="7201447" y="3554393"/>
              <a:ext cx="70185" cy="95444"/>
            </a:xfrm>
            <a:custGeom>
              <a:rect b="b" l="l" r="r" t="t"/>
              <a:pathLst>
                <a:path extrusionOk="0" h="1780" w="1309">
                  <a:moveTo>
                    <a:pt x="1008" y="1"/>
                  </a:moveTo>
                  <a:cubicBezTo>
                    <a:pt x="904" y="1"/>
                    <a:pt x="777" y="32"/>
                    <a:pt x="644" y="101"/>
                  </a:cubicBezTo>
                  <a:cubicBezTo>
                    <a:pt x="358" y="256"/>
                    <a:pt x="156" y="542"/>
                    <a:pt x="84" y="863"/>
                  </a:cubicBezTo>
                  <a:cubicBezTo>
                    <a:pt x="84" y="994"/>
                    <a:pt x="1" y="1780"/>
                    <a:pt x="1" y="1780"/>
                  </a:cubicBezTo>
                  <a:lnTo>
                    <a:pt x="1073" y="1661"/>
                  </a:lnTo>
                  <a:cubicBezTo>
                    <a:pt x="1073" y="1661"/>
                    <a:pt x="1025" y="887"/>
                    <a:pt x="1049" y="684"/>
                  </a:cubicBezTo>
                  <a:cubicBezTo>
                    <a:pt x="1096" y="530"/>
                    <a:pt x="1156" y="387"/>
                    <a:pt x="1263" y="268"/>
                  </a:cubicBezTo>
                  <a:cubicBezTo>
                    <a:pt x="1309" y="100"/>
                    <a:pt x="1194" y="1"/>
                    <a:pt x="100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26"/>
            <p:cNvSpPr/>
            <p:nvPr/>
          </p:nvSpPr>
          <p:spPr>
            <a:xfrm>
              <a:off x="7204021" y="3560399"/>
              <a:ext cx="64555" cy="84988"/>
            </a:xfrm>
            <a:custGeom>
              <a:rect b="b" l="l" r="r" t="t"/>
              <a:pathLst>
                <a:path extrusionOk="0" h="1585" w="1204">
                  <a:moveTo>
                    <a:pt x="572" y="1"/>
                  </a:moveTo>
                  <a:cubicBezTo>
                    <a:pt x="298" y="168"/>
                    <a:pt x="96" y="441"/>
                    <a:pt x="36" y="751"/>
                  </a:cubicBezTo>
                  <a:cubicBezTo>
                    <a:pt x="36" y="811"/>
                    <a:pt x="24" y="953"/>
                    <a:pt x="1" y="1108"/>
                  </a:cubicBezTo>
                  <a:cubicBezTo>
                    <a:pt x="108" y="1084"/>
                    <a:pt x="274" y="1049"/>
                    <a:pt x="393" y="1025"/>
                  </a:cubicBezTo>
                  <a:cubicBezTo>
                    <a:pt x="489" y="1013"/>
                    <a:pt x="584" y="989"/>
                    <a:pt x="679" y="953"/>
                  </a:cubicBezTo>
                  <a:lnTo>
                    <a:pt x="679" y="953"/>
                  </a:lnTo>
                  <a:lnTo>
                    <a:pt x="644" y="1584"/>
                  </a:lnTo>
                  <a:lnTo>
                    <a:pt x="667" y="1584"/>
                  </a:lnTo>
                  <a:lnTo>
                    <a:pt x="1025" y="1537"/>
                  </a:lnTo>
                  <a:cubicBezTo>
                    <a:pt x="1025" y="1537"/>
                    <a:pt x="977" y="775"/>
                    <a:pt x="1001" y="572"/>
                  </a:cubicBezTo>
                  <a:cubicBezTo>
                    <a:pt x="1036" y="418"/>
                    <a:pt x="1108" y="287"/>
                    <a:pt x="1203" y="156"/>
                  </a:cubicBezTo>
                  <a:cubicBezTo>
                    <a:pt x="1013" y="108"/>
                    <a:pt x="774" y="49"/>
                    <a:pt x="5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26"/>
            <p:cNvSpPr/>
            <p:nvPr/>
          </p:nvSpPr>
          <p:spPr>
            <a:xfrm>
              <a:off x="7201447" y="3549568"/>
              <a:ext cx="71579" cy="100269"/>
            </a:xfrm>
            <a:custGeom>
              <a:rect b="b" l="l" r="r" t="t"/>
              <a:pathLst>
                <a:path extrusionOk="0" fill="none" h="1870" w="1335">
                  <a:moveTo>
                    <a:pt x="1263" y="358"/>
                  </a:moveTo>
                  <a:cubicBezTo>
                    <a:pt x="1156" y="477"/>
                    <a:pt x="1096" y="620"/>
                    <a:pt x="1049" y="774"/>
                  </a:cubicBezTo>
                  <a:cubicBezTo>
                    <a:pt x="1025" y="977"/>
                    <a:pt x="1073" y="1751"/>
                    <a:pt x="1073" y="1751"/>
                  </a:cubicBezTo>
                  <a:lnTo>
                    <a:pt x="1" y="1870"/>
                  </a:lnTo>
                  <a:cubicBezTo>
                    <a:pt x="1" y="1870"/>
                    <a:pt x="84" y="1084"/>
                    <a:pt x="84" y="953"/>
                  </a:cubicBezTo>
                  <a:cubicBezTo>
                    <a:pt x="156" y="632"/>
                    <a:pt x="358" y="346"/>
                    <a:pt x="644" y="191"/>
                  </a:cubicBezTo>
                  <a:cubicBezTo>
                    <a:pt x="1013" y="1"/>
                    <a:pt x="1334" y="96"/>
                    <a:pt x="1263" y="358"/>
                  </a:cubicBez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26"/>
            <p:cNvSpPr/>
            <p:nvPr/>
          </p:nvSpPr>
          <p:spPr>
            <a:xfrm>
              <a:off x="7152334" y="3484637"/>
              <a:ext cx="162675" cy="125203"/>
            </a:xfrm>
            <a:custGeom>
              <a:rect b="b" l="l" r="r" t="t"/>
              <a:pathLst>
                <a:path extrusionOk="0" h="2335" w="3034">
                  <a:moveTo>
                    <a:pt x="1347" y="0"/>
                  </a:moveTo>
                  <a:cubicBezTo>
                    <a:pt x="1035" y="0"/>
                    <a:pt x="744" y="139"/>
                    <a:pt x="584" y="473"/>
                  </a:cubicBezTo>
                  <a:cubicBezTo>
                    <a:pt x="500" y="616"/>
                    <a:pt x="441" y="771"/>
                    <a:pt x="393" y="926"/>
                  </a:cubicBezTo>
                  <a:cubicBezTo>
                    <a:pt x="310" y="973"/>
                    <a:pt x="84" y="1116"/>
                    <a:pt x="48" y="1152"/>
                  </a:cubicBezTo>
                  <a:cubicBezTo>
                    <a:pt x="0" y="1188"/>
                    <a:pt x="143" y="1295"/>
                    <a:pt x="226" y="1343"/>
                  </a:cubicBezTo>
                  <a:cubicBezTo>
                    <a:pt x="72" y="1712"/>
                    <a:pt x="95" y="2105"/>
                    <a:pt x="143" y="2200"/>
                  </a:cubicBezTo>
                  <a:cubicBezTo>
                    <a:pt x="189" y="2299"/>
                    <a:pt x="363" y="2335"/>
                    <a:pt x="548" y="2335"/>
                  </a:cubicBezTo>
                  <a:cubicBezTo>
                    <a:pt x="650" y="2335"/>
                    <a:pt x="756" y="2324"/>
                    <a:pt x="846" y="2307"/>
                  </a:cubicBezTo>
                  <a:cubicBezTo>
                    <a:pt x="1084" y="2271"/>
                    <a:pt x="1179" y="2033"/>
                    <a:pt x="1250" y="1962"/>
                  </a:cubicBezTo>
                  <a:cubicBezTo>
                    <a:pt x="1268" y="1947"/>
                    <a:pt x="1305" y="1941"/>
                    <a:pt x="1351" y="1941"/>
                  </a:cubicBezTo>
                  <a:cubicBezTo>
                    <a:pt x="1491" y="1941"/>
                    <a:pt x="1721" y="1994"/>
                    <a:pt x="1810" y="2021"/>
                  </a:cubicBezTo>
                  <a:cubicBezTo>
                    <a:pt x="1824" y="2025"/>
                    <a:pt x="1841" y="2027"/>
                    <a:pt x="1858" y="2027"/>
                  </a:cubicBezTo>
                  <a:cubicBezTo>
                    <a:pt x="2002" y="2027"/>
                    <a:pt x="2246" y="1901"/>
                    <a:pt x="2405" y="1700"/>
                  </a:cubicBezTo>
                  <a:cubicBezTo>
                    <a:pt x="3034" y="859"/>
                    <a:pt x="2124" y="0"/>
                    <a:pt x="134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26"/>
            <p:cNvSpPr/>
            <p:nvPr/>
          </p:nvSpPr>
          <p:spPr>
            <a:xfrm>
              <a:off x="7164451" y="3569353"/>
              <a:ext cx="94528" cy="40751"/>
            </a:xfrm>
            <a:custGeom>
              <a:rect b="b" l="l" r="r" t="t"/>
              <a:pathLst>
                <a:path extrusionOk="0" h="760" w="1763">
                  <a:moveTo>
                    <a:pt x="1298" y="1"/>
                  </a:moveTo>
                  <a:cubicBezTo>
                    <a:pt x="1298" y="1"/>
                    <a:pt x="1310" y="96"/>
                    <a:pt x="1131" y="167"/>
                  </a:cubicBezTo>
                  <a:cubicBezTo>
                    <a:pt x="953" y="239"/>
                    <a:pt x="917" y="179"/>
                    <a:pt x="870" y="310"/>
                  </a:cubicBezTo>
                  <a:cubicBezTo>
                    <a:pt x="822" y="477"/>
                    <a:pt x="679" y="608"/>
                    <a:pt x="512" y="632"/>
                  </a:cubicBezTo>
                  <a:cubicBezTo>
                    <a:pt x="346" y="667"/>
                    <a:pt x="167" y="679"/>
                    <a:pt x="0" y="691"/>
                  </a:cubicBezTo>
                  <a:cubicBezTo>
                    <a:pt x="82" y="739"/>
                    <a:pt x="206" y="759"/>
                    <a:pt x="335" y="759"/>
                  </a:cubicBezTo>
                  <a:cubicBezTo>
                    <a:pt x="432" y="759"/>
                    <a:pt x="532" y="747"/>
                    <a:pt x="620" y="727"/>
                  </a:cubicBezTo>
                  <a:cubicBezTo>
                    <a:pt x="870" y="691"/>
                    <a:pt x="965" y="453"/>
                    <a:pt x="1036" y="382"/>
                  </a:cubicBezTo>
                  <a:cubicBezTo>
                    <a:pt x="1054" y="367"/>
                    <a:pt x="1090" y="361"/>
                    <a:pt x="1135" y="361"/>
                  </a:cubicBezTo>
                  <a:cubicBezTo>
                    <a:pt x="1272" y="361"/>
                    <a:pt x="1498" y="414"/>
                    <a:pt x="1596" y="441"/>
                  </a:cubicBezTo>
                  <a:lnTo>
                    <a:pt x="1679" y="441"/>
                  </a:lnTo>
                  <a:cubicBezTo>
                    <a:pt x="1727" y="334"/>
                    <a:pt x="1763" y="227"/>
                    <a:pt x="1763" y="108"/>
                  </a:cubicBez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26"/>
            <p:cNvSpPr/>
            <p:nvPr/>
          </p:nvSpPr>
          <p:spPr>
            <a:xfrm>
              <a:off x="7152334" y="3447426"/>
              <a:ext cx="176241" cy="163487"/>
            </a:xfrm>
            <a:custGeom>
              <a:rect b="b" l="l" r="r" t="t"/>
              <a:pathLst>
                <a:path extrusionOk="0" fill="none" h="3049" w="3287">
                  <a:moveTo>
                    <a:pt x="2405" y="2394"/>
                  </a:moveTo>
                  <a:cubicBezTo>
                    <a:pt x="3286" y="1215"/>
                    <a:pt x="1143" y="1"/>
                    <a:pt x="584" y="1167"/>
                  </a:cubicBezTo>
                  <a:cubicBezTo>
                    <a:pt x="500" y="1310"/>
                    <a:pt x="441" y="1465"/>
                    <a:pt x="393" y="1620"/>
                  </a:cubicBezTo>
                  <a:cubicBezTo>
                    <a:pt x="310" y="1667"/>
                    <a:pt x="84" y="1810"/>
                    <a:pt x="48" y="1846"/>
                  </a:cubicBezTo>
                  <a:cubicBezTo>
                    <a:pt x="0" y="1882"/>
                    <a:pt x="143" y="1989"/>
                    <a:pt x="226" y="2037"/>
                  </a:cubicBezTo>
                  <a:cubicBezTo>
                    <a:pt x="72" y="2406"/>
                    <a:pt x="95" y="2799"/>
                    <a:pt x="143" y="2894"/>
                  </a:cubicBezTo>
                  <a:cubicBezTo>
                    <a:pt x="214" y="3049"/>
                    <a:pt x="595" y="3049"/>
                    <a:pt x="846" y="3001"/>
                  </a:cubicBezTo>
                  <a:cubicBezTo>
                    <a:pt x="1084" y="2965"/>
                    <a:pt x="1179" y="2727"/>
                    <a:pt x="1250" y="2656"/>
                  </a:cubicBezTo>
                  <a:cubicBezTo>
                    <a:pt x="1322" y="2596"/>
                    <a:pt x="1691" y="2679"/>
                    <a:pt x="1810" y="2715"/>
                  </a:cubicBezTo>
                  <a:cubicBezTo>
                    <a:pt x="1941" y="2751"/>
                    <a:pt x="2227" y="2620"/>
                    <a:pt x="2405" y="2394"/>
                  </a:cubicBez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26"/>
            <p:cNvSpPr/>
            <p:nvPr/>
          </p:nvSpPr>
          <p:spPr>
            <a:xfrm>
              <a:off x="7181662" y="3533482"/>
              <a:ext cx="7721" cy="9920"/>
            </a:xfrm>
            <a:custGeom>
              <a:rect b="b" l="l" r="r" t="t"/>
              <a:pathLst>
                <a:path extrusionOk="0" h="185" w="144">
                  <a:moveTo>
                    <a:pt x="110" y="1"/>
                  </a:moveTo>
                  <a:cubicBezTo>
                    <a:pt x="87" y="1"/>
                    <a:pt x="57" y="33"/>
                    <a:pt x="37" y="74"/>
                  </a:cubicBezTo>
                  <a:cubicBezTo>
                    <a:pt x="1" y="122"/>
                    <a:pt x="1" y="170"/>
                    <a:pt x="37" y="181"/>
                  </a:cubicBezTo>
                  <a:cubicBezTo>
                    <a:pt x="41" y="184"/>
                    <a:pt x="45" y="185"/>
                    <a:pt x="50" y="185"/>
                  </a:cubicBezTo>
                  <a:cubicBezTo>
                    <a:pt x="72" y="185"/>
                    <a:pt x="100" y="161"/>
                    <a:pt x="120" y="122"/>
                  </a:cubicBezTo>
                  <a:cubicBezTo>
                    <a:pt x="144" y="62"/>
                    <a:pt x="144" y="15"/>
                    <a:pt x="120" y="3"/>
                  </a:cubicBezTo>
                  <a:cubicBezTo>
                    <a:pt x="117" y="1"/>
                    <a:pt x="113" y="1"/>
                    <a:pt x="11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26"/>
            <p:cNvSpPr/>
            <p:nvPr/>
          </p:nvSpPr>
          <p:spPr>
            <a:xfrm>
              <a:off x="7186810" y="3517665"/>
              <a:ext cx="6434" cy="10885"/>
            </a:xfrm>
            <a:custGeom>
              <a:rect b="b" l="l" r="r" t="t"/>
              <a:pathLst>
                <a:path extrusionOk="0" fill="none" h="203" w="120">
                  <a:moveTo>
                    <a:pt x="0" y="95"/>
                  </a:moveTo>
                  <a:cubicBezTo>
                    <a:pt x="0" y="95"/>
                    <a:pt x="107" y="0"/>
                    <a:pt x="119" y="20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26"/>
            <p:cNvSpPr/>
            <p:nvPr/>
          </p:nvSpPr>
          <p:spPr>
            <a:xfrm>
              <a:off x="7163164" y="3567423"/>
              <a:ext cx="10295" cy="5845"/>
            </a:xfrm>
            <a:custGeom>
              <a:rect b="b" l="l" r="r" t="t"/>
              <a:pathLst>
                <a:path extrusionOk="0" fill="none" h="109" w="192">
                  <a:moveTo>
                    <a:pt x="1" y="1"/>
                  </a:moveTo>
                  <a:cubicBezTo>
                    <a:pt x="1" y="1"/>
                    <a:pt x="1" y="108"/>
                    <a:pt x="191" y="10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26"/>
            <p:cNvSpPr/>
            <p:nvPr/>
          </p:nvSpPr>
          <p:spPr>
            <a:xfrm>
              <a:off x="7114641" y="3932613"/>
              <a:ext cx="142408" cy="585477"/>
            </a:xfrm>
            <a:custGeom>
              <a:rect b="b" l="l" r="r" t="t"/>
              <a:pathLst>
                <a:path extrusionOk="0" h="10919" w="2656">
                  <a:moveTo>
                    <a:pt x="656" y="0"/>
                  </a:moveTo>
                  <a:lnTo>
                    <a:pt x="572" y="1024"/>
                  </a:lnTo>
                  <a:cubicBezTo>
                    <a:pt x="572" y="1024"/>
                    <a:pt x="1" y="5072"/>
                    <a:pt x="36" y="5537"/>
                  </a:cubicBezTo>
                  <a:cubicBezTo>
                    <a:pt x="60" y="6001"/>
                    <a:pt x="120" y="10811"/>
                    <a:pt x="120" y="10811"/>
                  </a:cubicBezTo>
                  <a:lnTo>
                    <a:pt x="810" y="10918"/>
                  </a:lnTo>
                  <a:lnTo>
                    <a:pt x="1572" y="5584"/>
                  </a:lnTo>
                  <a:lnTo>
                    <a:pt x="2656" y="167"/>
                  </a:lnTo>
                  <a:lnTo>
                    <a:pt x="656" y="0"/>
                  </a:ln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26"/>
            <p:cNvSpPr/>
            <p:nvPr/>
          </p:nvSpPr>
          <p:spPr>
            <a:xfrm>
              <a:off x="7114641" y="3932613"/>
              <a:ext cx="142408" cy="585477"/>
            </a:xfrm>
            <a:custGeom>
              <a:rect b="b" l="l" r="r" t="t"/>
              <a:pathLst>
                <a:path extrusionOk="0" h="10919" w="2656">
                  <a:moveTo>
                    <a:pt x="656" y="0"/>
                  </a:moveTo>
                  <a:lnTo>
                    <a:pt x="572" y="1024"/>
                  </a:lnTo>
                  <a:cubicBezTo>
                    <a:pt x="572" y="1024"/>
                    <a:pt x="1" y="5072"/>
                    <a:pt x="36" y="5537"/>
                  </a:cubicBezTo>
                  <a:cubicBezTo>
                    <a:pt x="60" y="6001"/>
                    <a:pt x="120" y="10811"/>
                    <a:pt x="120" y="10811"/>
                  </a:cubicBezTo>
                  <a:lnTo>
                    <a:pt x="810" y="10918"/>
                  </a:lnTo>
                  <a:lnTo>
                    <a:pt x="1572" y="5584"/>
                  </a:lnTo>
                  <a:lnTo>
                    <a:pt x="2656" y="167"/>
                  </a:lnTo>
                  <a:lnTo>
                    <a:pt x="656"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26"/>
            <p:cNvSpPr/>
            <p:nvPr/>
          </p:nvSpPr>
          <p:spPr>
            <a:xfrm>
              <a:off x="7145310" y="4131159"/>
              <a:ext cx="51097" cy="375394"/>
            </a:xfrm>
            <a:custGeom>
              <a:rect b="b" l="l" r="r" t="t"/>
              <a:pathLst>
                <a:path extrusionOk="0" fill="none" h="7001" w="953">
                  <a:moveTo>
                    <a:pt x="953" y="0"/>
                  </a:moveTo>
                  <a:cubicBezTo>
                    <a:pt x="953" y="0"/>
                    <a:pt x="691" y="1548"/>
                    <a:pt x="488" y="2310"/>
                  </a:cubicBezTo>
                  <a:cubicBezTo>
                    <a:pt x="286" y="3072"/>
                    <a:pt x="298" y="3834"/>
                    <a:pt x="298" y="4655"/>
                  </a:cubicBezTo>
                  <a:cubicBezTo>
                    <a:pt x="298" y="5477"/>
                    <a:pt x="0" y="7001"/>
                    <a:pt x="0" y="7001"/>
                  </a:cubicBez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26"/>
            <p:cNvSpPr/>
            <p:nvPr/>
          </p:nvSpPr>
          <p:spPr>
            <a:xfrm>
              <a:off x="7164451" y="3905429"/>
              <a:ext cx="153239" cy="618399"/>
            </a:xfrm>
            <a:custGeom>
              <a:rect b="b" l="l" r="r" t="t"/>
              <a:pathLst>
                <a:path extrusionOk="0" h="11533" w="2858">
                  <a:moveTo>
                    <a:pt x="1889" y="1"/>
                  </a:moveTo>
                  <a:cubicBezTo>
                    <a:pt x="1677" y="1"/>
                    <a:pt x="1392" y="114"/>
                    <a:pt x="1120" y="257"/>
                  </a:cubicBezTo>
                  <a:lnTo>
                    <a:pt x="0" y="2031"/>
                  </a:lnTo>
                  <a:lnTo>
                    <a:pt x="524" y="2508"/>
                  </a:lnTo>
                  <a:cubicBezTo>
                    <a:pt x="524" y="2508"/>
                    <a:pt x="786" y="6365"/>
                    <a:pt x="953" y="6639"/>
                  </a:cubicBezTo>
                  <a:cubicBezTo>
                    <a:pt x="1108" y="6913"/>
                    <a:pt x="2167" y="11413"/>
                    <a:pt x="2167" y="11413"/>
                  </a:cubicBezTo>
                  <a:lnTo>
                    <a:pt x="2858" y="11532"/>
                  </a:lnTo>
                  <a:lnTo>
                    <a:pt x="2394" y="6187"/>
                  </a:lnTo>
                  <a:lnTo>
                    <a:pt x="2144" y="1769"/>
                  </a:lnTo>
                  <a:cubicBezTo>
                    <a:pt x="2144" y="1769"/>
                    <a:pt x="2477" y="805"/>
                    <a:pt x="2191" y="174"/>
                  </a:cubicBezTo>
                  <a:cubicBezTo>
                    <a:pt x="2139" y="51"/>
                    <a:pt x="2030" y="1"/>
                    <a:pt x="1889"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26"/>
            <p:cNvSpPr/>
            <p:nvPr/>
          </p:nvSpPr>
          <p:spPr>
            <a:xfrm>
              <a:off x="7164451" y="3898137"/>
              <a:ext cx="153239" cy="625692"/>
            </a:xfrm>
            <a:custGeom>
              <a:rect b="b" l="l" r="r" t="t"/>
              <a:pathLst>
                <a:path extrusionOk="0" fill="none" h="11669" w="2858">
                  <a:moveTo>
                    <a:pt x="1120" y="393"/>
                  </a:moveTo>
                  <a:cubicBezTo>
                    <a:pt x="1572" y="155"/>
                    <a:pt x="2060" y="0"/>
                    <a:pt x="2191" y="310"/>
                  </a:cubicBezTo>
                  <a:cubicBezTo>
                    <a:pt x="2477" y="941"/>
                    <a:pt x="2144" y="1905"/>
                    <a:pt x="2144" y="1905"/>
                  </a:cubicBezTo>
                  <a:lnTo>
                    <a:pt x="2394" y="6323"/>
                  </a:lnTo>
                  <a:lnTo>
                    <a:pt x="2858" y="11668"/>
                  </a:lnTo>
                  <a:lnTo>
                    <a:pt x="2167" y="11549"/>
                  </a:lnTo>
                  <a:cubicBezTo>
                    <a:pt x="2167" y="11549"/>
                    <a:pt x="1108" y="7049"/>
                    <a:pt x="953" y="6775"/>
                  </a:cubicBezTo>
                  <a:cubicBezTo>
                    <a:pt x="786" y="6501"/>
                    <a:pt x="524" y="2644"/>
                    <a:pt x="524" y="2644"/>
                  </a:cubicBezTo>
                  <a:lnTo>
                    <a:pt x="0" y="2167"/>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26"/>
            <p:cNvSpPr/>
            <p:nvPr/>
          </p:nvSpPr>
          <p:spPr>
            <a:xfrm>
              <a:off x="7164451" y="3905429"/>
              <a:ext cx="153239" cy="618399"/>
            </a:xfrm>
            <a:custGeom>
              <a:rect b="b" l="l" r="r" t="t"/>
              <a:pathLst>
                <a:path extrusionOk="0" h="11533" w="2858">
                  <a:moveTo>
                    <a:pt x="1889" y="1"/>
                  </a:moveTo>
                  <a:cubicBezTo>
                    <a:pt x="1677" y="1"/>
                    <a:pt x="1392" y="114"/>
                    <a:pt x="1120" y="257"/>
                  </a:cubicBezTo>
                  <a:lnTo>
                    <a:pt x="0" y="2031"/>
                  </a:lnTo>
                  <a:lnTo>
                    <a:pt x="524" y="2508"/>
                  </a:lnTo>
                  <a:cubicBezTo>
                    <a:pt x="524" y="2508"/>
                    <a:pt x="786" y="6365"/>
                    <a:pt x="953" y="6639"/>
                  </a:cubicBezTo>
                  <a:cubicBezTo>
                    <a:pt x="1108" y="6913"/>
                    <a:pt x="2167" y="11413"/>
                    <a:pt x="2167" y="11413"/>
                  </a:cubicBezTo>
                  <a:lnTo>
                    <a:pt x="2858" y="11532"/>
                  </a:lnTo>
                  <a:lnTo>
                    <a:pt x="2394" y="6187"/>
                  </a:lnTo>
                  <a:lnTo>
                    <a:pt x="2144" y="1769"/>
                  </a:lnTo>
                  <a:cubicBezTo>
                    <a:pt x="2144" y="1769"/>
                    <a:pt x="2477" y="805"/>
                    <a:pt x="2191" y="174"/>
                  </a:cubicBezTo>
                  <a:cubicBezTo>
                    <a:pt x="2139" y="51"/>
                    <a:pt x="2030" y="1"/>
                    <a:pt x="18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26"/>
            <p:cNvSpPr/>
            <p:nvPr/>
          </p:nvSpPr>
          <p:spPr>
            <a:xfrm>
              <a:off x="7253188" y="4098560"/>
              <a:ext cx="49864" cy="405474"/>
            </a:xfrm>
            <a:custGeom>
              <a:rect b="b" l="l" r="r" t="t"/>
              <a:pathLst>
                <a:path extrusionOk="0" fill="none" h="7562" w="930">
                  <a:moveTo>
                    <a:pt x="0" y="1"/>
                  </a:moveTo>
                  <a:cubicBezTo>
                    <a:pt x="12" y="1037"/>
                    <a:pt x="119" y="1525"/>
                    <a:pt x="203" y="1799"/>
                  </a:cubicBezTo>
                  <a:cubicBezTo>
                    <a:pt x="298" y="2120"/>
                    <a:pt x="262" y="2751"/>
                    <a:pt x="262" y="3049"/>
                  </a:cubicBezTo>
                  <a:cubicBezTo>
                    <a:pt x="262" y="3335"/>
                    <a:pt x="131" y="2977"/>
                    <a:pt x="429" y="4335"/>
                  </a:cubicBezTo>
                  <a:cubicBezTo>
                    <a:pt x="727" y="5680"/>
                    <a:pt x="929" y="7561"/>
                    <a:pt x="929" y="7561"/>
                  </a:cubicBez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26"/>
            <p:cNvSpPr/>
            <p:nvPr/>
          </p:nvSpPr>
          <p:spPr>
            <a:xfrm>
              <a:off x="7253188" y="3975346"/>
              <a:ext cx="1984" cy="96462"/>
            </a:xfrm>
            <a:custGeom>
              <a:rect b="b" l="l" r="r" t="t"/>
              <a:pathLst>
                <a:path extrusionOk="0" fill="none" h="1799" w="37">
                  <a:moveTo>
                    <a:pt x="0" y="72"/>
                  </a:moveTo>
                  <a:cubicBezTo>
                    <a:pt x="0" y="72"/>
                    <a:pt x="36" y="1"/>
                    <a:pt x="0" y="1549"/>
                  </a:cubicBezTo>
                  <a:lnTo>
                    <a:pt x="0" y="1799"/>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26"/>
            <p:cNvSpPr/>
            <p:nvPr/>
          </p:nvSpPr>
          <p:spPr>
            <a:xfrm>
              <a:off x="7164451" y="3963228"/>
              <a:ext cx="9008" cy="52440"/>
            </a:xfrm>
            <a:custGeom>
              <a:rect b="b" l="l" r="r" t="t"/>
              <a:pathLst>
                <a:path extrusionOk="0" fill="none" h="978" w="168">
                  <a:moveTo>
                    <a:pt x="131" y="1"/>
                  </a:moveTo>
                  <a:lnTo>
                    <a:pt x="108" y="465"/>
                  </a:lnTo>
                  <a:lnTo>
                    <a:pt x="0" y="787"/>
                  </a:lnTo>
                  <a:lnTo>
                    <a:pt x="167" y="977"/>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26"/>
            <p:cNvSpPr/>
            <p:nvPr/>
          </p:nvSpPr>
          <p:spPr>
            <a:xfrm>
              <a:off x="7160001" y="3977920"/>
              <a:ext cx="52384" cy="14746"/>
            </a:xfrm>
            <a:custGeom>
              <a:rect b="b" l="l" r="r" t="t"/>
              <a:pathLst>
                <a:path extrusionOk="0" fill="none" h="275" w="977">
                  <a:moveTo>
                    <a:pt x="0" y="1"/>
                  </a:moveTo>
                  <a:cubicBezTo>
                    <a:pt x="0" y="1"/>
                    <a:pt x="274" y="274"/>
                    <a:pt x="976" y="19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26"/>
            <p:cNvSpPr/>
            <p:nvPr/>
          </p:nvSpPr>
          <p:spPr>
            <a:xfrm>
              <a:off x="7147830" y="3905429"/>
              <a:ext cx="140531" cy="62950"/>
            </a:xfrm>
            <a:custGeom>
              <a:rect b="b" l="l" r="r" t="t"/>
              <a:pathLst>
                <a:path extrusionOk="0" h="1174" w="2621">
                  <a:moveTo>
                    <a:pt x="2202" y="1"/>
                  </a:moveTo>
                  <a:cubicBezTo>
                    <a:pt x="1987" y="1"/>
                    <a:pt x="1702" y="114"/>
                    <a:pt x="1430" y="257"/>
                  </a:cubicBezTo>
                  <a:lnTo>
                    <a:pt x="1215" y="603"/>
                  </a:lnTo>
                  <a:lnTo>
                    <a:pt x="37" y="507"/>
                  </a:lnTo>
                  <a:lnTo>
                    <a:pt x="1" y="972"/>
                  </a:lnTo>
                  <a:cubicBezTo>
                    <a:pt x="408" y="1107"/>
                    <a:pt x="832" y="1174"/>
                    <a:pt x="1257" y="1174"/>
                  </a:cubicBezTo>
                  <a:cubicBezTo>
                    <a:pt x="1466" y="1174"/>
                    <a:pt x="1675" y="1158"/>
                    <a:pt x="1882" y="1126"/>
                  </a:cubicBezTo>
                  <a:cubicBezTo>
                    <a:pt x="2406" y="1019"/>
                    <a:pt x="2430" y="876"/>
                    <a:pt x="2608" y="757"/>
                  </a:cubicBezTo>
                  <a:cubicBezTo>
                    <a:pt x="2620" y="555"/>
                    <a:pt x="2584" y="364"/>
                    <a:pt x="2513" y="174"/>
                  </a:cubicBezTo>
                  <a:cubicBezTo>
                    <a:pt x="2456" y="51"/>
                    <a:pt x="2344" y="1"/>
                    <a:pt x="220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26"/>
            <p:cNvSpPr/>
            <p:nvPr/>
          </p:nvSpPr>
          <p:spPr>
            <a:xfrm>
              <a:off x="7155497" y="3949824"/>
              <a:ext cx="17318" cy="13459"/>
            </a:xfrm>
            <a:custGeom>
              <a:rect b="b" l="l" r="r" t="t"/>
              <a:pathLst>
                <a:path extrusionOk="0" h="251" w="323">
                  <a:moveTo>
                    <a:pt x="13" y="1"/>
                  </a:moveTo>
                  <a:lnTo>
                    <a:pt x="1" y="179"/>
                  </a:lnTo>
                  <a:lnTo>
                    <a:pt x="298" y="251"/>
                  </a:lnTo>
                  <a:lnTo>
                    <a:pt x="322" y="13"/>
                  </a:lnTo>
                  <a:lnTo>
                    <a:pt x="13" y="1"/>
                  </a:ln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26"/>
            <p:cNvSpPr/>
            <p:nvPr/>
          </p:nvSpPr>
          <p:spPr>
            <a:xfrm>
              <a:off x="7264662" y="3937063"/>
              <a:ext cx="12171" cy="27507"/>
            </a:xfrm>
            <a:custGeom>
              <a:rect b="b" l="l" r="r" t="t"/>
              <a:pathLst>
                <a:path extrusionOk="0" h="513" w="227">
                  <a:moveTo>
                    <a:pt x="155" y="1"/>
                  </a:moveTo>
                  <a:lnTo>
                    <a:pt x="1" y="48"/>
                  </a:lnTo>
                  <a:lnTo>
                    <a:pt x="60" y="513"/>
                  </a:lnTo>
                  <a:lnTo>
                    <a:pt x="227" y="405"/>
                  </a:lnTo>
                  <a:lnTo>
                    <a:pt x="155"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26"/>
            <p:cNvSpPr/>
            <p:nvPr/>
          </p:nvSpPr>
          <p:spPr>
            <a:xfrm>
              <a:off x="7264662" y="3937063"/>
              <a:ext cx="12171" cy="27507"/>
            </a:xfrm>
            <a:custGeom>
              <a:rect b="b" l="l" r="r" t="t"/>
              <a:pathLst>
                <a:path extrusionOk="0" fill="none" h="513" w="227">
                  <a:moveTo>
                    <a:pt x="60" y="513"/>
                  </a:moveTo>
                  <a:lnTo>
                    <a:pt x="1" y="48"/>
                  </a:lnTo>
                  <a:lnTo>
                    <a:pt x="155" y="1"/>
                  </a:lnTo>
                  <a:lnTo>
                    <a:pt x="227" y="405"/>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26"/>
            <p:cNvSpPr/>
            <p:nvPr/>
          </p:nvSpPr>
          <p:spPr>
            <a:xfrm>
              <a:off x="7199571" y="3944087"/>
              <a:ext cx="19195" cy="28150"/>
            </a:xfrm>
            <a:custGeom>
              <a:rect b="b" l="l" r="r" t="t"/>
              <a:pathLst>
                <a:path extrusionOk="0" h="525" w="358">
                  <a:moveTo>
                    <a:pt x="0" y="1"/>
                  </a:moveTo>
                  <a:lnTo>
                    <a:pt x="107" y="524"/>
                  </a:lnTo>
                  <a:lnTo>
                    <a:pt x="357" y="453"/>
                  </a:lnTo>
                  <a:lnTo>
                    <a:pt x="262" y="1"/>
                  </a:ln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26"/>
            <p:cNvSpPr/>
            <p:nvPr/>
          </p:nvSpPr>
          <p:spPr>
            <a:xfrm>
              <a:off x="7199571" y="3944087"/>
              <a:ext cx="19195" cy="28150"/>
            </a:xfrm>
            <a:custGeom>
              <a:rect b="b" l="l" r="r" t="t"/>
              <a:pathLst>
                <a:path extrusionOk="0" fill="none" h="525" w="358">
                  <a:moveTo>
                    <a:pt x="107" y="524"/>
                  </a:moveTo>
                  <a:lnTo>
                    <a:pt x="0" y="1"/>
                  </a:lnTo>
                  <a:lnTo>
                    <a:pt x="262" y="1"/>
                  </a:lnTo>
                  <a:lnTo>
                    <a:pt x="357" y="453"/>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26"/>
            <p:cNvSpPr/>
            <p:nvPr/>
          </p:nvSpPr>
          <p:spPr>
            <a:xfrm>
              <a:off x="7264662" y="3937063"/>
              <a:ext cx="12171" cy="27507"/>
            </a:xfrm>
            <a:custGeom>
              <a:rect b="b" l="l" r="r" t="t"/>
              <a:pathLst>
                <a:path extrusionOk="0" h="513" w="227">
                  <a:moveTo>
                    <a:pt x="155" y="1"/>
                  </a:moveTo>
                  <a:lnTo>
                    <a:pt x="1" y="48"/>
                  </a:lnTo>
                  <a:lnTo>
                    <a:pt x="60" y="513"/>
                  </a:lnTo>
                  <a:lnTo>
                    <a:pt x="227" y="405"/>
                  </a:lnTo>
                  <a:lnTo>
                    <a:pt x="155"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26"/>
            <p:cNvSpPr/>
            <p:nvPr/>
          </p:nvSpPr>
          <p:spPr>
            <a:xfrm>
              <a:off x="7199571" y="3944087"/>
              <a:ext cx="19195" cy="28150"/>
            </a:xfrm>
            <a:custGeom>
              <a:rect b="b" l="l" r="r" t="t"/>
              <a:pathLst>
                <a:path extrusionOk="0" h="525" w="358">
                  <a:moveTo>
                    <a:pt x="0" y="1"/>
                  </a:moveTo>
                  <a:lnTo>
                    <a:pt x="107" y="524"/>
                  </a:lnTo>
                  <a:lnTo>
                    <a:pt x="357" y="453"/>
                  </a:lnTo>
                  <a:lnTo>
                    <a:pt x="262"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26"/>
            <p:cNvSpPr/>
            <p:nvPr/>
          </p:nvSpPr>
          <p:spPr>
            <a:xfrm>
              <a:off x="7096143" y="3716212"/>
              <a:ext cx="46647" cy="232389"/>
            </a:xfrm>
            <a:custGeom>
              <a:rect b="b" l="l" r="r" t="t"/>
              <a:pathLst>
                <a:path extrusionOk="0" h="4334" w="870">
                  <a:moveTo>
                    <a:pt x="870" y="0"/>
                  </a:moveTo>
                  <a:cubicBezTo>
                    <a:pt x="870" y="1"/>
                    <a:pt x="786" y="584"/>
                    <a:pt x="524" y="1560"/>
                  </a:cubicBezTo>
                  <a:cubicBezTo>
                    <a:pt x="262" y="2548"/>
                    <a:pt x="0" y="3727"/>
                    <a:pt x="0" y="3727"/>
                  </a:cubicBezTo>
                  <a:lnTo>
                    <a:pt x="143" y="4334"/>
                  </a:lnTo>
                  <a:lnTo>
                    <a:pt x="572" y="3691"/>
                  </a:lnTo>
                  <a:lnTo>
                    <a:pt x="870" y="0"/>
                  </a:ln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26"/>
            <p:cNvSpPr/>
            <p:nvPr/>
          </p:nvSpPr>
          <p:spPr>
            <a:xfrm>
              <a:off x="7142736" y="3651066"/>
              <a:ext cx="111149" cy="65202"/>
            </a:xfrm>
            <a:custGeom>
              <a:rect b="b" l="l" r="r" t="t"/>
              <a:pathLst>
                <a:path extrusionOk="0" h="1216" w="2073">
                  <a:moveTo>
                    <a:pt x="2072" y="1"/>
                  </a:moveTo>
                  <a:lnTo>
                    <a:pt x="715" y="382"/>
                  </a:lnTo>
                  <a:cubicBezTo>
                    <a:pt x="715" y="382"/>
                    <a:pt x="120" y="525"/>
                    <a:pt x="60" y="810"/>
                  </a:cubicBezTo>
                  <a:cubicBezTo>
                    <a:pt x="24" y="941"/>
                    <a:pt x="1" y="1084"/>
                    <a:pt x="1" y="1215"/>
                  </a:cubicBezTo>
                  <a:lnTo>
                    <a:pt x="917" y="465"/>
                  </a:lnTo>
                  <a:lnTo>
                    <a:pt x="2072" y="1"/>
                  </a:ln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26"/>
            <p:cNvSpPr/>
            <p:nvPr/>
          </p:nvSpPr>
          <p:spPr>
            <a:xfrm>
              <a:off x="7132549" y="3647903"/>
              <a:ext cx="170504" cy="305527"/>
            </a:xfrm>
            <a:custGeom>
              <a:rect b="b" l="l" r="r" t="t"/>
              <a:pathLst>
                <a:path extrusionOk="0" h="5698" w="3180">
                  <a:moveTo>
                    <a:pt x="2415" y="1"/>
                  </a:moveTo>
                  <a:cubicBezTo>
                    <a:pt x="1995" y="1"/>
                    <a:pt x="1072" y="214"/>
                    <a:pt x="1072" y="214"/>
                  </a:cubicBezTo>
                  <a:cubicBezTo>
                    <a:pt x="1072" y="214"/>
                    <a:pt x="583" y="774"/>
                    <a:pt x="393" y="1000"/>
                  </a:cubicBezTo>
                  <a:cubicBezTo>
                    <a:pt x="191" y="1226"/>
                    <a:pt x="191" y="3691"/>
                    <a:pt x="191" y="4048"/>
                  </a:cubicBezTo>
                  <a:cubicBezTo>
                    <a:pt x="191" y="4417"/>
                    <a:pt x="0" y="5394"/>
                    <a:pt x="322" y="5584"/>
                  </a:cubicBezTo>
                  <a:cubicBezTo>
                    <a:pt x="447" y="5660"/>
                    <a:pt x="806" y="5698"/>
                    <a:pt x="1216" y="5698"/>
                  </a:cubicBezTo>
                  <a:cubicBezTo>
                    <a:pt x="1897" y="5698"/>
                    <a:pt x="2719" y="5594"/>
                    <a:pt x="2846" y="5394"/>
                  </a:cubicBezTo>
                  <a:cubicBezTo>
                    <a:pt x="3048" y="5060"/>
                    <a:pt x="3179" y="1131"/>
                    <a:pt x="3143" y="774"/>
                  </a:cubicBezTo>
                  <a:cubicBezTo>
                    <a:pt x="3096" y="441"/>
                    <a:pt x="2881" y="167"/>
                    <a:pt x="2584" y="24"/>
                  </a:cubicBezTo>
                  <a:cubicBezTo>
                    <a:pt x="2549" y="8"/>
                    <a:pt x="2490" y="1"/>
                    <a:pt x="24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26"/>
            <p:cNvSpPr/>
            <p:nvPr/>
          </p:nvSpPr>
          <p:spPr>
            <a:xfrm>
              <a:off x="7158071" y="3647903"/>
              <a:ext cx="144338" cy="305848"/>
            </a:xfrm>
            <a:custGeom>
              <a:rect b="b" l="l" r="r" t="t"/>
              <a:pathLst>
                <a:path extrusionOk="0" h="5704" w="2692">
                  <a:moveTo>
                    <a:pt x="2024" y="0"/>
                  </a:moveTo>
                  <a:lnTo>
                    <a:pt x="1882" y="72"/>
                  </a:lnTo>
                  <a:cubicBezTo>
                    <a:pt x="2120" y="274"/>
                    <a:pt x="2286" y="536"/>
                    <a:pt x="2346" y="845"/>
                  </a:cubicBezTo>
                  <a:cubicBezTo>
                    <a:pt x="2405" y="1286"/>
                    <a:pt x="2405" y="1727"/>
                    <a:pt x="2322" y="2167"/>
                  </a:cubicBezTo>
                  <a:cubicBezTo>
                    <a:pt x="2296" y="2338"/>
                    <a:pt x="2133" y="2386"/>
                    <a:pt x="1944" y="2386"/>
                  </a:cubicBezTo>
                  <a:cubicBezTo>
                    <a:pt x="1697" y="2386"/>
                    <a:pt x="1406" y="2303"/>
                    <a:pt x="1320" y="2303"/>
                  </a:cubicBezTo>
                  <a:cubicBezTo>
                    <a:pt x="1288" y="2303"/>
                    <a:pt x="1285" y="2315"/>
                    <a:pt x="1322" y="2346"/>
                  </a:cubicBezTo>
                  <a:cubicBezTo>
                    <a:pt x="1536" y="2524"/>
                    <a:pt x="2346" y="2822"/>
                    <a:pt x="2382" y="2989"/>
                  </a:cubicBezTo>
                  <a:cubicBezTo>
                    <a:pt x="2417" y="3143"/>
                    <a:pt x="1977" y="3417"/>
                    <a:pt x="1822" y="3429"/>
                  </a:cubicBezTo>
                  <a:cubicBezTo>
                    <a:pt x="1667" y="3453"/>
                    <a:pt x="1929" y="3810"/>
                    <a:pt x="2096" y="4108"/>
                  </a:cubicBezTo>
                  <a:cubicBezTo>
                    <a:pt x="2251" y="4417"/>
                    <a:pt x="2191" y="4834"/>
                    <a:pt x="1822" y="5132"/>
                  </a:cubicBezTo>
                  <a:cubicBezTo>
                    <a:pt x="1453" y="5417"/>
                    <a:pt x="584" y="5560"/>
                    <a:pt x="215" y="5572"/>
                  </a:cubicBezTo>
                  <a:cubicBezTo>
                    <a:pt x="96" y="5572"/>
                    <a:pt x="24" y="5608"/>
                    <a:pt x="0" y="5644"/>
                  </a:cubicBezTo>
                  <a:cubicBezTo>
                    <a:pt x="175" y="5684"/>
                    <a:pt x="447" y="5704"/>
                    <a:pt x="747" y="5704"/>
                  </a:cubicBezTo>
                  <a:cubicBezTo>
                    <a:pt x="1427" y="5704"/>
                    <a:pt x="2246" y="5600"/>
                    <a:pt x="2370" y="5394"/>
                  </a:cubicBezTo>
                  <a:cubicBezTo>
                    <a:pt x="2560" y="5060"/>
                    <a:pt x="2691" y="1131"/>
                    <a:pt x="2667" y="774"/>
                  </a:cubicBezTo>
                  <a:cubicBezTo>
                    <a:pt x="2620" y="441"/>
                    <a:pt x="2405" y="167"/>
                    <a:pt x="2108" y="24"/>
                  </a:cubicBezTo>
                  <a:cubicBezTo>
                    <a:pt x="2072" y="12"/>
                    <a:pt x="2048" y="0"/>
                    <a:pt x="202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26"/>
            <p:cNvSpPr/>
            <p:nvPr/>
          </p:nvSpPr>
          <p:spPr>
            <a:xfrm>
              <a:off x="7132549" y="3643399"/>
              <a:ext cx="170504" cy="314803"/>
            </a:xfrm>
            <a:custGeom>
              <a:rect b="b" l="l" r="r" t="t"/>
              <a:pathLst>
                <a:path extrusionOk="0" fill="none" h="5871" w="3180">
                  <a:moveTo>
                    <a:pt x="1072" y="298"/>
                  </a:moveTo>
                  <a:cubicBezTo>
                    <a:pt x="1072" y="298"/>
                    <a:pt x="583" y="858"/>
                    <a:pt x="393" y="1084"/>
                  </a:cubicBezTo>
                  <a:cubicBezTo>
                    <a:pt x="191" y="1310"/>
                    <a:pt x="191" y="3775"/>
                    <a:pt x="191" y="4132"/>
                  </a:cubicBezTo>
                  <a:cubicBezTo>
                    <a:pt x="191" y="4501"/>
                    <a:pt x="0" y="5478"/>
                    <a:pt x="322" y="5668"/>
                  </a:cubicBezTo>
                  <a:cubicBezTo>
                    <a:pt x="655" y="5871"/>
                    <a:pt x="2643" y="5799"/>
                    <a:pt x="2846" y="5478"/>
                  </a:cubicBezTo>
                  <a:cubicBezTo>
                    <a:pt x="3048" y="5144"/>
                    <a:pt x="3179" y="1215"/>
                    <a:pt x="3143" y="858"/>
                  </a:cubicBezTo>
                  <a:cubicBezTo>
                    <a:pt x="3096" y="525"/>
                    <a:pt x="2881" y="251"/>
                    <a:pt x="2584" y="108"/>
                  </a:cubicBezTo>
                  <a:cubicBezTo>
                    <a:pt x="2358" y="1"/>
                    <a:pt x="1072" y="298"/>
                    <a:pt x="1072" y="298"/>
                  </a:cubicBezTo>
                  <a:close/>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26"/>
            <p:cNvSpPr/>
            <p:nvPr/>
          </p:nvSpPr>
          <p:spPr>
            <a:xfrm>
              <a:off x="7191260" y="3759588"/>
              <a:ext cx="53028" cy="72816"/>
            </a:xfrm>
            <a:custGeom>
              <a:rect b="b" l="l" r="r" t="t"/>
              <a:pathLst>
                <a:path extrusionOk="0" h="1358" w="989">
                  <a:moveTo>
                    <a:pt x="0" y="1"/>
                  </a:moveTo>
                  <a:lnTo>
                    <a:pt x="0" y="1"/>
                  </a:lnTo>
                  <a:cubicBezTo>
                    <a:pt x="120" y="548"/>
                    <a:pt x="429" y="1025"/>
                    <a:pt x="893" y="1358"/>
                  </a:cubicBezTo>
                  <a:lnTo>
                    <a:pt x="989" y="632"/>
                  </a:lnTo>
                  <a:cubicBezTo>
                    <a:pt x="465" y="465"/>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26"/>
            <p:cNvSpPr/>
            <p:nvPr/>
          </p:nvSpPr>
          <p:spPr>
            <a:xfrm>
              <a:off x="7191260" y="3759588"/>
              <a:ext cx="53028" cy="72816"/>
            </a:xfrm>
            <a:custGeom>
              <a:rect b="b" l="l" r="r" t="t"/>
              <a:pathLst>
                <a:path extrusionOk="0" fill="none" h="1358" w="989">
                  <a:moveTo>
                    <a:pt x="989" y="632"/>
                  </a:moveTo>
                  <a:cubicBezTo>
                    <a:pt x="465" y="465"/>
                    <a:pt x="0" y="1"/>
                    <a:pt x="0" y="1"/>
                  </a:cubicBezTo>
                  <a:cubicBezTo>
                    <a:pt x="120" y="548"/>
                    <a:pt x="429" y="1025"/>
                    <a:pt x="893" y="135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26"/>
            <p:cNvSpPr/>
            <p:nvPr/>
          </p:nvSpPr>
          <p:spPr>
            <a:xfrm>
              <a:off x="7175925" y="3629351"/>
              <a:ext cx="95171" cy="44129"/>
            </a:xfrm>
            <a:custGeom>
              <a:rect b="b" l="l" r="r" t="t"/>
              <a:pathLst>
                <a:path extrusionOk="0" h="823" w="1775">
                  <a:moveTo>
                    <a:pt x="1679" y="1"/>
                  </a:moveTo>
                  <a:lnTo>
                    <a:pt x="108" y="370"/>
                  </a:lnTo>
                  <a:lnTo>
                    <a:pt x="1" y="822"/>
                  </a:lnTo>
                  <a:lnTo>
                    <a:pt x="1775" y="370"/>
                  </a:lnTo>
                  <a:lnTo>
                    <a:pt x="1679" y="1"/>
                  </a:ln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26"/>
            <p:cNvSpPr/>
            <p:nvPr/>
          </p:nvSpPr>
          <p:spPr>
            <a:xfrm>
              <a:off x="7062953" y="4512274"/>
              <a:ext cx="99621" cy="42789"/>
            </a:xfrm>
            <a:custGeom>
              <a:rect b="b" l="l" r="r" t="t"/>
              <a:pathLst>
                <a:path extrusionOk="0" h="798" w="1858">
                  <a:moveTo>
                    <a:pt x="1084" y="0"/>
                  </a:moveTo>
                  <a:lnTo>
                    <a:pt x="512" y="405"/>
                  </a:lnTo>
                  <a:lnTo>
                    <a:pt x="0" y="679"/>
                  </a:lnTo>
                  <a:lnTo>
                    <a:pt x="0" y="798"/>
                  </a:lnTo>
                  <a:lnTo>
                    <a:pt x="1858" y="798"/>
                  </a:lnTo>
                  <a:lnTo>
                    <a:pt x="1774" y="107"/>
                  </a:lnTo>
                  <a:lnTo>
                    <a:pt x="1084" y="0"/>
                  </a:ln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26"/>
            <p:cNvSpPr/>
            <p:nvPr/>
          </p:nvSpPr>
          <p:spPr>
            <a:xfrm>
              <a:off x="7222519" y="4517367"/>
              <a:ext cx="99675" cy="40269"/>
            </a:xfrm>
            <a:custGeom>
              <a:rect b="b" l="l" r="r" t="t"/>
              <a:pathLst>
                <a:path extrusionOk="0" h="751" w="1859">
                  <a:moveTo>
                    <a:pt x="1084" y="0"/>
                  </a:moveTo>
                  <a:lnTo>
                    <a:pt x="513" y="405"/>
                  </a:lnTo>
                  <a:lnTo>
                    <a:pt x="1" y="691"/>
                  </a:lnTo>
                  <a:lnTo>
                    <a:pt x="1" y="750"/>
                  </a:lnTo>
                  <a:lnTo>
                    <a:pt x="1858" y="750"/>
                  </a:lnTo>
                  <a:lnTo>
                    <a:pt x="1763" y="108"/>
                  </a:lnTo>
                  <a:lnTo>
                    <a:pt x="1084" y="0"/>
                  </a:ln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26"/>
            <p:cNvSpPr/>
            <p:nvPr/>
          </p:nvSpPr>
          <p:spPr>
            <a:xfrm>
              <a:off x="6973573" y="3455040"/>
              <a:ext cx="30669" cy="26274"/>
            </a:xfrm>
            <a:custGeom>
              <a:rect b="b" l="l" r="r" t="t"/>
              <a:pathLst>
                <a:path extrusionOk="0" h="490" w="572">
                  <a:moveTo>
                    <a:pt x="128" y="0"/>
                  </a:moveTo>
                  <a:cubicBezTo>
                    <a:pt x="90" y="0"/>
                    <a:pt x="0" y="16"/>
                    <a:pt x="48" y="168"/>
                  </a:cubicBezTo>
                  <a:lnTo>
                    <a:pt x="477" y="490"/>
                  </a:lnTo>
                  <a:lnTo>
                    <a:pt x="572" y="240"/>
                  </a:lnTo>
                  <a:lnTo>
                    <a:pt x="143" y="1"/>
                  </a:lnTo>
                  <a:cubicBezTo>
                    <a:pt x="143" y="1"/>
                    <a:pt x="137" y="0"/>
                    <a:pt x="12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26"/>
            <p:cNvSpPr/>
            <p:nvPr/>
          </p:nvSpPr>
          <p:spPr>
            <a:xfrm>
              <a:off x="6972930" y="3453807"/>
              <a:ext cx="31313" cy="27507"/>
            </a:xfrm>
            <a:custGeom>
              <a:rect b="b" l="l" r="r" t="t"/>
              <a:pathLst>
                <a:path extrusionOk="0" fill="none" h="513" w="584">
                  <a:moveTo>
                    <a:pt x="584" y="263"/>
                  </a:moveTo>
                  <a:lnTo>
                    <a:pt x="155" y="24"/>
                  </a:lnTo>
                  <a:cubicBezTo>
                    <a:pt x="155" y="24"/>
                    <a:pt x="1" y="1"/>
                    <a:pt x="60" y="191"/>
                  </a:cubicBezTo>
                  <a:lnTo>
                    <a:pt x="489" y="51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26"/>
            <p:cNvSpPr/>
            <p:nvPr/>
          </p:nvSpPr>
          <p:spPr>
            <a:xfrm>
              <a:off x="6939741" y="3460509"/>
              <a:ext cx="71526" cy="78285"/>
            </a:xfrm>
            <a:custGeom>
              <a:rect b="b" l="l" r="r" t="t"/>
              <a:pathLst>
                <a:path extrusionOk="0" h="1460" w="1334">
                  <a:moveTo>
                    <a:pt x="487" y="0"/>
                  </a:moveTo>
                  <a:cubicBezTo>
                    <a:pt x="454" y="0"/>
                    <a:pt x="422" y="24"/>
                    <a:pt x="441" y="126"/>
                  </a:cubicBezTo>
                  <a:lnTo>
                    <a:pt x="703" y="650"/>
                  </a:lnTo>
                  <a:lnTo>
                    <a:pt x="227" y="209"/>
                  </a:lnTo>
                  <a:cubicBezTo>
                    <a:pt x="227" y="209"/>
                    <a:pt x="196" y="178"/>
                    <a:pt x="172" y="178"/>
                  </a:cubicBezTo>
                  <a:cubicBezTo>
                    <a:pt x="156" y="178"/>
                    <a:pt x="143" y="191"/>
                    <a:pt x="143" y="233"/>
                  </a:cubicBezTo>
                  <a:cubicBezTo>
                    <a:pt x="143" y="340"/>
                    <a:pt x="572" y="792"/>
                    <a:pt x="572" y="792"/>
                  </a:cubicBezTo>
                  <a:lnTo>
                    <a:pt x="96" y="578"/>
                  </a:lnTo>
                  <a:cubicBezTo>
                    <a:pt x="96" y="578"/>
                    <a:pt x="0" y="650"/>
                    <a:pt x="72" y="721"/>
                  </a:cubicBezTo>
                  <a:cubicBezTo>
                    <a:pt x="143" y="792"/>
                    <a:pt x="548" y="947"/>
                    <a:pt x="548" y="947"/>
                  </a:cubicBezTo>
                  <a:lnTo>
                    <a:pt x="191" y="935"/>
                  </a:lnTo>
                  <a:cubicBezTo>
                    <a:pt x="191" y="935"/>
                    <a:pt x="84" y="1019"/>
                    <a:pt x="155" y="1042"/>
                  </a:cubicBezTo>
                  <a:cubicBezTo>
                    <a:pt x="227" y="1078"/>
                    <a:pt x="643" y="1161"/>
                    <a:pt x="643" y="1161"/>
                  </a:cubicBezTo>
                  <a:cubicBezTo>
                    <a:pt x="703" y="1209"/>
                    <a:pt x="762" y="1245"/>
                    <a:pt x="822" y="1269"/>
                  </a:cubicBezTo>
                  <a:lnTo>
                    <a:pt x="929" y="1459"/>
                  </a:lnTo>
                  <a:lnTo>
                    <a:pt x="1334" y="1257"/>
                  </a:lnTo>
                  <a:lnTo>
                    <a:pt x="1143" y="780"/>
                  </a:lnTo>
                  <a:cubicBezTo>
                    <a:pt x="1120" y="733"/>
                    <a:pt x="1096" y="685"/>
                    <a:pt x="1048" y="638"/>
                  </a:cubicBezTo>
                  <a:lnTo>
                    <a:pt x="977" y="554"/>
                  </a:lnTo>
                  <a:lnTo>
                    <a:pt x="548" y="18"/>
                  </a:lnTo>
                  <a:cubicBezTo>
                    <a:pt x="548" y="18"/>
                    <a:pt x="517" y="0"/>
                    <a:pt x="487"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26"/>
            <p:cNvSpPr/>
            <p:nvPr/>
          </p:nvSpPr>
          <p:spPr>
            <a:xfrm>
              <a:off x="6989551" y="3527853"/>
              <a:ext cx="239402" cy="252550"/>
            </a:xfrm>
            <a:custGeom>
              <a:rect b="b" l="l" r="r" t="t"/>
              <a:pathLst>
                <a:path extrusionOk="0" h="4710" w="4465">
                  <a:moveTo>
                    <a:pt x="405" y="1"/>
                  </a:moveTo>
                  <a:lnTo>
                    <a:pt x="0" y="203"/>
                  </a:lnTo>
                  <a:lnTo>
                    <a:pt x="1500" y="4370"/>
                  </a:lnTo>
                  <a:cubicBezTo>
                    <a:pt x="1585" y="4582"/>
                    <a:pt x="1783" y="4710"/>
                    <a:pt x="2011" y="4710"/>
                  </a:cubicBezTo>
                  <a:cubicBezTo>
                    <a:pt x="2039" y="4710"/>
                    <a:pt x="2067" y="4708"/>
                    <a:pt x="2096" y="4704"/>
                  </a:cubicBezTo>
                  <a:lnTo>
                    <a:pt x="4465" y="4144"/>
                  </a:lnTo>
                  <a:lnTo>
                    <a:pt x="4274" y="2751"/>
                  </a:lnTo>
                  <a:lnTo>
                    <a:pt x="2453" y="3263"/>
                  </a:lnTo>
                  <a:cubicBezTo>
                    <a:pt x="2433" y="3266"/>
                    <a:pt x="2413" y="3268"/>
                    <a:pt x="2393" y="3268"/>
                  </a:cubicBezTo>
                  <a:cubicBezTo>
                    <a:pt x="2257" y="3268"/>
                    <a:pt x="2122" y="3197"/>
                    <a:pt x="2060" y="3073"/>
                  </a:cubicBezTo>
                  <a:lnTo>
                    <a:pt x="40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26"/>
            <p:cNvSpPr/>
            <p:nvPr/>
          </p:nvSpPr>
          <p:spPr>
            <a:xfrm>
              <a:off x="6989551" y="3527853"/>
              <a:ext cx="239402" cy="254159"/>
            </a:xfrm>
            <a:custGeom>
              <a:rect b="b" l="l" r="r" t="t"/>
              <a:pathLst>
                <a:path extrusionOk="0" fill="none" h="4740" w="4465">
                  <a:moveTo>
                    <a:pt x="4465" y="4144"/>
                  </a:moveTo>
                  <a:lnTo>
                    <a:pt x="2096" y="4704"/>
                  </a:lnTo>
                  <a:cubicBezTo>
                    <a:pt x="1834" y="4739"/>
                    <a:pt x="1596" y="4608"/>
                    <a:pt x="1500" y="4370"/>
                  </a:cubicBezTo>
                  <a:lnTo>
                    <a:pt x="0" y="203"/>
                  </a:lnTo>
                  <a:lnTo>
                    <a:pt x="405" y="1"/>
                  </a:lnTo>
                  <a:lnTo>
                    <a:pt x="2060" y="3073"/>
                  </a:lnTo>
                  <a:cubicBezTo>
                    <a:pt x="2131" y="3215"/>
                    <a:pt x="2298" y="3287"/>
                    <a:pt x="2453" y="3263"/>
                  </a:cubicBezTo>
                  <a:lnTo>
                    <a:pt x="4274" y="275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26"/>
            <p:cNvSpPr/>
            <p:nvPr/>
          </p:nvSpPr>
          <p:spPr>
            <a:xfrm>
              <a:off x="6998452" y="3548924"/>
              <a:ext cx="24342" cy="12815"/>
            </a:xfrm>
            <a:custGeom>
              <a:rect b="b" l="l" r="r" t="t"/>
              <a:pathLst>
                <a:path extrusionOk="0" fill="none" h="239" w="454">
                  <a:moveTo>
                    <a:pt x="453" y="1"/>
                  </a:moveTo>
                  <a:lnTo>
                    <a:pt x="1" y="239"/>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26"/>
            <p:cNvSpPr/>
            <p:nvPr/>
          </p:nvSpPr>
          <p:spPr>
            <a:xfrm>
              <a:off x="7157427" y="3442386"/>
              <a:ext cx="159619" cy="159573"/>
            </a:xfrm>
            <a:custGeom>
              <a:rect b="b" l="l" r="r" t="t"/>
              <a:pathLst>
                <a:path extrusionOk="0" h="2976" w="2977">
                  <a:moveTo>
                    <a:pt x="1320" y="1"/>
                  </a:moveTo>
                  <a:cubicBezTo>
                    <a:pt x="1218" y="1"/>
                    <a:pt x="1150" y="25"/>
                    <a:pt x="1143" y="71"/>
                  </a:cubicBezTo>
                  <a:cubicBezTo>
                    <a:pt x="1132" y="154"/>
                    <a:pt x="1155" y="226"/>
                    <a:pt x="1227" y="273"/>
                  </a:cubicBezTo>
                  <a:cubicBezTo>
                    <a:pt x="1227" y="273"/>
                    <a:pt x="962" y="158"/>
                    <a:pt x="694" y="158"/>
                  </a:cubicBezTo>
                  <a:cubicBezTo>
                    <a:pt x="549" y="158"/>
                    <a:pt x="403" y="192"/>
                    <a:pt x="298" y="297"/>
                  </a:cubicBezTo>
                  <a:cubicBezTo>
                    <a:pt x="0" y="595"/>
                    <a:pt x="1036" y="1273"/>
                    <a:pt x="1036" y="1273"/>
                  </a:cubicBezTo>
                  <a:cubicBezTo>
                    <a:pt x="1036" y="1273"/>
                    <a:pt x="786" y="1523"/>
                    <a:pt x="917" y="1714"/>
                  </a:cubicBezTo>
                  <a:cubicBezTo>
                    <a:pt x="989" y="1821"/>
                    <a:pt x="1048" y="1940"/>
                    <a:pt x="1084" y="2071"/>
                  </a:cubicBezTo>
                  <a:cubicBezTo>
                    <a:pt x="1084" y="2071"/>
                    <a:pt x="977" y="2321"/>
                    <a:pt x="1060" y="2321"/>
                  </a:cubicBezTo>
                  <a:cubicBezTo>
                    <a:pt x="1134" y="2321"/>
                    <a:pt x="1114" y="2170"/>
                    <a:pt x="1209" y="2170"/>
                  </a:cubicBezTo>
                  <a:cubicBezTo>
                    <a:pt x="1221" y="2170"/>
                    <a:pt x="1235" y="2173"/>
                    <a:pt x="1251" y="2178"/>
                  </a:cubicBezTo>
                  <a:cubicBezTo>
                    <a:pt x="1393" y="2214"/>
                    <a:pt x="1548" y="2476"/>
                    <a:pt x="1417" y="2559"/>
                  </a:cubicBezTo>
                  <a:cubicBezTo>
                    <a:pt x="1322" y="2607"/>
                    <a:pt x="1227" y="2654"/>
                    <a:pt x="1120" y="2678"/>
                  </a:cubicBezTo>
                  <a:cubicBezTo>
                    <a:pt x="1084" y="2690"/>
                    <a:pt x="1060" y="2726"/>
                    <a:pt x="1072" y="2773"/>
                  </a:cubicBezTo>
                  <a:cubicBezTo>
                    <a:pt x="1084" y="2785"/>
                    <a:pt x="1084" y="2797"/>
                    <a:pt x="1108" y="2809"/>
                  </a:cubicBezTo>
                  <a:cubicBezTo>
                    <a:pt x="1239" y="2904"/>
                    <a:pt x="1405" y="2964"/>
                    <a:pt x="1560" y="2976"/>
                  </a:cubicBezTo>
                  <a:cubicBezTo>
                    <a:pt x="1703" y="2976"/>
                    <a:pt x="1834" y="2964"/>
                    <a:pt x="1965" y="2928"/>
                  </a:cubicBezTo>
                  <a:cubicBezTo>
                    <a:pt x="1965" y="2928"/>
                    <a:pt x="2382" y="2369"/>
                    <a:pt x="2679" y="2214"/>
                  </a:cubicBezTo>
                  <a:cubicBezTo>
                    <a:pt x="2977" y="2071"/>
                    <a:pt x="2846" y="1392"/>
                    <a:pt x="2846" y="1309"/>
                  </a:cubicBezTo>
                  <a:cubicBezTo>
                    <a:pt x="2846" y="1226"/>
                    <a:pt x="2548" y="1035"/>
                    <a:pt x="2548" y="1035"/>
                  </a:cubicBezTo>
                  <a:cubicBezTo>
                    <a:pt x="2548" y="1035"/>
                    <a:pt x="2644" y="845"/>
                    <a:pt x="2263" y="428"/>
                  </a:cubicBezTo>
                  <a:cubicBezTo>
                    <a:pt x="1995" y="135"/>
                    <a:pt x="1562" y="1"/>
                    <a:pt x="1320" y="1"/>
                  </a:cubicBez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26"/>
            <p:cNvSpPr/>
            <p:nvPr/>
          </p:nvSpPr>
          <p:spPr>
            <a:xfrm>
              <a:off x="7212975" y="3510641"/>
              <a:ext cx="68362" cy="36408"/>
            </a:xfrm>
            <a:custGeom>
              <a:rect b="b" l="l" r="r" t="t"/>
              <a:pathLst>
                <a:path extrusionOk="0" fill="none" h="679" w="1275">
                  <a:moveTo>
                    <a:pt x="0" y="0"/>
                  </a:moveTo>
                  <a:cubicBezTo>
                    <a:pt x="0" y="0"/>
                    <a:pt x="512" y="619"/>
                    <a:pt x="1274" y="67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26"/>
            <p:cNvSpPr/>
            <p:nvPr/>
          </p:nvSpPr>
          <p:spPr>
            <a:xfrm>
              <a:off x="7203378" y="3520829"/>
              <a:ext cx="65789" cy="47936"/>
            </a:xfrm>
            <a:custGeom>
              <a:rect b="b" l="l" r="r" t="t"/>
              <a:pathLst>
                <a:path extrusionOk="0" fill="none" h="894" w="1227">
                  <a:moveTo>
                    <a:pt x="1" y="1"/>
                  </a:moveTo>
                  <a:cubicBezTo>
                    <a:pt x="1" y="1"/>
                    <a:pt x="239" y="691"/>
                    <a:pt x="1227" y="89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9" name="Google Shape;2009;p26"/>
          <p:cNvGrpSpPr/>
          <p:nvPr/>
        </p:nvGrpSpPr>
        <p:grpSpPr>
          <a:xfrm>
            <a:off x="3911153" y="3057428"/>
            <a:ext cx="2573068" cy="1394346"/>
            <a:chOff x="713111" y="2622250"/>
            <a:chExt cx="3653888" cy="1980042"/>
          </a:xfrm>
        </p:grpSpPr>
        <p:sp>
          <p:nvSpPr>
            <p:cNvPr id="2010" name="Google Shape;2010;p26"/>
            <p:cNvSpPr/>
            <p:nvPr/>
          </p:nvSpPr>
          <p:spPr>
            <a:xfrm>
              <a:off x="937480" y="2756615"/>
              <a:ext cx="3293108" cy="1843812"/>
            </a:xfrm>
            <a:custGeom>
              <a:rect b="b" l="l" r="r" t="t"/>
              <a:pathLst>
                <a:path extrusionOk="0" h="35912" w="64140">
                  <a:moveTo>
                    <a:pt x="39601" y="1"/>
                  </a:moveTo>
                  <a:cubicBezTo>
                    <a:pt x="33973" y="1"/>
                    <a:pt x="31012" y="4330"/>
                    <a:pt x="26861" y="7075"/>
                  </a:cubicBezTo>
                  <a:cubicBezTo>
                    <a:pt x="21658" y="10504"/>
                    <a:pt x="14573" y="6968"/>
                    <a:pt x="7489" y="11337"/>
                  </a:cubicBezTo>
                  <a:cubicBezTo>
                    <a:pt x="417" y="15719"/>
                    <a:pt x="0" y="24148"/>
                    <a:pt x="2286" y="28518"/>
                  </a:cubicBezTo>
                  <a:cubicBezTo>
                    <a:pt x="4584" y="32887"/>
                    <a:pt x="6977" y="34042"/>
                    <a:pt x="7394" y="34769"/>
                  </a:cubicBezTo>
                  <a:cubicBezTo>
                    <a:pt x="7620" y="35173"/>
                    <a:pt x="7846" y="35602"/>
                    <a:pt x="8013" y="35912"/>
                  </a:cubicBezTo>
                  <a:lnTo>
                    <a:pt x="61948" y="35912"/>
                  </a:lnTo>
                  <a:cubicBezTo>
                    <a:pt x="62401" y="34971"/>
                    <a:pt x="64139" y="30851"/>
                    <a:pt x="63508" y="23422"/>
                  </a:cubicBezTo>
                  <a:cubicBezTo>
                    <a:pt x="62770" y="14885"/>
                    <a:pt x="53507" y="4158"/>
                    <a:pt x="44458" y="931"/>
                  </a:cubicBezTo>
                  <a:cubicBezTo>
                    <a:pt x="42626" y="279"/>
                    <a:pt x="41028" y="1"/>
                    <a:pt x="39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26"/>
            <p:cNvSpPr/>
            <p:nvPr/>
          </p:nvSpPr>
          <p:spPr>
            <a:xfrm>
              <a:off x="795619" y="3866860"/>
              <a:ext cx="3469777" cy="17765"/>
            </a:xfrm>
            <a:custGeom>
              <a:rect b="b" l="l" r="r" t="t"/>
              <a:pathLst>
                <a:path extrusionOk="0" h="346" w="67581">
                  <a:moveTo>
                    <a:pt x="1" y="0"/>
                  </a:moveTo>
                  <a:lnTo>
                    <a:pt x="1" y="345"/>
                  </a:lnTo>
                  <a:lnTo>
                    <a:pt x="67581" y="345"/>
                  </a:lnTo>
                  <a:lnTo>
                    <a:pt x="67581"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26"/>
            <p:cNvSpPr/>
            <p:nvPr/>
          </p:nvSpPr>
          <p:spPr>
            <a:xfrm>
              <a:off x="3166288" y="2873472"/>
              <a:ext cx="51" cy="701801"/>
            </a:xfrm>
            <a:custGeom>
              <a:rect b="b" l="l" r="r" t="t"/>
              <a:pathLst>
                <a:path extrusionOk="0" fill="none" h="13669" w="1">
                  <a:moveTo>
                    <a:pt x="0" y="13669"/>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26"/>
            <p:cNvSpPr/>
            <p:nvPr/>
          </p:nvSpPr>
          <p:spPr>
            <a:xfrm>
              <a:off x="3166288" y="3608861"/>
              <a:ext cx="51" cy="268419"/>
            </a:xfrm>
            <a:custGeom>
              <a:rect b="b" l="l" r="r" t="t"/>
              <a:pathLst>
                <a:path extrusionOk="0" fill="none" h="5228" w="1">
                  <a:moveTo>
                    <a:pt x="0" y="5228"/>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26"/>
            <p:cNvSpPr/>
            <p:nvPr/>
          </p:nvSpPr>
          <p:spPr>
            <a:xfrm>
              <a:off x="2268296" y="2879582"/>
              <a:ext cx="51" cy="191405"/>
            </a:xfrm>
            <a:custGeom>
              <a:rect b="b" l="l" r="r" t="t"/>
              <a:pathLst>
                <a:path extrusionOk="0" fill="none" h="3728" w="1">
                  <a:moveTo>
                    <a:pt x="0" y="3727"/>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26"/>
            <p:cNvSpPr/>
            <p:nvPr/>
          </p:nvSpPr>
          <p:spPr>
            <a:xfrm>
              <a:off x="2268296" y="3105184"/>
              <a:ext cx="51" cy="772089"/>
            </a:xfrm>
            <a:custGeom>
              <a:rect b="b" l="l" r="r" t="t"/>
              <a:pathLst>
                <a:path extrusionOk="0" fill="none" h="15038" w="1">
                  <a:moveTo>
                    <a:pt x="0" y="15038"/>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26"/>
            <p:cNvSpPr/>
            <p:nvPr/>
          </p:nvSpPr>
          <p:spPr>
            <a:xfrm>
              <a:off x="4066129" y="2873472"/>
              <a:ext cx="51" cy="152282"/>
            </a:xfrm>
            <a:custGeom>
              <a:rect b="b" l="l" r="r" t="t"/>
              <a:pathLst>
                <a:path extrusionOk="0" fill="none" h="2966" w="1">
                  <a:moveTo>
                    <a:pt x="0" y="2965"/>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26"/>
            <p:cNvSpPr/>
            <p:nvPr/>
          </p:nvSpPr>
          <p:spPr>
            <a:xfrm>
              <a:off x="4066129" y="3059899"/>
              <a:ext cx="51" cy="817373"/>
            </a:xfrm>
            <a:custGeom>
              <a:rect b="b" l="l" r="r" t="t"/>
              <a:pathLst>
                <a:path extrusionOk="0" fill="none" h="15920" w="1">
                  <a:moveTo>
                    <a:pt x="0" y="15920"/>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26"/>
            <p:cNvSpPr/>
            <p:nvPr/>
          </p:nvSpPr>
          <p:spPr>
            <a:xfrm>
              <a:off x="1368455" y="2879582"/>
              <a:ext cx="51" cy="997687"/>
            </a:xfrm>
            <a:custGeom>
              <a:rect b="b" l="l" r="r" t="t"/>
              <a:pathLst>
                <a:path extrusionOk="0" fill="none" h="19432" w="1">
                  <a:moveTo>
                    <a:pt x="0" y="19432"/>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26"/>
            <p:cNvSpPr/>
            <p:nvPr/>
          </p:nvSpPr>
          <p:spPr>
            <a:xfrm>
              <a:off x="4014786" y="3384542"/>
              <a:ext cx="165066" cy="51"/>
            </a:xfrm>
            <a:custGeom>
              <a:rect b="b" l="l" r="r" t="t"/>
              <a:pathLst>
                <a:path extrusionOk="0" fill="none" h="1" w="3215">
                  <a:moveTo>
                    <a:pt x="0" y="0"/>
                  </a:moveTo>
                  <a:lnTo>
                    <a:pt x="321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26"/>
            <p:cNvSpPr/>
            <p:nvPr/>
          </p:nvSpPr>
          <p:spPr>
            <a:xfrm>
              <a:off x="1794501" y="3384542"/>
              <a:ext cx="2194019" cy="51"/>
            </a:xfrm>
            <a:custGeom>
              <a:rect b="b" l="l" r="r" t="t"/>
              <a:pathLst>
                <a:path extrusionOk="0" fill="none" h="1" w="42733">
                  <a:moveTo>
                    <a:pt x="1" y="0"/>
                  </a:moveTo>
                  <a:lnTo>
                    <a:pt x="42732"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26"/>
            <p:cNvSpPr/>
            <p:nvPr/>
          </p:nvSpPr>
          <p:spPr>
            <a:xfrm>
              <a:off x="1290208" y="3384542"/>
              <a:ext cx="478050" cy="51"/>
            </a:xfrm>
            <a:custGeom>
              <a:rect b="b" l="l" r="r" t="t"/>
              <a:pathLst>
                <a:path extrusionOk="0" fill="none" h="1" w="9311">
                  <a:moveTo>
                    <a:pt x="0" y="0"/>
                  </a:moveTo>
                  <a:lnTo>
                    <a:pt x="931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26"/>
            <p:cNvSpPr/>
            <p:nvPr/>
          </p:nvSpPr>
          <p:spPr>
            <a:xfrm>
              <a:off x="2820903" y="3202993"/>
              <a:ext cx="12271" cy="7342"/>
            </a:xfrm>
            <a:custGeom>
              <a:rect b="b" l="l" r="r" t="t"/>
              <a:pathLst>
                <a:path extrusionOk="0" fill="none" h="143" w="239">
                  <a:moveTo>
                    <a:pt x="238" y="0"/>
                  </a:moveTo>
                  <a:lnTo>
                    <a:pt x="0" y="14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26"/>
            <p:cNvSpPr/>
            <p:nvPr/>
          </p:nvSpPr>
          <p:spPr>
            <a:xfrm>
              <a:off x="2849603" y="3075200"/>
              <a:ext cx="190789" cy="118036"/>
            </a:xfrm>
            <a:custGeom>
              <a:rect b="b" l="l" r="r" t="t"/>
              <a:pathLst>
                <a:path extrusionOk="0" fill="none" h="2299" w="3716">
                  <a:moveTo>
                    <a:pt x="3716" y="1"/>
                  </a:moveTo>
                  <a:lnTo>
                    <a:pt x="1" y="229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26"/>
            <p:cNvSpPr/>
            <p:nvPr/>
          </p:nvSpPr>
          <p:spPr>
            <a:xfrm>
              <a:off x="2912602" y="3083158"/>
              <a:ext cx="153463" cy="94162"/>
            </a:xfrm>
            <a:custGeom>
              <a:rect b="b" l="l" r="r" t="t"/>
              <a:pathLst>
                <a:path extrusionOk="0" fill="none" h="1834" w="2989">
                  <a:moveTo>
                    <a:pt x="2989" y="0"/>
                  </a:moveTo>
                  <a:lnTo>
                    <a:pt x="0" y="183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26"/>
            <p:cNvSpPr/>
            <p:nvPr/>
          </p:nvSpPr>
          <p:spPr>
            <a:xfrm>
              <a:off x="3086193" y="3042186"/>
              <a:ext cx="46516" cy="28187"/>
            </a:xfrm>
            <a:custGeom>
              <a:rect b="b" l="l" r="r" t="t"/>
              <a:pathLst>
                <a:path extrusionOk="0" fill="none" h="549" w="906">
                  <a:moveTo>
                    <a:pt x="905" y="1"/>
                  </a:moveTo>
                  <a:lnTo>
                    <a:pt x="1" y="5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26"/>
            <p:cNvSpPr/>
            <p:nvPr/>
          </p:nvSpPr>
          <p:spPr>
            <a:xfrm>
              <a:off x="1602580" y="3202993"/>
              <a:ext cx="12271" cy="7342"/>
            </a:xfrm>
            <a:custGeom>
              <a:rect b="b" l="l" r="r" t="t"/>
              <a:pathLst>
                <a:path extrusionOk="0" fill="none" h="143" w="239">
                  <a:moveTo>
                    <a:pt x="238" y="0"/>
                  </a:moveTo>
                  <a:lnTo>
                    <a:pt x="0" y="14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26"/>
            <p:cNvSpPr/>
            <p:nvPr/>
          </p:nvSpPr>
          <p:spPr>
            <a:xfrm>
              <a:off x="1631281" y="3075200"/>
              <a:ext cx="190789" cy="118036"/>
            </a:xfrm>
            <a:custGeom>
              <a:rect b="b" l="l" r="r" t="t"/>
              <a:pathLst>
                <a:path extrusionOk="0" fill="none" h="2299" w="3716">
                  <a:moveTo>
                    <a:pt x="3715" y="1"/>
                  </a:moveTo>
                  <a:lnTo>
                    <a:pt x="1" y="229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26"/>
            <p:cNvSpPr/>
            <p:nvPr/>
          </p:nvSpPr>
          <p:spPr>
            <a:xfrm>
              <a:off x="1694279" y="3083158"/>
              <a:ext cx="152847" cy="94162"/>
            </a:xfrm>
            <a:custGeom>
              <a:rect b="b" l="l" r="r" t="t"/>
              <a:pathLst>
                <a:path extrusionOk="0" fill="none" h="1834" w="2977">
                  <a:moveTo>
                    <a:pt x="2977" y="0"/>
                  </a:moveTo>
                  <a:lnTo>
                    <a:pt x="0" y="183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26"/>
            <p:cNvSpPr/>
            <p:nvPr/>
          </p:nvSpPr>
          <p:spPr>
            <a:xfrm>
              <a:off x="1867870" y="3042186"/>
              <a:ext cx="46516" cy="28187"/>
            </a:xfrm>
            <a:custGeom>
              <a:rect b="b" l="l" r="r" t="t"/>
              <a:pathLst>
                <a:path extrusionOk="0" fill="none" h="549" w="906">
                  <a:moveTo>
                    <a:pt x="905" y="1"/>
                  </a:moveTo>
                  <a:lnTo>
                    <a:pt x="0" y="5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26"/>
            <p:cNvSpPr/>
            <p:nvPr/>
          </p:nvSpPr>
          <p:spPr>
            <a:xfrm>
              <a:off x="3548333" y="3202993"/>
              <a:ext cx="12271" cy="7342"/>
            </a:xfrm>
            <a:custGeom>
              <a:rect b="b" l="l" r="r" t="t"/>
              <a:pathLst>
                <a:path extrusionOk="0" fill="none" h="143" w="239">
                  <a:moveTo>
                    <a:pt x="239" y="0"/>
                  </a:moveTo>
                  <a:lnTo>
                    <a:pt x="1" y="14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26"/>
            <p:cNvSpPr/>
            <p:nvPr/>
          </p:nvSpPr>
          <p:spPr>
            <a:xfrm>
              <a:off x="3577085" y="3075200"/>
              <a:ext cx="190789" cy="118036"/>
            </a:xfrm>
            <a:custGeom>
              <a:rect b="b" l="l" r="r" t="t"/>
              <a:pathLst>
                <a:path extrusionOk="0" fill="none" h="2299" w="3716">
                  <a:moveTo>
                    <a:pt x="3715" y="1"/>
                  </a:moveTo>
                  <a:lnTo>
                    <a:pt x="0" y="229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26"/>
            <p:cNvSpPr/>
            <p:nvPr/>
          </p:nvSpPr>
          <p:spPr>
            <a:xfrm>
              <a:off x="3640032" y="3083158"/>
              <a:ext cx="152898" cy="94162"/>
            </a:xfrm>
            <a:custGeom>
              <a:rect b="b" l="l" r="r" t="t"/>
              <a:pathLst>
                <a:path extrusionOk="0" fill="none" h="1834" w="2978">
                  <a:moveTo>
                    <a:pt x="2977" y="0"/>
                  </a:moveTo>
                  <a:lnTo>
                    <a:pt x="1" y="183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26"/>
            <p:cNvSpPr/>
            <p:nvPr/>
          </p:nvSpPr>
          <p:spPr>
            <a:xfrm>
              <a:off x="3813674" y="3042186"/>
              <a:ext cx="46465" cy="28187"/>
            </a:xfrm>
            <a:custGeom>
              <a:rect b="b" l="l" r="r" t="t"/>
              <a:pathLst>
                <a:path extrusionOk="0" fill="none" h="549" w="905">
                  <a:moveTo>
                    <a:pt x="905" y="1"/>
                  </a:moveTo>
                  <a:lnTo>
                    <a:pt x="0" y="5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26"/>
            <p:cNvSpPr/>
            <p:nvPr/>
          </p:nvSpPr>
          <p:spPr>
            <a:xfrm>
              <a:off x="1685705" y="3626625"/>
              <a:ext cx="360116" cy="221902"/>
            </a:xfrm>
            <a:custGeom>
              <a:rect b="b" l="l" r="r" t="t"/>
              <a:pathLst>
                <a:path extrusionOk="0" fill="none" h="4322" w="7014">
                  <a:moveTo>
                    <a:pt x="7013" y="0"/>
                  </a:moveTo>
                  <a:lnTo>
                    <a:pt x="0" y="432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26"/>
            <p:cNvSpPr/>
            <p:nvPr/>
          </p:nvSpPr>
          <p:spPr>
            <a:xfrm>
              <a:off x="1804924" y="3641258"/>
              <a:ext cx="288545" cy="177953"/>
            </a:xfrm>
            <a:custGeom>
              <a:rect b="b" l="l" r="r" t="t"/>
              <a:pathLst>
                <a:path extrusionOk="0" fill="none" h="3466" w="5620">
                  <a:moveTo>
                    <a:pt x="5620" y="1"/>
                  </a:moveTo>
                  <a:lnTo>
                    <a:pt x="0" y="3465"/>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26"/>
            <p:cNvSpPr/>
            <p:nvPr/>
          </p:nvSpPr>
          <p:spPr>
            <a:xfrm>
              <a:off x="2132545" y="3563627"/>
              <a:ext cx="87488" cy="53858"/>
            </a:xfrm>
            <a:custGeom>
              <a:rect b="b" l="l" r="r" t="t"/>
              <a:pathLst>
                <a:path extrusionOk="0" fill="none" h="1049" w="1704">
                  <a:moveTo>
                    <a:pt x="1703" y="1"/>
                  </a:moveTo>
                  <a:lnTo>
                    <a:pt x="1" y="10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26"/>
            <p:cNvSpPr/>
            <p:nvPr/>
          </p:nvSpPr>
          <p:spPr>
            <a:xfrm>
              <a:off x="2933396" y="3849095"/>
              <a:ext cx="23258" cy="14119"/>
            </a:xfrm>
            <a:custGeom>
              <a:rect b="b" l="l" r="r" t="t"/>
              <a:pathLst>
                <a:path extrusionOk="0" fill="none" h="275" w="453">
                  <a:moveTo>
                    <a:pt x="452" y="1"/>
                  </a:moveTo>
                  <a:lnTo>
                    <a:pt x="0" y="275"/>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26"/>
            <p:cNvSpPr/>
            <p:nvPr/>
          </p:nvSpPr>
          <p:spPr>
            <a:xfrm>
              <a:off x="2987768" y="3607628"/>
              <a:ext cx="360732" cy="221954"/>
            </a:xfrm>
            <a:custGeom>
              <a:rect b="b" l="l" r="r" t="t"/>
              <a:pathLst>
                <a:path extrusionOk="0" fill="none" h="4323" w="7026">
                  <a:moveTo>
                    <a:pt x="7025" y="1"/>
                  </a:moveTo>
                  <a:lnTo>
                    <a:pt x="1" y="432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26"/>
            <p:cNvSpPr/>
            <p:nvPr/>
          </p:nvSpPr>
          <p:spPr>
            <a:xfrm>
              <a:off x="3106987" y="3622313"/>
              <a:ext cx="289212" cy="178569"/>
            </a:xfrm>
            <a:custGeom>
              <a:rect b="b" l="l" r="r" t="t"/>
              <a:pathLst>
                <a:path extrusionOk="0" fill="none" h="3478" w="5633">
                  <a:moveTo>
                    <a:pt x="5632" y="1"/>
                  </a:moveTo>
                  <a:lnTo>
                    <a:pt x="0" y="3477"/>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26"/>
            <p:cNvSpPr/>
            <p:nvPr/>
          </p:nvSpPr>
          <p:spPr>
            <a:xfrm>
              <a:off x="3434659" y="3544682"/>
              <a:ext cx="87436" cy="53858"/>
            </a:xfrm>
            <a:custGeom>
              <a:rect b="b" l="l" r="r" t="t"/>
              <a:pathLst>
                <a:path extrusionOk="0" fill="none" h="1049" w="1703">
                  <a:moveTo>
                    <a:pt x="1703" y="1"/>
                  </a:moveTo>
                  <a:lnTo>
                    <a:pt x="0" y="10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26"/>
            <p:cNvSpPr/>
            <p:nvPr/>
          </p:nvSpPr>
          <p:spPr>
            <a:xfrm>
              <a:off x="1705267" y="2783006"/>
              <a:ext cx="242747" cy="189557"/>
            </a:xfrm>
            <a:custGeom>
              <a:rect b="b" l="l" r="r" t="t"/>
              <a:pathLst>
                <a:path extrusionOk="0" h="3692" w="4728">
                  <a:moveTo>
                    <a:pt x="1524" y="0"/>
                  </a:moveTo>
                  <a:lnTo>
                    <a:pt x="1524" y="1310"/>
                  </a:lnTo>
                  <a:cubicBezTo>
                    <a:pt x="596" y="1703"/>
                    <a:pt x="0" y="2620"/>
                    <a:pt x="24" y="3632"/>
                  </a:cubicBezTo>
                  <a:lnTo>
                    <a:pt x="24" y="3691"/>
                  </a:lnTo>
                  <a:lnTo>
                    <a:pt x="4703" y="3691"/>
                  </a:lnTo>
                  <a:lnTo>
                    <a:pt x="4703" y="3632"/>
                  </a:lnTo>
                  <a:cubicBezTo>
                    <a:pt x="4727" y="2620"/>
                    <a:pt x="4132" y="1703"/>
                    <a:pt x="3191" y="1310"/>
                  </a:cubicBezTo>
                  <a:lnTo>
                    <a:pt x="3191"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26"/>
            <p:cNvSpPr/>
            <p:nvPr/>
          </p:nvSpPr>
          <p:spPr>
            <a:xfrm>
              <a:off x="1826282" y="2622250"/>
              <a:ext cx="51" cy="160805"/>
            </a:xfrm>
            <a:custGeom>
              <a:rect b="b" l="l" r="r" t="t"/>
              <a:pathLst>
                <a:path extrusionOk="0" fill="none" h="3132" w="1">
                  <a:moveTo>
                    <a:pt x="1" y="3131"/>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26"/>
            <p:cNvSpPr/>
            <p:nvPr/>
          </p:nvSpPr>
          <p:spPr>
            <a:xfrm>
              <a:off x="3394919" y="2783006"/>
              <a:ext cx="242131" cy="189557"/>
            </a:xfrm>
            <a:custGeom>
              <a:rect b="b" l="l" r="r" t="t"/>
              <a:pathLst>
                <a:path extrusionOk="0" h="3692" w="4716">
                  <a:moveTo>
                    <a:pt x="1524" y="0"/>
                  </a:moveTo>
                  <a:lnTo>
                    <a:pt x="1524" y="1310"/>
                  </a:lnTo>
                  <a:cubicBezTo>
                    <a:pt x="596" y="1703"/>
                    <a:pt x="0" y="2620"/>
                    <a:pt x="12" y="3632"/>
                  </a:cubicBezTo>
                  <a:lnTo>
                    <a:pt x="12" y="3691"/>
                  </a:lnTo>
                  <a:lnTo>
                    <a:pt x="4691" y="3691"/>
                  </a:lnTo>
                  <a:lnTo>
                    <a:pt x="4691" y="3632"/>
                  </a:lnTo>
                  <a:cubicBezTo>
                    <a:pt x="4715" y="2620"/>
                    <a:pt x="4120" y="1703"/>
                    <a:pt x="3191" y="1310"/>
                  </a:cubicBezTo>
                  <a:lnTo>
                    <a:pt x="3191"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26"/>
            <p:cNvSpPr/>
            <p:nvPr/>
          </p:nvSpPr>
          <p:spPr>
            <a:xfrm>
              <a:off x="3515319" y="2622250"/>
              <a:ext cx="51" cy="160805"/>
            </a:xfrm>
            <a:custGeom>
              <a:rect b="b" l="l" r="r" t="t"/>
              <a:pathLst>
                <a:path extrusionOk="0" fill="none" h="3132" w="1">
                  <a:moveTo>
                    <a:pt x="1" y="3131"/>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26"/>
            <p:cNvSpPr/>
            <p:nvPr/>
          </p:nvSpPr>
          <p:spPr>
            <a:xfrm>
              <a:off x="713111" y="4600400"/>
              <a:ext cx="3623805" cy="51"/>
            </a:xfrm>
            <a:custGeom>
              <a:rect b="b" l="l" r="r" t="t"/>
              <a:pathLst>
                <a:path extrusionOk="0" fill="none" h="1" w="70581">
                  <a:moveTo>
                    <a:pt x="1" y="1"/>
                  </a:moveTo>
                  <a:lnTo>
                    <a:pt x="7058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26"/>
            <p:cNvSpPr/>
            <p:nvPr/>
          </p:nvSpPr>
          <p:spPr>
            <a:xfrm>
              <a:off x="4129692" y="3824040"/>
              <a:ext cx="61200" cy="586896"/>
            </a:xfrm>
            <a:custGeom>
              <a:rect b="b" l="l" r="r" t="t"/>
              <a:pathLst>
                <a:path extrusionOk="0" fill="none" h="11431" w="1192">
                  <a:moveTo>
                    <a:pt x="1" y="1"/>
                  </a:moveTo>
                  <a:lnTo>
                    <a:pt x="1191" y="1143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26"/>
            <p:cNvSpPr/>
            <p:nvPr/>
          </p:nvSpPr>
          <p:spPr>
            <a:xfrm>
              <a:off x="4152950" y="4269083"/>
              <a:ext cx="28136" cy="29368"/>
            </a:xfrm>
            <a:custGeom>
              <a:rect b="b" l="l" r="r" t="t"/>
              <a:pathLst>
                <a:path extrusionOk="0" fill="none" h="572" w="548">
                  <a:moveTo>
                    <a:pt x="548" y="572"/>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26"/>
            <p:cNvSpPr/>
            <p:nvPr/>
          </p:nvSpPr>
          <p:spPr>
            <a:xfrm>
              <a:off x="4099091" y="4240279"/>
              <a:ext cx="62432" cy="39688"/>
            </a:xfrm>
            <a:custGeom>
              <a:rect b="b" l="l" r="r" t="t"/>
              <a:pathLst>
                <a:path extrusionOk="0" h="773" w="1216">
                  <a:moveTo>
                    <a:pt x="247" y="0"/>
                  </a:moveTo>
                  <a:cubicBezTo>
                    <a:pt x="152" y="0"/>
                    <a:pt x="81" y="27"/>
                    <a:pt x="61" y="97"/>
                  </a:cubicBezTo>
                  <a:cubicBezTo>
                    <a:pt x="0" y="340"/>
                    <a:pt x="533" y="772"/>
                    <a:pt x="986" y="772"/>
                  </a:cubicBezTo>
                  <a:cubicBezTo>
                    <a:pt x="1067" y="772"/>
                    <a:pt x="1144" y="759"/>
                    <a:pt x="1216" y="728"/>
                  </a:cubicBezTo>
                  <a:cubicBezTo>
                    <a:pt x="1216" y="550"/>
                    <a:pt x="1132" y="395"/>
                    <a:pt x="1001" y="276"/>
                  </a:cubicBezTo>
                  <a:cubicBezTo>
                    <a:pt x="898" y="181"/>
                    <a:pt x="492" y="0"/>
                    <a:pt x="247"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26"/>
            <p:cNvSpPr/>
            <p:nvPr/>
          </p:nvSpPr>
          <p:spPr>
            <a:xfrm>
              <a:off x="4126046" y="4255631"/>
              <a:ext cx="35478" cy="22077"/>
            </a:xfrm>
            <a:custGeom>
              <a:rect b="b" l="l" r="r" t="t"/>
              <a:pathLst>
                <a:path extrusionOk="0" fill="none" h="430" w="691">
                  <a:moveTo>
                    <a:pt x="691" y="429"/>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26"/>
            <p:cNvSpPr/>
            <p:nvPr/>
          </p:nvSpPr>
          <p:spPr>
            <a:xfrm>
              <a:off x="4160241" y="4335726"/>
              <a:ext cx="27571" cy="29368"/>
            </a:xfrm>
            <a:custGeom>
              <a:rect b="b" l="l" r="r" t="t"/>
              <a:pathLst>
                <a:path extrusionOk="0" fill="none" h="572" w="537">
                  <a:moveTo>
                    <a:pt x="537" y="572"/>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26"/>
            <p:cNvSpPr/>
            <p:nvPr/>
          </p:nvSpPr>
          <p:spPr>
            <a:xfrm>
              <a:off x="4105869" y="4306974"/>
              <a:ext cx="62997" cy="39996"/>
            </a:xfrm>
            <a:custGeom>
              <a:rect b="b" l="l" r="r" t="t"/>
              <a:pathLst>
                <a:path extrusionOk="0" h="779" w="1227">
                  <a:moveTo>
                    <a:pt x="247" y="1"/>
                  </a:moveTo>
                  <a:cubicBezTo>
                    <a:pt x="155" y="1"/>
                    <a:pt x="88" y="27"/>
                    <a:pt x="72" y="96"/>
                  </a:cubicBezTo>
                  <a:cubicBezTo>
                    <a:pt x="0" y="341"/>
                    <a:pt x="541" y="778"/>
                    <a:pt x="997" y="778"/>
                  </a:cubicBezTo>
                  <a:cubicBezTo>
                    <a:pt x="1073" y="778"/>
                    <a:pt x="1147" y="766"/>
                    <a:pt x="1215" y="739"/>
                  </a:cubicBezTo>
                  <a:lnTo>
                    <a:pt x="1227" y="739"/>
                  </a:lnTo>
                  <a:cubicBezTo>
                    <a:pt x="1215" y="560"/>
                    <a:pt x="1143" y="394"/>
                    <a:pt x="1000" y="274"/>
                  </a:cubicBezTo>
                  <a:cubicBezTo>
                    <a:pt x="905" y="188"/>
                    <a:pt x="490" y="1"/>
                    <a:pt x="247"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26"/>
            <p:cNvSpPr/>
            <p:nvPr/>
          </p:nvSpPr>
          <p:spPr>
            <a:xfrm>
              <a:off x="4132772" y="4322274"/>
              <a:ext cx="36094" cy="22642"/>
            </a:xfrm>
            <a:custGeom>
              <a:rect b="b" l="l" r="r" t="t"/>
              <a:pathLst>
                <a:path extrusionOk="0" fill="none" h="441" w="703">
                  <a:moveTo>
                    <a:pt x="703" y="441"/>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26"/>
            <p:cNvSpPr/>
            <p:nvPr/>
          </p:nvSpPr>
          <p:spPr>
            <a:xfrm>
              <a:off x="4135802" y="4106479"/>
              <a:ext cx="28187" cy="29368"/>
            </a:xfrm>
            <a:custGeom>
              <a:rect b="b" l="l" r="r" t="t"/>
              <a:pathLst>
                <a:path extrusionOk="0" fill="none" h="572" w="549">
                  <a:moveTo>
                    <a:pt x="548" y="572"/>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26"/>
            <p:cNvSpPr/>
            <p:nvPr/>
          </p:nvSpPr>
          <p:spPr>
            <a:xfrm>
              <a:off x="4082045" y="4077367"/>
              <a:ext cx="62381" cy="39944"/>
            </a:xfrm>
            <a:custGeom>
              <a:rect b="b" l="l" r="r" t="t"/>
              <a:pathLst>
                <a:path extrusionOk="0" h="778" w="1215">
                  <a:moveTo>
                    <a:pt x="255" y="1"/>
                  </a:moveTo>
                  <a:cubicBezTo>
                    <a:pt x="159" y="1"/>
                    <a:pt x="88" y="29"/>
                    <a:pt x="71" y="103"/>
                  </a:cubicBezTo>
                  <a:cubicBezTo>
                    <a:pt x="0" y="336"/>
                    <a:pt x="535" y="777"/>
                    <a:pt x="989" y="777"/>
                  </a:cubicBezTo>
                  <a:cubicBezTo>
                    <a:pt x="1068" y="777"/>
                    <a:pt x="1144" y="764"/>
                    <a:pt x="1214" y="734"/>
                  </a:cubicBezTo>
                  <a:cubicBezTo>
                    <a:pt x="1214" y="555"/>
                    <a:pt x="1143" y="389"/>
                    <a:pt x="1000" y="270"/>
                  </a:cubicBezTo>
                  <a:cubicBezTo>
                    <a:pt x="906" y="184"/>
                    <a:pt x="499" y="1"/>
                    <a:pt x="255"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26"/>
            <p:cNvSpPr/>
            <p:nvPr/>
          </p:nvSpPr>
          <p:spPr>
            <a:xfrm>
              <a:off x="4108898" y="4092411"/>
              <a:ext cx="35529" cy="22693"/>
            </a:xfrm>
            <a:custGeom>
              <a:rect b="b" l="l" r="r" t="t"/>
              <a:pathLst>
                <a:path extrusionOk="0" fill="none" h="442" w="692">
                  <a:moveTo>
                    <a:pt x="691" y="441"/>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26"/>
            <p:cNvSpPr/>
            <p:nvPr/>
          </p:nvSpPr>
          <p:spPr>
            <a:xfrm>
              <a:off x="4143144" y="4173122"/>
              <a:ext cx="27571" cy="29368"/>
            </a:xfrm>
            <a:custGeom>
              <a:rect b="b" l="l" r="r" t="t"/>
              <a:pathLst>
                <a:path extrusionOk="0" fill="none" h="572" w="537">
                  <a:moveTo>
                    <a:pt x="536" y="572"/>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26"/>
            <p:cNvSpPr/>
            <p:nvPr/>
          </p:nvSpPr>
          <p:spPr>
            <a:xfrm>
              <a:off x="4088771" y="4144011"/>
              <a:ext cx="62997" cy="39944"/>
            </a:xfrm>
            <a:custGeom>
              <a:rect b="b" l="l" r="r" t="t"/>
              <a:pathLst>
                <a:path extrusionOk="0" h="778" w="1227">
                  <a:moveTo>
                    <a:pt x="259" y="1"/>
                  </a:moveTo>
                  <a:cubicBezTo>
                    <a:pt x="163" y="1"/>
                    <a:pt x="91" y="29"/>
                    <a:pt x="71" y="103"/>
                  </a:cubicBezTo>
                  <a:cubicBezTo>
                    <a:pt x="0" y="336"/>
                    <a:pt x="534" y="777"/>
                    <a:pt x="996" y="777"/>
                  </a:cubicBezTo>
                  <a:cubicBezTo>
                    <a:pt x="1076" y="777"/>
                    <a:pt x="1154" y="764"/>
                    <a:pt x="1226" y="734"/>
                  </a:cubicBezTo>
                  <a:cubicBezTo>
                    <a:pt x="1226" y="555"/>
                    <a:pt x="1143" y="389"/>
                    <a:pt x="1000" y="281"/>
                  </a:cubicBezTo>
                  <a:cubicBezTo>
                    <a:pt x="906" y="187"/>
                    <a:pt x="504" y="1"/>
                    <a:pt x="259"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26"/>
            <p:cNvSpPr/>
            <p:nvPr/>
          </p:nvSpPr>
          <p:spPr>
            <a:xfrm>
              <a:off x="4115624" y="4159670"/>
              <a:ext cx="36145" cy="22026"/>
            </a:xfrm>
            <a:custGeom>
              <a:rect b="b" l="l" r="r" t="t"/>
              <a:pathLst>
                <a:path extrusionOk="0" fill="none" h="429" w="704">
                  <a:moveTo>
                    <a:pt x="703" y="429"/>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26"/>
            <p:cNvSpPr/>
            <p:nvPr/>
          </p:nvSpPr>
          <p:spPr>
            <a:xfrm>
              <a:off x="4124814" y="3997683"/>
              <a:ext cx="27571" cy="29368"/>
            </a:xfrm>
            <a:custGeom>
              <a:rect b="b" l="l" r="r" t="t"/>
              <a:pathLst>
                <a:path extrusionOk="0" fill="none" h="572" w="537">
                  <a:moveTo>
                    <a:pt x="536" y="572"/>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26"/>
            <p:cNvSpPr/>
            <p:nvPr/>
          </p:nvSpPr>
          <p:spPr>
            <a:xfrm>
              <a:off x="4070390" y="3968930"/>
              <a:ext cx="62997" cy="39996"/>
            </a:xfrm>
            <a:custGeom>
              <a:rect b="b" l="l" r="r" t="t"/>
              <a:pathLst>
                <a:path extrusionOk="0" h="779" w="1227">
                  <a:moveTo>
                    <a:pt x="252" y="1"/>
                  </a:moveTo>
                  <a:cubicBezTo>
                    <a:pt x="160" y="1"/>
                    <a:pt x="92" y="27"/>
                    <a:pt x="72" y="96"/>
                  </a:cubicBezTo>
                  <a:cubicBezTo>
                    <a:pt x="1" y="341"/>
                    <a:pt x="542" y="778"/>
                    <a:pt x="1005" y="778"/>
                  </a:cubicBezTo>
                  <a:cubicBezTo>
                    <a:pt x="1082" y="778"/>
                    <a:pt x="1157" y="766"/>
                    <a:pt x="1227" y="739"/>
                  </a:cubicBezTo>
                  <a:cubicBezTo>
                    <a:pt x="1227" y="560"/>
                    <a:pt x="1144" y="393"/>
                    <a:pt x="1013" y="274"/>
                  </a:cubicBezTo>
                  <a:cubicBezTo>
                    <a:pt x="909" y="188"/>
                    <a:pt x="497" y="1"/>
                    <a:pt x="252"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26"/>
            <p:cNvSpPr/>
            <p:nvPr/>
          </p:nvSpPr>
          <p:spPr>
            <a:xfrm>
              <a:off x="4097294" y="3984231"/>
              <a:ext cx="36094" cy="22642"/>
            </a:xfrm>
            <a:custGeom>
              <a:rect b="b" l="l" r="r" t="t"/>
              <a:pathLst>
                <a:path extrusionOk="0" fill="none" h="441" w="703">
                  <a:moveTo>
                    <a:pt x="703" y="441"/>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26"/>
            <p:cNvSpPr/>
            <p:nvPr/>
          </p:nvSpPr>
          <p:spPr>
            <a:xfrm>
              <a:off x="4113211" y="3888835"/>
              <a:ext cx="28136" cy="29419"/>
            </a:xfrm>
            <a:custGeom>
              <a:rect b="b" l="l" r="r" t="t"/>
              <a:pathLst>
                <a:path extrusionOk="0" fill="none" h="573" w="548">
                  <a:moveTo>
                    <a:pt x="548" y="572"/>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26"/>
            <p:cNvSpPr/>
            <p:nvPr/>
          </p:nvSpPr>
          <p:spPr>
            <a:xfrm>
              <a:off x="4059352" y="3860032"/>
              <a:ext cx="62432" cy="39688"/>
            </a:xfrm>
            <a:custGeom>
              <a:rect b="b" l="l" r="r" t="t"/>
              <a:pathLst>
                <a:path extrusionOk="0" h="773" w="1216">
                  <a:moveTo>
                    <a:pt x="247" y="1"/>
                  </a:moveTo>
                  <a:cubicBezTo>
                    <a:pt x="152" y="1"/>
                    <a:pt x="81" y="28"/>
                    <a:pt x="61" y="97"/>
                  </a:cubicBezTo>
                  <a:cubicBezTo>
                    <a:pt x="0" y="340"/>
                    <a:pt x="533" y="772"/>
                    <a:pt x="986" y="772"/>
                  </a:cubicBezTo>
                  <a:cubicBezTo>
                    <a:pt x="1067" y="772"/>
                    <a:pt x="1144" y="759"/>
                    <a:pt x="1216" y="728"/>
                  </a:cubicBezTo>
                  <a:cubicBezTo>
                    <a:pt x="1216" y="550"/>
                    <a:pt x="1132" y="395"/>
                    <a:pt x="1001" y="276"/>
                  </a:cubicBezTo>
                  <a:cubicBezTo>
                    <a:pt x="898" y="182"/>
                    <a:pt x="492" y="1"/>
                    <a:pt x="247"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26"/>
            <p:cNvSpPr/>
            <p:nvPr/>
          </p:nvSpPr>
          <p:spPr>
            <a:xfrm>
              <a:off x="4086307" y="3875383"/>
              <a:ext cx="35478" cy="22077"/>
            </a:xfrm>
            <a:custGeom>
              <a:rect b="b" l="l" r="r" t="t"/>
              <a:pathLst>
                <a:path extrusionOk="0" fill="none" h="430" w="691">
                  <a:moveTo>
                    <a:pt x="691" y="429"/>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26"/>
            <p:cNvSpPr/>
            <p:nvPr/>
          </p:nvSpPr>
          <p:spPr>
            <a:xfrm>
              <a:off x="4176157" y="4224465"/>
              <a:ext cx="21461" cy="34297"/>
            </a:xfrm>
            <a:custGeom>
              <a:rect b="b" l="l" r="r" t="t"/>
              <a:pathLst>
                <a:path extrusionOk="0" fill="none" h="668" w="418">
                  <a:moveTo>
                    <a:pt x="0" y="667"/>
                  </a:moveTo>
                  <a:lnTo>
                    <a:pt x="417"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26"/>
            <p:cNvSpPr/>
            <p:nvPr/>
          </p:nvSpPr>
          <p:spPr>
            <a:xfrm>
              <a:off x="4188993" y="4187344"/>
              <a:ext cx="59506" cy="48005"/>
            </a:xfrm>
            <a:custGeom>
              <a:rect b="b" l="l" r="r" t="t"/>
              <a:pathLst>
                <a:path extrusionOk="0" h="935" w="1159">
                  <a:moveTo>
                    <a:pt x="908" y="1"/>
                  </a:moveTo>
                  <a:cubicBezTo>
                    <a:pt x="676" y="1"/>
                    <a:pt x="241" y="314"/>
                    <a:pt x="155" y="438"/>
                  </a:cubicBezTo>
                  <a:cubicBezTo>
                    <a:pt x="48" y="569"/>
                    <a:pt x="0" y="747"/>
                    <a:pt x="36" y="926"/>
                  </a:cubicBezTo>
                  <a:cubicBezTo>
                    <a:pt x="69" y="932"/>
                    <a:pt x="102" y="935"/>
                    <a:pt x="135" y="935"/>
                  </a:cubicBezTo>
                  <a:cubicBezTo>
                    <a:pt x="624" y="935"/>
                    <a:pt x="1159" y="314"/>
                    <a:pt x="1036" y="68"/>
                  </a:cubicBezTo>
                  <a:cubicBezTo>
                    <a:pt x="1012" y="20"/>
                    <a:pt x="967" y="1"/>
                    <a:pt x="908"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26"/>
            <p:cNvSpPr/>
            <p:nvPr/>
          </p:nvSpPr>
          <p:spPr>
            <a:xfrm>
              <a:off x="4190842" y="4204288"/>
              <a:ext cx="32448" cy="30600"/>
            </a:xfrm>
            <a:custGeom>
              <a:rect b="b" l="l" r="r" t="t"/>
              <a:pathLst>
                <a:path extrusionOk="0" fill="none" h="596" w="632">
                  <a:moveTo>
                    <a:pt x="0" y="596"/>
                  </a:moveTo>
                  <a:lnTo>
                    <a:pt x="63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26"/>
            <p:cNvSpPr/>
            <p:nvPr/>
          </p:nvSpPr>
          <p:spPr>
            <a:xfrm>
              <a:off x="4157828" y="4049026"/>
              <a:ext cx="21410" cy="34245"/>
            </a:xfrm>
            <a:custGeom>
              <a:rect b="b" l="l" r="r" t="t"/>
              <a:pathLst>
                <a:path extrusionOk="0" fill="none" h="667" w="417">
                  <a:moveTo>
                    <a:pt x="0" y="667"/>
                  </a:moveTo>
                  <a:lnTo>
                    <a:pt x="417"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26"/>
            <p:cNvSpPr/>
            <p:nvPr/>
          </p:nvSpPr>
          <p:spPr>
            <a:xfrm>
              <a:off x="4170664" y="4011545"/>
              <a:ext cx="59506" cy="47903"/>
            </a:xfrm>
            <a:custGeom>
              <a:rect b="b" l="l" r="r" t="t"/>
              <a:pathLst>
                <a:path extrusionOk="0" h="933" w="1159">
                  <a:moveTo>
                    <a:pt x="911" y="0"/>
                  </a:moveTo>
                  <a:cubicBezTo>
                    <a:pt x="680" y="0"/>
                    <a:pt x="241" y="308"/>
                    <a:pt x="155" y="433"/>
                  </a:cubicBezTo>
                  <a:cubicBezTo>
                    <a:pt x="48" y="575"/>
                    <a:pt x="0" y="754"/>
                    <a:pt x="36" y="933"/>
                  </a:cubicBezTo>
                  <a:lnTo>
                    <a:pt x="36" y="921"/>
                  </a:lnTo>
                  <a:cubicBezTo>
                    <a:pt x="69" y="927"/>
                    <a:pt x="102" y="930"/>
                    <a:pt x="135" y="930"/>
                  </a:cubicBezTo>
                  <a:cubicBezTo>
                    <a:pt x="624" y="930"/>
                    <a:pt x="1159" y="309"/>
                    <a:pt x="1036" y="63"/>
                  </a:cubicBezTo>
                  <a:cubicBezTo>
                    <a:pt x="1013" y="19"/>
                    <a:pt x="968" y="0"/>
                    <a:pt x="911"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26"/>
            <p:cNvSpPr/>
            <p:nvPr/>
          </p:nvSpPr>
          <p:spPr>
            <a:xfrm>
              <a:off x="4172512" y="4028232"/>
              <a:ext cx="32448" cy="31216"/>
            </a:xfrm>
            <a:custGeom>
              <a:rect b="b" l="l" r="r" t="t"/>
              <a:pathLst>
                <a:path extrusionOk="0" fill="none" h="608" w="632">
                  <a:moveTo>
                    <a:pt x="0" y="608"/>
                  </a:moveTo>
                  <a:lnTo>
                    <a:pt x="63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26"/>
            <p:cNvSpPr/>
            <p:nvPr/>
          </p:nvSpPr>
          <p:spPr>
            <a:xfrm>
              <a:off x="4149870" y="3971395"/>
              <a:ext cx="20845" cy="34862"/>
            </a:xfrm>
            <a:custGeom>
              <a:rect b="b" l="l" r="r" t="t"/>
              <a:pathLst>
                <a:path extrusionOk="0" fill="none" h="679" w="406">
                  <a:moveTo>
                    <a:pt x="0" y="679"/>
                  </a:moveTo>
                  <a:lnTo>
                    <a:pt x="405"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26"/>
            <p:cNvSpPr/>
            <p:nvPr/>
          </p:nvSpPr>
          <p:spPr>
            <a:xfrm>
              <a:off x="4162705" y="3934274"/>
              <a:ext cx="59506" cy="48005"/>
            </a:xfrm>
            <a:custGeom>
              <a:rect b="b" l="l" r="r" t="t"/>
              <a:pathLst>
                <a:path extrusionOk="0" h="935" w="1159">
                  <a:moveTo>
                    <a:pt x="908" y="0"/>
                  </a:moveTo>
                  <a:cubicBezTo>
                    <a:pt x="676" y="0"/>
                    <a:pt x="241" y="314"/>
                    <a:pt x="155" y="437"/>
                  </a:cubicBezTo>
                  <a:cubicBezTo>
                    <a:pt x="48" y="580"/>
                    <a:pt x="1" y="759"/>
                    <a:pt x="36" y="926"/>
                  </a:cubicBezTo>
                  <a:cubicBezTo>
                    <a:pt x="69" y="932"/>
                    <a:pt x="102" y="934"/>
                    <a:pt x="135" y="934"/>
                  </a:cubicBezTo>
                  <a:cubicBezTo>
                    <a:pt x="624" y="934"/>
                    <a:pt x="1159" y="314"/>
                    <a:pt x="1036" y="68"/>
                  </a:cubicBezTo>
                  <a:cubicBezTo>
                    <a:pt x="1012" y="20"/>
                    <a:pt x="967" y="0"/>
                    <a:pt x="908"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26"/>
            <p:cNvSpPr/>
            <p:nvPr/>
          </p:nvSpPr>
          <p:spPr>
            <a:xfrm>
              <a:off x="4164554" y="3951217"/>
              <a:ext cx="31832" cy="30600"/>
            </a:xfrm>
            <a:custGeom>
              <a:rect b="b" l="l" r="r" t="t"/>
              <a:pathLst>
                <a:path extrusionOk="0" fill="none" h="596" w="620">
                  <a:moveTo>
                    <a:pt x="0" y="596"/>
                  </a:moveTo>
                  <a:lnTo>
                    <a:pt x="619"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26"/>
            <p:cNvSpPr/>
            <p:nvPr/>
          </p:nvSpPr>
          <p:spPr>
            <a:xfrm>
              <a:off x="4138266" y="3858286"/>
              <a:ext cx="20845" cy="34913"/>
            </a:xfrm>
            <a:custGeom>
              <a:rect b="b" l="l" r="r" t="t"/>
              <a:pathLst>
                <a:path extrusionOk="0" fill="none" h="680" w="406">
                  <a:moveTo>
                    <a:pt x="0" y="679"/>
                  </a:moveTo>
                  <a:lnTo>
                    <a:pt x="405"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26"/>
            <p:cNvSpPr/>
            <p:nvPr/>
          </p:nvSpPr>
          <p:spPr>
            <a:xfrm>
              <a:off x="4151102" y="3821165"/>
              <a:ext cx="59506" cy="48005"/>
            </a:xfrm>
            <a:custGeom>
              <a:rect b="b" l="l" r="r" t="t"/>
              <a:pathLst>
                <a:path extrusionOk="0" h="935" w="1159">
                  <a:moveTo>
                    <a:pt x="903" y="1"/>
                  </a:moveTo>
                  <a:cubicBezTo>
                    <a:pt x="667" y="1"/>
                    <a:pt x="238" y="314"/>
                    <a:pt x="143" y="438"/>
                  </a:cubicBezTo>
                  <a:cubicBezTo>
                    <a:pt x="36" y="581"/>
                    <a:pt x="0" y="759"/>
                    <a:pt x="36" y="926"/>
                  </a:cubicBezTo>
                  <a:cubicBezTo>
                    <a:pt x="69" y="932"/>
                    <a:pt x="102" y="935"/>
                    <a:pt x="135" y="935"/>
                  </a:cubicBezTo>
                  <a:cubicBezTo>
                    <a:pt x="624" y="935"/>
                    <a:pt x="1159" y="314"/>
                    <a:pt x="1036" y="69"/>
                  </a:cubicBezTo>
                  <a:cubicBezTo>
                    <a:pt x="1010" y="21"/>
                    <a:pt x="963" y="1"/>
                    <a:pt x="903"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26"/>
            <p:cNvSpPr/>
            <p:nvPr/>
          </p:nvSpPr>
          <p:spPr>
            <a:xfrm>
              <a:off x="4152950" y="3838108"/>
              <a:ext cx="31832" cy="30600"/>
            </a:xfrm>
            <a:custGeom>
              <a:rect b="b" l="l" r="r" t="t"/>
              <a:pathLst>
                <a:path extrusionOk="0" fill="none" h="596" w="620">
                  <a:moveTo>
                    <a:pt x="0" y="596"/>
                  </a:moveTo>
                  <a:lnTo>
                    <a:pt x="619"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26"/>
            <p:cNvSpPr/>
            <p:nvPr/>
          </p:nvSpPr>
          <p:spPr>
            <a:xfrm>
              <a:off x="4127227" y="3772902"/>
              <a:ext cx="59557" cy="48005"/>
            </a:xfrm>
            <a:custGeom>
              <a:rect b="b" l="l" r="r" t="t"/>
              <a:pathLst>
                <a:path extrusionOk="0" h="935" w="1160">
                  <a:moveTo>
                    <a:pt x="908" y="0"/>
                  </a:moveTo>
                  <a:cubicBezTo>
                    <a:pt x="676" y="0"/>
                    <a:pt x="241" y="314"/>
                    <a:pt x="156" y="437"/>
                  </a:cubicBezTo>
                  <a:cubicBezTo>
                    <a:pt x="49" y="580"/>
                    <a:pt x="1" y="759"/>
                    <a:pt x="37" y="925"/>
                  </a:cubicBezTo>
                  <a:cubicBezTo>
                    <a:pt x="69" y="931"/>
                    <a:pt x="102" y="934"/>
                    <a:pt x="136" y="934"/>
                  </a:cubicBezTo>
                  <a:cubicBezTo>
                    <a:pt x="625" y="934"/>
                    <a:pt x="1159" y="313"/>
                    <a:pt x="1037" y="68"/>
                  </a:cubicBezTo>
                  <a:cubicBezTo>
                    <a:pt x="1013" y="20"/>
                    <a:pt x="967" y="0"/>
                    <a:pt x="908"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26"/>
            <p:cNvSpPr/>
            <p:nvPr/>
          </p:nvSpPr>
          <p:spPr>
            <a:xfrm>
              <a:off x="4129076" y="3789794"/>
              <a:ext cx="31832" cy="30651"/>
            </a:xfrm>
            <a:custGeom>
              <a:rect b="b" l="l" r="r" t="t"/>
              <a:pathLst>
                <a:path extrusionOk="0" fill="none" h="597" w="620">
                  <a:moveTo>
                    <a:pt x="1" y="596"/>
                  </a:moveTo>
                  <a:lnTo>
                    <a:pt x="62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26"/>
            <p:cNvSpPr/>
            <p:nvPr/>
          </p:nvSpPr>
          <p:spPr>
            <a:xfrm>
              <a:off x="4079581" y="3766022"/>
              <a:ext cx="58222" cy="56323"/>
            </a:xfrm>
            <a:custGeom>
              <a:rect b="b" l="l" r="r" t="t"/>
              <a:pathLst>
                <a:path extrusionOk="0" h="1097" w="1134">
                  <a:moveTo>
                    <a:pt x="313" y="0"/>
                  </a:moveTo>
                  <a:cubicBezTo>
                    <a:pt x="290" y="0"/>
                    <a:pt x="270" y="4"/>
                    <a:pt x="250" y="12"/>
                  </a:cubicBezTo>
                  <a:cubicBezTo>
                    <a:pt x="0" y="107"/>
                    <a:pt x="381" y="797"/>
                    <a:pt x="524" y="928"/>
                  </a:cubicBezTo>
                  <a:cubicBezTo>
                    <a:pt x="633" y="1037"/>
                    <a:pt x="792" y="1097"/>
                    <a:pt x="955" y="1097"/>
                  </a:cubicBezTo>
                  <a:cubicBezTo>
                    <a:pt x="970" y="1097"/>
                    <a:pt x="985" y="1096"/>
                    <a:pt x="1000" y="1095"/>
                  </a:cubicBezTo>
                  <a:cubicBezTo>
                    <a:pt x="1133" y="630"/>
                    <a:pt x="607" y="0"/>
                    <a:pt x="313"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26"/>
            <p:cNvSpPr/>
            <p:nvPr/>
          </p:nvSpPr>
          <p:spPr>
            <a:xfrm>
              <a:off x="4103404" y="3786765"/>
              <a:ext cx="27571" cy="34913"/>
            </a:xfrm>
            <a:custGeom>
              <a:rect b="b" l="l" r="r" t="t"/>
              <a:pathLst>
                <a:path extrusionOk="0" fill="none" h="680" w="537">
                  <a:moveTo>
                    <a:pt x="536" y="679"/>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26"/>
            <p:cNvSpPr/>
            <p:nvPr/>
          </p:nvSpPr>
          <p:spPr>
            <a:xfrm>
              <a:off x="4229965" y="3904751"/>
              <a:ext cx="61149" cy="586896"/>
            </a:xfrm>
            <a:custGeom>
              <a:rect b="b" l="l" r="r" t="t"/>
              <a:pathLst>
                <a:path extrusionOk="0" fill="none" h="11431" w="1191">
                  <a:moveTo>
                    <a:pt x="1191" y="0"/>
                  </a:moveTo>
                  <a:lnTo>
                    <a:pt x="0" y="1143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26"/>
            <p:cNvSpPr/>
            <p:nvPr/>
          </p:nvSpPr>
          <p:spPr>
            <a:xfrm>
              <a:off x="4222623" y="4344865"/>
              <a:ext cx="20845" cy="34913"/>
            </a:xfrm>
            <a:custGeom>
              <a:rect b="b" l="l" r="r" t="t"/>
              <a:pathLst>
                <a:path extrusionOk="0" fill="none" h="680" w="406">
                  <a:moveTo>
                    <a:pt x="405" y="679"/>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26"/>
            <p:cNvSpPr/>
            <p:nvPr/>
          </p:nvSpPr>
          <p:spPr>
            <a:xfrm>
              <a:off x="4171074" y="4307795"/>
              <a:ext cx="59557" cy="48005"/>
            </a:xfrm>
            <a:custGeom>
              <a:rect b="b" l="l" r="r" t="t"/>
              <a:pathLst>
                <a:path extrusionOk="0" h="935" w="1160">
                  <a:moveTo>
                    <a:pt x="256" y="0"/>
                  </a:moveTo>
                  <a:cubicBezTo>
                    <a:pt x="197" y="0"/>
                    <a:pt x="150" y="20"/>
                    <a:pt x="123" y="68"/>
                  </a:cubicBezTo>
                  <a:cubicBezTo>
                    <a:pt x="1" y="313"/>
                    <a:pt x="536" y="934"/>
                    <a:pt x="1024" y="934"/>
                  </a:cubicBezTo>
                  <a:cubicBezTo>
                    <a:pt x="1058" y="934"/>
                    <a:pt x="1091" y="931"/>
                    <a:pt x="1123" y="925"/>
                  </a:cubicBezTo>
                  <a:cubicBezTo>
                    <a:pt x="1159" y="759"/>
                    <a:pt x="1123" y="580"/>
                    <a:pt x="1016" y="437"/>
                  </a:cubicBezTo>
                  <a:cubicBezTo>
                    <a:pt x="921" y="313"/>
                    <a:pt x="492" y="0"/>
                    <a:pt x="256"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26"/>
            <p:cNvSpPr/>
            <p:nvPr/>
          </p:nvSpPr>
          <p:spPr>
            <a:xfrm>
              <a:off x="4198748" y="4326536"/>
              <a:ext cx="30035" cy="28803"/>
            </a:xfrm>
            <a:custGeom>
              <a:rect b="b" l="l" r="r" t="t"/>
              <a:pathLst>
                <a:path extrusionOk="0" fill="none" h="561" w="585">
                  <a:moveTo>
                    <a:pt x="584" y="560"/>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26"/>
            <p:cNvSpPr/>
            <p:nvPr/>
          </p:nvSpPr>
          <p:spPr>
            <a:xfrm>
              <a:off x="4239104" y="4182261"/>
              <a:ext cx="21461" cy="34297"/>
            </a:xfrm>
            <a:custGeom>
              <a:rect b="b" l="l" r="r" t="t"/>
              <a:pathLst>
                <a:path extrusionOk="0" fill="none" h="668" w="418">
                  <a:moveTo>
                    <a:pt x="418" y="668"/>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26"/>
            <p:cNvSpPr/>
            <p:nvPr/>
          </p:nvSpPr>
          <p:spPr>
            <a:xfrm>
              <a:off x="4188223" y="4145140"/>
              <a:ext cx="59506" cy="48057"/>
            </a:xfrm>
            <a:custGeom>
              <a:rect b="b" l="l" r="r" t="t"/>
              <a:pathLst>
                <a:path extrusionOk="0" h="936" w="1159">
                  <a:moveTo>
                    <a:pt x="251" y="1"/>
                  </a:moveTo>
                  <a:cubicBezTo>
                    <a:pt x="193" y="1"/>
                    <a:pt x="147" y="21"/>
                    <a:pt x="123" y="69"/>
                  </a:cubicBezTo>
                  <a:cubicBezTo>
                    <a:pt x="0" y="314"/>
                    <a:pt x="535" y="935"/>
                    <a:pt x="1024" y="935"/>
                  </a:cubicBezTo>
                  <a:cubicBezTo>
                    <a:pt x="1057" y="935"/>
                    <a:pt x="1090" y="932"/>
                    <a:pt x="1123" y="926"/>
                  </a:cubicBezTo>
                  <a:cubicBezTo>
                    <a:pt x="1158" y="748"/>
                    <a:pt x="1111" y="569"/>
                    <a:pt x="1004" y="426"/>
                  </a:cubicBezTo>
                  <a:cubicBezTo>
                    <a:pt x="918" y="312"/>
                    <a:pt x="484" y="1"/>
                    <a:pt x="251"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26"/>
            <p:cNvSpPr/>
            <p:nvPr/>
          </p:nvSpPr>
          <p:spPr>
            <a:xfrm>
              <a:off x="4215281" y="4163316"/>
              <a:ext cx="30600" cy="29419"/>
            </a:xfrm>
            <a:custGeom>
              <a:rect b="b" l="l" r="r" t="t"/>
              <a:pathLst>
                <a:path extrusionOk="0" fill="none" h="573" w="596">
                  <a:moveTo>
                    <a:pt x="596" y="572"/>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26"/>
            <p:cNvSpPr/>
            <p:nvPr/>
          </p:nvSpPr>
          <p:spPr>
            <a:xfrm>
              <a:off x="4232378" y="4248905"/>
              <a:ext cx="21461" cy="34913"/>
            </a:xfrm>
            <a:custGeom>
              <a:rect b="b" l="l" r="r" t="t"/>
              <a:pathLst>
                <a:path extrusionOk="0" fill="none" h="680" w="418">
                  <a:moveTo>
                    <a:pt x="418" y="679"/>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26"/>
            <p:cNvSpPr/>
            <p:nvPr/>
          </p:nvSpPr>
          <p:spPr>
            <a:xfrm>
              <a:off x="4181497" y="4211784"/>
              <a:ext cx="59506" cy="48005"/>
            </a:xfrm>
            <a:custGeom>
              <a:rect b="b" l="l" r="r" t="t"/>
              <a:pathLst>
                <a:path extrusionOk="0" h="935" w="1159">
                  <a:moveTo>
                    <a:pt x="251" y="1"/>
                  </a:moveTo>
                  <a:cubicBezTo>
                    <a:pt x="192" y="1"/>
                    <a:pt x="147" y="21"/>
                    <a:pt x="123" y="69"/>
                  </a:cubicBezTo>
                  <a:cubicBezTo>
                    <a:pt x="0" y="314"/>
                    <a:pt x="535" y="935"/>
                    <a:pt x="1024" y="935"/>
                  </a:cubicBezTo>
                  <a:cubicBezTo>
                    <a:pt x="1057" y="935"/>
                    <a:pt x="1090" y="932"/>
                    <a:pt x="1123" y="926"/>
                  </a:cubicBezTo>
                  <a:cubicBezTo>
                    <a:pt x="1159" y="759"/>
                    <a:pt x="1111" y="581"/>
                    <a:pt x="1004" y="438"/>
                  </a:cubicBezTo>
                  <a:cubicBezTo>
                    <a:pt x="918" y="314"/>
                    <a:pt x="483" y="1"/>
                    <a:pt x="251"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26"/>
            <p:cNvSpPr/>
            <p:nvPr/>
          </p:nvSpPr>
          <p:spPr>
            <a:xfrm>
              <a:off x="4208555" y="4229959"/>
              <a:ext cx="30600" cy="29368"/>
            </a:xfrm>
            <a:custGeom>
              <a:rect b="b" l="l" r="r" t="t"/>
              <a:pathLst>
                <a:path extrusionOk="0" fill="none" h="572" w="596">
                  <a:moveTo>
                    <a:pt x="596" y="572"/>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26"/>
            <p:cNvSpPr/>
            <p:nvPr/>
          </p:nvSpPr>
          <p:spPr>
            <a:xfrm>
              <a:off x="4250759" y="4074081"/>
              <a:ext cx="20794" cy="34297"/>
            </a:xfrm>
            <a:custGeom>
              <a:rect b="b" l="l" r="r" t="t"/>
              <a:pathLst>
                <a:path extrusionOk="0" fill="none" h="668" w="405">
                  <a:moveTo>
                    <a:pt x="405" y="667"/>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26"/>
            <p:cNvSpPr/>
            <p:nvPr/>
          </p:nvSpPr>
          <p:spPr>
            <a:xfrm>
              <a:off x="4199724" y="4036960"/>
              <a:ext cx="58993" cy="47903"/>
            </a:xfrm>
            <a:custGeom>
              <a:rect b="b" l="l" r="r" t="t"/>
              <a:pathLst>
                <a:path extrusionOk="0" h="933" w="1149">
                  <a:moveTo>
                    <a:pt x="242" y="1"/>
                  </a:moveTo>
                  <a:cubicBezTo>
                    <a:pt x="183" y="1"/>
                    <a:pt x="137" y="20"/>
                    <a:pt x="113" y="69"/>
                  </a:cubicBezTo>
                  <a:cubicBezTo>
                    <a:pt x="1" y="304"/>
                    <a:pt x="535" y="933"/>
                    <a:pt x="1026" y="933"/>
                  </a:cubicBezTo>
                  <a:cubicBezTo>
                    <a:pt x="1055" y="933"/>
                    <a:pt x="1084" y="930"/>
                    <a:pt x="1113" y="926"/>
                  </a:cubicBezTo>
                  <a:cubicBezTo>
                    <a:pt x="1149" y="747"/>
                    <a:pt x="1101" y="569"/>
                    <a:pt x="994" y="426"/>
                  </a:cubicBezTo>
                  <a:cubicBezTo>
                    <a:pt x="908" y="312"/>
                    <a:pt x="474" y="1"/>
                    <a:pt x="242"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26"/>
            <p:cNvSpPr/>
            <p:nvPr/>
          </p:nvSpPr>
          <p:spPr>
            <a:xfrm>
              <a:off x="4226884" y="4055136"/>
              <a:ext cx="30035" cy="29368"/>
            </a:xfrm>
            <a:custGeom>
              <a:rect b="b" l="l" r="r" t="t"/>
              <a:pathLst>
                <a:path extrusionOk="0" fill="none" h="572" w="585">
                  <a:moveTo>
                    <a:pt x="584" y="572"/>
                  </a:moveTo>
                  <a:lnTo>
                    <a:pt x="1"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26"/>
            <p:cNvSpPr/>
            <p:nvPr/>
          </p:nvSpPr>
          <p:spPr>
            <a:xfrm>
              <a:off x="4261746" y="3965285"/>
              <a:ext cx="21461" cy="34245"/>
            </a:xfrm>
            <a:custGeom>
              <a:rect b="b" l="l" r="r" t="t"/>
              <a:pathLst>
                <a:path extrusionOk="0" fill="none" h="667" w="418">
                  <a:moveTo>
                    <a:pt x="417" y="667"/>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26"/>
            <p:cNvSpPr/>
            <p:nvPr/>
          </p:nvSpPr>
          <p:spPr>
            <a:xfrm>
              <a:off x="4210865" y="3927753"/>
              <a:ext cx="59455" cy="47903"/>
            </a:xfrm>
            <a:custGeom>
              <a:rect b="b" l="l" r="r" t="t"/>
              <a:pathLst>
                <a:path extrusionOk="0" h="933" w="1158">
                  <a:moveTo>
                    <a:pt x="247" y="1"/>
                  </a:moveTo>
                  <a:cubicBezTo>
                    <a:pt x="190" y="1"/>
                    <a:pt x="146" y="20"/>
                    <a:pt x="122" y="64"/>
                  </a:cubicBezTo>
                  <a:cubicBezTo>
                    <a:pt x="0" y="308"/>
                    <a:pt x="527" y="933"/>
                    <a:pt x="1014" y="933"/>
                  </a:cubicBezTo>
                  <a:cubicBezTo>
                    <a:pt x="1050" y="933"/>
                    <a:pt x="1086" y="929"/>
                    <a:pt x="1122" y="922"/>
                  </a:cubicBezTo>
                  <a:cubicBezTo>
                    <a:pt x="1158" y="755"/>
                    <a:pt x="1110" y="576"/>
                    <a:pt x="1003" y="433"/>
                  </a:cubicBezTo>
                  <a:cubicBezTo>
                    <a:pt x="917" y="309"/>
                    <a:pt x="479" y="1"/>
                    <a:pt x="247"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26"/>
            <p:cNvSpPr/>
            <p:nvPr/>
          </p:nvSpPr>
          <p:spPr>
            <a:xfrm>
              <a:off x="4237872" y="3946288"/>
              <a:ext cx="30651" cy="28803"/>
            </a:xfrm>
            <a:custGeom>
              <a:rect b="b" l="l" r="r" t="t"/>
              <a:pathLst>
                <a:path extrusionOk="0" fill="none" h="561" w="597">
                  <a:moveTo>
                    <a:pt x="596" y="561"/>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26"/>
            <p:cNvSpPr/>
            <p:nvPr/>
          </p:nvSpPr>
          <p:spPr>
            <a:xfrm>
              <a:off x="4247062" y="4310671"/>
              <a:ext cx="28187" cy="29368"/>
            </a:xfrm>
            <a:custGeom>
              <a:rect b="b" l="l" r="r" t="t"/>
              <a:pathLst>
                <a:path extrusionOk="0" fill="none" h="572" w="549">
                  <a:moveTo>
                    <a:pt x="1" y="572"/>
                  </a:moveTo>
                  <a:lnTo>
                    <a:pt x="548"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26"/>
            <p:cNvSpPr/>
            <p:nvPr/>
          </p:nvSpPr>
          <p:spPr>
            <a:xfrm>
              <a:off x="4266624" y="4281816"/>
              <a:ext cx="62484" cy="39636"/>
            </a:xfrm>
            <a:custGeom>
              <a:rect b="b" l="l" r="r" t="t"/>
              <a:pathLst>
                <a:path extrusionOk="0" h="772" w="1217">
                  <a:moveTo>
                    <a:pt x="970" y="1"/>
                  </a:moveTo>
                  <a:cubicBezTo>
                    <a:pt x="724" y="1"/>
                    <a:pt x="318" y="182"/>
                    <a:pt x="215" y="276"/>
                  </a:cubicBezTo>
                  <a:cubicBezTo>
                    <a:pt x="84" y="395"/>
                    <a:pt x="1" y="562"/>
                    <a:pt x="1" y="729"/>
                  </a:cubicBezTo>
                  <a:cubicBezTo>
                    <a:pt x="71" y="759"/>
                    <a:pt x="147" y="772"/>
                    <a:pt x="226" y="772"/>
                  </a:cubicBezTo>
                  <a:cubicBezTo>
                    <a:pt x="681" y="772"/>
                    <a:pt x="1216" y="331"/>
                    <a:pt x="1155" y="98"/>
                  </a:cubicBezTo>
                  <a:cubicBezTo>
                    <a:pt x="1136" y="28"/>
                    <a:pt x="1065" y="1"/>
                    <a:pt x="970"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26"/>
            <p:cNvSpPr/>
            <p:nvPr/>
          </p:nvSpPr>
          <p:spPr>
            <a:xfrm>
              <a:off x="4266624" y="4295987"/>
              <a:ext cx="37942" cy="23258"/>
            </a:xfrm>
            <a:custGeom>
              <a:rect b="b" l="l" r="r" t="t"/>
              <a:pathLst>
                <a:path extrusionOk="0" fill="none" h="453" w="739">
                  <a:moveTo>
                    <a:pt x="1" y="453"/>
                  </a:moveTo>
                  <a:lnTo>
                    <a:pt x="739"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26"/>
            <p:cNvSpPr/>
            <p:nvPr/>
          </p:nvSpPr>
          <p:spPr>
            <a:xfrm>
              <a:off x="4265392" y="4135180"/>
              <a:ext cx="27571" cy="29419"/>
            </a:xfrm>
            <a:custGeom>
              <a:rect b="b" l="l" r="r" t="t"/>
              <a:pathLst>
                <a:path extrusionOk="0" fill="none" h="573" w="537">
                  <a:moveTo>
                    <a:pt x="1" y="572"/>
                  </a:moveTo>
                  <a:lnTo>
                    <a:pt x="537"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26"/>
            <p:cNvSpPr/>
            <p:nvPr/>
          </p:nvSpPr>
          <p:spPr>
            <a:xfrm>
              <a:off x="4284954" y="4106119"/>
              <a:ext cx="62381" cy="39893"/>
            </a:xfrm>
            <a:custGeom>
              <a:rect b="b" l="l" r="r" t="t"/>
              <a:pathLst>
                <a:path extrusionOk="0" h="777" w="1215">
                  <a:moveTo>
                    <a:pt x="961" y="1"/>
                  </a:moveTo>
                  <a:cubicBezTo>
                    <a:pt x="717" y="1"/>
                    <a:pt x="309" y="187"/>
                    <a:pt x="215" y="281"/>
                  </a:cubicBezTo>
                  <a:cubicBezTo>
                    <a:pt x="72" y="388"/>
                    <a:pt x="1" y="555"/>
                    <a:pt x="1" y="734"/>
                  </a:cubicBezTo>
                  <a:cubicBezTo>
                    <a:pt x="71" y="764"/>
                    <a:pt x="148" y="777"/>
                    <a:pt x="226" y="777"/>
                  </a:cubicBezTo>
                  <a:cubicBezTo>
                    <a:pt x="681" y="777"/>
                    <a:pt x="1215" y="336"/>
                    <a:pt x="1144" y="103"/>
                  </a:cubicBezTo>
                  <a:cubicBezTo>
                    <a:pt x="1127" y="29"/>
                    <a:pt x="1057" y="1"/>
                    <a:pt x="961"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26"/>
            <p:cNvSpPr/>
            <p:nvPr/>
          </p:nvSpPr>
          <p:spPr>
            <a:xfrm>
              <a:off x="4284954" y="4120547"/>
              <a:ext cx="37377" cy="23258"/>
            </a:xfrm>
            <a:custGeom>
              <a:rect b="b" l="l" r="r" t="t"/>
              <a:pathLst>
                <a:path extrusionOk="0" fill="none" h="453" w="728">
                  <a:moveTo>
                    <a:pt x="1" y="453"/>
                  </a:moveTo>
                  <a:lnTo>
                    <a:pt x="727"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26"/>
            <p:cNvSpPr/>
            <p:nvPr/>
          </p:nvSpPr>
          <p:spPr>
            <a:xfrm>
              <a:off x="4273350" y="4057549"/>
              <a:ext cx="27571" cy="29419"/>
            </a:xfrm>
            <a:custGeom>
              <a:rect b="b" l="l" r="r" t="t"/>
              <a:pathLst>
                <a:path extrusionOk="0" fill="none" h="573" w="537">
                  <a:moveTo>
                    <a:pt x="1" y="572"/>
                  </a:moveTo>
                  <a:lnTo>
                    <a:pt x="536"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26"/>
            <p:cNvSpPr/>
            <p:nvPr/>
          </p:nvSpPr>
          <p:spPr>
            <a:xfrm>
              <a:off x="4292912" y="4029105"/>
              <a:ext cx="62381" cy="39688"/>
            </a:xfrm>
            <a:custGeom>
              <a:rect b="b" l="l" r="r" t="t"/>
              <a:pathLst>
                <a:path extrusionOk="0" h="773" w="1215">
                  <a:moveTo>
                    <a:pt x="960" y="0"/>
                  </a:moveTo>
                  <a:cubicBezTo>
                    <a:pt x="716" y="0"/>
                    <a:pt x="309" y="184"/>
                    <a:pt x="215" y="269"/>
                  </a:cubicBezTo>
                  <a:cubicBezTo>
                    <a:pt x="72" y="388"/>
                    <a:pt x="1" y="555"/>
                    <a:pt x="1" y="733"/>
                  </a:cubicBezTo>
                  <a:cubicBezTo>
                    <a:pt x="69" y="761"/>
                    <a:pt x="142" y="773"/>
                    <a:pt x="219" y="773"/>
                  </a:cubicBezTo>
                  <a:cubicBezTo>
                    <a:pt x="674" y="773"/>
                    <a:pt x="1215" y="337"/>
                    <a:pt x="1144" y="102"/>
                  </a:cubicBezTo>
                  <a:cubicBezTo>
                    <a:pt x="1127" y="29"/>
                    <a:pt x="1056" y="0"/>
                    <a:pt x="960"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26"/>
            <p:cNvSpPr/>
            <p:nvPr/>
          </p:nvSpPr>
          <p:spPr>
            <a:xfrm>
              <a:off x="4292912" y="4042916"/>
              <a:ext cx="37942" cy="23874"/>
            </a:xfrm>
            <a:custGeom>
              <a:rect b="b" l="l" r="r" t="t"/>
              <a:pathLst>
                <a:path extrusionOk="0" fill="none" h="465" w="739">
                  <a:moveTo>
                    <a:pt x="1" y="464"/>
                  </a:moveTo>
                  <a:lnTo>
                    <a:pt x="739"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26"/>
            <p:cNvSpPr/>
            <p:nvPr/>
          </p:nvSpPr>
          <p:spPr>
            <a:xfrm>
              <a:off x="4284954" y="3944491"/>
              <a:ext cx="28187" cy="29368"/>
            </a:xfrm>
            <a:custGeom>
              <a:rect b="b" l="l" r="r" t="t"/>
              <a:pathLst>
                <a:path extrusionOk="0" fill="none" h="572" w="549">
                  <a:moveTo>
                    <a:pt x="1" y="572"/>
                  </a:moveTo>
                  <a:lnTo>
                    <a:pt x="548"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26"/>
            <p:cNvSpPr/>
            <p:nvPr/>
          </p:nvSpPr>
          <p:spPr>
            <a:xfrm>
              <a:off x="4304515" y="3915996"/>
              <a:ext cx="62484" cy="39739"/>
            </a:xfrm>
            <a:custGeom>
              <a:rect b="b" l="l" r="r" t="t"/>
              <a:pathLst>
                <a:path extrusionOk="0" h="774" w="1217">
                  <a:moveTo>
                    <a:pt x="968" y="1"/>
                  </a:moveTo>
                  <a:cubicBezTo>
                    <a:pt x="722" y="1"/>
                    <a:pt x="318" y="187"/>
                    <a:pt x="215" y="281"/>
                  </a:cubicBezTo>
                  <a:cubicBezTo>
                    <a:pt x="84" y="389"/>
                    <a:pt x="1" y="555"/>
                    <a:pt x="1" y="734"/>
                  </a:cubicBezTo>
                  <a:cubicBezTo>
                    <a:pt x="69" y="761"/>
                    <a:pt x="143" y="773"/>
                    <a:pt x="219" y="773"/>
                  </a:cubicBezTo>
                  <a:cubicBezTo>
                    <a:pt x="675" y="773"/>
                    <a:pt x="1217" y="337"/>
                    <a:pt x="1156" y="103"/>
                  </a:cubicBezTo>
                  <a:cubicBezTo>
                    <a:pt x="1136" y="29"/>
                    <a:pt x="1064" y="1"/>
                    <a:pt x="968"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26"/>
            <p:cNvSpPr/>
            <p:nvPr/>
          </p:nvSpPr>
          <p:spPr>
            <a:xfrm>
              <a:off x="4304515" y="3929807"/>
              <a:ext cx="37942" cy="23874"/>
            </a:xfrm>
            <a:custGeom>
              <a:rect b="b" l="l" r="r" t="t"/>
              <a:pathLst>
                <a:path extrusionOk="0" fill="none" h="465" w="739">
                  <a:moveTo>
                    <a:pt x="1" y="465"/>
                  </a:moveTo>
                  <a:lnTo>
                    <a:pt x="739"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26"/>
            <p:cNvSpPr/>
            <p:nvPr/>
          </p:nvSpPr>
          <p:spPr>
            <a:xfrm>
              <a:off x="4291063" y="3863677"/>
              <a:ext cx="62484" cy="39688"/>
            </a:xfrm>
            <a:custGeom>
              <a:rect b="b" l="l" r="r" t="t"/>
              <a:pathLst>
                <a:path extrusionOk="0" h="773" w="1217">
                  <a:moveTo>
                    <a:pt x="970" y="1"/>
                  </a:moveTo>
                  <a:cubicBezTo>
                    <a:pt x="724" y="1"/>
                    <a:pt x="318" y="182"/>
                    <a:pt x="215" y="276"/>
                  </a:cubicBezTo>
                  <a:cubicBezTo>
                    <a:pt x="84" y="396"/>
                    <a:pt x="1" y="550"/>
                    <a:pt x="1" y="729"/>
                  </a:cubicBezTo>
                  <a:cubicBezTo>
                    <a:pt x="74" y="759"/>
                    <a:pt x="153" y="773"/>
                    <a:pt x="234" y="773"/>
                  </a:cubicBezTo>
                  <a:cubicBezTo>
                    <a:pt x="692" y="773"/>
                    <a:pt x="1216" y="341"/>
                    <a:pt x="1156" y="98"/>
                  </a:cubicBezTo>
                  <a:cubicBezTo>
                    <a:pt x="1136" y="28"/>
                    <a:pt x="1065" y="1"/>
                    <a:pt x="970"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26"/>
            <p:cNvSpPr/>
            <p:nvPr/>
          </p:nvSpPr>
          <p:spPr>
            <a:xfrm>
              <a:off x="4291063" y="3877848"/>
              <a:ext cx="37942" cy="23258"/>
            </a:xfrm>
            <a:custGeom>
              <a:rect b="b" l="l" r="r" t="t"/>
              <a:pathLst>
                <a:path extrusionOk="0" fill="none" h="453" w="739">
                  <a:moveTo>
                    <a:pt x="1" y="453"/>
                  </a:moveTo>
                  <a:lnTo>
                    <a:pt x="739"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26"/>
            <p:cNvSpPr/>
            <p:nvPr/>
          </p:nvSpPr>
          <p:spPr>
            <a:xfrm>
              <a:off x="4253172" y="3840470"/>
              <a:ext cx="51651" cy="62484"/>
            </a:xfrm>
            <a:custGeom>
              <a:rect b="b" l="l" r="r" t="t"/>
              <a:pathLst>
                <a:path extrusionOk="0" h="1217" w="1006">
                  <a:moveTo>
                    <a:pt x="287" y="0"/>
                  </a:moveTo>
                  <a:cubicBezTo>
                    <a:pt x="279" y="0"/>
                    <a:pt x="271" y="1"/>
                    <a:pt x="263" y="2"/>
                  </a:cubicBezTo>
                  <a:cubicBezTo>
                    <a:pt x="1" y="50"/>
                    <a:pt x="227" y="812"/>
                    <a:pt x="334" y="955"/>
                  </a:cubicBezTo>
                  <a:cubicBezTo>
                    <a:pt x="441" y="1098"/>
                    <a:pt x="596" y="1193"/>
                    <a:pt x="775" y="1217"/>
                  </a:cubicBezTo>
                  <a:cubicBezTo>
                    <a:pt x="1006" y="777"/>
                    <a:pt x="574" y="0"/>
                    <a:pt x="287"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26"/>
            <p:cNvSpPr/>
            <p:nvPr/>
          </p:nvSpPr>
          <p:spPr>
            <a:xfrm>
              <a:off x="4273350" y="3863163"/>
              <a:ext cx="19613" cy="39790"/>
            </a:xfrm>
            <a:custGeom>
              <a:rect b="b" l="l" r="r" t="t"/>
              <a:pathLst>
                <a:path extrusionOk="0" fill="none" h="775" w="382">
                  <a:moveTo>
                    <a:pt x="382" y="775"/>
                  </a:moveTo>
                  <a:lnTo>
                    <a:pt x="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26"/>
            <p:cNvSpPr/>
            <p:nvPr/>
          </p:nvSpPr>
          <p:spPr>
            <a:xfrm>
              <a:off x="4221391" y="3665749"/>
              <a:ext cx="51" cy="742156"/>
            </a:xfrm>
            <a:custGeom>
              <a:rect b="b" l="l" r="r" t="t"/>
              <a:pathLst>
                <a:path extrusionOk="0" fill="none" h="14455" w="1">
                  <a:moveTo>
                    <a:pt x="1" y="0"/>
                  </a:moveTo>
                  <a:lnTo>
                    <a:pt x="1" y="14454"/>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26"/>
            <p:cNvSpPr/>
            <p:nvPr/>
          </p:nvSpPr>
          <p:spPr>
            <a:xfrm>
              <a:off x="4196951" y="4264205"/>
              <a:ext cx="25106" cy="31832"/>
            </a:xfrm>
            <a:custGeom>
              <a:rect b="b" l="l" r="r" t="t"/>
              <a:pathLst>
                <a:path extrusionOk="0" fill="none" h="620" w="489">
                  <a:moveTo>
                    <a:pt x="488" y="619"/>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26"/>
            <p:cNvSpPr/>
            <p:nvPr/>
          </p:nvSpPr>
          <p:spPr>
            <a:xfrm>
              <a:off x="4144325" y="4231191"/>
              <a:ext cx="61200" cy="43898"/>
            </a:xfrm>
            <a:custGeom>
              <a:rect b="b" l="l" r="r" t="t"/>
              <a:pathLst>
                <a:path extrusionOk="0" h="855" w="1192">
                  <a:moveTo>
                    <a:pt x="250" y="0"/>
                  </a:moveTo>
                  <a:cubicBezTo>
                    <a:pt x="175" y="0"/>
                    <a:pt x="119" y="24"/>
                    <a:pt x="97" y="84"/>
                  </a:cubicBezTo>
                  <a:cubicBezTo>
                    <a:pt x="0" y="319"/>
                    <a:pt x="550" y="854"/>
                    <a:pt x="1026" y="854"/>
                  </a:cubicBezTo>
                  <a:cubicBezTo>
                    <a:pt x="1078" y="854"/>
                    <a:pt x="1130" y="848"/>
                    <a:pt x="1180" y="834"/>
                  </a:cubicBezTo>
                  <a:cubicBezTo>
                    <a:pt x="1192" y="655"/>
                    <a:pt x="1132" y="477"/>
                    <a:pt x="1013" y="346"/>
                  </a:cubicBezTo>
                  <a:cubicBezTo>
                    <a:pt x="913" y="246"/>
                    <a:pt x="488" y="0"/>
                    <a:pt x="250"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26"/>
            <p:cNvSpPr/>
            <p:nvPr/>
          </p:nvSpPr>
          <p:spPr>
            <a:xfrm>
              <a:off x="4171280" y="4248289"/>
              <a:ext cx="33681" cy="25723"/>
            </a:xfrm>
            <a:custGeom>
              <a:rect b="b" l="l" r="r" t="t"/>
              <a:pathLst>
                <a:path extrusionOk="0" fill="none" h="501" w="656">
                  <a:moveTo>
                    <a:pt x="655" y="501"/>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26"/>
            <p:cNvSpPr/>
            <p:nvPr/>
          </p:nvSpPr>
          <p:spPr>
            <a:xfrm>
              <a:off x="4196951" y="4124808"/>
              <a:ext cx="25106" cy="31832"/>
            </a:xfrm>
            <a:custGeom>
              <a:rect b="b" l="l" r="r" t="t"/>
              <a:pathLst>
                <a:path extrusionOk="0" fill="none" h="620" w="489">
                  <a:moveTo>
                    <a:pt x="488" y="620"/>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26"/>
            <p:cNvSpPr/>
            <p:nvPr/>
          </p:nvSpPr>
          <p:spPr>
            <a:xfrm>
              <a:off x="4144325" y="4091538"/>
              <a:ext cx="61200" cy="44155"/>
            </a:xfrm>
            <a:custGeom>
              <a:rect b="b" l="l" r="r" t="t"/>
              <a:pathLst>
                <a:path extrusionOk="0" h="860" w="1192">
                  <a:moveTo>
                    <a:pt x="242" y="0"/>
                  </a:moveTo>
                  <a:cubicBezTo>
                    <a:pt x="171" y="0"/>
                    <a:pt x="118" y="23"/>
                    <a:pt x="97" y="77"/>
                  </a:cubicBezTo>
                  <a:cubicBezTo>
                    <a:pt x="0" y="324"/>
                    <a:pt x="550" y="860"/>
                    <a:pt x="1026" y="860"/>
                  </a:cubicBezTo>
                  <a:cubicBezTo>
                    <a:pt x="1079" y="860"/>
                    <a:pt x="1130" y="853"/>
                    <a:pt x="1180" y="839"/>
                  </a:cubicBezTo>
                  <a:cubicBezTo>
                    <a:pt x="1192" y="660"/>
                    <a:pt x="1132" y="482"/>
                    <a:pt x="1013" y="351"/>
                  </a:cubicBezTo>
                  <a:cubicBezTo>
                    <a:pt x="912" y="250"/>
                    <a:pt x="479" y="0"/>
                    <a:pt x="242"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26"/>
            <p:cNvSpPr/>
            <p:nvPr/>
          </p:nvSpPr>
          <p:spPr>
            <a:xfrm>
              <a:off x="4171280" y="4108327"/>
              <a:ext cx="33681" cy="25723"/>
            </a:xfrm>
            <a:custGeom>
              <a:rect b="b" l="l" r="r" t="t"/>
              <a:pathLst>
                <a:path extrusionOk="0" fill="none" h="501" w="656">
                  <a:moveTo>
                    <a:pt x="655" y="500"/>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26"/>
            <p:cNvSpPr/>
            <p:nvPr/>
          </p:nvSpPr>
          <p:spPr>
            <a:xfrm>
              <a:off x="4196951" y="3960972"/>
              <a:ext cx="25106" cy="31832"/>
            </a:xfrm>
            <a:custGeom>
              <a:rect b="b" l="l" r="r" t="t"/>
              <a:pathLst>
                <a:path extrusionOk="0" fill="none" h="620" w="489">
                  <a:moveTo>
                    <a:pt x="488" y="620"/>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26"/>
            <p:cNvSpPr/>
            <p:nvPr/>
          </p:nvSpPr>
          <p:spPr>
            <a:xfrm>
              <a:off x="4144325" y="3928010"/>
              <a:ext cx="61200" cy="43898"/>
            </a:xfrm>
            <a:custGeom>
              <a:rect b="b" l="l" r="r" t="t"/>
              <a:pathLst>
                <a:path extrusionOk="0" h="855" w="1192">
                  <a:moveTo>
                    <a:pt x="249" y="0"/>
                  </a:moveTo>
                  <a:cubicBezTo>
                    <a:pt x="175" y="0"/>
                    <a:pt x="119" y="24"/>
                    <a:pt x="97" y="83"/>
                  </a:cubicBezTo>
                  <a:cubicBezTo>
                    <a:pt x="0" y="329"/>
                    <a:pt x="548" y="854"/>
                    <a:pt x="1023" y="854"/>
                  </a:cubicBezTo>
                  <a:cubicBezTo>
                    <a:pt x="1077" y="854"/>
                    <a:pt x="1129" y="848"/>
                    <a:pt x="1180" y="833"/>
                  </a:cubicBezTo>
                  <a:cubicBezTo>
                    <a:pt x="1192" y="655"/>
                    <a:pt x="1132" y="476"/>
                    <a:pt x="1013" y="357"/>
                  </a:cubicBezTo>
                  <a:cubicBezTo>
                    <a:pt x="913" y="248"/>
                    <a:pt x="487" y="0"/>
                    <a:pt x="249"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26"/>
            <p:cNvSpPr/>
            <p:nvPr/>
          </p:nvSpPr>
          <p:spPr>
            <a:xfrm>
              <a:off x="4171280" y="3944491"/>
              <a:ext cx="33681" cy="26339"/>
            </a:xfrm>
            <a:custGeom>
              <a:rect b="b" l="l" r="r" t="t"/>
              <a:pathLst>
                <a:path extrusionOk="0" fill="none" h="513" w="656">
                  <a:moveTo>
                    <a:pt x="655" y="512"/>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26"/>
            <p:cNvSpPr/>
            <p:nvPr/>
          </p:nvSpPr>
          <p:spPr>
            <a:xfrm>
              <a:off x="4196951" y="3852176"/>
              <a:ext cx="25106" cy="31832"/>
            </a:xfrm>
            <a:custGeom>
              <a:rect b="b" l="l" r="r" t="t"/>
              <a:pathLst>
                <a:path extrusionOk="0" fill="none" h="620" w="489">
                  <a:moveTo>
                    <a:pt x="488" y="620"/>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26"/>
            <p:cNvSpPr/>
            <p:nvPr/>
          </p:nvSpPr>
          <p:spPr>
            <a:xfrm>
              <a:off x="4144325" y="3818649"/>
              <a:ext cx="61200" cy="44001"/>
            </a:xfrm>
            <a:custGeom>
              <a:rect b="b" l="l" r="r" t="t"/>
              <a:pathLst>
                <a:path extrusionOk="0" h="857" w="1192">
                  <a:moveTo>
                    <a:pt x="245" y="0"/>
                  </a:moveTo>
                  <a:cubicBezTo>
                    <a:pt x="173" y="0"/>
                    <a:pt x="119" y="24"/>
                    <a:pt x="97" y="82"/>
                  </a:cubicBezTo>
                  <a:cubicBezTo>
                    <a:pt x="1" y="327"/>
                    <a:pt x="542" y="856"/>
                    <a:pt x="1015" y="856"/>
                  </a:cubicBezTo>
                  <a:cubicBezTo>
                    <a:pt x="1071" y="856"/>
                    <a:pt x="1127" y="849"/>
                    <a:pt x="1180" y="832"/>
                  </a:cubicBezTo>
                  <a:cubicBezTo>
                    <a:pt x="1192" y="665"/>
                    <a:pt x="1132" y="487"/>
                    <a:pt x="1013" y="356"/>
                  </a:cubicBezTo>
                  <a:cubicBezTo>
                    <a:pt x="913" y="255"/>
                    <a:pt x="483" y="0"/>
                    <a:pt x="245"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26"/>
            <p:cNvSpPr/>
            <p:nvPr/>
          </p:nvSpPr>
          <p:spPr>
            <a:xfrm>
              <a:off x="4171280" y="3835644"/>
              <a:ext cx="33681" cy="25723"/>
            </a:xfrm>
            <a:custGeom>
              <a:rect b="b" l="l" r="r" t="t"/>
              <a:pathLst>
                <a:path extrusionOk="0" fill="none" h="501" w="656">
                  <a:moveTo>
                    <a:pt x="655" y="501"/>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26"/>
            <p:cNvSpPr/>
            <p:nvPr/>
          </p:nvSpPr>
          <p:spPr>
            <a:xfrm>
              <a:off x="4196951" y="3742764"/>
              <a:ext cx="25106" cy="31832"/>
            </a:xfrm>
            <a:custGeom>
              <a:rect b="b" l="l" r="r" t="t"/>
              <a:pathLst>
                <a:path extrusionOk="0" fill="none" h="620" w="489">
                  <a:moveTo>
                    <a:pt x="488" y="619"/>
                  </a:moveTo>
                  <a:lnTo>
                    <a:pt x="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26"/>
            <p:cNvSpPr/>
            <p:nvPr/>
          </p:nvSpPr>
          <p:spPr>
            <a:xfrm>
              <a:off x="4144325" y="3709237"/>
              <a:ext cx="61200" cy="43949"/>
            </a:xfrm>
            <a:custGeom>
              <a:rect b="b" l="l" r="r" t="t"/>
              <a:pathLst>
                <a:path extrusionOk="0" h="856" w="1192">
                  <a:moveTo>
                    <a:pt x="245" y="0"/>
                  </a:moveTo>
                  <a:cubicBezTo>
                    <a:pt x="173" y="0"/>
                    <a:pt x="119" y="24"/>
                    <a:pt x="97" y="82"/>
                  </a:cubicBezTo>
                  <a:cubicBezTo>
                    <a:pt x="1" y="326"/>
                    <a:pt x="542" y="856"/>
                    <a:pt x="1015" y="856"/>
                  </a:cubicBezTo>
                  <a:cubicBezTo>
                    <a:pt x="1071" y="856"/>
                    <a:pt x="1127" y="848"/>
                    <a:pt x="1180" y="832"/>
                  </a:cubicBezTo>
                  <a:cubicBezTo>
                    <a:pt x="1192" y="665"/>
                    <a:pt x="1132" y="487"/>
                    <a:pt x="1013" y="356"/>
                  </a:cubicBezTo>
                  <a:cubicBezTo>
                    <a:pt x="913" y="255"/>
                    <a:pt x="483" y="0"/>
                    <a:pt x="245"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26"/>
            <p:cNvSpPr/>
            <p:nvPr/>
          </p:nvSpPr>
          <p:spPr>
            <a:xfrm>
              <a:off x="4171280" y="3726231"/>
              <a:ext cx="33681" cy="25723"/>
            </a:xfrm>
            <a:custGeom>
              <a:rect b="b" l="l" r="r" t="t"/>
              <a:pathLst>
                <a:path extrusionOk="0" fill="none" h="501" w="656">
                  <a:moveTo>
                    <a:pt x="655" y="501"/>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26"/>
            <p:cNvSpPr/>
            <p:nvPr/>
          </p:nvSpPr>
          <p:spPr>
            <a:xfrm>
              <a:off x="4221391" y="4306974"/>
              <a:ext cx="24490" cy="31832"/>
            </a:xfrm>
            <a:custGeom>
              <a:rect b="b" l="l" r="r" t="t"/>
              <a:pathLst>
                <a:path extrusionOk="0" fill="none" h="620" w="477">
                  <a:moveTo>
                    <a:pt x="1" y="620"/>
                  </a:moveTo>
                  <a:lnTo>
                    <a:pt x="477"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26"/>
            <p:cNvSpPr/>
            <p:nvPr/>
          </p:nvSpPr>
          <p:spPr>
            <a:xfrm>
              <a:off x="4237307" y="4273447"/>
              <a:ext cx="61816" cy="44001"/>
            </a:xfrm>
            <a:custGeom>
              <a:rect b="b" l="l" r="r" t="t"/>
              <a:pathLst>
                <a:path extrusionOk="0" h="857" w="1204">
                  <a:moveTo>
                    <a:pt x="957" y="1"/>
                  </a:moveTo>
                  <a:cubicBezTo>
                    <a:pt x="717" y="1"/>
                    <a:pt x="282" y="255"/>
                    <a:pt x="191" y="356"/>
                  </a:cubicBezTo>
                  <a:cubicBezTo>
                    <a:pt x="72" y="487"/>
                    <a:pt x="0" y="666"/>
                    <a:pt x="24" y="832"/>
                  </a:cubicBezTo>
                  <a:cubicBezTo>
                    <a:pt x="77" y="849"/>
                    <a:pt x="133" y="856"/>
                    <a:pt x="189" y="856"/>
                  </a:cubicBezTo>
                  <a:cubicBezTo>
                    <a:pt x="662" y="856"/>
                    <a:pt x="1203" y="327"/>
                    <a:pt x="1107" y="82"/>
                  </a:cubicBezTo>
                  <a:cubicBezTo>
                    <a:pt x="1085" y="24"/>
                    <a:pt x="1030" y="1"/>
                    <a:pt x="957"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26"/>
            <p:cNvSpPr/>
            <p:nvPr/>
          </p:nvSpPr>
          <p:spPr>
            <a:xfrm>
              <a:off x="4238488" y="4289261"/>
              <a:ext cx="34913" cy="26955"/>
            </a:xfrm>
            <a:custGeom>
              <a:rect b="b" l="l" r="r" t="t"/>
              <a:pathLst>
                <a:path extrusionOk="0" fill="none" h="525" w="680">
                  <a:moveTo>
                    <a:pt x="1" y="524"/>
                  </a:moveTo>
                  <a:lnTo>
                    <a:pt x="68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26"/>
            <p:cNvSpPr/>
            <p:nvPr/>
          </p:nvSpPr>
          <p:spPr>
            <a:xfrm>
              <a:off x="4221391" y="4085069"/>
              <a:ext cx="24490" cy="31832"/>
            </a:xfrm>
            <a:custGeom>
              <a:rect b="b" l="l" r="r" t="t"/>
              <a:pathLst>
                <a:path extrusionOk="0" fill="none" h="620" w="477">
                  <a:moveTo>
                    <a:pt x="1" y="620"/>
                  </a:moveTo>
                  <a:lnTo>
                    <a:pt x="477"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26"/>
            <p:cNvSpPr/>
            <p:nvPr/>
          </p:nvSpPr>
          <p:spPr>
            <a:xfrm>
              <a:off x="4237307" y="4051798"/>
              <a:ext cx="61816" cy="43744"/>
            </a:xfrm>
            <a:custGeom>
              <a:rect b="b" l="l" r="r" t="t"/>
              <a:pathLst>
                <a:path extrusionOk="0" h="852" w="1204">
                  <a:moveTo>
                    <a:pt x="950" y="1"/>
                  </a:moveTo>
                  <a:cubicBezTo>
                    <a:pt x="708" y="1"/>
                    <a:pt x="281" y="252"/>
                    <a:pt x="191" y="351"/>
                  </a:cubicBezTo>
                  <a:cubicBezTo>
                    <a:pt x="72" y="482"/>
                    <a:pt x="0" y="661"/>
                    <a:pt x="24" y="827"/>
                  </a:cubicBezTo>
                  <a:cubicBezTo>
                    <a:pt x="77" y="844"/>
                    <a:pt x="133" y="851"/>
                    <a:pt x="190" y="851"/>
                  </a:cubicBezTo>
                  <a:cubicBezTo>
                    <a:pt x="662" y="851"/>
                    <a:pt x="1203" y="323"/>
                    <a:pt x="1107" y="89"/>
                  </a:cubicBezTo>
                  <a:cubicBezTo>
                    <a:pt x="1084" y="26"/>
                    <a:pt x="1026" y="1"/>
                    <a:pt x="950"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26"/>
            <p:cNvSpPr/>
            <p:nvPr/>
          </p:nvSpPr>
          <p:spPr>
            <a:xfrm>
              <a:off x="4238488" y="4067355"/>
              <a:ext cx="34913" cy="26955"/>
            </a:xfrm>
            <a:custGeom>
              <a:rect b="b" l="l" r="r" t="t"/>
              <a:pathLst>
                <a:path extrusionOk="0" fill="none" h="525" w="680">
                  <a:moveTo>
                    <a:pt x="1" y="524"/>
                  </a:moveTo>
                  <a:lnTo>
                    <a:pt x="68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26"/>
            <p:cNvSpPr/>
            <p:nvPr/>
          </p:nvSpPr>
          <p:spPr>
            <a:xfrm>
              <a:off x="4221391" y="3975656"/>
              <a:ext cx="24490" cy="31832"/>
            </a:xfrm>
            <a:custGeom>
              <a:rect b="b" l="l" r="r" t="t"/>
              <a:pathLst>
                <a:path extrusionOk="0" fill="none" h="620" w="477">
                  <a:moveTo>
                    <a:pt x="1" y="620"/>
                  </a:moveTo>
                  <a:lnTo>
                    <a:pt x="477"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26"/>
            <p:cNvSpPr/>
            <p:nvPr/>
          </p:nvSpPr>
          <p:spPr>
            <a:xfrm>
              <a:off x="4237307" y="3942129"/>
              <a:ext cx="61816" cy="44001"/>
            </a:xfrm>
            <a:custGeom>
              <a:rect b="b" l="l" r="r" t="t"/>
              <a:pathLst>
                <a:path extrusionOk="0" h="857" w="1204">
                  <a:moveTo>
                    <a:pt x="957" y="0"/>
                  </a:moveTo>
                  <a:cubicBezTo>
                    <a:pt x="717" y="0"/>
                    <a:pt x="282" y="255"/>
                    <a:pt x="191" y="356"/>
                  </a:cubicBezTo>
                  <a:cubicBezTo>
                    <a:pt x="72" y="487"/>
                    <a:pt x="0" y="665"/>
                    <a:pt x="24" y="832"/>
                  </a:cubicBezTo>
                  <a:cubicBezTo>
                    <a:pt x="77" y="849"/>
                    <a:pt x="133" y="856"/>
                    <a:pt x="189" y="856"/>
                  </a:cubicBezTo>
                  <a:cubicBezTo>
                    <a:pt x="662" y="856"/>
                    <a:pt x="1203" y="327"/>
                    <a:pt x="1107" y="82"/>
                  </a:cubicBezTo>
                  <a:cubicBezTo>
                    <a:pt x="1085" y="24"/>
                    <a:pt x="1030" y="0"/>
                    <a:pt x="957"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26"/>
            <p:cNvSpPr/>
            <p:nvPr/>
          </p:nvSpPr>
          <p:spPr>
            <a:xfrm>
              <a:off x="4238488" y="3957943"/>
              <a:ext cx="34913" cy="26955"/>
            </a:xfrm>
            <a:custGeom>
              <a:rect b="b" l="l" r="r" t="t"/>
              <a:pathLst>
                <a:path extrusionOk="0" fill="none" h="525" w="680">
                  <a:moveTo>
                    <a:pt x="1" y="524"/>
                  </a:moveTo>
                  <a:lnTo>
                    <a:pt x="68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26"/>
            <p:cNvSpPr/>
            <p:nvPr/>
          </p:nvSpPr>
          <p:spPr>
            <a:xfrm>
              <a:off x="4221391" y="3830766"/>
              <a:ext cx="24490" cy="31832"/>
            </a:xfrm>
            <a:custGeom>
              <a:rect b="b" l="l" r="r" t="t"/>
              <a:pathLst>
                <a:path extrusionOk="0" fill="none" h="620" w="477">
                  <a:moveTo>
                    <a:pt x="1" y="620"/>
                  </a:moveTo>
                  <a:lnTo>
                    <a:pt x="477"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26"/>
            <p:cNvSpPr/>
            <p:nvPr/>
          </p:nvSpPr>
          <p:spPr>
            <a:xfrm>
              <a:off x="4237307" y="3797752"/>
              <a:ext cx="61816" cy="43898"/>
            </a:xfrm>
            <a:custGeom>
              <a:rect b="b" l="l" r="r" t="t"/>
              <a:pathLst>
                <a:path extrusionOk="0" h="855" w="1204">
                  <a:moveTo>
                    <a:pt x="953" y="1"/>
                  </a:moveTo>
                  <a:cubicBezTo>
                    <a:pt x="711" y="1"/>
                    <a:pt x="281" y="246"/>
                    <a:pt x="191" y="346"/>
                  </a:cubicBezTo>
                  <a:cubicBezTo>
                    <a:pt x="72" y="477"/>
                    <a:pt x="0" y="656"/>
                    <a:pt x="24" y="834"/>
                  </a:cubicBezTo>
                  <a:cubicBezTo>
                    <a:pt x="74" y="848"/>
                    <a:pt x="125" y="855"/>
                    <a:pt x="178" y="855"/>
                  </a:cubicBezTo>
                  <a:cubicBezTo>
                    <a:pt x="654" y="855"/>
                    <a:pt x="1204" y="320"/>
                    <a:pt x="1107" y="84"/>
                  </a:cubicBezTo>
                  <a:cubicBezTo>
                    <a:pt x="1085" y="25"/>
                    <a:pt x="1028" y="1"/>
                    <a:pt x="953"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26"/>
            <p:cNvSpPr/>
            <p:nvPr/>
          </p:nvSpPr>
          <p:spPr>
            <a:xfrm>
              <a:off x="4238488" y="3813053"/>
              <a:ext cx="34913" cy="27571"/>
            </a:xfrm>
            <a:custGeom>
              <a:rect b="b" l="l" r="r" t="t"/>
              <a:pathLst>
                <a:path extrusionOk="0" fill="none" h="537" w="680">
                  <a:moveTo>
                    <a:pt x="1" y="536"/>
                  </a:moveTo>
                  <a:lnTo>
                    <a:pt x="680"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26"/>
            <p:cNvSpPr/>
            <p:nvPr/>
          </p:nvSpPr>
          <p:spPr>
            <a:xfrm>
              <a:off x="4221391" y="3717092"/>
              <a:ext cx="24490" cy="31832"/>
            </a:xfrm>
            <a:custGeom>
              <a:rect b="b" l="l" r="r" t="t"/>
              <a:pathLst>
                <a:path extrusionOk="0" fill="none" h="620" w="477">
                  <a:moveTo>
                    <a:pt x="1" y="619"/>
                  </a:moveTo>
                  <a:lnTo>
                    <a:pt x="477" y="0"/>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26"/>
            <p:cNvSpPr/>
            <p:nvPr/>
          </p:nvSpPr>
          <p:spPr>
            <a:xfrm>
              <a:off x="4237307" y="3684078"/>
              <a:ext cx="61816" cy="43898"/>
            </a:xfrm>
            <a:custGeom>
              <a:rect b="b" l="l" r="r" t="t"/>
              <a:pathLst>
                <a:path extrusionOk="0" h="855" w="1204">
                  <a:moveTo>
                    <a:pt x="953" y="0"/>
                  </a:moveTo>
                  <a:cubicBezTo>
                    <a:pt x="711" y="0"/>
                    <a:pt x="281" y="246"/>
                    <a:pt x="191" y="345"/>
                  </a:cubicBezTo>
                  <a:cubicBezTo>
                    <a:pt x="72" y="476"/>
                    <a:pt x="0" y="655"/>
                    <a:pt x="24" y="834"/>
                  </a:cubicBezTo>
                  <a:cubicBezTo>
                    <a:pt x="74" y="848"/>
                    <a:pt x="125" y="854"/>
                    <a:pt x="178" y="854"/>
                  </a:cubicBezTo>
                  <a:cubicBezTo>
                    <a:pt x="654" y="854"/>
                    <a:pt x="1204" y="319"/>
                    <a:pt x="1107" y="84"/>
                  </a:cubicBezTo>
                  <a:cubicBezTo>
                    <a:pt x="1085" y="24"/>
                    <a:pt x="1028" y="0"/>
                    <a:pt x="953"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26"/>
            <p:cNvSpPr/>
            <p:nvPr/>
          </p:nvSpPr>
          <p:spPr>
            <a:xfrm>
              <a:off x="4238488" y="3699327"/>
              <a:ext cx="34913" cy="27571"/>
            </a:xfrm>
            <a:custGeom>
              <a:rect b="b" l="l" r="r" t="t"/>
              <a:pathLst>
                <a:path extrusionOk="0" fill="none" h="537" w="680">
                  <a:moveTo>
                    <a:pt x="1" y="537"/>
                  </a:moveTo>
                  <a:lnTo>
                    <a:pt x="68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26"/>
            <p:cNvSpPr/>
            <p:nvPr/>
          </p:nvSpPr>
          <p:spPr>
            <a:xfrm>
              <a:off x="4218926" y="3633351"/>
              <a:ext cx="61252" cy="43898"/>
            </a:xfrm>
            <a:custGeom>
              <a:rect b="b" l="l" r="r" t="t"/>
              <a:pathLst>
                <a:path extrusionOk="0" h="855" w="1193">
                  <a:moveTo>
                    <a:pt x="944" y="0"/>
                  </a:moveTo>
                  <a:cubicBezTo>
                    <a:pt x="705" y="0"/>
                    <a:pt x="279" y="248"/>
                    <a:pt x="179" y="357"/>
                  </a:cubicBezTo>
                  <a:cubicBezTo>
                    <a:pt x="60" y="488"/>
                    <a:pt x="1" y="655"/>
                    <a:pt x="13" y="833"/>
                  </a:cubicBezTo>
                  <a:cubicBezTo>
                    <a:pt x="63" y="848"/>
                    <a:pt x="116" y="855"/>
                    <a:pt x="169" y="855"/>
                  </a:cubicBezTo>
                  <a:cubicBezTo>
                    <a:pt x="644" y="855"/>
                    <a:pt x="1193" y="329"/>
                    <a:pt x="1096" y="83"/>
                  </a:cubicBezTo>
                  <a:cubicBezTo>
                    <a:pt x="1074" y="24"/>
                    <a:pt x="1018" y="0"/>
                    <a:pt x="944" y="0"/>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26"/>
            <p:cNvSpPr/>
            <p:nvPr/>
          </p:nvSpPr>
          <p:spPr>
            <a:xfrm>
              <a:off x="4219542" y="3648600"/>
              <a:ext cx="35529" cy="27571"/>
            </a:xfrm>
            <a:custGeom>
              <a:rect b="b" l="l" r="r" t="t"/>
              <a:pathLst>
                <a:path extrusionOk="0" fill="none" h="537" w="692">
                  <a:moveTo>
                    <a:pt x="1" y="536"/>
                  </a:moveTo>
                  <a:lnTo>
                    <a:pt x="691"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26"/>
            <p:cNvSpPr/>
            <p:nvPr/>
          </p:nvSpPr>
          <p:spPr>
            <a:xfrm>
              <a:off x="4176157" y="3618308"/>
              <a:ext cx="55142" cy="59711"/>
            </a:xfrm>
            <a:custGeom>
              <a:rect b="b" l="l" r="r" t="t"/>
              <a:pathLst>
                <a:path extrusionOk="0" h="1163" w="1074">
                  <a:moveTo>
                    <a:pt x="297" y="1"/>
                  </a:moveTo>
                  <a:cubicBezTo>
                    <a:pt x="281" y="1"/>
                    <a:pt x="265" y="3"/>
                    <a:pt x="250" y="7"/>
                  </a:cubicBezTo>
                  <a:cubicBezTo>
                    <a:pt x="0" y="67"/>
                    <a:pt x="298" y="805"/>
                    <a:pt x="429" y="936"/>
                  </a:cubicBezTo>
                  <a:cubicBezTo>
                    <a:pt x="536" y="1079"/>
                    <a:pt x="703" y="1150"/>
                    <a:pt x="882" y="1162"/>
                  </a:cubicBezTo>
                  <a:lnTo>
                    <a:pt x="882" y="1150"/>
                  </a:lnTo>
                  <a:cubicBezTo>
                    <a:pt x="1073" y="699"/>
                    <a:pt x="591" y="1"/>
                    <a:pt x="297" y="1"/>
                  </a:cubicBezTo>
                  <a:close/>
                </a:path>
              </a:pathLst>
            </a:custGeom>
            <a:solidFill>
              <a:srgbClr val="6453C2"/>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26"/>
            <p:cNvSpPr/>
            <p:nvPr/>
          </p:nvSpPr>
          <p:spPr>
            <a:xfrm>
              <a:off x="4198184" y="3640026"/>
              <a:ext cx="23258" cy="37377"/>
            </a:xfrm>
            <a:custGeom>
              <a:rect b="b" l="l" r="r" t="t"/>
              <a:pathLst>
                <a:path extrusionOk="0" fill="none" h="728" w="453">
                  <a:moveTo>
                    <a:pt x="453" y="727"/>
                  </a:moveTo>
                  <a:lnTo>
                    <a:pt x="0" y="1"/>
                  </a:lnTo>
                </a:path>
              </a:pathLst>
            </a:custGeom>
            <a:no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26"/>
            <p:cNvSpPr/>
            <p:nvPr/>
          </p:nvSpPr>
          <p:spPr>
            <a:xfrm>
              <a:off x="4163322" y="4401754"/>
              <a:ext cx="98475" cy="198695"/>
            </a:xfrm>
            <a:custGeom>
              <a:rect b="b" l="l" r="r" t="t"/>
              <a:pathLst>
                <a:path extrusionOk="0" h="3870" w="1918">
                  <a:moveTo>
                    <a:pt x="0" y="0"/>
                  </a:moveTo>
                  <a:lnTo>
                    <a:pt x="191" y="3870"/>
                  </a:lnTo>
                  <a:lnTo>
                    <a:pt x="1727" y="3870"/>
                  </a:lnTo>
                  <a:lnTo>
                    <a:pt x="1917" y="0"/>
                  </a:lnTo>
                  <a:close/>
                </a:path>
              </a:pathLst>
            </a:custGeom>
            <a:solidFill>
              <a:srgbClr val="263238"/>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26"/>
            <p:cNvSpPr/>
            <p:nvPr/>
          </p:nvSpPr>
          <p:spPr>
            <a:xfrm>
              <a:off x="840853" y="3344187"/>
              <a:ext cx="433485" cy="1256248"/>
            </a:xfrm>
            <a:custGeom>
              <a:rect b="b" l="l" r="r" t="t"/>
              <a:pathLst>
                <a:path extrusionOk="0" h="24468" w="8443">
                  <a:moveTo>
                    <a:pt x="1" y="0"/>
                  </a:moveTo>
                  <a:lnTo>
                    <a:pt x="1" y="24468"/>
                  </a:lnTo>
                  <a:lnTo>
                    <a:pt x="8442" y="24468"/>
                  </a:lnTo>
                  <a:lnTo>
                    <a:pt x="844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26"/>
            <p:cNvSpPr/>
            <p:nvPr/>
          </p:nvSpPr>
          <p:spPr>
            <a:xfrm>
              <a:off x="878795" y="3451134"/>
              <a:ext cx="352774" cy="214047"/>
            </a:xfrm>
            <a:custGeom>
              <a:rect b="b" l="l" r="r" t="t"/>
              <a:pathLst>
                <a:path extrusionOk="0" h="4169" w="6871">
                  <a:moveTo>
                    <a:pt x="0" y="1"/>
                  </a:moveTo>
                  <a:lnTo>
                    <a:pt x="0" y="4168"/>
                  </a:lnTo>
                  <a:lnTo>
                    <a:pt x="6870" y="4168"/>
                  </a:lnTo>
                  <a:lnTo>
                    <a:pt x="6870"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26"/>
            <p:cNvSpPr/>
            <p:nvPr/>
          </p:nvSpPr>
          <p:spPr>
            <a:xfrm>
              <a:off x="1012031" y="3520242"/>
              <a:ext cx="85639" cy="75217"/>
            </a:xfrm>
            <a:custGeom>
              <a:rect b="b" l="l" r="r" t="t"/>
              <a:pathLst>
                <a:path extrusionOk="0" h="1465" w="1668">
                  <a:moveTo>
                    <a:pt x="1" y="0"/>
                  </a:moveTo>
                  <a:lnTo>
                    <a:pt x="1" y="1465"/>
                  </a:lnTo>
                  <a:lnTo>
                    <a:pt x="1668" y="1465"/>
                  </a:lnTo>
                  <a:lnTo>
                    <a:pt x="1668"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26"/>
            <p:cNvSpPr/>
            <p:nvPr/>
          </p:nvSpPr>
          <p:spPr>
            <a:xfrm>
              <a:off x="1027331" y="3533694"/>
              <a:ext cx="55039" cy="48313"/>
            </a:xfrm>
            <a:custGeom>
              <a:rect b="b" l="l" r="r" t="t"/>
              <a:pathLst>
                <a:path extrusionOk="0" h="941" w="1072">
                  <a:moveTo>
                    <a:pt x="0" y="0"/>
                  </a:moveTo>
                  <a:lnTo>
                    <a:pt x="0" y="941"/>
                  </a:lnTo>
                  <a:lnTo>
                    <a:pt x="1072" y="941"/>
                  </a:lnTo>
                  <a:lnTo>
                    <a:pt x="107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26"/>
            <p:cNvSpPr/>
            <p:nvPr/>
          </p:nvSpPr>
          <p:spPr>
            <a:xfrm>
              <a:off x="878795" y="3701792"/>
              <a:ext cx="352774" cy="213996"/>
            </a:xfrm>
            <a:custGeom>
              <a:rect b="b" l="l" r="r" t="t"/>
              <a:pathLst>
                <a:path extrusionOk="0" h="4168" w="6871">
                  <a:moveTo>
                    <a:pt x="0" y="0"/>
                  </a:moveTo>
                  <a:lnTo>
                    <a:pt x="0" y="4168"/>
                  </a:lnTo>
                  <a:lnTo>
                    <a:pt x="6870" y="4168"/>
                  </a:lnTo>
                  <a:lnTo>
                    <a:pt x="687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26"/>
            <p:cNvSpPr/>
            <p:nvPr/>
          </p:nvSpPr>
          <p:spPr>
            <a:xfrm>
              <a:off x="1012031" y="3771465"/>
              <a:ext cx="85639" cy="74652"/>
            </a:xfrm>
            <a:custGeom>
              <a:rect b="b" l="l" r="r" t="t"/>
              <a:pathLst>
                <a:path extrusionOk="0" h="1454" w="1668">
                  <a:moveTo>
                    <a:pt x="1" y="1"/>
                  </a:moveTo>
                  <a:lnTo>
                    <a:pt x="1" y="1453"/>
                  </a:lnTo>
                  <a:lnTo>
                    <a:pt x="1668" y="1453"/>
                  </a:lnTo>
                  <a:lnTo>
                    <a:pt x="1668"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26"/>
            <p:cNvSpPr/>
            <p:nvPr/>
          </p:nvSpPr>
          <p:spPr>
            <a:xfrm>
              <a:off x="1027331" y="3784916"/>
              <a:ext cx="55039" cy="48365"/>
            </a:xfrm>
            <a:custGeom>
              <a:rect b="b" l="l" r="r" t="t"/>
              <a:pathLst>
                <a:path extrusionOk="0" h="942" w="1072">
                  <a:moveTo>
                    <a:pt x="0" y="1"/>
                  </a:moveTo>
                  <a:lnTo>
                    <a:pt x="0" y="941"/>
                  </a:lnTo>
                  <a:lnTo>
                    <a:pt x="1072" y="941"/>
                  </a:lnTo>
                  <a:lnTo>
                    <a:pt x="107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26"/>
            <p:cNvSpPr/>
            <p:nvPr/>
          </p:nvSpPr>
          <p:spPr>
            <a:xfrm>
              <a:off x="878795" y="3953014"/>
              <a:ext cx="352774" cy="213431"/>
            </a:xfrm>
            <a:custGeom>
              <a:rect b="b" l="l" r="r" t="t"/>
              <a:pathLst>
                <a:path extrusionOk="0" h="4157" w="6871">
                  <a:moveTo>
                    <a:pt x="0" y="1"/>
                  </a:moveTo>
                  <a:lnTo>
                    <a:pt x="0" y="4156"/>
                  </a:lnTo>
                  <a:lnTo>
                    <a:pt x="6870" y="4156"/>
                  </a:lnTo>
                  <a:lnTo>
                    <a:pt x="6870"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26"/>
            <p:cNvSpPr/>
            <p:nvPr/>
          </p:nvSpPr>
          <p:spPr>
            <a:xfrm>
              <a:off x="1012031" y="4022122"/>
              <a:ext cx="85639" cy="75217"/>
            </a:xfrm>
            <a:custGeom>
              <a:rect b="b" l="l" r="r" t="t"/>
              <a:pathLst>
                <a:path extrusionOk="0" h="1465" w="1668">
                  <a:moveTo>
                    <a:pt x="1" y="0"/>
                  </a:moveTo>
                  <a:lnTo>
                    <a:pt x="1" y="1465"/>
                  </a:lnTo>
                  <a:lnTo>
                    <a:pt x="1668" y="1465"/>
                  </a:lnTo>
                  <a:lnTo>
                    <a:pt x="1668"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26"/>
            <p:cNvSpPr/>
            <p:nvPr/>
          </p:nvSpPr>
          <p:spPr>
            <a:xfrm>
              <a:off x="1027331" y="4035574"/>
              <a:ext cx="55039" cy="48313"/>
            </a:xfrm>
            <a:custGeom>
              <a:rect b="b" l="l" r="r" t="t"/>
              <a:pathLst>
                <a:path extrusionOk="0" h="941" w="1072">
                  <a:moveTo>
                    <a:pt x="0" y="0"/>
                  </a:moveTo>
                  <a:lnTo>
                    <a:pt x="0" y="941"/>
                  </a:lnTo>
                  <a:lnTo>
                    <a:pt x="1072" y="941"/>
                  </a:lnTo>
                  <a:lnTo>
                    <a:pt x="107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26"/>
            <p:cNvSpPr/>
            <p:nvPr/>
          </p:nvSpPr>
          <p:spPr>
            <a:xfrm>
              <a:off x="878795" y="4203671"/>
              <a:ext cx="352774" cy="213996"/>
            </a:xfrm>
            <a:custGeom>
              <a:rect b="b" l="l" r="r" t="t"/>
              <a:pathLst>
                <a:path extrusionOk="0" h="4168" w="6871">
                  <a:moveTo>
                    <a:pt x="0" y="0"/>
                  </a:moveTo>
                  <a:lnTo>
                    <a:pt x="0" y="4168"/>
                  </a:lnTo>
                  <a:lnTo>
                    <a:pt x="6870" y="4168"/>
                  </a:lnTo>
                  <a:lnTo>
                    <a:pt x="687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26"/>
            <p:cNvSpPr/>
            <p:nvPr/>
          </p:nvSpPr>
          <p:spPr>
            <a:xfrm>
              <a:off x="1012031" y="4273344"/>
              <a:ext cx="85639" cy="74652"/>
            </a:xfrm>
            <a:custGeom>
              <a:rect b="b" l="l" r="r" t="t"/>
              <a:pathLst>
                <a:path extrusionOk="0" h="1454" w="1668">
                  <a:moveTo>
                    <a:pt x="1" y="1"/>
                  </a:moveTo>
                  <a:lnTo>
                    <a:pt x="1" y="1453"/>
                  </a:lnTo>
                  <a:lnTo>
                    <a:pt x="1668" y="1453"/>
                  </a:lnTo>
                  <a:lnTo>
                    <a:pt x="1668"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26"/>
            <p:cNvSpPr/>
            <p:nvPr/>
          </p:nvSpPr>
          <p:spPr>
            <a:xfrm>
              <a:off x="1027331" y="4286796"/>
              <a:ext cx="55039" cy="47749"/>
            </a:xfrm>
            <a:custGeom>
              <a:rect b="b" l="l" r="r" t="t"/>
              <a:pathLst>
                <a:path extrusionOk="0" h="930" w="1072">
                  <a:moveTo>
                    <a:pt x="0" y="1"/>
                  </a:moveTo>
                  <a:lnTo>
                    <a:pt x="0" y="929"/>
                  </a:lnTo>
                  <a:lnTo>
                    <a:pt x="1072" y="929"/>
                  </a:lnTo>
                  <a:lnTo>
                    <a:pt x="107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26"/>
            <p:cNvSpPr/>
            <p:nvPr/>
          </p:nvSpPr>
          <p:spPr>
            <a:xfrm>
              <a:off x="870837" y="3178502"/>
              <a:ext cx="195666" cy="163885"/>
            </a:xfrm>
            <a:custGeom>
              <a:rect b="b" l="l" r="r" t="t"/>
              <a:pathLst>
                <a:path extrusionOk="0" fill="none" h="3192" w="3811">
                  <a:moveTo>
                    <a:pt x="0" y="1"/>
                  </a:moveTo>
                  <a:lnTo>
                    <a:pt x="3810" y="1"/>
                  </a:lnTo>
                  <a:lnTo>
                    <a:pt x="3810" y="3192"/>
                  </a:lnTo>
                  <a:lnTo>
                    <a:pt x="0" y="3192"/>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26"/>
            <p:cNvSpPr/>
            <p:nvPr/>
          </p:nvSpPr>
          <p:spPr>
            <a:xfrm>
              <a:off x="870837" y="3178502"/>
              <a:ext cx="195666" cy="163885"/>
            </a:xfrm>
            <a:custGeom>
              <a:rect b="b" l="l" r="r" t="t"/>
              <a:pathLst>
                <a:path extrusionOk="0" h="3192" w="3811">
                  <a:moveTo>
                    <a:pt x="0" y="1"/>
                  </a:moveTo>
                  <a:lnTo>
                    <a:pt x="0" y="3192"/>
                  </a:lnTo>
                  <a:lnTo>
                    <a:pt x="3810" y="3192"/>
                  </a:lnTo>
                  <a:lnTo>
                    <a:pt x="3810" y="1906"/>
                  </a:lnTo>
                  <a:lnTo>
                    <a:pt x="2001" y="1906"/>
                  </a:lnTo>
                  <a:lnTo>
                    <a:pt x="1191" y="36"/>
                  </a:lnTo>
                  <a:lnTo>
                    <a:pt x="1191"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26"/>
            <p:cNvSpPr/>
            <p:nvPr/>
          </p:nvSpPr>
          <p:spPr>
            <a:xfrm>
              <a:off x="1160002" y="3260446"/>
              <a:ext cx="68491" cy="83791"/>
            </a:xfrm>
            <a:custGeom>
              <a:rect b="b" l="l" r="r" t="t"/>
              <a:pathLst>
                <a:path extrusionOk="0" h="1632" w="1334">
                  <a:moveTo>
                    <a:pt x="0" y="0"/>
                  </a:moveTo>
                  <a:lnTo>
                    <a:pt x="0" y="1631"/>
                  </a:lnTo>
                  <a:lnTo>
                    <a:pt x="1334" y="1631"/>
                  </a:lnTo>
                  <a:lnTo>
                    <a:pt x="1334"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26"/>
            <p:cNvSpPr/>
            <p:nvPr/>
          </p:nvSpPr>
          <p:spPr>
            <a:xfrm>
              <a:off x="1166676" y="3089268"/>
              <a:ext cx="68542" cy="122298"/>
            </a:xfrm>
            <a:custGeom>
              <a:rect b="b" l="l" r="r" t="t"/>
              <a:pathLst>
                <a:path extrusionOk="0" h="2382" w="1335">
                  <a:moveTo>
                    <a:pt x="668" y="0"/>
                  </a:moveTo>
                  <a:cubicBezTo>
                    <a:pt x="668" y="0"/>
                    <a:pt x="1" y="751"/>
                    <a:pt x="1" y="1286"/>
                  </a:cubicBezTo>
                  <a:cubicBezTo>
                    <a:pt x="1" y="1822"/>
                    <a:pt x="501" y="2382"/>
                    <a:pt x="501" y="2382"/>
                  </a:cubicBezTo>
                  <a:cubicBezTo>
                    <a:pt x="501" y="2382"/>
                    <a:pt x="1073" y="2084"/>
                    <a:pt x="1204" y="1548"/>
                  </a:cubicBezTo>
                  <a:cubicBezTo>
                    <a:pt x="1334" y="1012"/>
                    <a:pt x="668" y="0"/>
                    <a:pt x="668"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26"/>
            <p:cNvSpPr/>
            <p:nvPr/>
          </p:nvSpPr>
          <p:spPr>
            <a:xfrm>
              <a:off x="1091510" y="3185485"/>
              <a:ext cx="88668" cy="62895"/>
            </a:xfrm>
            <a:custGeom>
              <a:rect b="b" l="l" r="r" t="t"/>
              <a:pathLst>
                <a:path extrusionOk="0" h="1225" w="1727">
                  <a:moveTo>
                    <a:pt x="501" y="0"/>
                  </a:moveTo>
                  <a:cubicBezTo>
                    <a:pt x="225" y="0"/>
                    <a:pt x="1" y="31"/>
                    <a:pt x="1" y="31"/>
                  </a:cubicBezTo>
                  <a:cubicBezTo>
                    <a:pt x="1" y="31"/>
                    <a:pt x="179" y="1103"/>
                    <a:pt x="667" y="1186"/>
                  </a:cubicBezTo>
                  <a:cubicBezTo>
                    <a:pt x="806" y="1212"/>
                    <a:pt x="945" y="1224"/>
                    <a:pt x="1083" y="1224"/>
                  </a:cubicBezTo>
                  <a:cubicBezTo>
                    <a:pt x="1264" y="1224"/>
                    <a:pt x="1444" y="1203"/>
                    <a:pt x="1620" y="1163"/>
                  </a:cubicBezTo>
                  <a:cubicBezTo>
                    <a:pt x="1620" y="1163"/>
                    <a:pt x="1727" y="436"/>
                    <a:pt x="1334" y="174"/>
                  </a:cubicBezTo>
                  <a:cubicBezTo>
                    <a:pt x="1133" y="34"/>
                    <a:pt x="789" y="0"/>
                    <a:pt x="501"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26"/>
            <p:cNvSpPr/>
            <p:nvPr/>
          </p:nvSpPr>
          <p:spPr>
            <a:xfrm>
              <a:off x="1225362" y="3172854"/>
              <a:ext cx="82610" cy="63254"/>
            </a:xfrm>
            <a:custGeom>
              <a:rect b="b" l="l" r="r" t="t"/>
              <a:pathLst>
                <a:path extrusionOk="0" h="1232" w="1609">
                  <a:moveTo>
                    <a:pt x="1097" y="0"/>
                  </a:moveTo>
                  <a:cubicBezTo>
                    <a:pt x="848" y="0"/>
                    <a:pt x="561" y="51"/>
                    <a:pt x="370" y="242"/>
                  </a:cubicBezTo>
                  <a:cubicBezTo>
                    <a:pt x="132" y="492"/>
                    <a:pt x="1" y="825"/>
                    <a:pt x="13" y="1170"/>
                  </a:cubicBezTo>
                  <a:cubicBezTo>
                    <a:pt x="133" y="1212"/>
                    <a:pt x="258" y="1232"/>
                    <a:pt x="383" y="1232"/>
                  </a:cubicBezTo>
                  <a:cubicBezTo>
                    <a:pt x="581" y="1232"/>
                    <a:pt x="778" y="1182"/>
                    <a:pt x="953" y="1087"/>
                  </a:cubicBezTo>
                  <a:cubicBezTo>
                    <a:pt x="1430" y="813"/>
                    <a:pt x="1608" y="63"/>
                    <a:pt x="1608" y="63"/>
                  </a:cubicBezTo>
                  <a:cubicBezTo>
                    <a:pt x="1608" y="63"/>
                    <a:pt x="1376" y="0"/>
                    <a:pt x="109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26"/>
            <p:cNvSpPr/>
            <p:nvPr/>
          </p:nvSpPr>
          <p:spPr>
            <a:xfrm>
              <a:off x="1155073" y="3223735"/>
              <a:ext cx="32448" cy="39174"/>
            </a:xfrm>
            <a:custGeom>
              <a:rect b="b" l="l" r="r" t="t"/>
              <a:pathLst>
                <a:path extrusionOk="0" fill="none" h="763" w="632">
                  <a:moveTo>
                    <a:pt x="632" y="763"/>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26"/>
            <p:cNvSpPr/>
            <p:nvPr/>
          </p:nvSpPr>
          <p:spPr>
            <a:xfrm>
              <a:off x="1194196" y="3141843"/>
              <a:ext cx="56939" cy="129640"/>
            </a:xfrm>
            <a:custGeom>
              <a:rect b="b" l="l" r="r" t="t"/>
              <a:pathLst>
                <a:path extrusionOk="0" fill="none" h="2525" w="1109">
                  <a:moveTo>
                    <a:pt x="1" y="0"/>
                  </a:moveTo>
                  <a:lnTo>
                    <a:pt x="1" y="2525"/>
                  </a:lnTo>
                  <a:lnTo>
                    <a:pt x="1108" y="123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26"/>
            <p:cNvSpPr/>
            <p:nvPr/>
          </p:nvSpPr>
          <p:spPr>
            <a:xfrm>
              <a:off x="3770238" y="3580776"/>
              <a:ext cx="140062" cy="357652"/>
            </a:xfrm>
            <a:custGeom>
              <a:rect b="b" l="l" r="r" t="t"/>
              <a:pathLst>
                <a:path extrusionOk="0" h="6966" w="2728">
                  <a:moveTo>
                    <a:pt x="346" y="0"/>
                  </a:moveTo>
                  <a:cubicBezTo>
                    <a:pt x="346" y="0"/>
                    <a:pt x="167" y="60"/>
                    <a:pt x="429" y="310"/>
                  </a:cubicBezTo>
                  <a:cubicBezTo>
                    <a:pt x="679" y="572"/>
                    <a:pt x="572" y="1584"/>
                    <a:pt x="286" y="2060"/>
                  </a:cubicBezTo>
                  <a:cubicBezTo>
                    <a:pt x="1" y="2524"/>
                    <a:pt x="203" y="3250"/>
                    <a:pt x="656" y="3655"/>
                  </a:cubicBezTo>
                  <a:cubicBezTo>
                    <a:pt x="1096" y="4048"/>
                    <a:pt x="620" y="4882"/>
                    <a:pt x="429" y="5620"/>
                  </a:cubicBezTo>
                  <a:cubicBezTo>
                    <a:pt x="227" y="6346"/>
                    <a:pt x="429" y="6965"/>
                    <a:pt x="1275" y="6965"/>
                  </a:cubicBezTo>
                  <a:cubicBezTo>
                    <a:pt x="2108" y="6965"/>
                    <a:pt x="2084" y="6370"/>
                    <a:pt x="2084" y="6370"/>
                  </a:cubicBezTo>
                  <a:lnTo>
                    <a:pt x="2084" y="6370"/>
                  </a:lnTo>
                  <a:cubicBezTo>
                    <a:pt x="2068" y="6371"/>
                    <a:pt x="2052" y="6371"/>
                    <a:pt x="2036" y="6371"/>
                  </a:cubicBezTo>
                  <a:cubicBezTo>
                    <a:pt x="1862" y="6371"/>
                    <a:pt x="1690" y="6312"/>
                    <a:pt x="1549" y="6203"/>
                  </a:cubicBezTo>
                  <a:cubicBezTo>
                    <a:pt x="1263" y="6013"/>
                    <a:pt x="1834" y="5501"/>
                    <a:pt x="2251" y="5251"/>
                  </a:cubicBezTo>
                  <a:cubicBezTo>
                    <a:pt x="2608" y="5036"/>
                    <a:pt x="2727" y="4346"/>
                    <a:pt x="2668" y="3965"/>
                  </a:cubicBezTo>
                  <a:cubicBezTo>
                    <a:pt x="2596" y="3548"/>
                    <a:pt x="2299" y="3239"/>
                    <a:pt x="1989" y="3012"/>
                  </a:cubicBezTo>
                  <a:cubicBezTo>
                    <a:pt x="1763" y="2869"/>
                    <a:pt x="1656" y="2596"/>
                    <a:pt x="1691" y="2334"/>
                  </a:cubicBezTo>
                  <a:cubicBezTo>
                    <a:pt x="1751" y="1881"/>
                    <a:pt x="1632" y="845"/>
                    <a:pt x="1298" y="452"/>
                  </a:cubicBezTo>
                  <a:cubicBezTo>
                    <a:pt x="965" y="60"/>
                    <a:pt x="346" y="0"/>
                    <a:pt x="34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26"/>
            <p:cNvSpPr/>
            <p:nvPr/>
          </p:nvSpPr>
          <p:spPr>
            <a:xfrm>
              <a:off x="3346606" y="4146218"/>
              <a:ext cx="331981" cy="361913"/>
            </a:xfrm>
            <a:custGeom>
              <a:rect b="b" l="l" r="r" t="t"/>
              <a:pathLst>
                <a:path extrusionOk="0" h="7049" w="6466">
                  <a:moveTo>
                    <a:pt x="120" y="0"/>
                  </a:moveTo>
                  <a:cubicBezTo>
                    <a:pt x="1" y="0"/>
                    <a:pt x="36" y="238"/>
                    <a:pt x="36" y="238"/>
                  </a:cubicBezTo>
                  <a:lnTo>
                    <a:pt x="810" y="7049"/>
                  </a:lnTo>
                  <a:lnTo>
                    <a:pt x="1656" y="6989"/>
                  </a:lnTo>
                  <a:lnTo>
                    <a:pt x="1870" y="1774"/>
                  </a:lnTo>
                  <a:lnTo>
                    <a:pt x="2394" y="1727"/>
                  </a:lnTo>
                  <a:lnTo>
                    <a:pt x="5680" y="1929"/>
                  </a:lnTo>
                  <a:cubicBezTo>
                    <a:pt x="5847" y="1893"/>
                    <a:pt x="6025" y="1858"/>
                    <a:pt x="6204" y="1846"/>
                  </a:cubicBezTo>
                  <a:cubicBezTo>
                    <a:pt x="6311" y="1846"/>
                    <a:pt x="6466" y="1524"/>
                    <a:pt x="5763" y="1227"/>
                  </a:cubicBezTo>
                  <a:cubicBezTo>
                    <a:pt x="5061" y="941"/>
                    <a:pt x="227" y="0"/>
                    <a:pt x="120"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26"/>
            <p:cNvSpPr/>
            <p:nvPr/>
          </p:nvSpPr>
          <p:spPr>
            <a:xfrm>
              <a:off x="3237193" y="4079524"/>
              <a:ext cx="473789" cy="341222"/>
            </a:xfrm>
            <a:custGeom>
              <a:rect b="b" l="l" r="r" t="t"/>
              <a:pathLst>
                <a:path extrusionOk="0" h="6646" w="9228">
                  <a:moveTo>
                    <a:pt x="2879" y="0"/>
                  </a:moveTo>
                  <a:cubicBezTo>
                    <a:pt x="2198" y="0"/>
                    <a:pt x="1478" y="59"/>
                    <a:pt x="762" y="216"/>
                  </a:cubicBezTo>
                  <a:cubicBezTo>
                    <a:pt x="524" y="275"/>
                    <a:pt x="0" y="6419"/>
                    <a:pt x="0" y="6419"/>
                  </a:cubicBezTo>
                  <a:lnTo>
                    <a:pt x="786" y="6645"/>
                  </a:lnTo>
                  <a:lnTo>
                    <a:pt x="2013" y="1787"/>
                  </a:lnTo>
                  <a:cubicBezTo>
                    <a:pt x="2013" y="1787"/>
                    <a:pt x="6674" y="3143"/>
                    <a:pt x="8011" y="3143"/>
                  </a:cubicBezTo>
                  <a:cubicBezTo>
                    <a:pt x="8076" y="3143"/>
                    <a:pt x="8132" y="3139"/>
                    <a:pt x="8180" y="3133"/>
                  </a:cubicBezTo>
                  <a:cubicBezTo>
                    <a:pt x="9228" y="2990"/>
                    <a:pt x="6727" y="573"/>
                    <a:pt x="6727" y="573"/>
                  </a:cubicBezTo>
                  <a:cubicBezTo>
                    <a:pt x="6727" y="573"/>
                    <a:pt x="4996" y="0"/>
                    <a:pt x="2879"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26"/>
            <p:cNvSpPr/>
            <p:nvPr/>
          </p:nvSpPr>
          <p:spPr>
            <a:xfrm>
              <a:off x="3594798" y="3528817"/>
              <a:ext cx="209118" cy="300764"/>
            </a:xfrm>
            <a:custGeom>
              <a:rect b="b" l="l" r="r" t="t"/>
              <a:pathLst>
                <a:path extrusionOk="0" h="5858" w="4073">
                  <a:moveTo>
                    <a:pt x="2028" y="1"/>
                  </a:moveTo>
                  <a:cubicBezTo>
                    <a:pt x="1487" y="1"/>
                    <a:pt x="897" y="208"/>
                    <a:pt x="405" y="822"/>
                  </a:cubicBezTo>
                  <a:lnTo>
                    <a:pt x="608" y="1024"/>
                  </a:lnTo>
                  <a:cubicBezTo>
                    <a:pt x="608" y="1024"/>
                    <a:pt x="382" y="1631"/>
                    <a:pt x="382" y="1929"/>
                  </a:cubicBezTo>
                  <a:cubicBezTo>
                    <a:pt x="382" y="2096"/>
                    <a:pt x="382" y="2262"/>
                    <a:pt x="405" y="2417"/>
                  </a:cubicBezTo>
                  <a:cubicBezTo>
                    <a:pt x="405" y="2417"/>
                    <a:pt x="1" y="2858"/>
                    <a:pt x="143" y="3000"/>
                  </a:cubicBezTo>
                  <a:lnTo>
                    <a:pt x="286" y="3143"/>
                  </a:lnTo>
                  <a:cubicBezTo>
                    <a:pt x="286" y="3143"/>
                    <a:pt x="501" y="4286"/>
                    <a:pt x="667" y="4346"/>
                  </a:cubicBezTo>
                  <a:cubicBezTo>
                    <a:pt x="694" y="4355"/>
                    <a:pt x="736" y="4359"/>
                    <a:pt x="787" y="4359"/>
                  </a:cubicBezTo>
                  <a:cubicBezTo>
                    <a:pt x="1053" y="4359"/>
                    <a:pt x="1572" y="4251"/>
                    <a:pt x="1572" y="4251"/>
                  </a:cubicBezTo>
                  <a:lnTo>
                    <a:pt x="1584" y="5858"/>
                  </a:lnTo>
                  <a:lnTo>
                    <a:pt x="3025" y="4632"/>
                  </a:lnTo>
                  <a:lnTo>
                    <a:pt x="2906" y="3703"/>
                  </a:lnTo>
                  <a:cubicBezTo>
                    <a:pt x="2906" y="3703"/>
                    <a:pt x="3251" y="3203"/>
                    <a:pt x="3668" y="2619"/>
                  </a:cubicBezTo>
                  <a:cubicBezTo>
                    <a:pt x="4073" y="2036"/>
                    <a:pt x="3846" y="1107"/>
                    <a:pt x="3608" y="679"/>
                  </a:cubicBezTo>
                  <a:cubicBezTo>
                    <a:pt x="3468" y="420"/>
                    <a:pt x="2798" y="1"/>
                    <a:pt x="2028"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26"/>
            <p:cNvSpPr/>
            <p:nvPr/>
          </p:nvSpPr>
          <p:spPr>
            <a:xfrm>
              <a:off x="3675510" y="3742148"/>
              <a:ext cx="20845" cy="38558"/>
            </a:xfrm>
            <a:custGeom>
              <a:rect b="b" l="l" r="r" t="t"/>
              <a:pathLst>
                <a:path extrusionOk="0" h="751" w="406">
                  <a:moveTo>
                    <a:pt x="405" y="0"/>
                  </a:moveTo>
                  <a:lnTo>
                    <a:pt x="0" y="96"/>
                  </a:lnTo>
                  <a:lnTo>
                    <a:pt x="24" y="750"/>
                  </a:lnTo>
                  <a:lnTo>
                    <a:pt x="405"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26"/>
            <p:cNvSpPr/>
            <p:nvPr/>
          </p:nvSpPr>
          <p:spPr>
            <a:xfrm>
              <a:off x="3615592" y="3528817"/>
              <a:ext cx="188324" cy="190121"/>
            </a:xfrm>
            <a:custGeom>
              <a:rect b="b" l="l" r="r" t="t"/>
              <a:pathLst>
                <a:path extrusionOk="0" h="3703" w="3668">
                  <a:moveTo>
                    <a:pt x="1623" y="1"/>
                  </a:moveTo>
                  <a:cubicBezTo>
                    <a:pt x="1082" y="1"/>
                    <a:pt x="492" y="208"/>
                    <a:pt x="0" y="822"/>
                  </a:cubicBezTo>
                  <a:lnTo>
                    <a:pt x="203" y="1024"/>
                  </a:lnTo>
                  <a:lnTo>
                    <a:pt x="1667" y="2631"/>
                  </a:lnTo>
                  <a:cubicBezTo>
                    <a:pt x="1667" y="2631"/>
                    <a:pt x="1755" y="2338"/>
                    <a:pt x="1948" y="2338"/>
                  </a:cubicBezTo>
                  <a:cubicBezTo>
                    <a:pt x="2001" y="2338"/>
                    <a:pt x="2062" y="2360"/>
                    <a:pt x="2132" y="2417"/>
                  </a:cubicBezTo>
                  <a:cubicBezTo>
                    <a:pt x="2334" y="2596"/>
                    <a:pt x="2251" y="2977"/>
                    <a:pt x="2155" y="3000"/>
                  </a:cubicBezTo>
                  <a:cubicBezTo>
                    <a:pt x="2072" y="3036"/>
                    <a:pt x="1870" y="3322"/>
                    <a:pt x="1870" y="3322"/>
                  </a:cubicBezTo>
                  <a:lnTo>
                    <a:pt x="2513" y="3703"/>
                  </a:lnTo>
                  <a:cubicBezTo>
                    <a:pt x="2513" y="3703"/>
                    <a:pt x="2858" y="3203"/>
                    <a:pt x="3263" y="2619"/>
                  </a:cubicBezTo>
                  <a:cubicBezTo>
                    <a:pt x="3668" y="2048"/>
                    <a:pt x="3429" y="1107"/>
                    <a:pt x="3203" y="679"/>
                  </a:cubicBezTo>
                  <a:cubicBezTo>
                    <a:pt x="3063" y="420"/>
                    <a:pt x="2393" y="1"/>
                    <a:pt x="1623"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26"/>
            <p:cNvSpPr/>
            <p:nvPr/>
          </p:nvSpPr>
          <p:spPr>
            <a:xfrm>
              <a:off x="3624167" y="3644339"/>
              <a:ext cx="7958" cy="18381"/>
            </a:xfrm>
            <a:custGeom>
              <a:rect b="b" l="l" r="r" t="t"/>
              <a:pathLst>
                <a:path extrusionOk="0" h="358" w="155">
                  <a:moveTo>
                    <a:pt x="83" y="0"/>
                  </a:moveTo>
                  <a:cubicBezTo>
                    <a:pt x="36" y="0"/>
                    <a:pt x="0" y="84"/>
                    <a:pt x="0" y="179"/>
                  </a:cubicBezTo>
                  <a:cubicBezTo>
                    <a:pt x="0" y="286"/>
                    <a:pt x="36" y="357"/>
                    <a:pt x="83" y="357"/>
                  </a:cubicBezTo>
                  <a:cubicBezTo>
                    <a:pt x="119" y="357"/>
                    <a:pt x="155" y="286"/>
                    <a:pt x="155" y="179"/>
                  </a:cubicBezTo>
                  <a:cubicBezTo>
                    <a:pt x="155" y="84"/>
                    <a:pt x="119" y="0"/>
                    <a:pt x="83"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26"/>
            <p:cNvSpPr/>
            <p:nvPr/>
          </p:nvSpPr>
          <p:spPr>
            <a:xfrm>
              <a:off x="3622935" y="3629039"/>
              <a:ext cx="17765" cy="6161"/>
            </a:xfrm>
            <a:custGeom>
              <a:rect b="b" l="l" r="r" t="t"/>
              <a:pathLst>
                <a:path extrusionOk="0" fill="none" h="120" w="346">
                  <a:moveTo>
                    <a:pt x="0" y="36"/>
                  </a:moveTo>
                  <a:cubicBezTo>
                    <a:pt x="119" y="1"/>
                    <a:pt x="250" y="36"/>
                    <a:pt x="346" y="12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26"/>
            <p:cNvSpPr/>
            <p:nvPr/>
          </p:nvSpPr>
          <p:spPr>
            <a:xfrm>
              <a:off x="3621086" y="3695066"/>
              <a:ext cx="21461" cy="6161"/>
            </a:xfrm>
            <a:custGeom>
              <a:rect b="b" l="l" r="r" t="t"/>
              <a:pathLst>
                <a:path extrusionOk="0" fill="none" h="120" w="418">
                  <a:moveTo>
                    <a:pt x="1" y="96"/>
                  </a:moveTo>
                  <a:cubicBezTo>
                    <a:pt x="143" y="120"/>
                    <a:pt x="298" y="84"/>
                    <a:pt x="417"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26"/>
            <p:cNvSpPr/>
            <p:nvPr/>
          </p:nvSpPr>
          <p:spPr>
            <a:xfrm>
              <a:off x="3345989" y="3961588"/>
              <a:ext cx="299583" cy="67310"/>
            </a:xfrm>
            <a:custGeom>
              <a:rect b="b" l="l" r="r" t="t"/>
              <a:pathLst>
                <a:path extrusionOk="0" h="1311" w="5835">
                  <a:moveTo>
                    <a:pt x="5525" y="1"/>
                  </a:moveTo>
                  <a:lnTo>
                    <a:pt x="2394" y="251"/>
                  </a:lnTo>
                  <a:lnTo>
                    <a:pt x="1382" y="167"/>
                  </a:lnTo>
                  <a:cubicBezTo>
                    <a:pt x="1382" y="167"/>
                    <a:pt x="1" y="632"/>
                    <a:pt x="263" y="727"/>
                  </a:cubicBezTo>
                  <a:cubicBezTo>
                    <a:pt x="353" y="749"/>
                    <a:pt x="445" y="761"/>
                    <a:pt x="538" y="761"/>
                  </a:cubicBezTo>
                  <a:cubicBezTo>
                    <a:pt x="642" y="761"/>
                    <a:pt x="746" y="746"/>
                    <a:pt x="846" y="715"/>
                  </a:cubicBezTo>
                  <a:cubicBezTo>
                    <a:pt x="1108" y="822"/>
                    <a:pt x="1394" y="882"/>
                    <a:pt x="1668" y="882"/>
                  </a:cubicBezTo>
                  <a:cubicBezTo>
                    <a:pt x="1894" y="882"/>
                    <a:pt x="2120" y="846"/>
                    <a:pt x="2346" y="786"/>
                  </a:cubicBezTo>
                  <a:lnTo>
                    <a:pt x="5835" y="1310"/>
                  </a:lnTo>
                  <a:lnTo>
                    <a:pt x="5525"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26"/>
            <p:cNvSpPr/>
            <p:nvPr/>
          </p:nvSpPr>
          <p:spPr>
            <a:xfrm>
              <a:off x="3561785" y="3753392"/>
              <a:ext cx="237870" cy="485803"/>
            </a:xfrm>
            <a:custGeom>
              <a:rect b="b" l="l" r="r" t="t"/>
              <a:pathLst>
                <a:path extrusionOk="0" h="9462" w="4633">
                  <a:moveTo>
                    <a:pt x="3847" y="1"/>
                  </a:moveTo>
                  <a:cubicBezTo>
                    <a:pt x="3768" y="1"/>
                    <a:pt x="3687" y="25"/>
                    <a:pt x="3608" y="79"/>
                  </a:cubicBezTo>
                  <a:cubicBezTo>
                    <a:pt x="3608" y="79"/>
                    <a:pt x="1799" y="1829"/>
                    <a:pt x="1513" y="2270"/>
                  </a:cubicBezTo>
                  <a:cubicBezTo>
                    <a:pt x="1227" y="2710"/>
                    <a:pt x="1108" y="3079"/>
                    <a:pt x="1108" y="3460"/>
                  </a:cubicBezTo>
                  <a:cubicBezTo>
                    <a:pt x="1108" y="3841"/>
                    <a:pt x="1370" y="4687"/>
                    <a:pt x="1370" y="4687"/>
                  </a:cubicBezTo>
                  <a:lnTo>
                    <a:pt x="1013" y="5937"/>
                  </a:lnTo>
                  <a:lnTo>
                    <a:pt x="1" y="6865"/>
                  </a:lnTo>
                  <a:lnTo>
                    <a:pt x="1608" y="9425"/>
                  </a:lnTo>
                  <a:cubicBezTo>
                    <a:pt x="1608" y="9425"/>
                    <a:pt x="1790" y="9461"/>
                    <a:pt x="2032" y="9461"/>
                  </a:cubicBezTo>
                  <a:cubicBezTo>
                    <a:pt x="2275" y="9461"/>
                    <a:pt x="2578" y="9425"/>
                    <a:pt x="2822" y="9282"/>
                  </a:cubicBezTo>
                  <a:cubicBezTo>
                    <a:pt x="3323" y="8985"/>
                    <a:pt x="3644" y="7735"/>
                    <a:pt x="3644" y="7127"/>
                  </a:cubicBezTo>
                  <a:cubicBezTo>
                    <a:pt x="3644" y="6520"/>
                    <a:pt x="3525" y="5211"/>
                    <a:pt x="3525" y="5211"/>
                  </a:cubicBezTo>
                  <a:cubicBezTo>
                    <a:pt x="3525" y="5211"/>
                    <a:pt x="4192" y="3115"/>
                    <a:pt x="4394" y="2329"/>
                  </a:cubicBezTo>
                  <a:cubicBezTo>
                    <a:pt x="4608" y="1543"/>
                    <a:pt x="4632" y="841"/>
                    <a:pt x="4430" y="460"/>
                  </a:cubicBezTo>
                  <a:cubicBezTo>
                    <a:pt x="4281" y="189"/>
                    <a:pt x="4068" y="1"/>
                    <a:pt x="384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26"/>
            <p:cNvSpPr/>
            <p:nvPr/>
          </p:nvSpPr>
          <p:spPr>
            <a:xfrm>
              <a:off x="3286688" y="4504440"/>
              <a:ext cx="161472" cy="95035"/>
            </a:xfrm>
            <a:custGeom>
              <a:rect b="b" l="l" r="r" t="t"/>
              <a:pathLst>
                <a:path extrusionOk="0" h="1851" w="3145">
                  <a:moveTo>
                    <a:pt x="2823" y="0"/>
                  </a:moveTo>
                  <a:lnTo>
                    <a:pt x="1977" y="60"/>
                  </a:lnTo>
                  <a:lnTo>
                    <a:pt x="1977" y="72"/>
                  </a:lnTo>
                  <a:lnTo>
                    <a:pt x="989" y="1167"/>
                  </a:lnTo>
                  <a:cubicBezTo>
                    <a:pt x="989" y="1167"/>
                    <a:pt x="227" y="1405"/>
                    <a:pt x="120" y="1524"/>
                  </a:cubicBezTo>
                  <a:cubicBezTo>
                    <a:pt x="1" y="1632"/>
                    <a:pt x="227" y="1691"/>
                    <a:pt x="525" y="1810"/>
                  </a:cubicBezTo>
                  <a:cubicBezTo>
                    <a:pt x="595" y="1839"/>
                    <a:pt x="714" y="1851"/>
                    <a:pt x="858" y="1851"/>
                  </a:cubicBezTo>
                  <a:cubicBezTo>
                    <a:pt x="1299" y="1851"/>
                    <a:pt x="1979" y="1745"/>
                    <a:pt x="2239" y="1727"/>
                  </a:cubicBezTo>
                  <a:cubicBezTo>
                    <a:pt x="2596" y="1691"/>
                    <a:pt x="2906" y="1727"/>
                    <a:pt x="3025" y="1429"/>
                  </a:cubicBezTo>
                  <a:cubicBezTo>
                    <a:pt x="3144" y="1143"/>
                    <a:pt x="3025" y="822"/>
                    <a:pt x="3001" y="703"/>
                  </a:cubicBezTo>
                  <a:lnTo>
                    <a:pt x="2823"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26"/>
            <p:cNvSpPr/>
            <p:nvPr/>
          </p:nvSpPr>
          <p:spPr>
            <a:xfrm>
              <a:off x="3286688" y="4537454"/>
              <a:ext cx="161472" cy="62022"/>
            </a:xfrm>
            <a:custGeom>
              <a:rect b="b" l="l" r="r" t="t"/>
              <a:pathLst>
                <a:path extrusionOk="0" h="1208" w="3145">
                  <a:moveTo>
                    <a:pt x="2989" y="0"/>
                  </a:moveTo>
                  <a:cubicBezTo>
                    <a:pt x="2477" y="322"/>
                    <a:pt x="1608" y="679"/>
                    <a:pt x="1430" y="679"/>
                  </a:cubicBezTo>
                  <a:cubicBezTo>
                    <a:pt x="1263" y="655"/>
                    <a:pt x="1096" y="608"/>
                    <a:pt x="941" y="548"/>
                  </a:cubicBezTo>
                  <a:cubicBezTo>
                    <a:pt x="775" y="596"/>
                    <a:pt x="215" y="774"/>
                    <a:pt x="120" y="881"/>
                  </a:cubicBezTo>
                  <a:cubicBezTo>
                    <a:pt x="1" y="989"/>
                    <a:pt x="239" y="1048"/>
                    <a:pt x="525" y="1167"/>
                  </a:cubicBezTo>
                  <a:cubicBezTo>
                    <a:pt x="598" y="1196"/>
                    <a:pt x="718" y="1208"/>
                    <a:pt x="863" y="1208"/>
                  </a:cubicBezTo>
                  <a:cubicBezTo>
                    <a:pt x="1306" y="1208"/>
                    <a:pt x="1979" y="1102"/>
                    <a:pt x="2239" y="1084"/>
                  </a:cubicBezTo>
                  <a:cubicBezTo>
                    <a:pt x="2596" y="1048"/>
                    <a:pt x="2918" y="1084"/>
                    <a:pt x="3025" y="786"/>
                  </a:cubicBezTo>
                  <a:cubicBezTo>
                    <a:pt x="3144" y="500"/>
                    <a:pt x="3025" y="179"/>
                    <a:pt x="3001" y="60"/>
                  </a:cubicBezTo>
                  <a:cubicBezTo>
                    <a:pt x="3001" y="48"/>
                    <a:pt x="2989" y="24"/>
                    <a:pt x="2989"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26"/>
            <p:cNvSpPr/>
            <p:nvPr/>
          </p:nvSpPr>
          <p:spPr>
            <a:xfrm>
              <a:off x="3141849" y="4409044"/>
              <a:ext cx="146737" cy="103455"/>
            </a:xfrm>
            <a:custGeom>
              <a:rect b="b" l="l" r="r" t="t"/>
              <a:pathLst>
                <a:path extrusionOk="0" h="2015" w="2858">
                  <a:moveTo>
                    <a:pt x="1857" y="1"/>
                  </a:moveTo>
                  <a:cubicBezTo>
                    <a:pt x="1857" y="1"/>
                    <a:pt x="726" y="1251"/>
                    <a:pt x="583" y="1430"/>
                  </a:cubicBezTo>
                  <a:cubicBezTo>
                    <a:pt x="441" y="1608"/>
                    <a:pt x="0" y="1656"/>
                    <a:pt x="36" y="1870"/>
                  </a:cubicBezTo>
                  <a:cubicBezTo>
                    <a:pt x="49" y="1982"/>
                    <a:pt x="197" y="2014"/>
                    <a:pt x="361" y="2014"/>
                  </a:cubicBezTo>
                  <a:cubicBezTo>
                    <a:pt x="493" y="2014"/>
                    <a:pt x="636" y="1993"/>
                    <a:pt x="726" y="1977"/>
                  </a:cubicBezTo>
                  <a:cubicBezTo>
                    <a:pt x="929" y="1954"/>
                    <a:pt x="2215" y="1632"/>
                    <a:pt x="2381" y="1573"/>
                  </a:cubicBezTo>
                  <a:cubicBezTo>
                    <a:pt x="2560" y="1513"/>
                    <a:pt x="2798" y="1430"/>
                    <a:pt x="2822" y="1168"/>
                  </a:cubicBezTo>
                  <a:cubicBezTo>
                    <a:pt x="2858" y="906"/>
                    <a:pt x="2643" y="239"/>
                    <a:pt x="2643" y="239"/>
                  </a:cubicBezTo>
                  <a:lnTo>
                    <a:pt x="1857"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26"/>
            <p:cNvSpPr/>
            <p:nvPr/>
          </p:nvSpPr>
          <p:spPr>
            <a:xfrm>
              <a:off x="3142414" y="4432919"/>
              <a:ext cx="145556" cy="79324"/>
            </a:xfrm>
            <a:custGeom>
              <a:rect b="b" l="l" r="r" t="t"/>
              <a:pathLst>
                <a:path extrusionOk="0" h="1545" w="2835">
                  <a:moveTo>
                    <a:pt x="2704" y="0"/>
                  </a:moveTo>
                  <a:cubicBezTo>
                    <a:pt x="2418" y="131"/>
                    <a:pt x="2144" y="512"/>
                    <a:pt x="2001" y="584"/>
                  </a:cubicBezTo>
                  <a:cubicBezTo>
                    <a:pt x="1823" y="667"/>
                    <a:pt x="489" y="1108"/>
                    <a:pt x="489" y="1108"/>
                  </a:cubicBezTo>
                  <a:lnTo>
                    <a:pt x="418" y="1072"/>
                  </a:lnTo>
                  <a:cubicBezTo>
                    <a:pt x="239" y="1179"/>
                    <a:pt x="1" y="1239"/>
                    <a:pt x="13" y="1393"/>
                  </a:cubicBezTo>
                  <a:cubicBezTo>
                    <a:pt x="34" y="1511"/>
                    <a:pt x="200" y="1544"/>
                    <a:pt x="375" y="1544"/>
                  </a:cubicBezTo>
                  <a:cubicBezTo>
                    <a:pt x="501" y="1544"/>
                    <a:pt x="631" y="1527"/>
                    <a:pt x="715" y="1512"/>
                  </a:cubicBezTo>
                  <a:cubicBezTo>
                    <a:pt x="918" y="1489"/>
                    <a:pt x="2204" y="1167"/>
                    <a:pt x="2370" y="1108"/>
                  </a:cubicBezTo>
                  <a:cubicBezTo>
                    <a:pt x="2549" y="1048"/>
                    <a:pt x="2787" y="965"/>
                    <a:pt x="2811" y="703"/>
                  </a:cubicBezTo>
                  <a:cubicBezTo>
                    <a:pt x="2835" y="536"/>
                    <a:pt x="2763" y="215"/>
                    <a:pt x="2704"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26"/>
            <p:cNvSpPr/>
            <p:nvPr/>
          </p:nvSpPr>
          <p:spPr>
            <a:xfrm>
              <a:off x="3466441" y="3770592"/>
              <a:ext cx="333213" cy="274169"/>
            </a:xfrm>
            <a:custGeom>
              <a:rect b="b" l="l" r="r" t="t"/>
              <a:pathLst>
                <a:path extrusionOk="0" h="5340" w="6490">
                  <a:moveTo>
                    <a:pt x="5915" y="0"/>
                  </a:moveTo>
                  <a:cubicBezTo>
                    <a:pt x="5648" y="0"/>
                    <a:pt x="5301" y="206"/>
                    <a:pt x="5168" y="435"/>
                  </a:cubicBezTo>
                  <a:lnTo>
                    <a:pt x="4941" y="1280"/>
                  </a:lnTo>
                  <a:lnTo>
                    <a:pt x="4132" y="3994"/>
                  </a:lnTo>
                  <a:lnTo>
                    <a:pt x="48" y="3983"/>
                  </a:lnTo>
                  <a:lnTo>
                    <a:pt x="0" y="4506"/>
                  </a:lnTo>
                  <a:cubicBezTo>
                    <a:pt x="0" y="4506"/>
                    <a:pt x="4096" y="5340"/>
                    <a:pt x="4382" y="5340"/>
                  </a:cubicBezTo>
                  <a:cubicBezTo>
                    <a:pt x="4656" y="5340"/>
                    <a:pt x="4965" y="5257"/>
                    <a:pt x="5084" y="5066"/>
                  </a:cubicBezTo>
                  <a:cubicBezTo>
                    <a:pt x="5191" y="4864"/>
                    <a:pt x="6370" y="1947"/>
                    <a:pt x="6430" y="1304"/>
                  </a:cubicBezTo>
                  <a:cubicBezTo>
                    <a:pt x="6489" y="661"/>
                    <a:pt x="6346" y="184"/>
                    <a:pt x="6096" y="42"/>
                  </a:cubicBezTo>
                  <a:cubicBezTo>
                    <a:pt x="6044" y="13"/>
                    <a:pt x="5982" y="0"/>
                    <a:pt x="5915"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26"/>
            <p:cNvSpPr/>
            <p:nvPr/>
          </p:nvSpPr>
          <p:spPr>
            <a:xfrm>
              <a:off x="3466441" y="3765355"/>
              <a:ext cx="333213" cy="279406"/>
            </a:xfrm>
            <a:custGeom>
              <a:rect b="b" l="l" r="r" t="t"/>
              <a:pathLst>
                <a:path extrusionOk="0" fill="none" h="5442" w="6490">
                  <a:moveTo>
                    <a:pt x="4941" y="1382"/>
                  </a:moveTo>
                  <a:lnTo>
                    <a:pt x="4132" y="4096"/>
                  </a:lnTo>
                  <a:lnTo>
                    <a:pt x="48" y="4085"/>
                  </a:lnTo>
                  <a:lnTo>
                    <a:pt x="0" y="4608"/>
                  </a:lnTo>
                  <a:cubicBezTo>
                    <a:pt x="0" y="4608"/>
                    <a:pt x="4096" y="5442"/>
                    <a:pt x="4382" y="5442"/>
                  </a:cubicBezTo>
                  <a:cubicBezTo>
                    <a:pt x="4656" y="5442"/>
                    <a:pt x="4965" y="5359"/>
                    <a:pt x="5084" y="5168"/>
                  </a:cubicBezTo>
                  <a:cubicBezTo>
                    <a:pt x="5191" y="4966"/>
                    <a:pt x="6370" y="2049"/>
                    <a:pt x="6430" y="1406"/>
                  </a:cubicBezTo>
                  <a:cubicBezTo>
                    <a:pt x="6489" y="763"/>
                    <a:pt x="6346" y="286"/>
                    <a:pt x="6096" y="144"/>
                  </a:cubicBezTo>
                  <a:cubicBezTo>
                    <a:pt x="5834" y="1"/>
                    <a:pt x="5334" y="251"/>
                    <a:pt x="5168" y="53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26"/>
            <p:cNvSpPr/>
            <p:nvPr/>
          </p:nvSpPr>
          <p:spPr>
            <a:xfrm>
              <a:off x="3347838" y="3961588"/>
              <a:ext cx="121066" cy="40407"/>
            </a:xfrm>
            <a:custGeom>
              <a:rect b="b" l="l" r="r" t="t"/>
              <a:pathLst>
                <a:path extrusionOk="0" h="787" w="2358">
                  <a:moveTo>
                    <a:pt x="1024" y="1"/>
                  </a:moveTo>
                  <a:cubicBezTo>
                    <a:pt x="858" y="1"/>
                    <a:pt x="0" y="560"/>
                    <a:pt x="0" y="644"/>
                  </a:cubicBezTo>
                  <a:cubicBezTo>
                    <a:pt x="0" y="727"/>
                    <a:pt x="227" y="727"/>
                    <a:pt x="227" y="727"/>
                  </a:cubicBezTo>
                  <a:lnTo>
                    <a:pt x="620" y="691"/>
                  </a:lnTo>
                  <a:lnTo>
                    <a:pt x="1036" y="596"/>
                  </a:lnTo>
                  <a:cubicBezTo>
                    <a:pt x="1215" y="644"/>
                    <a:pt x="1394" y="679"/>
                    <a:pt x="1572" y="691"/>
                  </a:cubicBezTo>
                  <a:cubicBezTo>
                    <a:pt x="1715" y="691"/>
                    <a:pt x="1846" y="667"/>
                    <a:pt x="1989" y="632"/>
                  </a:cubicBezTo>
                  <a:lnTo>
                    <a:pt x="2298" y="786"/>
                  </a:lnTo>
                  <a:lnTo>
                    <a:pt x="2346" y="251"/>
                  </a:lnTo>
                  <a:lnTo>
                    <a:pt x="2358" y="251"/>
                  </a:lnTo>
                  <a:cubicBezTo>
                    <a:pt x="2358" y="251"/>
                    <a:pt x="1191" y="1"/>
                    <a:pt x="102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26"/>
            <p:cNvSpPr/>
            <p:nvPr/>
          </p:nvSpPr>
          <p:spPr>
            <a:xfrm>
              <a:off x="3742153" y="3792875"/>
              <a:ext cx="102120" cy="448117"/>
            </a:xfrm>
            <a:custGeom>
              <a:rect b="b" l="l" r="r" t="t"/>
              <a:pathLst>
                <a:path extrusionOk="0" h="8728" w="1989">
                  <a:moveTo>
                    <a:pt x="1512" y="1"/>
                  </a:moveTo>
                  <a:cubicBezTo>
                    <a:pt x="1512" y="1"/>
                    <a:pt x="321" y="3465"/>
                    <a:pt x="155" y="4763"/>
                  </a:cubicBezTo>
                  <a:cubicBezTo>
                    <a:pt x="0" y="6073"/>
                    <a:pt x="60" y="7156"/>
                    <a:pt x="131" y="7525"/>
                  </a:cubicBezTo>
                  <a:cubicBezTo>
                    <a:pt x="214" y="7894"/>
                    <a:pt x="631" y="8597"/>
                    <a:pt x="631" y="8597"/>
                  </a:cubicBezTo>
                  <a:lnTo>
                    <a:pt x="1155" y="8728"/>
                  </a:lnTo>
                  <a:cubicBezTo>
                    <a:pt x="1155" y="8728"/>
                    <a:pt x="607" y="7311"/>
                    <a:pt x="572" y="6930"/>
                  </a:cubicBezTo>
                  <a:cubicBezTo>
                    <a:pt x="548" y="6537"/>
                    <a:pt x="619" y="4989"/>
                    <a:pt x="655" y="4787"/>
                  </a:cubicBezTo>
                  <a:cubicBezTo>
                    <a:pt x="941" y="3287"/>
                    <a:pt x="1988" y="24"/>
                    <a:pt x="1988" y="24"/>
                  </a:cubicBezTo>
                  <a:lnTo>
                    <a:pt x="151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26"/>
            <p:cNvSpPr/>
            <p:nvPr/>
          </p:nvSpPr>
          <p:spPr>
            <a:xfrm>
              <a:off x="3492112" y="4475688"/>
              <a:ext cx="138214" cy="115623"/>
            </a:xfrm>
            <a:custGeom>
              <a:rect b="b" l="l" r="r" t="t"/>
              <a:pathLst>
                <a:path extrusionOk="0" h="2252" w="2692">
                  <a:moveTo>
                    <a:pt x="2667" y="1"/>
                  </a:moveTo>
                  <a:cubicBezTo>
                    <a:pt x="2667" y="1"/>
                    <a:pt x="84" y="1310"/>
                    <a:pt x="36" y="1596"/>
                  </a:cubicBezTo>
                  <a:cubicBezTo>
                    <a:pt x="0" y="1811"/>
                    <a:pt x="0" y="2037"/>
                    <a:pt x="36" y="2251"/>
                  </a:cubicBezTo>
                  <a:lnTo>
                    <a:pt x="119" y="2156"/>
                  </a:lnTo>
                  <a:lnTo>
                    <a:pt x="369" y="1572"/>
                  </a:lnTo>
                  <a:lnTo>
                    <a:pt x="2691" y="477"/>
                  </a:lnTo>
                  <a:lnTo>
                    <a:pt x="2667"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26"/>
            <p:cNvSpPr/>
            <p:nvPr/>
          </p:nvSpPr>
          <p:spPr>
            <a:xfrm>
              <a:off x="3488415" y="4570467"/>
              <a:ext cx="29419" cy="29368"/>
            </a:xfrm>
            <a:custGeom>
              <a:rect b="b" l="l" r="r" t="t"/>
              <a:pathLst>
                <a:path extrusionOk="0" h="572" w="573">
                  <a:moveTo>
                    <a:pt x="287" y="0"/>
                  </a:moveTo>
                  <a:cubicBezTo>
                    <a:pt x="132" y="0"/>
                    <a:pt x="1" y="131"/>
                    <a:pt x="1" y="286"/>
                  </a:cubicBezTo>
                  <a:cubicBezTo>
                    <a:pt x="1" y="453"/>
                    <a:pt x="132" y="572"/>
                    <a:pt x="287" y="572"/>
                  </a:cubicBezTo>
                  <a:cubicBezTo>
                    <a:pt x="441" y="572"/>
                    <a:pt x="572" y="453"/>
                    <a:pt x="572" y="286"/>
                  </a:cubicBezTo>
                  <a:cubicBezTo>
                    <a:pt x="572" y="131"/>
                    <a:pt x="441" y="0"/>
                    <a:pt x="28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26"/>
            <p:cNvSpPr/>
            <p:nvPr/>
          </p:nvSpPr>
          <p:spPr>
            <a:xfrm>
              <a:off x="3666320" y="4475688"/>
              <a:ext cx="137598" cy="115623"/>
            </a:xfrm>
            <a:custGeom>
              <a:rect b="b" l="l" r="r" t="t"/>
              <a:pathLst>
                <a:path extrusionOk="0" h="2252" w="2680">
                  <a:moveTo>
                    <a:pt x="24" y="1"/>
                  </a:moveTo>
                  <a:lnTo>
                    <a:pt x="1" y="477"/>
                  </a:lnTo>
                  <a:lnTo>
                    <a:pt x="2310" y="1572"/>
                  </a:lnTo>
                  <a:lnTo>
                    <a:pt x="2560" y="2156"/>
                  </a:lnTo>
                  <a:lnTo>
                    <a:pt x="2656" y="2251"/>
                  </a:lnTo>
                  <a:cubicBezTo>
                    <a:pt x="2680" y="2037"/>
                    <a:pt x="2680" y="1811"/>
                    <a:pt x="2656" y="1596"/>
                  </a:cubicBezTo>
                  <a:cubicBezTo>
                    <a:pt x="2596" y="1310"/>
                    <a:pt x="24" y="1"/>
                    <a:pt x="2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26"/>
            <p:cNvSpPr/>
            <p:nvPr/>
          </p:nvSpPr>
          <p:spPr>
            <a:xfrm>
              <a:off x="3778196" y="4570467"/>
              <a:ext cx="29368" cy="29368"/>
            </a:xfrm>
            <a:custGeom>
              <a:rect b="b" l="l" r="r" t="t"/>
              <a:pathLst>
                <a:path extrusionOk="0" h="572" w="572">
                  <a:moveTo>
                    <a:pt x="286" y="0"/>
                  </a:moveTo>
                  <a:cubicBezTo>
                    <a:pt x="131" y="0"/>
                    <a:pt x="0" y="131"/>
                    <a:pt x="0" y="286"/>
                  </a:cubicBezTo>
                  <a:cubicBezTo>
                    <a:pt x="0" y="453"/>
                    <a:pt x="131" y="572"/>
                    <a:pt x="286" y="572"/>
                  </a:cubicBezTo>
                  <a:cubicBezTo>
                    <a:pt x="453" y="572"/>
                    <a:pt x="572" y="453"/>
                    <a:pt x="572" y="286"/>
                  </a:cubicBezTo>
                  <a:cubicBezTo>
                    <a:pt x="572" y="131"/>
                    <a:pt x="453" y="0"/>
                    <a:pt x="28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26"/>
            <p:cNvSpPr/>
            <p:nvPr/>
          </p:nvSpPr>
          <p:spPr>
            <a:xfrm>
              <a:off x="3635770" y="4258095"/>
              <a:ext cx="21461" cy="232325"/>
            </a:xfrm>
            <a:custGeom>
              <a:rect b="b" l="l" r="r" t="t"/>
              <a:pathLst>
                <a:path extrusionOk="0" h="4525" w="418">
                  <a:moveTo>
                    <a:pt x="0" y="0"/>
                  </a:moveTo>
                  <a:lnTo>
                    <a:pt x="0" y="4525"/>
                  </a:lnTo>
                  <a:lnTo>
                    <a:pt x="417" y="4525"/>
                  </a:lnTo>
                  <a:lnTo>
                    <a:pt x="417"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26"/>
            <p:cNvSpPr/>
            <p:nvPr/>
          </p:nvSpPr>
          <p:spPr>
            <a:xfrm>
              <a:off x="3615592" y="4280686"/>
              <a:ext cx="62997" cy="42871"/>
            </a:xfrm>
            <a:custGeom>
              <a:rect b="b" l="l" r="r" t="t"/>
              <a:pathLst>
                <a:path extrusionOk="0" h="835" w="1227">
                  <a:moveTo>
                    <a:pt x="0" y="1"/>
                  </a:moveTo>
                  <a:lnTo>
                    <a:pt x="0" y="834"/>
                  </a:lnTo>
                  <a:lnTo>
                    <a:pt x="1227" y="834"/>
                  </a:lnTo>
                  <a:lnTo>
                    <a:pt x="1227"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26"/>
            <p:cNvSpPr/>
            <p:nvPr/>
          </p:nvSpPr>
          <p:spPr>
            <a:xfrm>
              <a:off x="3460947" y="4228830"/>
              <a:ext cx="342352" cy="65051"/>
            </a:xfrm>
            <a:custGeom>
              <a:rect b="b" l="l" r="r" t="t"/>
              <a:pathLst>
                <a:path extrusionOk="0" h="1267" w="6668">
                  <a:moveTo>
                    <a:pt x="3108" y="0"/>
                  </a:moveTo>
                  <a:cubicBezTo>
                    <a:pt x="2154" y="0"/>
                    <a:pt x="1115" y="45"/>
                    <a:pt x="119" y="177"/>
                  </a:cubicBezTo>
                  <a:cubicBezTo>
                    <a:pt x="48" y="177"/>
                    <a:pt x="0" y="237"/>
                    <a:pt x="12" y="308"/>
                  </a:cubicBezTo>
                  <a:cubicBezTo>
                    <a:pt x="12" y="332"/>
                    <a:pt x="24" y="368"/>
                    <a:pt x="48" y="380"/>
                  </a:cubicBezTo>
                  <a:cubicBezTo>
                    <a:pt x="334" y="642"/>
                    <a:pt x="1096" y="1118"/>
                    <a:pt x="3084" y="1249"/>
                  </a:cubicBezTo>
                  <a:cubicBezTo>
                    <a:pt x="3273" y="1261"/>
                    <a:pt x="3453" y="1266"/>
                    <a:pt x="3626" y="1266"/>
                  </a:cubicBezTo>
                  <a:cubicBezTo>
                    <a:pt x="5331" y="1266"/>
                    <a:pt x="6229" y="718"/>
                    <a:pt x="6596" y="415"/>
                  </a:cubicBezTo>
                  <a:cubicBezTo>
                    <a:pt x="6656" y="368"/>
                    <a:pt x="6668" y="284"/>
                    <a:pt x="6632" y="225"/>
                  </a:cubicBezTo>
                  <a:cubicBezTo>
                    <a:pt x="6608" y="201"/>
                    <a:pt x="6572" y="177"/>
                    <a:pt x="6525" y="177"/>
                  </a:cubicBezTo>
                  <a:cubicBezTo>
                    <a:pt x="5973" y="118"/>
                    <a:pt x="4652" y="0"/>
                    <a:pt x="310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26"/>
            <p:cNvSpPr/>
            <p:nvPr/>
          </p:nvSpPr>
          <p:spPr>
            <a:xfrm>
              <a:off x="3460947" y="4228830"/>
              <a:ext cx="341120" cy="21358"/>
            </a:xfrm>
            <a:custGeom>
              <a:rect b="b" l="l" r="r" t="t"/>
              <a:pathLst>
                <a:path extrusionOk="0" h="416" w="6644">
                  <a:moveTo>
                    <a:pt x="3088" y="0"/>
                  </a:moveTo>
                  <a:cubicBezTo>
                    <a:pt x="2135" y="0"/>
                    <a:pt x="1098" y="45"/>
                    <a:pt x="107" y="177"/>
                  </a:cubicBezTo>
                  <a:cubicBezTo>
                    <a:pt x="36" y="189"/>
                    <a:pt x="0" y="249"/>
                    <a:pt x="12" y="320"/>
                  </a:cubicBezTo>
                  <a:cubicBezTo>
                    <a:pt x="24" y="344"/>
                    <a:pt x="36" y="368"/>
                    <a:pt x="48" y="380"/>
                  </a:cubicBezTo>
                  <a:cubicBezTo>
                    <a:pt x="72" y="403"/>
                    <a:pt x="95" y="415"/>
                    <a:pt x="131" y="415"/>
                  </a:cubicBezTo>
                  <a:lnTo>
                    <a:pt x="6584" y="415"/>
                  </a:lnTo>
                  <a:cubicBezTo>
                    <a:pt x="6644" y="356"/>
                    <a:pt x="6644" y="272"/>
                    <a:pt x="6596" y="225"/>
                  </a:cubicBezTo>
                  <a:cubicBezTo>
                    <a:pt x="6584" y="189"/>
                    <a:pt x="6549" y="177"/>
                    <a:pt x="6513" y="177"/>
                  </a:cubicBezTo>
                  <a:cubicBezTo>
                    <a:pt x="5954" y="118"/>
                    <a:pt x="4630" y="0"/>
                    <a:pt x="3088"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26"/>
            <p:cNvSpPr/>
            <p:nvPr/>
          </p:nvSpPr>
          <p:spPr>
            <a:xfrm>
              <a:off x="3622318" y="4454329"/>
              <a:ext cx="49546" cy="52575"/>
            </a:xfrm>
            <a:custGeom>
              <a:rect b="b" l="l" r="r" t="t"/>
              <a:pathLst>
                <a:path extrusionOk="0" h="1024" w="965">
                  <a:moveTo>
                    <a:pt x="0" y="0"/>
                  </a:moveTo>
                  <a:lnTo>
                    <a:pt x="0" y="1024"/>
                  </a:lnTo>
                  <a:lnTo>
                    <a:pt x="965" y="1024"/>
                  </a:lnTo>
                  <a:lnTo>
                    <a:pt x="965"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26"/>
            <p:cNvSpPr/>
            <p:nvPr/>
          </p:nvSpPr>
          <p:spPr>
            <a:xfrm>
              <a:off x="3641264" y="4480617"/>
              <a:ext cx="7393" cy="119833"/>
            </a:xfrm>
            <a:custGeom>
              <a:rect b="b" l="l" r="r" t="t"/>
              <a:pathLst>
                <a:path extrusionOk="0" h="2334" w="144">
                  <a:moveTo>
                    <a:pt x="0" y="0"/>
                  </a:moveTo>
                  <a:lnTo>
                    <a:pt x="0" y="2334"/>
                  </a:lnTo>
                  <a:lnTo>
                    <a:pt x="143" y="2334"/>
                  </a:lnTo>
                  <a:lnTo>
                    <a:pt x="143"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26"/>
            <p:cNvSpPr/>
            <p:nvPr/>
          </p:nvSpPr>
          <p:spPr>
            <a:xfrm>
              <a:off x="3638800" y="4569235"/>
              <a:ext cx="12887" cy="31216"/>
            </a:xfrm>
            <a:custGeom>
              <a:rect b="b" l="l" r="r" t="t"/>
              <a:pathLst>
                <a:path extrusionOk="0" h="608" w="251">
                  <a:moveTo>
                    <a:pt x="1" y="0"/>
                  </a:moveTo>
                  <a:lnTo>
                    <a:pt x="1" y="608"/>
                  </a:lnTo>
                  <a:lnTo>
                    <a:pt x="251" y="608"/>
                  </a:lnTo>
                  <a:lnTo>
                    <a:pt x="251"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26"/>
            <p:cNvSpPr/>
            <p:nvPr/>
          </p:nvSpPr>
          <p:spPr>
            <a:xfrm>
              <a:off x="3648606" y="4071001"/>
              <a:ext cx="48313" cy="179185"/>
            </a:xfrm>
            <a:custGeom>
              <a:rect b="b" l="l" r="r" t="t"/>
              <a:pathLst>
                <a:path extrusionOk="0" h="3490" w="941">
                  <a:moveTo>
                    <a:pt x="0" y="1"/>
                  </a:moveTo>
                  <a:lnTo>
                    <a:pt x="369" y="3489"/>
                  </a:lnTo>
                  <a:lnTo>
                    <a:pt x="941" y="3489"/>
                  </a:lnTo>
                  <a:lnTo>
                    <a:pt x="39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26"/>
            <p:cNvSpPr/>
            <p:nvPr/>
          </p:nvSpPr>
          <p:spPr>
            <a:xfrm>
              <a:off x="3545920" y="4052209"/>
              <a:ext cx="201776" cy="31062"/>
            </a:xfrm>
            <a:custGeom>
              <a:rect b="b" l="l" r="r" t="t"/>
              <a:pathLst>
                <a:path extrusionOk="0" h="605" w="3930">
                  <a:moveTo>
                    <a:pt x="1367" y="0"/>
                  </a:moveTo>
                  <a:cubicBezTo>
                    <a:pt x="900" y="0"/>
                    <a:pt x="528" y="6"/>
                    <a:pt x="464" y="22"/>
                  </a:cubicBezTo>
                  <a:cubicBezTo>
                    <a:pt x="286" y="81"/>
                    <a:pt x="0" y="605"/>
                    <a:pt x="0" y="605"/>
                  </a:cubicBezTo>
                  <a:lnTo>
                    <a:pt x="3929" y="605"/>
                  </a:lnTo>
                  <a:cubicBezTo>
                    <a:pt x="3929" y="129"/>
                    <a:pt x="3620" y="22"/>
                    <a:pt x="3620" y="22"/>
                  </a:cubicBezTo>
                  <a:cubicBezTo>
                    <a:pt x="3620" y="22"/>
                    <a:pt x="2302" y="0"/>
                    <a:pt x="136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26"/>
            <p:cNvSpPr/>
            <p:nvPr/>
          </p:nvSpPr>
          <p:spPr>
            <a:xfrm>
              <a:off x="3545920" y="4076494"/>
              <a:ext cx="201776" cy="6777"/>
            </a:xfrm>
            <a:custGeom>
              <a:rect b="b" l="l" r="r" t="t"/>
              <a:pathLst>
                <a:path extrusionOk="0" h="132" w="3930">
                  <a:moveTo>
                    <a:pt x="83" y="1"/>
                  </a:moveTo>
                  <a:cubicBezTo>
                    <a:pt x="36" y="72"/>
                    <a:pt x="0" y="132"/>
                    <a:pt x="0" y="132"/>
                  </a:cubicBezTo>
                  <a:lnTo>
                    <a:pt x="3929" y="132"/>
                  </a:lnTo>
                  <a:cubicBezTo>
                    <a:pt x="3929" y="84"/>
                    <a:pt x="3929" y="37"/>
                    <a:pt x="3917"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26"/>
            <p:cNvSpPr/>
            <p:nvPr/>
          </p:nvSpPr>
          <p:spPr>
            <a:xfrm>
              <a:off x="2491998" y="3784916"/>
              <a:ext cx="340555" cy="453046"/>
            </a:xfrm>
            <a:custGeom>
              <a:rect b="b" l="l" r="r" t="t"/>
              <a:pathLst>
                <a:path extrusionOk="0" h="8824" w="6633">
                  <a:moveTo>
                    <a:pt x="656" y="1"/>
                  </a:moveTo>
                  <a:cubicBezTo>
                    <a:pt x="298" y="1"/>
                    <a:pt x="13" y="286"/>
                    <a:pt x="13" y="644"/>
                  </a:cubicBezTo>
                  <a:lnTo>
                    <a:pt x="13" y="656"/>
                  </a:lnTo>
                  <a:lnTo>
                    <a:pt x="203" y="7347"/>
                  </a:lnTo>
                  <a:lnTo>
                    <a:pt x="1" y="8823"/>
                  </a:lnTo>
                  <a:lnTo>
                    <a:pt x="6633" y="8823"/>
                  </a:lnTo>
                  <a:lnTo>
                    <a:pt x="6311" y="7347"/>
                  </a:lnTo>
                  <a:lnTo>
                    <a:pt x="6597" y="667"/>
                  </a:lnTo>
                  <a:cubicBezTo>
                    <a:pt x="6621" y="310"/>
                    <a:pt x="6347" y="25"/>
                    <a:pt x="5990"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26"/>
            <p:cNvSpPr/>
            <p:nvPr/>
          </p:nvSpPr>
          <p:spPr>
            <a:xfrm>
              <a:off x="2507298" y="3805710"/>
              <a:ext cx="309339" cy="430404"/>
            </a:xfrm>
            <a:custGeom>
              <a:rect b="b" l="l" r="r" t="t"/>
              <a:pathLst>
                <a:path extrusionOk="0" h="8383" w="6025">
                  <a:moveTo>
                    <a:pt x="596" y="1"/>
                  </a:moveTo>
                  <a:cubicBezTo>
                    <a:pt x="262" y="12"/>
                    <a:pt x="12" y="274"/>
                    <a:pt x="12" y="608"/>
                  </a:cubicBezTo>
                  <a:lnTo>
                    <a:pt x="12" y="632"/>
                  </a:lnTo>
                  <a:lnTo>
                    <a:pt x="191" y="6978"/>
                  </a:lnTo>
                  <a:lnTo>
                    <a:pt x="0" y="8383"/>
                  </a:lnTo>
                  <a:lnTo>
                    <a:pt x="6025" y="8383"/>
                  </a:lnTo>
                  <a:lnTo>
                    <a:pt x="5739" y="6978"/>
                  </a:lnTo>
                  <a:lnTo>
                    <a:pt x="6001" y="632"/>
                  </a:lnTo>
                  <a:cubicBezTo>
                    <a:pt x="6013" y="298"/>
                    <a:pt x="5763" y="24"/>
                    <a:pt x="5442"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26"/>
            <p:cNvSpPr/>
            <p:nvPr/>
          </p:nvSpPr>
          <p:spPr>
            <a:xfrm>
              <a:off x="2473053" y="4074697"/>
              <a:ext cx="31832" cy="157776"/>
            </a:xfrm>
            <a:custGeom>
              <a:rect b="b" l="l" r="r" t="t"/>
              <a:pathLst>
                <a:path extrusionOk="0" h="3073" w="620">
                  <a:moveTo>
                    <a:pt x="334" y="0"/>
                  </a:moveTo>
                  <a:lnTo>
                    <a:pt x="1" y="3072"/>
                  </a:lnTo>
                  <a:lnTo>
                    <a:pt x="286" y="3072"/>
                  </a:lnTo>
                  <a:lnTo>
                    <a:pt x="62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26"/>
            <p:cNvSpPr/>
            <p:nvPr/>
          </p:nvSpPr>
          <p:spPr>
            <a:xfrm>
              <a:off x="2817822" y="4074697"/>
              <a:ext cx="31832" cy="157776"/>
            </a:xfrm>
            <a:custGeom>
              <a:rect b="b" l="l" r="r" t="t"/>
              <a:pathLst>
                <a:path extrusionOk="0" h="3073" w="620">
                  <a:moveTo>
                    <a:pt x="1" y="0"/>
                  </a:moveTo>
                  <a:lnTo>
                    <a:pt x="334" y="3072"/>
                  </a:lnTo>
                  <a:lnTo>
                    <a:pt x="620" y="3072"/>
                  </a:lnTo>
                  <a:lnTo>
                    <a:pt x="287"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26"/>
            <p:cNvSpPr/>
            <p:nvPr/>
          </p:nvSpPr>
          <p:spPr>
            <a:xfrm>
              <a:off x="2475517" y="4044713"/>
              <a:ext cx="45900" cy="32448"/>
            </a:xfrm>
            <a:custGeom>
              <a:rect b="b" l="l" r="r" t="t"/>
              <a:pathLst>
                <a:path extrusionOk="0" h="632" w="894">
                  <a:moveTo>
                    <a:pt x="119" y="1"/>
                  </a:moveTo>
                  <a:cubicBezTo>
                    <a:pt x="48" y="1"/>
                    <a:pt x="0" y="60"/>
                    <a:pt x="0" y="120"/>
                  </a:cubicBezTo>
                  <a:lnTo>
                    <a:pt x="0" y="513"/>
                  </a:lnTo>
                  <a:cubicBezTo>
                    <a:pt x="0" y="584"/>
                    <a:pt x="48" y="632"/>
                    <a:pt x="119" y="632"/>
                  </a:cubicBezTo>
                  <a:lnTo>
                    <a:pt x="774" y="632"/>
                  </a:lnTo>
                  <a:cubicBezTo>
                    <a:pt x="834" y="632"/>
                    <a:pt x="893" y="584"/>
                    <a:pt x="893" y="513"/>
                  </a:cubicBezTo>
                  <a:lnTo>
                    <a:pt x="893" y="120"/>
                  </a:lnTo>
                  <a:cubicBezTo>
                    <a:pt x="893" y="60"/>
                    <a:pt x="834" y="1"/>
                    <a:pt x="77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26"/>
            <p:cNvSpPr/>
            <p:nvPr/>
          </p:nvSpPr>
          <p:spPr>
            <a:xfrm>
              <a:off x="2475517" y="4044713"/>
              <a:ext cx="45900" cy="24542"/>
            </a:xfrm>
            <a:custGeom>
              <a:rect b="b" l="l" r="r" t="t"/>
              <a:pathLst>
                <a:path extrusionOk="0" h="478" w="894">
                  <a:moveTo>
                    <a:pt x="107" y="1"/>
                  </a:moveTo>
                  <a:cubicBezTo>
                    <a:pt x="48" y="1"/>
                    <a:pt x="0" y="60"/>
                    <a:pt x="0" y="120"/>
                  </a:cubicBezTo>
                  <a:lnTo>
                    <a:pt x="0" y="477"/>
                  </a:lnTo>
                  <a:lnTo>
                    <a:pt x="893" y="477"/>
                  </a:lnTo>
                  <a:lnTo>
                    <a:pt x="893" y="120"/>
                  </a:lnTo>
                  <a:cubicBezTo>
                    <a:pt x="893" y="60"/>
                    <a:pt x="834" y="1"/>
                    <a:pt x="774"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26"/>
            <p:cNvSpPr/>
            <p:nvPr/>
          </p:nvSpPr>
          <p:spPr>
            <a:xfrm>
              <a:off x="2802573" y="4044713"/>
              <a:ext cx="45900" cy="32448"/>
            </a:xfrm>
            <a:custGeom>
              <a:rect b="b" l="l" r="r" t="t"/>
              <a:pathLst>
                <a:path extrusionOk="0" h="632" w="894">
                  <a:moveTo>
                    <a:pt x="119" y="1"/>
                  </a:moveTo>
                  <a:cubicBezTo>
                    <a:pt x="48" y="1"/>
                    <a:pt x="0" y="60"/>
                    <a:pt x="0" y="120"/>
                  </a:cubicBezTo>
                  <a:lnTo>
                    <a:pt x="0" y="513"/>
                  </a:lnTo>
                  <a:cubicBezTo>
                    <a:pt x="0" y="584"/>
                    <a:pt x="48" y="632"/>
                    <a:pt x="119" y="632"/>
                  </a:cubicBezTo>
                  <a:lnTo>
                    <a:pt x="774" y="632"/>
                  </a:lnTo>
                  <a:cubicBezTo>
                    <a:pt x="834" y="632"/>
                    <a:pt x="893" y="584"/>
                    <a:pt x="893" y="513"/>
                  </a:cubicBezTo>
                  <a:lnTo>
                    <a:pt x="893" y="120"/>
                  </a:lnTo>
                  <a:cubicBezTo>
                    <a:pt x="893" y="60"/>
                    <a:pt x="834" y="1"/>
                    <a:pt x="77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26"/>
            <p:cNvSpPr/>
            <p:nvPr/>
          </p:nvSpPr>
          <p:spPr>
            <a:xfrm>
              <a:off x="2801957" y="4044713"/>
              <a:ext cx="46516" cy="24542"/>
            </a:xfrm>
            <a:custGeom>
              <a:rect b="b" l="l" r="r" t="t"/>
              <a:pathLst>
                <a:path extrusionOk="0" h="478" w="906">
                  <a:moveTo>
                    <a:pt x="119" y="1"/>
                  </a:moveTo>
                  <a:cubicBezTo>
                    <a:pt x="60" y="1"/>
                    <a:pt x="0" y="60"/>
                    <a:pt x="0" y="120"/>
                  </a:cubicBezTo>
                  <a:lnTo>
                    <a:pt x="0" y="477"/>
                  </a:lnTo>
                  <a:lnTo>
                    <a:pt x="905" y="477"/>
                  </a:lnTo>
                  <a:lnTo>
                    <a:pt x="905" y="120"/>
                  </a:lnTo>
                  <a:cubicBezTo>
                    <a:pt x="905" y="60"/>
                    <a:pt x="846" y="1"/>
                    <a:pt x="786"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26"/>
            <p:cNvSpPr/>
            <p:nvPr/>
          </p:nvSpPr>
          <p:spPr>
            <a:xfrm>
              <a:off x="2519518" y="4468962"/>
              <a:ext cx="138214" cy="115007"/>
            </a:xfrm>
            <a:custGeom>
              <a:rect b="b" l="l" r="r" t="t"/>
              <a:pathLst>
                <a:path extrusionOk="0" h="2240" w="2692">
                  <a:moveTo>
                    <a:pt x="2668" y="1"/>
                  </a:moveTo>
                  <a:cubicBezTo>
                    <a:pt x="2668" y="1"/>
                    <a:pt x="84" y="1299"/>
                    <a:pt x="36" y="1584"/>
                  </a:cubicBezTo>
                  <a:cubicBezTo>
                    <a:pt x="1" y="1799"/>
                    <a:pt x="1" y="2025"/>
                    <a:pt x="36" y="2239"/>
                  </a:cubicBezTo>
                  <a:lnTo>
                    <a:pt x="120" y="2144"/>
                  </a:lnTo>
                  <a:lnTo>
                    <a:pt x="370" y="1561"/>
                  </a:lnTo>
                  <a:lnTo>
                    <a:pt x="2691" y="465"/>
                  </a:lnTo>
                  <a:lnTo>
                    <a:pt x="2668"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26"/>
            <p:cNvSpPr/>
            <p:nvPr/>
          </p:nvSpPr>
          <p:spPr>
            <a:xfrm>
              <a:off x="2515873" y="4563741"/>
              <a:ext cx="29368" cy="29368"/>
            </a:xfrm>
            <a:custGeom>
              <a:rect b="b" l="l" r="r" t="t"/>
              <a:pathLst>
                <a:path extrusionOk="0" h="572" w="572">
                  <a:moveTo>
                    <a:pt x="286" y="0"/>
                  </a:moveTo>
                  <a:cubicBezTo>
                    <a:pt x="131" y="0"/>
                    <a:pt x="0" y="131"/>
                    <a:pt x="0" y="286"/>
                  </a:cubicBezTo>
                  <a:cubicBezTo>
                    <a:pt x="0" y="441"/>
                    <a:pt x="131" y="572"/>
                    <a:pt x="286" y="572"/>
                  </a:cubicBezTo>
                  <a:cubicBezTo>
                    <a:pt x="441" y="572"/>
                    <a:pt x="572" y="441"/>
                    <a:pt x="572" y="286"/>
                  </a:cubicBezTo>
                  <a:cubicBezTo>
                    <a:pt x="572" y="131"/>
                    <a:pt x="441" y="0"/>
                    <a:pt x="28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26"/>
            <p:cNvSpPr/>
            <p:nvPr/>
          </p:nvSpPr>
          <p:spPr>
            <a:xfrm>
              <a:off x="2693726" y="4468962"/>
              <a:ext cx="137598" cy="115007"/>
            </a:xfrm>
            <a:custGeom>
              <a:rect b="b" l="l" r="r" t="t"/>
              <a:pathLst>
                <a:path extrusionOk="0" h="2240" w="2680">
                  <a:moveTo>
                    <a:pt x="25" y="1"/>
                  </a:moveTo>
                  <a:lnTo>
                    <a:pt x="1" y="465"/>
                  </a:lnTo>
                  <a:lnTo>
                    <a:pt x="2311" y="1561"/>
                  </a:lnTo>
                  <a:lnTo>
                    <a:pt x="2561" y="2144"/>
                  </a:lnTo>
                  <a:lnTo>
                    <a:pt x="2656" y="2239"/>
                  </a:lnTo>
                  <a:cubicBezTo>
                    <a:pt x="2680" y="2025"/>
                    <a:pt x="2680" y="1799"/>
                    <a:pt x="2656" y="1584"/>
                  </a:cubicBezTo>
                  <a:cubicBezTo>
                    <a:pt x="2596" y="1299"/>
                    <a:pt x="25" y="1"/>
                    <a:pt x="25"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26"/>
            <p:cNvSpPr/>
            <p:nvPr/>
          </p:nvSpPr>
          <p:spPr>
            <a:xfrm>
              <a:off x="2806218" y="4563741"/>
              <a:ext cx="29419" cy="29368"/>
            </a:xfrm>
            <a:custGeom>
              <a:rect b="b" l="l" r="r" t="t"/>
              <a:pathLst>
                <a:path extrusionOk="0" h="572" w="573">
                  <a:moveTo>
                    <a:pt x="286" y="0"/>
                  </a:moveTo>
                  <a:cubicBezTo>
                    <a:pt x="120" y="0"/>
                    <a:pt x="1" y="131"/>
                    <a:pt x="1" y="286"/>
                  </a:cubicBezTo>
                  <a:cubicBezTo>
                    <a:pt x="1" y="441"/>
                    <a:pt x="120" y="572"/>
                    <a:pt x="286" y="572"/>
                  </a:cubicBezTo>
                  <a:cubicBezTo>
                    <a:pt x="441" y="572"/>
                    <a:pt x="572" y="441"/>
                    <a:pt x="572" y="286"/>
                  </a:cubicBezTo>
                  <a:cubicBezTo>
                    <a:pt x="572" y="131"/>
                    <a:pt x="441" y="0"/>
                    <a:pt x="28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26"/>
            <p:cNvSpPr/>
            <p:nvPr/>
          </p:nvSpPr>
          <p:spPr>
            <a:xfrm>
              <a:off x="2663176" y="4250753"/>
              <a:ext cx="21461" cy="232941"/>
            </a:xfrm>
            <a:custGeom>
              <a:rect b="b" l="l" r="r" t="t"/>
              <a:pathLst>
                <a:path extrusionOk="0" h="4537" w="418">
                  <a:moveTo>
                    <a:pt x="0" y="0"/>
                  </a:moveTo>
                  <a:lnTo>
                    <a:pt x="0" y="4537"/>
                  </a:lnTo>
                  <a:lnTo>
                    <a:pt x="417" y="4537"/>
                  </a:lnTo>
                  <a:lnTo>
                    <a:pt x="417"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26"/>
            <p:cNvSpPr/>
            <p:nvPr/>
          </p:nvSpPr>
          <p:spPr>
            <a:xfrm>
              <a:off x="2642998" y="4273960"/>
              <a:ext cx="62997" cy="42871"/>
            </a:xfrm>
            <a:custGeom>
              <a:rect b="b" l="l" r="r" t="t"/>
              <a:pathLst>
                <a:path extrusionOk="0" h="835" w="1227">
                  <a:moveTo>
                    <a:pt x="1" y="1"/>
                  </a:moveTo>
                  <a:lnTo>
                    <a:pt x="1" y="834"/>
                  </a:lnTo>
                  <a:lnTo>
                    <a:pt x="1227" y="834"/>
                  </a:lnTo>
                  <a:lnTo>
                    <a:pt x="1227"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26"/>
            <p:cNvSpPr/>
            <p:nvPr/>
          </p:nvSpPr>
          <p:spPr>
            <a:xfrm>
              <a:off x="2464478" y="4221642"/>
              <a:ext cx="391281" cy="65051"/>
            </a:xfrm>
            <a:custGeom>
              <a:rect b="b" l="l" r="r" t="t"/>
              <a:pathLst>
                <a:path extrusionOk="0" h="1267" w="7621">
                  <a:moveTo>
                    <a:pt x="3510" y="1"/>
                  </a:moveTo>
                  <a:cubicBezTo>
                    <a:pt x="2428" y="1"/>
                    <a:pt x="1251" y="45"/>
                    <a:pt x="120" y="174"/>
                  </a:cubicBezTo>
                  <a:cubicBezTo>
                    <a:pt x="49" y="186"/>
                    <a:pt x="1" y="258"/>
                    <a:pt x="13" y="329"/>
                  </a:cubicBezTo>
                  <a:cubicBezTo>
                    <a:pt x="13" y="365"/>
                    <a:pt x="37" y="389"/>
                    <a:pt x="60" y="412"/>
                  </a:cubicBezTo>
                  <a:cubicBezTo>
                    <a:pt x="406" y="674"/>
                    <a:pt x="1299" y="1127"/>
                    <a:pt x="3513" y="1246"/>
                  </a:cubicBezTo>
                  <a:cubicBezTo>
                    <a:pt x="3747" y="1260"/>
                    <a:pt x="3969" y="1267"/>
                    <a:pt x="4180" y="1267"/>
                  </a:cubicBezTo>
                  <a:cubicBezTo>
                    <a:pt x="6102" y="1267"/>
                    <a:pt x="7120" y="724"/>
                    <a:pt x="7550" y="412"/>
                  </a:cubicBezTo>
                  <a:cubicBezTo>
                    <a:pt x="7609" y="377"/>
                    <a:pt x="7621" y="293"/>
                    <a:pt x="7585" y="234"/>
                  </a:cubicBezTo>
                  <a:cubicBezTo>
                    <a:pt x="7561" y="198"/>
                    <a:pt x="7526" y="174"/>
                    <a:pt x="7478" y="174"/>
                  </a:cubicBezTo>
                  <a:cubicBezTo>
                    <a:pt x="6846" y="122"/>
                    <a:pt x="5309" y="1"/>
                    <a:pt x="3510"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26"/>
            <p:cNvSpPr/>
            <p:nvPr/>
          </p:nvSpPr>
          <p:spPr>
            <a:xfrm>
              <a:off x="2464478" y="4221847"/>
              <a:ext cx="391281" cy="20999"/>
            </a:xfrm>
            <a:custGeom>
              <a:rect b="b" l="l" r="r" t="t"/>
              <a:pathLst>
                <a:path extrusionOk="0" h="409" w="7621">
                  <a:moveTo>
                    <a:pt x="3550" y="0"/>
                  </a:moveTo>
                  <a:cubicBezTo>
                    <a:pt x="2457" y="0"/>
                    <a:pt x="1265" y="46"/>
                    <a:pt x="120" y="182"/>
                  </a:cubicBezTo>
                  <a:cubicBezTo>
                    <a:pt x="49" y="194"/>
                    <a:pt x="1" y="254"/>
                    <a:pt x="13" y="325"/>
                  </a:cubicBezTo>
                  <a:cubicBezTo>
                    <a:pt x="25" y="361"/>
                    <a:pt x="37" y="385"/>
                    <a:pt x="60" y="408"/>
                  </a:cubicBezTo>
                  <a:lnTo>
                    <a:pt x="7550" y="408"/>
                  </a:lnTo>
                  <a:cubicBezTo>
                    <a:pt x="7609" y="373"/>
                    <a:pt x="7621" y="289"/>
                    <a:pt x="7573" y="230"/>
                  </a:cubicBezTo>
                  <a:cubicBezTo>
                    <a:pt x="7550" y="206"/>
                    <a:pt x="7514" y="182"/>
                    <a:pt x="7478" y="182"/>
                  </a:cubicBezTo>
                  <a:cubicBezTo>
                    <a:pt x="6851" y="123"/>
                    <a:pt x="5332" y="0"/>
                    <a:pt x="355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26"/>
            <p:cNvSpPr/>
            <p:nvPr/>
          </p:nvSpPr>
          <p:spPr>
            <a:xfrm>
              <a:off x="2649724" y="4447603"/>
              <a:ext cx="49546" cy="52010"/>
            </a:xfrm>
            <a:custGeom>
              <a:rect b="b" l="l" r="r" t="t"/>
              <a:pathLst>
                <a:path extrusionOk="0" h="1013" w="965">
                  <a:moveTo>
                    <a:pt x="1" y="0"/>
                  </a:moveTo>
                  <a:lnTo>
                    <a:pt x="1" y="1012"/>
                  </a:lnTo>
                  <a:lnTo>
                    <a:pt x="965" y="1012"/>
                  </a:lnTo>
                  <a:lnTo>
                    <a:pt x="965"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26"/>
            <p:cNvSpPr/>
            <p:nvPr/>
          </p:nvSpPr>
          <p:spPr>
            <a:xfrm>
              <a:off x="2668670" y="4473891"/>
              <a:ext cx="7393" cy="119217"/>
            </a:xfrm>
            <a:custGeom>
              <a:rect b="b" l="l" r="r" t="t"/>
              <a:pathLst>
                <a:path extrusionOk="0" h="2322" w="144">
                  <a:moveTo>
                    <a:pt x="1" y="0"/>
                  </a:moveTo>
                  <a:lnTo>
                    <a:pt x="1" y="2322"/>
                  </a:lnTo>
                  <a:lnTo>
                    <a:pt x="144" y="2322"/>
                  </a:lnTo>
                  <a:lnTo>
                    <a:pt x="144"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26"/>
            <p:cNvSpPr/>
            <p:nvPr/>
          </p:nvSpPr>
          <p:spPr>
            <a:xfrm>
              <a:off x="2666257" y="4561893"/>
              <a:ext cx="12887" cy="31216"/>
            </a:xfrm>
            <a:custGeom>
              <a:rect b="b" l="l" r="r" t="t"/>
              <a:pathLst>
                <a:path extrusionOk="0" h="608" w="251">
                  <a:moveTo>
                    <a:pt x="0" y="1"/>
                  </a:moveTo>
                  <a:lnTo>
                    <a:pt x="0" y="608"/>
                  </a:lnTo>
                  <a:lnTo>
                    <a:pt x="250" y="608"/>
                  </a:lnTo>
                  <a:lnTo>
                    <a:pt x="250"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26"/>
            <p:cNvSpPr/>
            <p:nvPr/>
          </p:nvSpPr>
          <p:spPr>
            <a:xfrm>
              <a:off x="2473669" y="4003792"/>
              <a:ext cx="377829" cy="496995"/>
            </a:xfrm>
            <a:custGeom>
              <a:rect b="b" l="l" r="r" t="t"/>
              <a:pathLst>
                <a:path extrusionOk="0" h="9680" w="7359">
                  <a:moveTo>
                    <a:pt x="1727" y="0"/>
                  </a:moveTo>
                  <a:lnTo>
                    <a:pt x="1144" y="2334"/>
                  </a:lnTo>
                  <a:cubicBezTo>
                    <a:pt x="1144" y="2334"/>
                    <a:pt x="167" y="3334"/>
                    <a:pt x="84" y="3893"/>
                  </a:cubicBezTo>
                  <a:cubicBezTo>
                    <a:pt x="1" y="4465"/>
                    <a:pt x="2334" y="9680"/>
                    <a:pt x="2334" y="9680"/>
                  </a:cubicBezTo>
                  <a:lnTo>
                    <a:pt x="3334" y="9549"/>
                  </a:lnTo>
                  <a:lnTo>
                    <a:pt x="2775" y="4334"/>
                  </a:lnTo>
                  <a:lnTo>
                    <a:pt x="4549" y="4286"/>
                  </a:lnTo>
                  <a:lnTo>
                    <a:pt x="4549" y="4286"/>
                  </a:lnTo>
                  <a:lnTo>
                    <a:pt x="4537" y="9549"/>
                  </a:lnTo>
                  <a:lnTo>
                    <a:pt x="5525" y="9680"/>
                  </a:lnTo>
                  <a:lnTo>
                    <a:pt x="7180" y="4536"/>
                  </a:lnTo>
                  <a:cubicBezTo>
                    <a:pt x="7180" y="4536"/>
                    <a:pt x="7359" y="3917"/>
                    <a:pt x="7216" y="3572"/>
                  </a:cubicBezTo>
                  <a:cubicBezTo>
                    <a:pt x="6942" y="2893"/>
                    <a:pt x="6120" y="2346"/>
                    <a:pt x="6120" y="2346"/>
                  </a:cubicBezTo>
                  <a:lnTo>
                    <a:pt x="5323"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26"/>
            <p:cNvSpPr/>
            <p:nvPr/>
          </p:nvSpPr>
          <p:spPr>
            <a:xfrm>
              <a:off x="2567832" y="4494017"/>
              <a:ext cx="86820" cy="106228"/>
            </a:xfrm>
            <a:custGeom>
              <a:rect b="b" l="l" r="r" t="t"/>
              <a:pathLst>
                <a:path extrusionOk="0" h="2069" w="1691">
                  <a:moveTo>
                    <a:pt x="1500" y="1"/>
                  </a:moveTo>
                  <a:lnTo>
                    <a:pt x="512" y="132"/>
                  </a:lnTo>
                  <a:cubicBezTo>
                    <a:pt x="500" y="441"/>
                    <a:pt x="464" y="751"/>
                    <a:pt x="393" y="1049"/>
                  </a:cubicBezTo>
                  <a:cubicBezTo>
                    <a:pt x="286" y="1477"/>
                    <a:pt x="0" y="1799"/>
                    <a:pt x="131" y="1954"/>
                  </a:cubicBezTo>
                  <a:cubicBezTo>
                    <a:pt x="202" y="2037"/>
                    <a:pt x="450" y="2069"/>
                    <a:pt x="706" y="2069"/>
                  </a:cubicBezTo>
                  <a:cubicBezTo>
                    <a:pt x="924" y="2069"/>
                    <a:pt x="1148" y="2046"/>
                    <a:pt x="1274" y="2013"/>
                  </a:cubicBezTo>
                  <a:cubicBezTo>
                    <a:pt x="1536" y="1930"/>
                    <a:pt x="1691" y="1692"/>
                    <a:pt x="1691" y="1299"/>
                  </a:cubicBezTo>
                  <a:cubicBezTo>
                    <a:pt x="1691" y="894"/>
                    <a:pt x="1500" y="1"/>
                    <a:pt x="1500"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26"/>
            <p:cNvSpPr/>
            <p:nvPr/>
          </p:nvSpPr>
          <p:spPr>
            <a:xfrm>
              <a:off x="2569013" y="4539302"/>
              <a:ext cx="85639" cy="61149"/>
            </a:xfrm>
            <a:custGeom>
              <a:rect b="b" l="l" r="r" t="t"/>
              <a:pathLst>
                <a:path extrusionOk="0" h="1191" w="1668">
                  <a:moveTo>
                    <a:pt x="1632" y="0"/>
                  </a:moveTo>
                  <a:cubicBezTo>
                    <a:pt x="1573" y="226"/>
                    <a:pt x="1370" y="381"/>
                    <a:pt x="1144" y="417"/>
                  </a:cubicBezTo>
                  <a:cubicBezTo>
                    <a:pt x="948" y="445"/>
                    <a:pt x="790" y="454"/>
                    <a:pt x="665" y="454"/>
                  </a:cubicBezTo>
                  <a:cubicBezTo>
                    <a:pt x="471" y="454"/>
                    <a:pt x="356" y="431"/>
                    <a:pt x="299" y="417"/>
                  </a:cubicBezTo>
                  <a:cubicBezTo>
                    <a:pt x="168" y="714"/>
                    <a:pt x="1" y="953"/>
                    <a:pt x="108" y="1072"/>
                  </a:cubicBezTo>
                  <a:cubicBezTo>
                    <a:pt x="177" y="1159"/>
                    <a:pt x="413" y="1191"/>
                    <a:pt x="662" y="1191"/>
                  </a:cubicBezTo>
                  <a:cubicBezTo>
                    <a:pt x="887" y="1191"/>
                    <a:pt x="1121" y="1165"/>
                    <a:pt x="1251" y="1131"/>
                  </a:cubicBezTo>
                  <a:cubicBezTo>
                    <a:pt x="1513" y="1048"/>
                    <a:pt x="1668" y="810"/>
                    <a:pt x="1668" y="417"/>
                  </a:cubicBezTo>
                  <a:cubicBezTo>
                    <a:pt x="1668" y="274"/>
                    <a:pt x="1656" y="131"/>
                    <a:pt x="1632"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26"/>
            <p:cNvSpPr/>
            <p:nvPr/>
          </p:nvSpPr>
          <p:spPr>
            <a:xfrm>
              <a:off x="2696806" y="4494017"/>
              <a:ext cx="86820" cy="106228"/>
            </a:xfrm>
            <a:custGeom>
              <a:rect b="b" l="l" r="r" t="t"/>
              <a:pathLst>
                <a:path extrusionOk="0" h="2069" w="1691">
                  <a:moveTo>
                    <a:pt x="191" y="1"/>
                  </a:moveTo>
                  <a:cubicBezTo>
                    <a:pt x="191" y="1"/>
                    <a:pt x="0" y="894"/>
                    <a:pt x="0" y="1299"/>
                  </a:cubicBezTo>
                  <a:cubicBezTo>
                    <a:pt x="0" y="1692"/>
                    <a:pt x="155" y="1930"/>
                    <a:pt x="417" y="2013"/>
                  </a:cubicBezTo>
                  <a:cubicBezTo>
                    <a:pt x="543" y="2046"/>
                    <a:pt x="767" y="2069"/>
                    <a:pt x="985" y="2069"/>
                  </a:cubicBezTo>
                  <a:cubicBezTo>
                    <a:pt x="1241" y="2069"/>
                    <a:pt x="1489" y="2037"/>
                    <a:pt x="1560" y="1954"/>
                  </a:cubicBezTo>
                  <a:cubicBezTo>
                    <a:pt x="1691" y="1799"/>
                    <a:pt x="1405" y="1477"/>
                    <a:pt x="1298" y="1049"/>
                  </a:cubicBezTo>
                  <a:cubicBezTo>
                    <a:pt x="1227" y="751"/>
                    <a:pt x="1191" y="441"/>
                    <a:pt x="1179" y="132"/>
                  </a:cubicBezTo>
                  <a:lnTo>
                    <a:pt x="191"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26"/>
            <p:cNvSpPr/>
            <p:nvPr/>
          </p:nvSpPr>
          <p:spPr>
            <a:xfrm>
              <a:off x="2696806" y="4539302"/>
              <a:ext cx="85639" cy="61149"/>
            </a:xfrm>
            <a:custGeom>
              <a:rect b="b" l="l" r="r" t="t"/>
              <a:pathLst>
                <a:path extrusionOk="0" h="1191" w="1668">
                  <a:moveTo>
                    <a:pt x="36" y="0"/>
                  </a:moveTo>
                  <a:cubicBezTo>
                    <a:pt x="12" y="131"/>
                    <a:pt x="0" y="274"/>
                    <a:pt x="0" y="417"/>
                  </a:cubicBezTo>
                  <a:cubicBezTo>
                    <a:pt x="0" y="810"/>
                    <a:pt x="155" y="1048"/>
                    <a:pt x="417" y="1131"/>
                  </a:cubicBezTo>
                  <a:cubicBezTo>
                    <a:pt x="547" y="1165"/>
                    <a:pt x="782" y="1191"/>
                    <a:pt x="1006" y="1191"/>
                  </a:cubicBezTo>
                  <a:cubicBezTo>
                    <a:pt x="1255" y="1191"/>
                    <a:pt x="1491" y="1159"/>
                    <a:pt x="1560" y="1072"/>
                  </a:cubicBezTo>
                  <a:cubicBezTo>
                    <a:pt x="1667" y="953"/>
                    <a:pt x="1501" y="714"/>
                    <a:pt x="1370" y="417"/>
                  </a:cubicBezTo>
                  <a:cubicBezTo>
                    <a:pt x="1312" y="431"/>
                    <a:pt x="1197" y="454"/>
                    <a:pt x="1003" y="454"/>
                  </a:cubicBezTo>
                  <a:cubicBezTo>
                    <a:pt x="878" y="454"/>
                    <a:pt x="720" y="445"/>
                    <a:pt x="524" y="417"/>
                  </a:cubicBezTo>
                  <a:cubicBezTo>
                    <a:pt x="298" y="381"/>
                    <a:pt x="96" y="226"/>
                    <a:pt x="3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26"/>
            <p:cNvSpPr/>
            <p:nvPr/>
          </p:nvSpPr>
          <p:spPr>
            <a:xfrm>
              <a:off x="2356914" y="3717092"/>
              <a:ext cx="557528" cy="289161"/>
            </a:xfrm>
            <a:custGeom>
              <a:rect b="b" l="l" r="r" t="t"/>
              <a:pathLst>
                <a:path extrusionOk="0" h="5632" w="10859">
                  <a:moveTo>
                    <a:pt x="6656" y="0"/>
                  </a:moveTo>
                  <a:lnTo>
                    <a:pt x="4703" y="107"/>
                  </a:lnTo>
                  <a:cubicBezTo>
                    <a:pt x="4703" y="107"/>
                    <a:pt x="3072" y="607"/>
                    <a:pt x="2917" y="810"/>
                  </a:cubicBezTo>
                  <a:cubicBezTo>
                    <a:pt x="2763" y="1000"/>
                    <a:pt x="679" y="3929"/>
                    <a:pt x="381" y="4263"/>
                  </a:cubicBezTo>
                  <a:cubicBezTo>
                    <a:pt x="72" y="4584"/>
                    <a:pt x="0" y="4965"/>
                    <a:pt x="24" y="5120"/>
                  </a:cubicBezTo>
                  <a:cubicBezTo>
                    <a:pt x="48" y="5275"/>
                    <a:pt x="262" y="5632"/>
                    <a:pt x="262" y="5632"/>
                  </a:cubicBezTo>
                  <a:lnTo>
                    <a:pt x="1167" y="5632"/>
                  </a:lnTo>
                  <a:lnTo>
                    <a:pt x="1798" y="4679"/>
                  </a:lnTo>
                  <a:lnTo>
                    <a:pt x="3370" y="3024"/>
                  </a:lnTo>
                  <a:lnTo>
                    <a:pt x="4001" y="5584"/>
                  </a:lnTo>
                  <a:lnTo>
                    <a:pt x="7597" y="5584"/>
                  </a:lnTo>
                  <a:lnTo>
                    <a:pt x="8132" y="2929"/>
                  </a:lnTo>
                  <a:cubicBezTo>
                    <a:pt x="8132" y="2929"/>
                    <a:pt x="9264" y="4858"/>
                    <a:pt x="9287" y="4917"/>
                  </a:cubicBezTo>
                  <a:cubicBezTo>
                    <a:pt x="9310" y="4986"/>
                    <a:pt x="9607" y="5516"/>
                    <a:pt x="10169" y="5516"/>
                  </a:cubicBezTo>
                  <a:cubicBezTo>
                    <a:pt x="10192" y="5516"/>
                    <a:pt x="10216" y="5515"/>
                    <a:pt x="10240" y="5513"/>
                  </a:cubicBezTo>
                  <a:cubicBezTo>
                    <a:pt x="10859" y="5465"/>
                    <a:pt x="10776" y="4655"/>
                    <a:pt x="10490" y="3977"/>
                  </a:cubicBezTo>
                  <a:cubicBezTo>
                    <a:pt x="10204" y="3298"/>
                    <a:pt x="9085" y="1000"/>
                    <a:pt x="8752" y="691"/>
                  </a:cubicBezTo>
                  <a:cubicBezTo>
                    <a:pt x="8430" y="393"/>
                    <a:pt x="6656" y="0"/>
                    <a:pt x="665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26"/>
            <p:cNvSpPr/>
            <p:nvPr/>
          </p:nvSpPr>
          <p:spPr>
            <a:xfrm>
              <a:off x="2810480" y="3933966"/>
              <a:ext cx="119269" cy="69466"/>
            </a:xfrm>
            <a:custGeom>
              <a:rect b="b" l="l" r="r" t="t"/>
              <a:pathLst>
                <a:path extrusionOk="0" h="1353" w="2323">
                  <a:moveTo>
                    <a:pt x="1524" y="1"/>
                  </a:moveTo>
                  <a:cubicBezTo>
                    <a:pt x="1229" y="1"/>
                    <a:pt x="807" y="58"/>
                    <a:pt x="477" y="265"/>
                  </a:cubicBezTo>
                  <a:cubicBezTo>
                    <a:pt x="1" y="562"/>
                    <a:pt x="287" y="598"/>
                    <a:pt x="287" y="598"/>
                  </a:cubicBezTo>
                  <a:cubicBezTo>
                    <a:pt x="334" y="693"/>
                    <a:pt x="418" y="765"/>
                    <a:pt x="513" y="812"/>
                  </a:cubicBezTo>
                  <a:cubicBezTo>
                    <a:pt x="846" y="1015"/>
                    <a:pt x="1215" y="1182"/>
                    <a:pt x="1584" y="1289"/>
                  </a:cubicBezTo>
                  <a:cubicBezTo>
                    <a:pt x="1750" y="1333"/>
                    <a:pt x="1850" y="1353"/>
                    <a:pt x="1917" y="1353"/>
                  </a:cubicBezTo>
                  <a:cubicBezTo>
                    <a:pt x="2029" y="1353"/>
                    <a:pt x="2050" y="1299"/>
                    <a:pt x="2132" y="1217"/>
                  </a:cubicBezTo>
                  <a:cubicBezTo>
                    <a:pt x="2263" y="1086"/>
                    <a:pt x="2323" y="812"/>
                    <a:pt x="2192" y="503"/>
                  </a:cubicBezTo>
                  <a:cubicBezTo>
                    <a:pt x="2073" y="205"/>
                    <a:pt x="2037" y="62"/>
                    <a:pt x="1823" y="27"/>
                  </a:cubicBezTo>
                  <a:cubicBezTo>
                    <a:pt x="1760" y="12"/>
                    <a:pt x="1655" y="1"/>
                    <a:pt x="152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26"/>
            <p:cNvSpPr/>
            <p:nvPr/>
          </p:nvSpPr>
          <p:spPr>
            <a:xfrm>
              <a:off x="2817206" y="3949882"/>
              <a:ext cx="104585" cy="66797"/>
            </a:xfrm>
            <a:custGeom>
              <a:rect b="b" l="l" r="r" t="t"/>
              <a:pathLst>
                <a:path extrusionOk="0" h="1301" w="2037">
                  <a:moveTo>
                    <a:pt x="1390" y="1"/>
                  </a:moveTo>
                  <a:cubicBezTo>
                    <a:pt x="1352" y="1"/>
                    <a:pt x="1313" y="5"/>
                    <a:pt x="1275" y="14"/>
                  </a:cubicBezTo>
                  <a:cubicBezTo>
                    <a:pt x="989" y="86"/>
                    <a:pt x="203" y="348"/>
                    <a:pt x="203" y="348"/>
                  </a:cubicBezTo>
                  <a:lnTo>
                    <a:pt x="1" y="800"/>
                  </a:lnTo>
                  <a:cubicBezTo>
                    <a:pt x="1" y="800"/>
                    <a:pt x="370" y="991"/>
                    <a:pt x="572" y="1122"/>
                  </a:cubicBezTo>
                  <a:cubicBezTo>
                    <a:pt x="789" y="1243"/>
                    <a:pt x="1030" y="1301"/>
                    <a:pt x="1274" y="1301"/>
                  </a:cubicBezTo>
                  <a:cubicBezTo>
                    <a:pt x="1365" y="1301"/>
                    <a:pt x="1457" y="1293"/>
                    <a:pt x="1549" y="1276"/>
                  </a:cubicBezTo>
                  <a:cubicBezTo>
                    <a:pt x="1918" y="1193"/>
                    <a:pt x="2037" y="860"/>
                    <a:pt x="1953" y="514"/>
                  </a:cubicBezTo>
                  <a:cubicBezTo>
                    <a:pt x="1891" y="203"/>
                    <a:pt x="1648" y="1"/>
                    <a:pt x="1390"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26"/>
            <p:cNvSpPr/>
            <p:nvPr/>
          </p:nvSpPr>
          <p:spPr>
            <a:xfrm>
              <a:off x="2733465" y="3965285"/>
              <a:ext cx="118036" cy="38147"/>
            </a:xfrm>
            <a:custGeom>
              <a:rect b="b" l="l" r="r" t="t"/>
              <a:pathLst>
                <a:path extrusionOk="0" h="743" w="2299">
                  <a:moveTo>
                    <a:pt x="1013" y="0"/>
                  </a:moveTo>
                  <a:cubicBezTo>
                    <a:pt x="1013" y="0"/>
                    <a:pt x="787" y="95"/>
                    <a:pt x="739" y="119"/>
                  </a:cubicBezTo>
                  <a:cubicBezTo>
                    <a:pt x="703" y="155"/>
                    <a:pt x="477" y="393"/>
                    <a:pt x="334" y="441"/>
                  </a:cubicBezTo>
                  <a:cubicBezTo>
                    <a:pt x="203" y="500"/>
                    <a:pt x="1" y="500"/>
                    <a:pt x="155" y="655"/>
                  </a:cubicBezTo>
                  <a:cubicBezTo>
                    <a:pt x="211" y="710"/>
                    <a:pt x="271" y="731"/>
                    <a:pt x="329" y="731"/>
                  </a:cubicBezTo>
                  <a:cubicBezTo>
                    <a:pt x="434" y="731"/>
                    <a:pt x="535" y="665"/>
                    <a:pt x="596" y="619"/>
                  </a:cubicBezTo>
                  <a:cubicBezTo>
                    <a:pt x="679" y="560"/>
                    <a:pt x="763" y="512"/>
                    <a:pt x="870" y="488"/>
                  </a:cubicBezTo>
                  <a:cubicBezTo>
                    <a:pt x="941" y="500"/>
                    <a:pt x="1025" y="512"/>
                    <a:pt x="1108" y="524"/>
                  </a:cubicBezTo>
                  <a:cubicBezTo>
                    <a:pt x="1144" y="536"/>
                    <a:pt x="1727" y="679"/>
                    <a:pt x="1870" y="714"/>
                  </a:cubicBezTo>
                  <a:cubicBezTo>
                    <a:pt x="1927" y="729"/>
                    <a:pt x="1974" y="743"/>
                    <a:pt x="2017" y="743"/>
                  </a:cubicBezTo>
                  <a:cubicBezTo>
                    <a:pt x="2083" y="743"/>
                    <a:pt x="2139" y="710"/>
                    <a:pt x="2203" y="595"/>
                  </a:cubicBezTo>
                  <a:cubicBezTo>
                    <a:pt x="2299" y="417"/>
                    <a:pt x="2144" y="155"/>
                    <a:pt x="2025" y="72"/>
                  </a:cubicBezTo>
                  <a:cubicBezTo>
                    <a:pt x="1906" y="0"/>
                    <a:pt x="1013" y="0"/>
                    <a:pt x="1013"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26"/>
            <p:cNvSpPr/>
            <p:nvPr/>
          </p:nvSpPr>
          <p:spPr>
            <a:xfrm>
              <a:off x="2779777" y="3956711"/>
              <a:ext cx="19767" cy="42460"/>
            </a:xfrm>
            <a:custGeom>
              <a:rect b="b" l="l" r="r" t="t"/>
              <a:pathLst>
                <a:path extrusionOk="0" h="827" w="385">
                  <a:moveTo>
                    <a:pt x="185" y="0"/>
                  </a:moveTo>
                  <a:cubicBezTo>
                    <a:pt x="131" y="0"/>
                    <a:pt x="87" y="14"/>
                    <a:pt x="87" y="60"/>
                  </a:cubicBezTo>
                  <a:cubicBezTo>
                    <a:pt x="87" y="162"/>
                    <a:pt x="0" y="827"/>
                    <a:pt x="168" y="827"/>
                  </a:cubicBezTo>
                  <a:cubicBezTo>
                    <a:pt x="176" y="827"/>
                    <a:pt x="185" y="825"/>
                    <a:pt x="194" y="822"/>
                  </a:cubicBezTo>
                  <a:cubicBezTo>
                    <a:pt x="385" y="750"/>
                    <a:pt x="385" y="36"/>
                    <a:pt x="385" y="36"/>
                  </a:cubicBezTo>
                  <a:cubicBezTo>
                    <a:pt x="385" y="36"/>
                    <a:pt x="272" y="0"/>
                    <a:pt x="18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26"/>
            <p:cNvSpPr/>
            <p:nvPr/>
          </p:nvSpPr>
          <p:spPr>
            <a:xfrm>
              <a:off x="2790918" y="3955273"/>
              <a:ext cx="22796" cy="43692"/>
            </a:xfrm>
            <a:custGeom>
              <a:rect b="b" l="l" r="r" t="t"/>
              <a:pathLst>
                <a:path extrusionOk="0" h="851" w="444">
                  <a:moveTo>
                    <a:pt x="306" y="1"/>
                  </a:moveTo>
                  <a:cubicBezTo>
                    <a:pt x="253" y="1"/>
                    <a:pt x="198" y="24"/>
                    <a:pt x="168" y="64"/>
                  </a:cubicBezTo>
                  <a:cubicBezTo>
                    <a:pt x="168" y="64"/>
                    <a:pt x="1" y="826"/>
                    <a:pt x="132" y="850"/>
                  </a:cubicBezTo>
                  <a:cubicBezTo>
                    <a:pt x="135" y="850"/>
                    <a:pt x="137" y="851"/>
                    <a:pt x="140" y="851"/>
                  </a:cubicBezTo>
                  <a:cubicBezTo>
                    <a:pt x="269" y="851"/>
                    <a:pt x="418" y="322"/>
                    <a:pt x="430" y="147"/>
                  </a:cubicBezTo>
                  <a:cubicBezTo>
                    <a:pt x="443" y="44"/>
                    <a:pt x="377" y="1"/>
                    <a:pt x="306"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26"/>
            <p:cNvSpPr/>
            <p:nvPr/>
          </p:nvSpPr>
          <p:spPr>
            <a:xfrm>
              <a:off x="2804986" y="3960048"/>
              <a:ext cx="23053" cy="43795"/>
            </a:xfrm>
            <a:custGeom>
              <a:rect b="b" l="l" r="r" t="t"/>
              <a:pathLst>
                <a:path extrusionOk="0" h="853" w="449">
                  <a:moveTo>
                    <a:pt x="303" y="1"/>
                  </a:moveTo>
                  <a:cubicBezTo>
                    <a:pt x="253" y="1"/>
                    <a:pt x="203" y="21"/>
                    <a:pt x="179" y="54"/>
                  </a:cubicBezTo>
                  <a:lnTo>
                    <a:pt x="179" y="66"/>
                  </a:lnTo>
                  <a:cubicBezTo>
                    <a:pt x="179" y="66"/>
                    <a:pt x="1" y="828"/>
                    <a:pt x="132" y="852"/>
                  </a:cubicBezTo>
                  <a:cubicBezTo>
                    <a:pt x="134" y="853"/>
                    <a:pt x="137" y="853"/>
                    <a:pt x="140" y="853"/>
                  </a:cubicBezTo>
                  <a:cubicBezTo>
                    <a:pt x="269" y="853"/>
                    <a:pt x="418" y="324"/>
                    <a:pt x="441" y="150"/>
                  </a:cubicBezTo>
                  <a:cubicBezTo>
                    <a:pt x="448" y="44"/>
                    <a:pt x="376" y="1"/>
                    <a:pt x="30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26"/>
            <p:cNvSpPr/>
            <p:nvPr/>
          </p:nvSpPr>
          <p:spPr>
            <a:xfrm>
              <a:off x="2820286" y="3970163"/>
              <a:ext cx="23361" cy="33681"/>
            </a:xfrm>
            <a:custGeom>
              <a:rect b="b" l="l" r="r" t="t"/>
              <a:pathLst>
                <a:path extrusionOk="0" h="656" w="455">
                  <a:moveTo>
                    <a:pt x="313" y="0"/>
                  </a:moveTo>
                  <a:cubicBezTo>
                    <a:pt x="260" y="0"/>
                    <a:pt x="204" y="18"/>
                    <a:pt x="179" y="48"/>
                  </a:cubicBezTo>
                  <a:cubicBezTo>
                    <a:pt x="179" y="48"/>
                    <a:pt x="0" y="643"/>
                    <a:pt x="131" y="655"/>
                  </a:cubicBezTo>
                  <a:cubicBezTo>
                    <a:pt x="133" y="655"/>
                    <a:pt x="135" y="655"/>
                    <a:pt x="137" y="655"/>
                  </a:cubicBezTo>
                  <a:cubicBezTo>
                    <a:pt x="267" y="655"/>
                    <a:pt x="417" y="248"/>
                    <a:pt x="441" y="107"/>
                  </a:cubicBezTo>
                  <a:cubicBezTo>
                    <a:pt x="455" y="32"/>
                    <a:pt x="386" y="0"/>
                    <a:pt x="313"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26"/>
            <p:cNvSpPr/>
            <p:nvPr/>
          </p:nvSpPr>
          <p:spPr>
            <a:xfrm>
              <a:off x="2361792" y="3912556"/>
              <a:ext cx="95446" cy="71109"/>
            </a:xfrm>
            <a:custGeom>
              <a:rect b="b" l="l" r="r" t="t"/>
              <a:pathLst>
                <a:path extrusionOk="0" h="1385" w="1859">
                  <a:moveTo>
                    <a:pt x="833" y="0"/>
                  </a:moveTo>
                  <a:cubicBezTo>
                    <a:pt x="796" y="0"/>
                    <a:pt x="764" y="5"/>
                    <a:pt x="739" y="15"/>
                  </a:cubicBezTo>
                  <a:cubicBezTo>
                    <a:pt x="560" y="86"/>
                    <a:pt x="263" y="146"/>
                    <a:pt x="155" y="325"/>
                  </a:cubicBezTo>
                  <a:cubicBezTo>
                    <a:pt x="84" y="503"/>
                    <a:pt x="25" y="694"/>
                    <a:pt x="1" y="884"/>
                  </a:cubicBezTo>
                  <a:cubicBezTo>
                    <a:pt x="126" y="878"/>
                    <a:pt x="254" y="875"/>
                    <a:pt x="383" y="875"/>
                  </a:cubicBezTo>
                  <a:cubicBezTo>
                    <a:pt x="513" y="875"/>
                    <a:pt x="644" y="878"/>
                    <a:pt x="775" y="884"/>
                  </a:cubicBezTo>
                  <a:cubicBezTo>
                    <a:pt x="1048" y="920"/>
                    <a:pt x="1334" y="1384"/>
                    <a:pt x="1382" y="1384"/>
                  </a:cubicBezTo>
                  <a:cubicBezTo>
                    <a:pt x="1418" y="1384"/>
                    <a:pt x="1727" y="1206"/>
                    <a:pt x="1799" y="1003"/>
                  </a:cubicBezTo>
                  <a:cubicBezTo>
                    <a:pt x="1858" y="777"/>
                    <a:pt x="1787" y="527"/>
                    <a:pt x="1632" y="348"/>
                  </a:cubicBezTo>
                  <a:cubicBezTo>
                    <a:pt x="1478" y="174"/>
                    <a:pt x="1061" y="0"/>
                    <a:pt x="833"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26"/>
            <p:cNvSpPr/>
            <p:nvPr/>
          </p:nvSpPr>
          <p:spPr>
            <a:xfrm>
              <a:off x="2354450" y="3930988"/>
              <a:ext cx="85023" cy="78246"/>
            </a:xfrm>
            <a:custGeom>
              <a:rect b="b" l="l" r="r" t="t"/>
              <a:pathLst>
                <a:path extrusionOk="0" h="1524" w="1656">
                  <a:moveTo>
                    <a:pt x="889" y="1"/>
                  </a:moveTo>
                  <a:cubicBezTo>
                    <a:pt x="555" y="1"/>
                    <a:pt x="248" y="201"/>
                    <a:pt x="144" y="525"/>
                  </a:cubicBezTo>
                  <a:lnTo>
                    <a:pt x="132" y="525"/>
                  </a:lnTo>
                  <a:cubicBezTo>
                    <a:pt x="1" y="811"/>
                    <a:pt x="179" y="1394"/>
                    <a:pt x="310" y="1478"/>
                  </a:cubicBezTo>
                  <a:cubicBezTo>
                    <a:pt x="364" y="1512"/>
                    <a:pt x="524" y="1524"/>
                    <a:pt x="702" y="1524"/>
                  </a:cubicBezTo>
                  <a:cubicBezTo>
                    <a:pt x="960" y="1524"/>
                    <a:pt x="1257" y="1499"/>
                    <a:pt x="1334" y="1478"/>
                  </a:cubicBezTo>
                  <a:cubicBezTo>
                    <a:pt x="1477" y="1430"/>
                    <a:pt x="1656" y="894"/>
                    <a:pt x="1656" y="751"/>
                  </a:cubicBezTo>
                  <a:cubicBezTo>
                    <a:pt x="1656" y="620"/>
                    <a:pt x="1549" y="1"/>
                    <a:pt x="918" y="1"/>
                  </a:cubicBezTo>
                  <a:cubicBezTo>
                    <a:pt x="908" y="1"/>
                    <a:pt x="898" y="1"/>
                    <a:pt x="88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26"/>
            <p:cNvSpPr/>
            <p:nvPr/>
          </p:nvSpPr>
          <p:spPr>
            <a:xfrm>
              <a:off x="2435777" y="3991573"/>
              <a:ext cx="50162" cy="22642"/>
            </a:xfrm>
            <a:custGeom>
              <a:rect b="b" l="l" r="r" t="t"/>
              <a:pathLst>
                <a:path extrusionOk="0" h="441" w="977">
                  <a:moveTo>
                    <a:pt x="24" y="0"/>
                  </a:moveTo>
                  <a:lnTo>
                    <a:pt x="24" y="12"/>
                  </a:lnTo>
                  <a:lnTo>
                    <a:pt x="0" y="345"/>
                  </a:lnTo>
                  <a:cubicBezTo>
                    <a:pt x="72" y="381"/>
                    <a:pt x="167" y="405"/>
                    <a:pt x="250" y="429"/>
                  </a:cubicBezTo>
                  <a:cubicBezTo>
                    <a:pt x="310" y="437"/>
                    <a:pt x="368" y="441"/>
                    <a:pt x="426" y="441"/>
                  </a:cubicBezTo>
                  <a:cubicBezTo>
                    <a:pt x="541" y="441"/>
                    <a:pt x="655" y="425"/>
                    <a:pt x="774" y="393"/>
                  </a:cubicBezTo>
                  <a:cubicBezTo>
                    <a:pt x="977" y="322"/>
                    <a:pt x="786" y="250"/>
                    <a:pt x="477" y="191"/>
                  </a:cubicBezTo>
                  <a:cubicBezTo>
                    <a:pt x="310" y="167"/>
                    <a:pt x="155" y="107"/>
                    <a:pt x="24"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26"/>
            <p:cNvSpPr/>
            <p:nvPr/>
          </p:nvSpPr>
          <p:spPr>
            <a:xfrm>
              <a:off x="2410722" y="3972011"/>
              <a:ext cx="32448" cy="42820"/>
            </a:xfrm>
            <a:custGeom>
              <a:rect b="b" l="l" r="r" t="t"/>
              <a:pathLst>
                <a:path extrusionOk="0" h="834" w="632">
                  <a:moveTo>
                    <a:pt x="48" y="0"/>
                  </a:moveTo>
                  <a:lnTo>
                    <a:pt x="0" y="833"/>
                  </a:lnTo>
                  <a:lnTo>
                    <a:pt x="631" y="833"/>
                  </a:lnTo>
                  <a:cubicBezTo>
                    <a:pt x="619" y="679"/>
                    <a:pt x="584" y="524"/>
                    <a:pt x="512" y="381"/>
                  </a:cubicBezTo>
                  <a:cubicBezTo>
                    <a:pt x="393" y="167"/>
                    <a:pt x="48" y="0"/>
                    <a:pt x="4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26"/>
            <p:cNvSpPr/>
            <p:nvPr/>
          </p:nvSpPr>
          <p:spPr>
            <a:xfrm>
              <a:off x="2348956" y="3963693"/>
              <a:ext cx="72804" cy="54680"/>
            </a:xfrm>
            <a:custGeom>
              <a:rect b="b" l="l" r="r" t="t"/>
              <a:pathLst>
                <a:path extrusionOk="0" h="1065" w="1418">
                  <a:moveTo>
                    <a:pt x="1004" y="1"/>
                  </a:moveTo>
                  <a:cubicBezTo>
                    <a:pt x="951" y="1"/>
                    <a:pt x="896" y="13"/>
                    <a:pt x="870" y="55"/>
                  </a:cubicBezTo>
                  <a:cubicBezTo>
                    <a:pt x="810" y="162"/>
                    <a:pt x="36" y="507"/>
                    <a:pt x="24" y="662"/>
                  </a:cubicBezTo>
                  <a:cubicBezTo>
                    <a:pt x="1" y="805"/>
                    <a:pt x="1" y="1019"/>
                    <a:pt x="155" y="1043"/>
                  </a:cubicBezTo>
                  <a:cubicBezTo>
                    <a:pt x="220" y="1058"/>
                    <a:pt x="436" y="1065"/>
                    <a:pt x="667" y="1065"/>
                  </a:cubicBezTo>
                  <a:cubicBezTo>
                    <a:pt x="989" y="1065"/>
                    <a:pt x="1342" y="1052"/>
                    <a:pt x="1370" y="1031"/>
                  </a:cubicBezTo>
                  <a:cubicBezTo>
                    <a:pt x="1418" y="1007"/>
                    <a:pt x="1251" y="222"/>
                    <a:pt x="1251" y="162"/>
                  </a:cubicBezTo>
                  <a:cubicBezTo>
                    <a:pt x="1251" y="103"/>
                    <a:pt x="1215" y="7"/>
                    <a:pt x="1132" y="7"/>
                  </a:cubicBezTo>
                  <a:lnTo>
                    <a:pt x="1132" y="19"/>
                  </a:lnTo>
                  <a:cubicBezTo>
                    <a:pt x="1132" y="19"/>
                    <a:pt x="1069" y="1"/>
                    <a:pt x="1004"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26"/>
            <p:cNvSpPr/>
            <p:nvPr/>
          </p:nvSpPr>
          <p:spPr>
            <a:xfrm>
              <a:off x="2393573" y="3970163"/>
              <a:ext cx="7393" cy="44668"/>
            </a:xfrm>
            <a:custGeom>
              <a:rect b="b" l="l" r="r" t="t"/>
              <a:pathLst>
                <a:path extrusionOk="0" fill="none" h="870" w="144">
                  <a:moveTo>
                    <a:pt x="1" y="0"/>
                  </a:moveTo>
                  <a:lnTo>
                    <a:pt x="144" y="86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26"/>
            <p:cNvSpPr/>
            <p:nvPr/>
          </p:nvSpPr>
          <p:spPr>
            <a:xfrm>
              <a:off x="2374012" y="3980534"/>
              <a:ext cx="8626" cy="36145"/>
            </a:xfrm>
            <a:custGeom>
              <a:rect b="b" l="l" r="r" t="t"/>
              <a:pathLst>
                <a:path extrusionOk="0" fill="none" h="704" w="168">
                  <a:moveTo>
                    <a:pt x="1" y="1"/>
                  </a:moveTo>
                  <a:lnTo>
                    <a:pt x="168" y="70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26"/>
            <p:cNvSpPr/>
            <p:nvPr/>
          </p:nvSpPr>
          <p:spPr>
            <a:xfrm>
              <a:off x="2359943" y="3987876"/>
              <a:ext cx="6777" cy="25723"/>
            </a:xfrm>
            <a:custGeom>
              <a:rect b="b" l="l" r="r" t="t"/>
              <a:pathLst>
                <a:path extrusionOk="0" fill="none" h="501" w="132">
                  <a:moveTo>
                    <a:pt x="1" y="1"/>
                  </a:moveTo>
                  <a:lnTo>
                    <a:pt x="132" y="50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26"/>
            <p:cNvSpPr/>
            <p:nvPr/>
          </p:nvSpPr>
          <p:spPr>
            <a:xfrm>
              <a:off x="2540312" y="3468180"/>
              <a:ext cx="243928" cy="273964"/>
            </a:xfrm>
            <a:custGeom>
              <a:rect b="b" l="l" r="r" t="t"/>
              <a:pathLst>
                <a:path extrusionOk="0" h="5336" w="4751">
                  <a:moveTo>
                    <a:pt x="2569" y="0"/>
                  </a:moveTo>
                  <a:cubicBezTo>
                    <a:pt x="1804" y="0"/>
                    <a:pt x="785" y="409"/>
                    <a:pt x="477" y="1824"/>
                  </a:cubicBezTo>
                  <a:lnTo>
                    <a:pt x="488" y="1824"/>
                  </a:lnTo>
                  <a:cubicBezTo>
                    <a:pt x="488" y="1824"/>
                    <a:pt x="0" y="3515"/>
                    <a:pt x="36" y="4039"/>
                  </a:cubicBezTo>
                  <a:cubicBezTo>
                    <a:pt x="72" y="4562"/>
                    <a:pt x="1512" y="5193"/>
                    <a:pt x="2405" y="5324"/>
                  </a:cubicBezTo>
                  <a:cubicBezTo>
                    <a:pt x="2458" y="5332"/>
                    <a:pt x="2511" y="5336"/>
                    <a:pt x="2565" y="5336"/>
                  </a:cubicBezTo>
                  <a:cubicBezTo>
                    <a:pt x="3451" y="5336"/>
                    <a:pt x="4566" y="4375"/>
                    <a:pt x="4656" y="4039"/>
                  </a:cubicBezTo>
                  <a:cubicBezTo>
                    <a:pt x="4751" y="3681"/>
                    <a:pt x="4727" y="2657"/>
                    <a:pt x="4406" y="1955"/>
                  </a:cubicBezTo>
                  <a:cubicBezTo>
                    <a:pt x="4084" y="1252"/>
                    <a:pt x="3441" y="38"/>
                    <a:pt x="2667" y="2"/>
                  </a:cubicBezTo>
                  <a:cubicBezTo>
                    <a:pt x="2635" y="1"/>
                    <a:pt x="2603" y="0"/>
                    <a:pt x="2569"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26"/>
            <p:cNvSpPr/>
            <p:nvPr/>
          </p:nvSpPr>
          <p:spPr>
            <a:xfrm>
              <a:off x="2592888" y="3699943"/>
              <a:ext cx="136982" cy="112543"/>
            </a:xfrm>
            <a:custGeom>
              <a:rect b="b" l="l" r="r" t="t"/>
              <a:pathLst>
                <a:path extrusionOk="0" h="2192" w="2668">
                  <a:moveTo>
                    <a:pt x="917" y="1"/>
                  </a:moveTo>
                  <a:cubicBezTo>
                    <a:pt x="917" y="1"/>
                    <a:pt x="262" y="96"/>
                    <a:pt x="262" y="179"/>
                  </a:cubicBezTo>
                  <a:cubicBezTo>
                    <a:pt x="262" y="263"/>
                    <a:pt x="0" y="465"/>
                    <a:pt x="0" y="465"/>
                  </a:cubicBezTo>
                  <a:lnTo>
                    <a:pt x="226" y="2144"/>
                  </a:lnTo>
                  <a:lnTo>
                    <a:pt x="1512" y="1406"/>
                  </a:lnTo>
                  <a:lnTo>
                    <a:pt x="2632" y="2192"/>
                  </a:lnTo>
                  <a:lnTo>
                    <a:pt x="2667" y="548"/>
                  </a:lnTo>
                  <a:lnTo>
                    <a:pt x="201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26"/>
            <p:cNvSpPr/>
            <p:nvPr/>
          </p:nvSpPr>
          <p:spPr>
            <a:xfrm>
              <a:off x="2616711" y="3677352"/>
              <a:ext cx="91133" cy="129640"/>
            </a:xfrm>
            <a:custGeom>
              <a:rect b="b" l="l" r="r" t="t"/>
              <a:pathLst>
                <a:path extrusionOk="0" h="2525" w="1775">
                  <a:moveTo>
                    <a:pt x="60" y="0"/>
                  </a:moveTo>
                  <a:lnTo>
                    <a:pt x="1" y="1143"/>
                  </a:lnTo>
                  <a:lnTo>
                    <a:pt x="941" y="2524"/>
                  </a:lnTo>
                  <a:lnTo>
                    <a:pt x="1775" y="1143"/>
                  </a:lnTo>
                  <a:lnTo>
                    <a:pt x="1679" y="48"/>
                  </a:lnTo>
                  <a:lnTo>
                    <a:pt x="6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26"/>
            <p:cNvSpPr/>
            <p:nvPr/>
          </p:nvSpPr>
          <p:spPr>
            <a:xfrm>
              <a:off x="2599613" y="3529998"/>
              <a:ext cx="125943" cy="185860"/>
            </a:xfrm>
            <a:custGeom>
              <a:rect b="b" l="l" r="r" t="t"/>
              <a:pathLst>
                <a:path extrusionOk="0" h="3620" w="2453">
                  <a:moveTo>
                    <a:pt x="1691" y="1"/>
                  </a:moveTo>
                  <a:cubicBezTo>
                    <a:pt x="1691" y="1"/>
                    <a:pt x="1489" y="620"/>
                    <a:pt x="1096" y="834"/>
                  </a:cubicBezTo>
                  <a:cubicBezTo>
                    <a:pt x="703" y="1060"/>
                    <a:pt x="0" y="1632"/>
                    <a:pt x="0" y="1632"/>
                  </a:cubicBezTo>
                  <a:cubicBezTo>
                    <a:pt x="0" y="1632"/>
                    <a:pt x="107" y="2632"/>
                    <a:pt x="155" y="2787"/>
                  </a:cubicBezTo>
                  <a:cubicBezTo>
                    <a:pt x="203" y="2942"/>
                    <a:pt x="786" y="3394"/>
                    <a:pt x="917" y="3513"/>
                  </a:cubicBezTo>
                  <a:cubicBezTo>
                    <a:pt x="1014" y="3586"/>
                    <a:pt x="1170" y="3620"/>
                    <a:pt x="1338" y="3620"/>
                  </a:cubicBezTo>
                  <a:cubicBezTo>
                    <a:pt x="1419" y="3620"/>
                    <a:pt x="1503" y="3612"/>
                    <a:pt x="1584" y="3597"/>
                  </a:cubicBezTo>
                  <a:cubicBezTo>
                    <a:pt x="1822" y="3549"/>
                    <a:pt x="2370" y="2894"/>
                    <a:pt x="2417" y="2835"/>
                  </a:cubicBezTo>
                  <a:cubicBezTo>
                    <a:pt x="2453" y="2763"/>
                    <a:pt x="2429" y="1644"/>
                    <a:pt x="2429" y="1644"/>
                  </a:cubicBezTo>
                  <a:lnTo>
                    <a:pt x="2346" y="1453"/>
                  </a:lnTo>
                  <a:cubicBezTo>
                    <a:pt x="2251" y="1239"/>
                    <a:pt x="2131" y="1037"/>
                    <a:pt x="1977" y="858"/>
                  </a:cubicBezTo>
                  <a:cubicBezTo>
                    <a:pt x="1750" y="620"/>
                    <a:pt x="1691" y="1"/>
                    <a:pt x="169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26"/>
            <p:cNvSpPr/>
            <p:nvPr/>
          </p:nvSpPr>
          <p:spPr>
            <a:xfrm>
              <a:off x="2631395" y="3616819"/>
              <a:ext cx="8626" cy="14735"/>
            </a:xfrm>
            <a:custGeom>
              <a:rect b="b" l="l" r="r" t="t"/>
              <a:pathLst>
                <a:path extrusionOk="0" h="287" w="168">
                  <a:moveTo>
                    <a:pt x="84" y="1"/>
                  </a:moveTo>
                  <a:cubicBezTo>
                    <a:pt x="36" y="1"/>
                    <a:pt x="0" y="60"/>
                    <a:pt x="0" y="143"/>
                  </a:cubicBezTo>
                  <a:cubicBezTo>
                    <a:pt x="0" y="227"/>
                    <a:pt x="36" y="286"/>
                    <a:pt x="84" y="286"/>
                  </a:cubicBezTo>
                  <a:cubicBezTo>
                    <a:pt x="131" y="286"/>
                    <a:pt x="167" y="227"/>
                    <a:pt x="167" y="143"/>
                  </a:cubicBezTo>
                  <a:cubicBezTo>
                    <a:pt x="167" y="60"/>
                    <a:pt x="131"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26"/>
            <p:cNvSpPr/>
            <p:nvPr/>
          </p:nvSpPr>
          <p:spPr>
            <a:xfrm>
              <a:off x="2685203" y="3616819"/>
              <a:ext cx="8574" cy="14735"/>
            </a:xfrm>
            <a:custGeom>
              <a:rect b="b" l="l" r="r" t="t"/>
              <a:pathLst>
                <a:path extrusionOk="0" h="287" w="167">
                  <a:moveTo>
                    <a:pt x="83" y="1"/>
                  </a:moveTo>
                  <a:cubicBezTo>
                    <a:pt x="36" y="1"/>
                    <a:pt x="0" y="60"/>
                    <a:pt x="0" y="143"/>
                  </a:cubicBezTo>
                  <a:cubicBezTo>
                    <a:pt x="0" y="227"/>
                    <a:pt x="36" y="286"/>
                    <a:pt x="83" y="286"/>
                  </a:cubicBezTo>
                  <a:cubicBezTo>
                    <a:pt x="131" y="286"/>
                    <a:pt x="167" y="227"/>
                    <a:pt x="167" y="143"/>
                  </a:cubicBezTo>
                  <a:cubicBezTo>
                    <a:pt x="167" y="60"/>
                    <a:pt x="131" y="1"/>
                    <a:pt x="8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26"/>
            <p:cNvSpPr/>
            <p:nvPr/>
          </p:nvSpPr>
          <p:spPr>
            <a:xfrm>
              <a:off x="2653986" y="3663901"/>
              <a:ext cx="24542" cy="7393"/>
            </a:xfrm>
            <a:custGeom>
              <a:rect b="b" l="l" r="r" t="t"/>
              <a:pathLst>
                <a:path extrusionOk="0" fill="none" h="144" w="478">
                  <a:moveTo>
                    <a:pt x="1" y="0"/>
                  </a:moveTo>
                  <a:cubicBezTo>
                    <a:pt x="1" y="0"/>
                    <a:pt x="287" y="143"/>
                    <a:pt x="477"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26"/>
            <p:cNvSpPr/>
            <p:nvPr/>
          </p:nvSpPr>
          <p:spPr>
            <a:xfrm>
              <a:off x="2648492" y="3677352"/>
              <a:ext cx="34913" cy="8574"/>
            </a:xfrm>
            <a:custGeom>
              <a:rect b="b" l="l" r="r" t="t"/>
              <a:pathLst>
                <a:path extrusionOk="0" fill="none" h="167" w="680">
                  <a:moveTo>
                    <a:pt x="1" y="24"/>
                  </a:moveTo>
                  <a:cubicBezTo>
                    <a:pt x="1" y="24"/>
                    <a:pt x="417" y="167"/>
                    <a:pt x="679"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26"/>
            <p:cNvSpPr/>
            <p:nvPr/>
          </p:nvSpPr>
          <p:spPr>
            <a:xfrm>
              <a:off x="2620407" y="3601519"/>
              <a:ext cx="22026" cy="10474"/>
            </a:xfrm>
            <a:custGeom>
              <a:rect b="b" l="l" r="r" t="t"/>
              <a:pathLst>
                <a:path extrusionOk="0" fill="none" h="204" w="429">
                  <a:moveTo>
                    <a:pt x="0" y="203"/>
                  </a:moveTo>
                  <a:cubicBezTo>
                    <a:pt x="95" y="60"/>
                    <a:pt x="262" y="1"/>
                    <a:pt x="429" y="3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26"/>
            <p:cNvSpPr/>
            <p:nvPr/>
          </p:nvSpPr>
          <p:spPr>
            <a:xfrm>
              <a:off x="2683354" y="3598489"/>
              <a:ext cx="20229" cy="12271"/>
            </a:xfrm>
            <a:custGeom>
              <a:rect b="b" l="l" r="r" t="t"/>
              <a:pathLst>
                <a:path extrusionOk="0" fill="none" h="239" w="394">
                  <a:moveTo>
                    <a:pt x="0" y="119"/>
                  </a:moveTo>
                  <a:cubicBezTo>
                    <a:pt x="0" y="119"/>
                    <a:pt x="167" y="0"/>
                    <a:pt x="393" y="23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26"/>
            <p:cNvSpPr/>
            <p:nvPr/>
          </p:nvSpPr>
          <p:spPr>
            <a:xfrm>
              <a:off x="1905146" y="4204904"/>
              <a:ext cx="103969" cy="318529"/>
            </a:xfrm>
            <a:custGeom>
              <a:rect b="b" l="l" r="r" t="t"/>
              <a:pathLst>
                <a:path extrusionOk="0" h="6204" w="2025">
                  <a:moveTo>
                    <a:pt x="1215" y="0"/>
                  </a:moveTo>
                  <a:lnTo>
                    <a:pt x="1" y="2786"/>
                  </a:lnTo>
                  <a:lnTo>
                    <a:pt x="929" y="6203"/>
                  </a:lnTo>
                  <a:lnTo>
                    <a:pt x="2025" y="6096"/>
                  </a:lnTo>
                  <a:lnTo>
                    <a:pt x="1215"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26"/>
            <p:cNvSpPr/>
            <p:nvPr/>
          </p:nvSpPr>
          <p:spPr>
            <a:xfrm>
              <a:off x="1507801" y="4091795"/>
              <a:ext cx="503773" cy="432869"/>
            </a:xfrm>
            <a:custGeom>
              <a:rect b="b" l="l" r="r" t="t"/>
              <a:pathLst>
                <a:path extrusionOk="0" h="8431" w="9812">
                  <a:moveTo>
                    <a:pt x="4037" y="1"/>
                  </a:moveTo>
                  <a:lnTo>
                    <a:pt x="239" y="72"/>
                  </a:lnTo>
                  <a:cubicBezTo>
                    <a:pt x="239" y="72"/>
                    <a:pt x="263" y="179"/>
                    <a:pt x="132" y="596"/>
                  </a:cubicBezTo>
                  <a:cubicBezTo>
                    <a:pt x="1" y="1013"/>
                    <a:pt x="84" y="2132"/>
                    <a:pt x="739" y="2334"/>
                  </a:cubicBezTo>
                  <a:cubicBezTo>
                    <a:pt x="1382" y="2549"/>
                    <a:pt x="5787" y="2572"/>
                    <a:pt x="5787" y="2572"/>
                  </a:cubicBezTo>
                  <a:lnTo>
                    <a:pt x="6978" y="2465"/>
                  </a:lnTo>
                  <a:lnTo>
                    <a:pt x="6978" y="2465"/>
                  </a:lnTo>
                  <a:lnTo>
                    <a:pt x="6430" y="8168"/>
                  </a:lnTo>
                  <a:lnTo>
                    <a:pt x="7656" y="8430"/>
                  </a:lnTo>
                  <a:cubicBezTo>
                    <a:pt x="7656" y="8430"/>
                    <a:pt x="9323" y="2156"/>
                    <a:pt x="9323" y="2049"/>
                  </a:cubicBezTo>
                  <a:cubicBezTo>
                    <a:pt x="9323" y="1953"/>
                    <a:pt x="9811" y="1322"/>
                    <a:pt x="9216" y="953"/>
                  </a:cubicBezTo>
                  <a:cubicBezTo>
                    <a:pt x="8621" y="596"/>
                    <a:pt x="4037" y="1"/>
                    <a:pt x="4037"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26"/>
            <p:cNvSpPr/>
            <p:nvPr/>
          </p:nvSpPr>
          <p:spPr>
            <a:xfrm>
              <a:off x="1682008" y="3947520"/>
              <a:ext cx="295322" cy="58120"/>
            </a:xfrm>
            <a:custGeom>
              <a:rect b="b" l="l" r="r" t="t"/>
              <a:pathLst>
                <a:path extrusionOk="0" h="1132" w="5752">
                  <a:moveTo>
                    <a:pt x="1" y="1"/>
                  </a:moveTo>
                  <a:lnTo>
                    <a:pt x="346" y="1132"/>
                  </a:lnTo>
                  <a:lnTo>
                    <a:pt x="3501" y="929"/>
                  </a:lnTo>
                  <a:cubicBezTo>
                    <a:pt x="3680" y="941"/>
                    <a:pt x="3847" y="977"/>
                    <a:pt x="4013" y="1060"/>
                  </a:cubicBezTo>
                  <a:cubicBezTo>
                    <a:pt x="4032" y="1069"/>
                    <a:pt x="4053" y="1073"/>
                    <a:pt x="4076" y="1073"/>
                  </a:cubicBezTo>
                  <a:cubicBezTo>
                    <a:pt x="4346" y="1073"/>
                    <a:pt x="4883" y="537"/>
                    <a:pt x="4883" y="537"/>
                  </a:cubicBezTo>
                  <a:cubicBezTo>
                    <a:pt x="4883" y="537"/>
                    <a:pt x="5249" y="752"/>
                    <a:pt x="5474" y="752"/>
                  </a:cubicBezTo>
                  <a:cubicBezTo>
                    <a:pt x="5524" y="752"/>
                    <a:pt x="5567" y="741"/>
                    <a:pt x="5597" y="715"/>
                  </a:cubicBezTo>
                  <a:cubicBezTo>
                    <a:pt x="5752" y="572"/>
                    <a:pt x="4668" y="108"/>
                    <a:pt x="4668" y="108"/>
                  </a:cubicBezTo>
                  <a:lnTo>
                    <a:pt x="3561" y="441"/>
                  </a:lnTo>
                  <a:lnTo>
                    <a:pt x="1"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26"/>
            <p:cNvSpPr/>
            <p:nvPr/>
          </p:nvSpPr>
          <p:spPr>
            <a:xfrm>
              <a:off x="1494965" y="3700457"/>
              <a:ext cx="231144" cy="413410"/>
            </a:xfrm>
            <a:custGeom>
              <a:rect b="b" l="l" r="r" t="t"/>
              <a:pathLst>
                <a:path extrusionOk="0" h="8052" w="4502">
                  <a:moveTo>
                    <a:pt x="1586" y="0"/>
                  </a:moveTo>
                  <a:cubicBezTo>
                    <a:pt x="1488" y="0"/>
                    <a:pt x="1391" y="12"/>
                    <a:pt x="1298" y="38"/>
                  </a:cubicBezTo>
                  <a:cubicBezTo>
                    <a:pt x="1298" y="38"/>
                    <a:pt x="358" y="955"/>
                    <a:pt x="179" y="1729"/>
                  </a:cubicBezTo>
                  <a:cubicBezTo>
                    <a:pt x="1" y="2515"/>
                    <a:pt x="24" y="3289"/>
                    <a:pt x="48" y="3396"/>
                  </a:cubicBezTo>
                  <a:cubicBezTo>
                    <a:pt x="72" y="3503"/>
                    <a:pt x="417" y="7456"/>
                    <a:pt x="489" y="7694"/>
                  </a:cubicBezTo>
                  <a:cubicBezTo>
                    <a:pt x="572" y="7932"/>
                    <a:pt x="1656" y="8051"/>
                    <a:pt x="2310" y="8051"/>
                  </a:cubicBezTo>
                  <a:cubicBezTo>
                    <a:pt x="2965" y="8051"/>
                    <a:pt x="4084" y="7849"/>
                    <a:pt x="4287" y="7611"/>
                  </a:cubicBezTo>
                  <a:cubicBezTo>
                    <a:pt x="4501" y="7385"/>
                    <a:pt x="4394" y="6492"/>
                    <a:pt x="4215" y="6075"/>
                  </a:cubicBezTo>
                  <a:cubicBezTo>
                    <a:pt x="4025" y="5658"/>
                    <a:pt x="3275" y="1860"/>
                    <a:pt x="3227" y="1420"/>
                  </a:cubicBezTo>
                  <a:cubicBezTo>
                    <a:pt x="3168" y="979"/>
                    <a:pt x="3144" y="896"/>
                    <a:pt x="2834" y="562"/>
                  </a:cubicBezTo>
                  <a:cubicBezTo>
                    <a:pt x="2577" y="285"/>
                    <a:pt x="2066" y="0"/>
                    <a:pt x="158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26"/>
            <p:cNvSpPr/>
            <p:nvPr/>
          </p:nvSpPr>
          <p:spPr>
            <a:xfrm>
              <a:off x="1525514" y="3442457"/>
              <a:ext cx="204240" cy="284437"/>
            </a:xfrm>
            <a:custGeom>
              <a:rect b="b" l="l" r="r" t="t"/>
              <a:pathLst>
                <a:path extrusionOk="0" h="5540" w="3978">
                  <a:moveTo>
                    <a:pt x="2108" y="1"/>
                  </a:moveTo>
                  <a:cubicBezTo>
                    <a:pt x="1618" y="1"/>
                    <a:pt x="1954" y="337"/>
                    <a:pt x="1954" y="337"/>
                  </a:cubicBezTo>
                  <a:cubicBezTo>
                    <a:pt x="1954" y="337"/>
                    <a:pt x="1553" y="227"/>
                    <a:pt x="1367" y="227"/>
                  </a:cubicBezTo>
                  <a:cubicBezTo>
                    <a:pt x="1351" y="227"/>
                    <a:pt x="1335" y="227"/>
                    <a:pt x="1323" y="229"/>
                  </a:cubicBezTo>
                  <a:cubicBezTo>
                    <a:pt x="1168" y="253"/>
                    <a:pt x="1299" y="432"/>
                    <a:pt x="1299" y="432"/>
                  </a:cubicBezTo>
                  <a:cubicBezTo>
                    <a:pt x="1192" y="479"/>
                    <a:pt x="1084" y="515"/>
                    <a:pt x="965" y="515"/>
                  </a:cubicBezTo>
                  <a:cubicBezTo>
                    <a:pt x="775" y="515"/>
                    <a:pt x="1" y="1134"/>
                    <a:pt x="132" y="1813"/>
                  </a:cubicBezTo>
                  <a:cubicBezTo>
                    <a:pt x="263" y="2492"/>
                    <a:pt x="1013" y="3813"/>
                    <a:pt x="1013" y="3813"/>
                  </a:cubicBezTo>
                  <a:lnTo>
                    <a:pt x="858" y="4861"/>
                  </a:lnTo>
                  <a:lnTo>
                    <a:pt x="2108" y="5540"/>
                  </a:lnTo>
                  <a:lnTo>
                    <a:pt x="2573" y="4647"/>
                  </a:lnTo>
                  <a:cubicBezTo>
                    <a:pt x="2573" y="4647"/>
                    <a:pt x="3406" y="4599"/>
                    <a:pt x="3513" y="4420"/>
                  </a:cubicBezTo>
                  <a:cubicBezTo>
                    <a:pt x="3620" y="4230"/>
                    <a:pt x="3751" y="3480"/>
                    <a:pt x="3751" y="3480"/>
                  </a:cubicBezTo>
                  <a:cubicBezTo>
                    <a:pt x="3751" y="3480"/>
                    <a:pt x="3978" y="3301"/>
                    <a:pt x="3978" y="3170"/>
                  </a:cubicBezTo>
                  <a:cubicBezTo>
                    <a:pt x="3978" y="3039"/>
                    <a:pt x="3620" y="2646"/>
                    <a:pt x="3597" y="2575"/>
                  </a:cubicBezTo>
                  <a:cubicBezTo>
                    <a:pt x="3561" y="2492"/>
                    <a:pt x="3668" y="2182"/>
                    <a:pt x="3668" y="1920"/>
                  </a:cubicBezTo>
                  <a:cubicBezTo>
                    <a:pt x="3668" y="1658"/>
                    <a:pt x="3204" y="1170"/>
                    <a:pt x="3204" y="1170"/>
                  </a:cubicBezTo>
                  <a:lnTo>
                    <a:pt x="3204" y="1158"/>
                  </a:lnTo>
                  <a:cubicBezTo>
                    <a:pt x="3906" y="896"/>
                    <a:pt x="3097" y="122"/>
                    <a:pt x="2311" y="15"/>
                  </a:cubicBezTo>
                  <a:cubicBezTo>
                    <a:pt x="2231" y="5"/>
                    <a:pt x="2165" y="1"/>
                    <a:pt x="2108"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26"/>
            <p:cNvSpPr/>
            <p:nvPr/>
          </p:nvSpPr>
          <p:spPr>
            <a:xfrm>
              <a:off x="1636775" y="3666314"/>
              <a:ext cx="45900" cy="25723"/>
            </a:xfrm>
            <a:custGeom>
              <a:rect b="b" l="l" r="r" t="t"/>
              <a:pathLst>
                <a:path extrusionOk="0" h="501" w="894">
                  <a:moveTo>
                    <a:pt x="1" y="1"/>
                  </a:moveTo>
                  <a:lnTo>
                    <a:pt x="251" y="501"/>
                  </a:lnTo>
                  <a:lnTo>
                    <a:pt x="406" y="287"/>
                  </a:lnTo>
                  <a:lnTo>
                    <a:pt x="894" y="239"/>
                  </a:lnTo>
                  <a:cubicBezTo>
                    <a:pt x="787" y="215"/>
                    <a:pt x="668" y="191"/>
                    <a:pt x="549" y="180"/>
                  </a:cubicBezTo>
                  <a:cubicBezTo>
                    <a:pt x="358" y="144"/>
                    <a:pt x="179" y="84"/>
                    <a:pt x="1"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26"/>
            <p:cNvSpPr/>
            <p:nvPr/>
          </p:nvSpPr>
          <p:spPr>
            <a:xfrm>
              <a:off x="1525514" y="3442457"/>
              <a:ext cx="200595" cy="195204"/>
            </a:xfrm>
            <a:custGeom>
              <a:rect b="b" l="l" r="r" t="t"/>
              <a:pathLst>
                <a:path extrusionOk="0" h="3802" w="3907">
                  <a:moveTo>
                    <a:pt x="2108" y="1"/>
                  </a:moveTo>
                  <a:cubicBezTo>
                    <a:pt x="1618" y="1"/>
                    <a:pt x="1954" y="337"/>
                    <a:pt x="1954" y="337"/>
                  </a:cubicBezTo>
                  <a:cubicBezTo>
                    <a:pt x="1954" y="337"/>
                    <a:pt x="1553" y="227"/>
                    <a:pt x="1367" y="227"/>
                  </a:cubicBezTo>
                  <a:cubicBezTo>
                    <a:pt x="1351" y="227"/>
                    <a:pt x="1335" y="227"/>
                    <a:pt x="1323" y="229"/>
                  </a:cubicBezTo>
                  <a:cubicBezTo>
                    <a:pt x="1168" y="253"/>
                    <a:pt x="1299" y="432"/>
                    <a:pt x="1299" y="432"/>
                  </a:cubicBezTo>
                  <a:cubicBezTo>
                    <a:pt x="1192" y="479"/>
                    <a:pt x="1073" y="515"/>
                    <a:pt x="965" y="515"/>
                  </a:cubicBezTo>
                  <a:cubicBezTo>
                    <a:pt x="775" y="515"/>
                    <a:pt x="1" y="1134"/>
                    <a:pt x="132" y="1813"/>
                  </a:cubicBezTo>
                  <a:cubicBezTo>
                    <a:pt x="251" y="2444"/>
                    <a:pt x="918" y="3658"/>
                    <a:pt x="1001" y="3801"/>
                  </a:cubicBezTo>
                  <a:cubicBezTo>
                    <a:pt x="1156" y="3718"/>
                    <a:pt x="1299" y="3575"/>
                    <a:pt x="1251" y="3397"/>
                  </a:cubicBezTo>
                  <a:cubicBezTo>
                    <a:pt x="1168" y="3146"/>
                    <a:pt x="1430" y="2646"/>
                    <a:pt x="1430" y="2646"/>
                  </a:cubicBezTo>
                  <a:cubicBezTo>
                    <a:pt x="1489" y="2754"/>
                    <a:pt x="1573" y="2849"/>
                    <a:pt x="1656" y="2932"/>
                  </a:cubicBezTo>
                  <a:cubicBezTo>
                    <a:pt x="1700" y="2968"/>
                    <a:pt x="1738" y="2980"/>
                    <a:pt x="1770" y="2980"/>
                  </a:cubicBezTo>
                  <a:cubicBezTo>
                    <a:pt x="1833" y="2980"/>
                    <a:pt x="1870" y="2932"/>
                    <a:pt x="1870" y="2932"/>
                  </a:cubicBezTo>
                  <a:lnTo>
                    <a:pt x="1823" y="2515"/>
                  </a:lnTo>
                  <a:cubicBezTo>
                    <a:pt x="1954" y="2313"/>
                    <a:pt x="2120" y="2123"/>
                    <a:pt x="2311" y="1968"/>
                  </a:cubicBezTo>
                  <a:cubicBezTo>
                    <a:pt x="2597" y="1765"/>
                    <a:pt x="1942" y="1742"/>
                    <a:pt x="1894" y="1551"/>
                  </a:cubicBezTo>
                  <a:cubicBezTo>
                    <a:pt x="1846" y="1372"/>
                    <a:pt x="3192" y="1158"/>
                    <a:pt x="3192" y="1158"/>
                  </a:cubicBezTo>
                  <a:lnTo>
                    <a:pt x="3204" y="1170"/>
                  </a:lnTo>
                  <a:cubicBezTo>
                    <a:pt x="3906" y="908"/>
                    <a:pt x="3097" y="122"/>
                    <a:pt x="2311" y="15"/>
                  </a:cubicBezTo>
                  <a:cubicBezTo>
                    <a:pt x="2231" y="5"/>
                    <a:pt x="2165" y="1"/>
                    <a:pt x="2108"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26"/>
            <p:cNvSpPr/>
            <p:nvPr/>
          </p:nvSpPr>
          <p:spPr>
            <a:xfrm>
              <a:off x="1581786" y="3577439"/>
              <a:ext cx="37326" cy="45438"/>
            </a:xfrm>
            <a:custGeom>
              <a:rect b="b" l="l" r="r" t="t"/>
              <a:pathLst>
                <a:path extrusionOk="0" h="885" w="727">
                  <a:moveTo>
                    <a:pt x="273" y="1"/>
                  </a:moveTo>
                  <a:cubicBezTo>
                    <a:pt x="250" y="1"/>
                    <a:pt x="226" y="6"/>
                    <a:pt x="203" y="17"/>
                  </a:cubicBezTo>
                  <a:cubicBezTo>
                    <a:pt x="0" y="125"/>
                    <a:pt x="72" y="851"/>
                    <a:pt x="334" y="875"/>
                  </a:cubicBezTo>
                  <a:cubicBezTo>
                    <a:pt x="369" y="881"/>
                    <a:pt x="404" y="884"/>
                    <a:pt x="439" y="884"/>
                  </a:cubicBezTo>
                  <a:cubicBezTo>
                    <a:pt x="535" y="884"/>
                    <a:pt x="631" y="862"/>
                    <a:pt x="727" y="827"/>
                  </a:cubicBezTo>
                  <a:lnTo>
                    <a:pt x="667" y="351"/>
                  </a:lnTo>
                  <a:cubicBezTo>
                    <a:pt x="667" y="351"/>
                    <a:pt x="468"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26"/>
            <p:cNvSpPr/>
            <p:nvPr/>
          </p:nvSpPr>
          <p:spPr>
            <a:xfrm>
              <a:off x="1581786" y="3572818"/>
              <a:ext cx="37326" cy="50778"/>
            </a:xfrm>
            <a:custGeom>
              <a:rect b="b" l="l" r="r" t="t"/>
              <a:pathLst>
                <a:path extrusionOk="0" fill="none" h="989" w="727">
                  <a:moveTo>
                    <a:pt x="667" y="441"/>
                  </a:moveTo>
                  <a:cubicBezTo>
                    <a:pt x="667" y="441"/>
                    <a:pt x="417" y="0"/>
                    <a:pt x="203" y="107"/>
                  </a:cubicBezTo>
                  <a:cubicBezTo>
                    <a:pt x="0" y="215"/>
                    <a:pt x="72" y="941"/>
                    <a:pt x="334" y="965"/>
                  </a:cubicBezTo>
                  <a:cubicBezTo>
                    <a:pt x="465" y="988"/>
                    <a:pt x="596" y="965"/>
                    <a:pt x="727" y="91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26"/>
            <p:cNvSpPr/>
            <p:nvPr/>
          </p:nvSpPr>
          <p:spPr>
            <a:xfrm>
              <a:off x="1688169" y="3564860"/>
              <a:ext cx="9806" cy="17765"/>
            </a:xfrm>
            <a:custGeom>
              <a:rect b="b" l="l" r="r" t="t"/>
              <a:pathLst>
                <a:path extrusionOk="0" h="346" w="191">
                  <a:moveTo>
                    <a:pt x="95" y="0"/>
                  </a:moveTo>
                  <a:cubicBezTo>
                    <a:pt x="48" y="0"/>
                    <a:pt x="0" y="84"/>
                    <a:pt x="0" y="167"/>
                  </a:cubicBezTo>
                  <a:cubicBezTo>
                    <a:pt x="0" y="262"/>
                    <a:pt x="48" y="346"/>
                    <a:pt x="95" y="346"/>
                  </a:cubicBezTo>
                  <a:cubicBezTo>
                    <a:pt x="143" y="346"/>
                    <a:pt x="191" y="262"/>
                    <a:pt x="191" y="167"/>
                  </a:cubicBezTo>
                  <a:cubicBezTo>
                    <a:pt x="191" y="84"/>
                    <a:pt x="143" y="0"/>
                    <a:pt x="9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26"/>
            <p:cNvSpPr/>
            <p:nvPr/>
          </p:nvSpPr>
          <p:spPr>
            <a:xfrm>
              <a:off x="1680211" y="3548943"/>
              <a:ext cx="21410" cy="12322"/>
            </a:xfrm>
            <a:custGeom>
              <a:rect b="b" l="l" r="r" t="t"/>
              <a:pathLst>
                <a:path extrusionOk="0" fill="none" h="240" w="417">
                  <a:moveTo>
                    <a:pt x="0" y="239"/>
                  </a:moveTo>
                  <a:cubicBezTo>
                    <a:pt x="0" y="239"/>
                    <a:pt x="191" y="1"/>
                    <a:pt x="417" y="13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26"/>
            <p:cNvSpPr/>
            <p:nvPr/>
          </p:nvSpPr>
          <p:spPr>
            <a:xfrm>
              <a:off x="1685705" y="3623545"/>
              <a:ext cx="20229" cy="8009"/>
            </a:xfrm>
            <a:custGeom>
              <a:rect b="b" l="l" r="r" t="t"/>
              <a:pathLst>
                <a:path extrusionOk="0" fill="none" h="156" w="394">
                  <a:moveTo>
                    <a:pt x="0" y="0"/>
                  </a:moveTo>
                  <a:cubicBezTo>
                    <a:pt x="108" y="108"/>
                    <a:pt x="250" y="155"/>
                    <a:pt x="393" y="15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26"/>
            <p:cNvSpPr/>
            <p:nvPr/>
          </p:nvSpPr>
          <p:spPr>
            <a:xfrm>
              <a:off x="1548156" y="3674888"/>
              <a:ext cx="105817" cy="72188"/>
            </a:xfrm>
            <a:custGeom>
              <a:rect b="b" l="l" r="r" t="t"/>
              <a:pathLst>
                <a:path extrusionOk="0" h="1406" w="2061">
                  <a:moveTo>
                    <a:pt x="262" y="1"/>
                  </a:moveTo>
                  <a:lnTo>
                    <a:pt x="0" y="513"/>
                  </a:lnTo>
                  <a:lnTo>
                    <a:pt x="1929" y="1406"/>
                  </a:lnTo>
                  <a:lnTo>
                    <a:pt x="2060" y="727"/>
                  </a:lnTo>
                  <a:lnTo>
                    <a:pt x="262"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26"/>
            <p:cNvSpPr/>
            <p:nvPr/>
          </p:nvSpPr>
          <p:spPr>
            <a:xfrm>
              <a:off x="1819556" y="4511166"/>
              <a:ext cx="153514" cy="89233"/>
            </a:xfrm>
            <a:custGeom>
              <a:rect b="b" l="l" r="r" t="t"/>
              <a:pathLst>
                <a:path extrusionOk="0" h="1738" w="2990">
                  <a:moveTo>
                    <a:pt x="358" y="0"/>
                  </a:moveTo>
                  <a:cubicBezTo>
                    <a:pt x="358" y="0"/>
                    <a:pt x="1" y="941"/>
                    <a:pt x="25" y="1167"/>
                  </a:cubicBezTo>
                  <a:cubicBezTo>
                    <a:pt x="48" y="1405"/>
                    <a:pt x="1739" y="1715"/>
                    <a:pt x="1739" y="1715"/>
                  </a:cubicBezTo>
                  <a:cubicBezTo>
                    <a:pt x="1739" y="1715"/>
                    <a:pt x="2062" y="1737"/>
                    <a:pt x="2377" y="1737"/>
                  </a:cubicBezTo>
                  <a:cubicBezTo>
                    <a:pt x="2669" y="1737"/>
                    <a:pt x="2954" y="1718"/>
                    <a:pt x="2966" y="1643"/>
                  </a:cubicBezTo>
                  <a:cubicBezTo>
                    <a:pt x="2989" y="1489"/>
                    <a:pt x="2001" y="1120"/>
                    <a:pt x="2001" y="1120"/>
                  </a:cubicBezTo>
                  <a:lnTo>
                    <a:pt x="1584" y="262"/>
                  </a:lnTo>
                  <a:lnTo>
                    <a:pt x="358"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26"/>
            <p:cNvSpPr/>
            <p:nvPr/>
          </p:nvSpPr>
          <p:spPr>
            <a:xfrm>
              <a:off x="1949147" y="4517892"/>
              <a:ext cx="166966" cy="65462"/>
            </a:xfrm>
            <a:custGeom>
              <a:rect b="b" l="l" r="r" t="t"/>
              <a:pathLst>
                <a:path extrusionOk="0" h="1275" w="3252">
                  <a:moveTo>
                    <a:pt x="1168" y="0"/>
                  </a:moveTo>
                  <a:lnTo>
                    <a:pt x="72" y="107"/>
                  </a:lnTo>
                  <a:lnTo>
                    <a:pt x="1" y="1203"/>
                  </a:lnTo>
                  <a:lnTo>
                    <a:pt x="644" y="1203"/>
                  </a:lnTo>
                  <a:cubicBezTo>
                    <a:pt x="834" y="1203"/>
                    <a:pt x="1561" y="1274"/>
                    <a:pt x="1668" y="1274"/>
                  </a:cubicBezTo>
                  <a:cubicBezTo>
                    <a:pt x="1763" y="1274"/>
                    <a:pt x="3251" y="965"/>
                    <a:pt x="3251" y="965"/>
                  </a:cubicBezTo>
                  <a:cubicBezTo>
                    <a:pt x="3251" y="965"/>
                    <a:pt x="3228" y="786"/>
                    <a:pt x="3144" y="750"/>
                  </a:cubicBezTo>
                  <a:cubicBezTo>
                    <a:pt x="3073" y="727"/>
                    <a:pt x="2156" y="488"/>
                    <a:pt x="2085" y="441"/>
                  </a:cubicBezTo>
                  <a:cubicBezTo>
                    <a:pt x="2001" y="393"/>
                    <a:pt x="1168" y="0"/>
                    <a:pt x="116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26"/>
            <p:cNvSpPr/>
            <p:nvPr/>
          </p:nvSpPr>
          <p:spPr>
            <a:xfrm>
              <a:off x="1545692" y="3730544"/>
              <a:ext cx="321609" cy="318529"/>
            </a:xfrm>
            <a:custGeom>
              <a:rect b="b" l="l" r="r" t="t"/>
              <a:pathLst>
                <a:path extrusionOk="0" h="6204" w="6264">
                  <a:moveTo>
                    <a:pt x="654" y="0"/>
                  </a:moveTo>
                  <a:cubicBezTo>
                    <a:pt x="390" y="0"/>
                    <a:pt x="154" y="98"/>
                    <a:pt x="72" y="262"/>
                  </a:cubicBezTo>
                  <a:lnTo>
                    <a:pt x="1" y="1846"/>
                  </a:lnTo>
                  <a:cubicBezTo>
                    <a:pt x="1" y="1846"/>
                    <a:pt x="775" y="6060"/>
                    <a:pt x="1037" y="6191"/>
                  </a:cubicBezTo>
                  <a:cubicBezTo>
                    <a:pt x="1054" y="6200"/>
                    <a:pt x="1092" y="6204"/>
                    <a:pt x="1147" y="6204"/>
                  </a:cubicBezTo>
                  <a:cubicBezTo>
                    <a:pt x="1931" y="6204"/>
                    <a:pt x="6264" y="5394"/>
                    <a:pt x="6264" y="5394"/>
                  </a:cubicBezTo>
                  <a:lnTo>
                    <a:pt x="6228" y="4786"/>
                  </a:lnTo>
                  <a:lnTo>
                    <a:pt x="2156" y="4608"/>
                  </a:lnTo>
                  <a:cubicBezTo>
                    <a:pt x="2156" y="4608"/>
                    <a:pt x="1823" y="810"/>
                    <a:pt x="1430" y="345"/>
                  </a:cubicBezTo>
                  <a:cubicBezTo>
                    <a:pt x="1230" y="104"/>
                    <a:pt x="927" y="0"/>
                    <a:pt x="654"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26"/>
            <p:cNvSpPr/>
            <p:nvPr/>
          </p:nvSpPr>
          <p:spPr>
            <a:xfrm>
              <a:off x="1545692" y="3723818"/>
              <a:ext cx="321609" cy="331364"/>
            </a:xfrm>
            <a:custGeom>
              <a:rect b="b" l="l" r="r" t="t"/>
              <a:pathLst>
                <a:path extrusionOk="0" fill="none" h="6454" w="6264">
                  <a:moveTo>
                    <a:pt x="1" y="1977"/>
                  </a:moveTo>
                  <a:cubicBezTo>
                    <a:pt x="1" y="1977"/>
                    <a:pt x="775" y="6191"/>
                    <a:pt x="1037" y="6322"/>
                  </a:cubicBezTo>
                  <a:cubicBezTo>
                    <a:pt x="1299" y="6453"/>
                    <a:pt x="6264" y="5525"/>
                    <a:pt x="6264" y="5525"/>
                  </a:cubicBezTo>
                  <a:lnTo>
                    <a:pt x="6228" y="4917"/>
                  </a:lnTo>
                  <a:lnTo>
                    <a:pt x="2156" y="4739"/>
                  </a:lnTo>
                  <a:cubicBezTo>
                    <a:pt x="2156" y="4739"/>
                    <a:pt x="1823" y="941"/>
                    <a:pt x="1430" y="476"/>
                  </a:cubicBezTo>
                  <a:cubicBezTo>
                    <a:pt x="1037" y="0"/>
                    <a:pt x="239" y="60"/>
                    <a:pt x="72" y="39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26"/>
            <p:cNvSpPr/>
            <p:nvPr/>
          </p:nvSpPr>
          <p:spPr>
            <a:xfrm>
              <a:off x="1865406" y="3961588"/>
              <a:ext cx="122914" cy="45900"/>
            </a:xfrm>
            <a:custGeom>
              <a:rect b="b" l="l" r="r" t="t"/>
              <a:pathLst>
                <a:path extrusionOk="0" h="894" w="2394">
                  <a:moveTo>
                    <a:pt x="1371" y="0"/>
                  </a:moveTo>
                  <a:cubicBezTo>
                    <a:pt x="1168" y="0"/>
                    <a:pt x="1" y="286"/>
                    <a:pt x="1" y="286"/>
                  </a:cubicBezTo>
                  <a:lnTo>
                    <a:pt x="1" y="298"/>
                  </a:lnTo>
                  <a:lnTo>
                    <a:pt x="37" y="894"/>
                  </a:lnTo>
                  <a:lnTo>
                    <a:pt x="441" y="786"/>
                  </a:lnTo>
                  <a:cubicBezTo>
                    <a:pt x="572" y="822"/>
                    <a:pt x="715" y="846"/>
                    <a:pt x="858" y="858"/>
                  </a:cubicBezTo>
                  <a:cubicBezTo>
                    <a:pt x="861" y="858"/>
                    <a:pt x="865" y="858"/>
                    <a:pt x="868" y="858"/>
                  </a:cubicBezTo>
                  <a:cubicBezTo>
                    <a:pt x="1038" y="858"/>
                    <a:pt x="1358" y="584"/>
                    <a:pt x="1358" y="584"/>
                  </a:cubicBezTo>
                  <a:lnTo>
                    <a:pt x="1775" y="691"/>
                  </a:lnTo>
                  <a:lnTo>
                    <a:pt x="2168" y="727"/>
                  </a:lnTo>
                  <a:cubicBezTo>
                    <a:pt x="2168" y="727"/>
                    <a:pt x="2179" y="727"/>
                    <a:pt x="2196" y="727"/>
                  </a:cubicBezTo>
                  <a:cubicBezTo>
                    <a:pt x="2257" y="727"/>
                    <a:pt x="2394" y="720"/>
                    <a:pt x="2394" y="655"/>
                  </a:cubicBezTo>
                  <a:cubicBezTo>
                    <a:pt x="2394" y="572"/>
                    <a:pt x="1549" y="1"/>
                    <a:pt x="1382" y="1"/>
                  </a:cubicBezTo>
                  <a:cubicBezTo>
                    <a:pt x="1379" y="0"/>
                    <a:pt x="1375" y="0"/>
                    <a:pt x="137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26"/>
            <p:cNvSpPr/>
            <p:nvPr/>
          </p:nvSpPr>
          <p:spPr>
            <a:xfrm>
              <a:off x="1417334" y="3777574"/>
              <a:ext cx="101504" cy="448785"/>
            </a:xfrm>
            <a:custGeom>
              <a:rect b="b" l="l" r="r" t="t"/>
              <a:pathLst>
                <a:path extrusionOk="0" h="8741" w="1977">
                  <a:moveTo>
                    <a:pt x="465" y="1"/>
                  </a:moveTo>
                  <a:lnTo>
                    <a:pt x="1" y="25"/>
                  </a:lnTo>
                  <a:cubicBezTo>
                    <a:pt x="1" y="25"/>
                    <a:pt x="1036" y="3275"/>
                    <a:pt x="1322" y="4787"/>
                  </a:cubicBezTo>
                  <a:cubicBezTo>
                    <a:pt x="1358" y="4978"/>
                    <a:pt x="1429" y="6525"/>
                    <a:pt x="1405" y="6918"/>
                  </a:cubicBezTo>
                  <a:cubicBezTo>
                    <a:pt x="1382" y="7311"/>
                    <a:pt x="858" y="8740"/>
                    <a:pt x="858" y="8740"/>
                  </a:cubicBezTo>
                  <a:lnTo>
                    <a:pt x="1346" y="8585"/>
                  </a:lnTo>
                  <a:cubicBezTo>
                    <a:pt x="1346" y="8585"/>
                    <a:pt x="1763" y="7883"/>
                    <a:pt x="1846" y="7526"/>
                  </a:cubicBezTo>
                  <a:cubicBezTo>
                    <a:pt x="1929" y="7156"/>
                    <a:pt x="1977" y="6061"/>
                    <a:pt x="1822" y="4763"/>
                  </a:cubicBezTo>
                  <a:cubicBezTo>
                    <a:pt x="1667" y="3466"/>
                    <a:pt x="465" y="1"/>
                    <a:pt x="465"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26"/>
            <p:cNvSpPr/>
            <p:nvPr/>
          </p:nvSpPr>
          <p:spPr>
            <a:xfrm>
              <a:off x="1631281" y="4460439"/>
              <a:ext cx="137598" cy="114956"/>
            </a:xfrm>
            <a:custGeom>
              <a:rect b="b" l="l" r="r" t="t"/>
              <a:pathLst>
                <a:path extrusionOk="0" h="2239" w="2680">
                  <a:moveTo>
                    <a:pt x="25" y="0"/>
                  </a:moveTo>
                  <a:lnTo>
                    <a:pt x="1" y="464"/>
                  </a:lnTo>
                  <a:lnTo>
                    <a:pt x="2311" y="1560"/>
                  </a:lnTo>
                  <a:lnTo>
                    <a:pt x="2561" y="2143"/>
                  </a:lnTo>
                  <a:lnTo>
                    <a:pt x="2644" y="2238"/>
                  </a:lnTo>
                  <a:cubicBezTo>
                    <a:pt x="2680" y="2024"/>
                    <a:pt x="2680" y="1798"/>
                    <a:pt x="2644" y="1584"/>
                  </a:cubicBezTo>
                  <a:cubicBezTo>
                    <a:pt x="2596" y="1298"/>
                    <a:pt x="25" y="0"/>
                    <a:pt x="25"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26"/>
            <p:cNvSpPr/>
            <p:nvPr/>
          </p:nvSpPr>
          <p:spPr>
            <a:xfrm>
              <a:off x="1743158" y="4555167"/>
              <a:ext cx="29419" cy="29419"/>
            </a:xfrm>
            <a:custGeom>
              <a:rect b="b" l="l" r="r" t="t"/>
              <a:pathLst>
                <a:path extrusionOk="0" h="573" w="573">
                  <a:moveTo>
                    <a:pt x="286" y="1"/>
                  </a:moveTo>
                  <a:cubicBezTo>
                    <a:pt x="132" y="1"/>
                    <a:pt x="1" y="132"/>
                    <a:pt x="1" y="286"/>
                  </a:cubicBezTo>
                  <a:cubicBezTo>
                    <a:pt x="1" y="441"/>
                    <a:pt x="132" y="572"/>
                    <a:pt x="286" y="572"/>
                  </a:cubicBezTo>
                  <a:cubicBezTo>
                    <a:pt x="441" y="572"/>
                    <a:pt x="572" y="441"/>
                    <a:pt x="572" y="286"/>
                  </a:cubicBezTo>
                  <a:cubicBezTo>
                    <a:pt x="572" y="132"/>
                    <a:pt x="441" y="1"/>
                    <a:pt x="286"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26"/>
            <p:cNvSpPr/>
            <p:nvPr/>
          </p:nvSpPr>
          <p:spPr>
            <a:xfrm>
              <a:off x="1457074" y="4460439"/>
              <a:ext cx="138214" cy="114956"/>
            </a:xfrm>
            <a:custGeom>
              <a:rect b="b" l="l" r="r" t="t"/>
              <a:pathLst>
                <a:path extrusionOk="0" h="2239" w="2692">
                  <a:moveTo>
                    <a:pt x="2656" y="0"/>
                  </a:moveTo>
                  <a:cubicBezTo>
                    <a:pt x="2656" y="0"/>
                    <a:pt x="84" y="1298"/>
                    <a:pt x="36" y="1584"/>
                  </a:cubicBezTo>
                  <a:cubicBezTo>
                    <a:pt x="0" y="1798"/>
                    <a:pt x="0" y="2012"/>
                    <a:pt x="36" y="2238"/>
                  </a:cubicBezTo>
                  <a:lnTo>
                    <a:pt x="120" y="2143"/>
                  </a:lnTo>
                  <a:lnTo>
                    <a:pt x="370" y="1560"/>
                  </a:lnTo>
                  <a:lnTo>
                    <a:pt x="2691" y="464"/>
                  </a:lnTo>
                  <a:lnTo>
                    <a:pt x="2656"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26"/>
            <p:cNvSpPr/>
            <p:nvPr/>
          </p:nvSpPr>
          <p:spPr>
            <a:xfrm>
              <a:off x="1453428" y="4555167"/>
              <a:ext cx="29368" cy="29419"/>
            </a:xfrm>
            <a:custGeom>
              <a:rect b="b" l="l" r="r" t="t"/>
              <a:pathLst>
                <a:path extrusionOk="0" h="573" w="572">
                  <a:moveTo>
                    <a:pt x="286" y="1"/>
                  </a:moveTo>
                  <a:cubicBezTo>
                    <a:pt x="119" y="1"/>
                    <a:pt x="0" y="132"/>
                    <a:pt x="0" y="286"/>
                  </a:cubicBezTo>
                  <a:cubicBezTo>
                    <a:pt x="0" y="441"/>
                    <a:pt x="119" y="572"/>
                    <a:pt x="286" y="572"/>
                  </a:cubicBezTo>
                  <a:cubicBezTo>
                    <a:pt x="441" y="572"/>
                    <a:pt x="572" y="441"/>
                    <a:pt x="572" y="286"/>
                  </a:cubicBezTo>
                  <a:cubicBezTo>
                    <a:pt x="572" y="132"/>
                    <a:pt x="441" y="1"/>
                    <a:pt x="286"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26"/>
            <p:cNvSpPr/>
            <p:nvPr/>
          </p:nvSpPr>
          <p:spPr>
            <a:xfrm>
              <a:off x="1604377" y="4242179"/>
              <a:ext cx="21461" cy="232941"/>
            </a:xfrm>
            <a:custGeom>
              <a:rect b="b" l="l" r="r" t="t"/>
              <a:pathLst>
                <a:path extrusionOk="0" h="4537" w="418">
                  <a:moveTo>
                    <a:pt x="1" y="1"/>
                  </a:moveTo>
                  <a:lnTo>
                    <a:pt x="1" y="4537"/>
                  </a:lnTo>
                  <a:lnTo>
                    <a:pt x="418" y="4537"/>
                  </a:lnTo>
                  <a:lnTo>
                    <a:pt x="418"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26"/>
            <p:cNvSpPr/>
            <p:nvPr/>
          </p:nvSpPr>
          <p:spPr>
            <a:xfrm>
              <a:off x="1583018" y="4265437"/>
              <a:ext cx="62381" cy="42820"/>
            </a:xfrm>
            <a:custGeom>
              <a:rect b="b" l="l" r="r" t="t"/>
              <a:pathLst>
                <a:path extrusionOk="0" h="834" w="1215">
                  <a:moveTo>
                    <a:pt x="0" y="0"/>
                  </a:moveTo>
                  <a:lnTo>
                    <a:pt x="0" y="833"/>
                  </a:lnTo>
                  <a:lnTo>
                    <a:pt x="1215" y="833"/>
                  </a:lnTo>
                  <a:lnTo>
                    <a:pt x="1215"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26"/>
            <p:cNvSpPr/>
            <p:nvPr/>
          </p:nvSpPr>
          <p:spPr>
            <a:xfrm>
              <a:off x="1457690" y="4213067"/>
              <a:ext cx="342968" cy="64897"/>
            </a:xfrm>
            <a:custGeom>
              <a:rect b="b" l="l" r="r" t="t"/>
              <a:pathLst>
                <a:path extrusionOk="0" h="1264" w="6680">
                  <a:moveTo>
                    <a:pt x="3611" y="1"/>
                  </a:moveTo>
                  <a:cubicBezTo>
                    <a:pt x="2035" y="1"/>
                    <a:pt x="681" y="123"/>
                    <a:pt x="131" y="175"/>
                  </a:cubicBezTo>
                  <a:cubicBezTo>
                    <a:pt x="96" y="187"/>
                    <a:pt x="72" y="198"/>
                    <a:pt x="48" y="222"/>
                  </a:cubicBezTo>
                  <a:cubicBezTo>
                    <a:pt x="0" y="270"/>
                    <a:pt x="12" y="353"/>
                    <a:pt x="60" y="401"/>
                  </a:cubicBezTo>
                  <a:cubicBezTo>
                    <a:pt x="428" y="704"/>
                    <a:pt x="1328" y="1264"/>
                    <a:pt x="3048" y="1264"/>
                  </a:cubicBezTo>
                  <a:cubicBezTo>
                    <a:pt x="3218" y="1264"/>
                    <a:pt x="3397" y="1258"/>
                    <a:pt x="3584" y="1246"/>
                  </a:cubicBezTo>
                  <a:cubicBezTo>
                    <a:pt x="5620" y="1115"/>
                    <a:pt x="6382" y="615"/>
                    <a:pt x="6644" y="365"/>
                  </a:cubicBezTo>
                  <a:cubicBezTo>
                    <a:pt x="6656" y="341"/>
                    <a:pt x="6668" y="318"/>
                    <a:pt x="6668" y="294"/>
                  </a:cubicBezTo>
                  <a:cubicBezTo>
                    <a:pt x="6680" y="234"/>
                    <a:pt x="6632" y="187"/>
                    <a:pt x="6573" y="175"/>
                  </a:cubicBezTo>
                  <a:cubicBezTo>
                    <a:pt x="5589" y="45"/>
                    <a:pt x="4560" y="1"/>
                    <a:pt x="361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26"/>
            <p:cNvSpPr/>
            <p:nvPr/>
          </p:nvSpPr>
          <p:spPr>
            <a:xfrm>
              <a:off x="1457690" y="4212913"/>
              <a:ext cx="341171" cy="21358"/>
            </a:xfrm>
            <a:custGeom>
              <a:rect b="b" l="l" r="r" t="t"/>
              <a:pathLst>
                <a:path extrusionOk="0" h="416" w="6645">
                  <a:moveTo>
                    <a:pt x="3526" y="1"/>
                  </a:moveTo>
                  <a:cubicBezTo>
                    <a:pt x="1984" y="1"/>
                    <a:pt x="669" y="119"/>
                    <a:pt x="131" y="178"/>
                  </a:cubicBezTo>
                  <a:cubicBezTo>
                    <a:pt x="96" y="178"/>
                    <a:pt x="72" y="201"/>
                    <a:pt x="48" y="225"/>
                  </a:cubicBezTo>
                  <a:cubicBezTo>
                    <a:pt x="0" y="273"/>
                    <a:pt x="0" y="356"/>
                    <a:pt x="60" y="404"/>
                  </a:cubicBezTo>
                  <a:lnTo>
                    <a:pt x="72" y="416"/>
                  </a:lnTo>
                  <a:lnTo>
                    <a:pt x="6585" y="416"/>
                  </a:lnTo>
                  <a:cubicBezTo>
                    <a:pt x="6608" y="392"/>
                    <a:pt x="6632" y="356"/>
                    <a:pt x="6632" y="321"/>
                  </a:cubicBezTo>
                  <a:cubicBezTo>
                    <a:pt x="6644" y="249"/>
                    <a:pt x="6585" y="178"/>
                    <a:pt x="6513" y="178"/>
                  </a:cubicBezTo>
                  <a:cubicBezTo>
                    <a:pt x="5517" y="46"/>
                    <a:pt x="4478" y="1"/>
                    <a:pt x="3526"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26"/>
            <p:cNvSpPr/>
            <p:nvPr/>
          </p:nvSpPr>
          <p:spPr>
            <a:xfrm>
              <a:off x="1589744" y="4439029"/>
              <a:ext cx="48929" cy="52010"/>
            </a:xfrm>
            <a:custGeom>
              <a:rect b="b" l="l" r="r" t="t"/>
              <a:pathLst>
                <a:path extrusionOk="0" h="1013" w="953">
                  <a:moveTo>
                    <a:pt x="0" y="0"/>
                  </a:moveTo>
                  <a:lnTo>
                    <a:pt x="0" y="1012"/>
                  </a:lnTo>
                  <a:lnTo>
                    <a:pt x="953" y="1012"/>
                  </a:lnTo>
                  <a:lnTo>
                    <a:pt x="953"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26"/>
            <p:cNvSpPr/>
            <p:nvPr/>
          </p:nvSpPr>
          <p:spPr>
            <a:xfrm>
              <a:off x="1612335" y="4465316"/>
              <a:ext cx="7393" cy="119269"/>
            </a:xfrm>
            <a:custGeom>
              <a:rect b="b" l="l" r="r" t="t"/>
              <a:pathLst>
                <a:path extrusionOk="0" h="2323" w="144">
                  <a:moveTo>
                    <a:pt x="1" y="0"/>
                  </a:moveTo>
                  <a:lnTo>
                    <a:pt x="1" y="2322"/>
                  </a:lnTo>
                  <a:lnTo>
                    <a:pt x="144" y="2322"/>
                  </a:lnTo>
                  <a:lnTo>
                    <a:pt x="144"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26"/>
            <p:cNvSpPr/>
            <p:nvPr/>
          </p:nvSpPr>
          <p:spPr>
            <a:xfrm>
              <a:off x="1609306" y="4553319"/>
              <a:ext cx="12887" cy="31268"/>
            </a:xfrm>
            <a:custGeom>
              <a:rect b="b" l="l" r="r" t="t"/>
              <a:pathLst>
                <a:path extrusionOk="0" h="609" w="251">
                  <a:moveTo>
                    <a:pt x="0" y="1"/>
                  </a:moveTo>
                  <a:lnTo>
                    <a:pt x="0" y="608"/>
                  </a:lnTo>
                  <a:lnTo>
                    <a:pt x="250" y="608"/>
                  </a:lnTo>
                  <a:lnTo>
                    <a:pt x="250"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26"/>
            <p:cNvSpPr/>
            <p:nvPr/>
          </p:nvSpPr>
          <p:spPr>
            <a:xfrm>
              <a:off x="1564073" y="4055136"/>
              <a:ext cx="48313" cy="179134"/>
            </a:xfrm>
            <a:custGeom>
              <a:rect b="b" l="l" r="r" t="t"/>
              <a:pathLst>
                <a:path extrusionOk="0" h="3489" w="941">
                  <a:moveTo>
                    <a:pt x="548" y="0"/>
                  </a:moveTo>
                  <a:lnTo>
                    <a:pt x="0" y="3489"/>
                  </a:lnTo>
                  <a:lnTo>
                    <a:pt x="572" y="3489"/>
                  </a:lnTo>
                  <a:lnTo>
                    <a:pt x="94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26"/>
            <p:cNvSpPr/>
            <p:nvPr/>
          </p:nvSpPr>
          <p:spPr>
            <a:xfrm>
              <a:off x="1513294" y="4036909"/>
              <a:ext cx="201776" cy="30497"/>
            </a:xfrm>
            <a:custGeom>
              <a:rect b="b" l="l" r="r" t="t"/>
              <a:pathLst>
                <a:path extrusionOk="0" h="594" w="3930">
                  <a:moveTo>
                    <a:pt x="2568" y="1"/>
                  </a:moveTo>
                  <a:cubicBezTo>
                    <a:pt x="1633" y="1"/>
                    <a:pt x="310" y="22"/>
                    <a:pt x="310" y="22"/>
                  </a:cubicBezTo>
                  <a:cubicBezTo>
                    <a:pt x="310" y="22"/>
                    <a:pt x="1" y="129"/>
                    <a:pt x="1" y="593"/>
                  </a:cubicBezTo>
                  <a:lnTo>
                    <a:pt x="3930" y="593"/>
                  </a:lnTo>
                  <a:cubicBezTo>
                    <a:pt x="3930" y="593"/>
                    <a:pt x="3644" y="70"/>
                    <a:pt x="3466" y="22"/>
                  </a:cubicBezTo>
                  <a:cubicBezTo>
                    <a:pt x="3406" y="6"/>
                    <a:pt x="3036" y="1"/>
                    <a:pt x="2568"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26"/>
            <p:cNvSpPr/>
            <p:nvPr/>
          </p:nvSpPr>
          <p:spPr>
            <a:xfrm>
              <a:off x="1513294" y="4060629"/>
              <a:ext cx="201776" cy="6777"/>
            </a:xfrm>
            <a:custGeom>
              <a:rect b="b" l="l" r="r" t="t"/>
              <a:pathLst>
                <a:path extrusionOk="0" h="132" w="3930">
                  <a:moveTo>
                    <a:pt x="13" y="0"/>
                  </a:moveTo>
                  <a:cubicBezTo>
                    <a:pt x="1" y="48"/>
                    <a:pt x="1" y="96"/>
                    <a:pt x="1" y="131"/>
                  </a:cubicBezTo>
                  <a:lnTo>
                    <a:pt x="3930" y="131"/>
                  </a:lnTo>
                  <a:cubicBezTo>
                    <a:pt x="3930" y="131"/>
                    <a:pt x="3906" y="84"/>
                    <a:pt x="385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26"/>
            <p:cNvSpPr/>
            <p:nvPr/>
          </p:nvSpPr>
          <p:spPr>
            <a:xfrm>
              <a:off x="2526860" y="4007438"/>
              <a:ext cx="300816" cy="10423"/>
            </a:xfrm>
            <a:custGeom>
              <a:rect b="b" l="l" r="r" t="t"/>
              <a:pathLst>
                <a:path extrusionOk="0" h="203" w="5859">
                  <a:moveTo>
                    <a:pt x="0" y="1"/>
                  </a:moveTo>
                  <a:lnTo>
                    <a:pt x="0" y="203"/>
                  </a:lnTo>
                  <a:lnTo>
                    <a:pt x="5858" y="203"/>
                  </a:lnTo>
                  <a:lnTo>
                    <a:pt x="5858"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26"/>
            <p:cNvSpPr/>
            <p:nvPr/>
          </p:nvSpPr>
          <p:spPr>
            <a:xfrm>
              <a:off x="2486504" y="3672424"/>
              <a:ext cx="357652" cy="309390"/>
            </a:xfrm>
            <a:custGeom>
              <a:rect b="b" l="l" r="r" t="t"/>
              <a:pathLst>
                <a:path extrusionOk="0" h="6026" w="6966">
                  <a:moveTo>
                    <a:pt x="393" y="1"/>
                  </a:moveTo>
                  <a:cubicBezTo>
                    <a:pt x="179" y="1"/>
                    <a:pt x="1" y="168"/>
                    <a:pt x="1" y="394"/>
                  </a:cubicBezTo>
                  <a:lnTo>
                    <a:pt x="1" y="5633"/>
                  </a:lnTo>
                  <a:cubicBezTo>
                    <a:pt x="1" y="5847"/>
                    <a:pt x="179" y="6026"/>
                    <a:pt x="393" y="6026"/>
                  </a:cubicBezTo>
                  <a:lnTo>
                    <a:pt x="6573" y="6026"/>
                  </a:lnTo>
                  <a:cubicBezTo>
                    <a:pt x="6787" y="6026"/>
                    <a:pt x="6966" y="5847"/>
                    <a:pt x="6966" y="5633"/>
                  </a:cubicBezTo>
                  <a:lnTo>
                    <a:pt x="6966" y="394"/>
                  </a:lnTo>
                  <a:cubicBezTo>
                    <a:pt x="6966" y="168"/>
                    <a:pt x="6787" y="1"/>
                    <a:pt x="657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26"/>
            <p:cNvSpPr/>
            <p:nvPr/>
          </p:nvSpPr>
          <p:spPr>
            <a:xfrm>
              <a:off x="2636273" y="3841189"/>
              <a:ext cx="58120" cy="176670"/>
            </a:xfrm>
            <a:custGeom>
              <a:rect b="b" l="l" r="r" t="t"/>
              <a:pathLst>
                <a:path extrusionOk="0" h="3441" w="1132">
                  <a:moveTo>
                    <a:pt x="1" y="0"/>
                  </a:moveTo>
                  <a:lnTo>
                    <a:pt x="1" y="3441"/>
                  </a:lnTo>
                  <a:lnTo>
                    <a:pt x="1132" y="3441"/>
                  </a:lnTo>
                  <a:lnTo>
                    <a:pt x="1132"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26"/>
            <p:cNvSpPr/>
            <p:nvPr/>
          </p:nvSpPr>
          <p:spPr>
            <a:xfrm>
              <a:off x="3320934" y="4008054"/>
              <a:ext cx="168147" cy="9806"/>
            </a:xfrm>
            <a:custGeom>
              <a:rect b="b" l="l" r="r" t="t"/>
              <a:pathLst>
                <a:path extrusionOk="0" h="191" w="3275">
                  <a:moveTo>
                    <a:pt x="1" y="1"/>
                  </a:moveTo>
                  <a:lnTo>
                    <a:pt x="1" y="191"/>
                  </a:lnTo>
                  <a:lnTo>
                    <a:pt x="3275" y="191"/>
                  </a:lnTo>
                  <a:lnTo>
                    <a:pt x="3275"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26"/>
            <p:cNvSpPr/>
            <p:nvPr/>
          </p:nvSpPr>
          <p:spPr>
            <a:xfrm>
              <a:off x="3122287" y="3848736"/>
              <a:ext cx="102736" cy="166709"/>
            </a:xfrm>
            <a:custGeom>
              <a:rect b="b" l="l" r="r" t="t"/>
              <a:pathLst>
                <a:path extrusionOk="0" h="3247" w="2001">
                  <a:moveTo>
                    <a:pt x="1009" y="0"/>
                  </a:moveTo>
                  <a:cubicBezTo>
                    <a:pt x="964" y="0"/>
                    <a:pt x="926" y="30"/>
                    <a:pt x="917" y="67"/>
                  </a:cubicBezTo>
                  <a:lnTo>
                    <a:pt x="24" y="2651"/>
                  </a:lnTo>
                  <a:cubicBezTo>
                    <a:pt x="0" y="2699"/>
                    <a:pt x="0" y="2746"/>
                    <a:pt x="0" y="2806"/>
                  </a:cubicBezTo>
                  <a:cubicBezTo>
                    <a:pt x="12" y="3056"/>
                    <a:pt x="226" y="3246"/>
                    <a:pt x="476" y="3246"/>
                  </a:cubicBezTo>
                  <a:lnTo>
                    <a:pt x="1905" y="3246"/>
                  </a:lnTo>
                  <a:cubicBezTo>
                    <a:pt x="1965" y="3246"/>
                    <a:pt x="2000" y="3199"/>
                    <a:pt x="2000" y="3151"/>
                  </a:cubicBezTo>
                  <a:cubicBezTo>
                    <a:pt x="2000" y="3092"/>
                    <a:pt x="1965" y="3044"/>
                    <a:pt x="1905" y="3044"/>
                  </a:cubicBezTo>
                  <a:lnTo>
                    <a:pt x="476" y="3044"/>
                  </a:lnTo>
                  <a:cubicBezTo>
                    <a:pt x="333" y="3044"/>
                    <a:pt x="214" y="2925"/>
                    <a:pt x="214" y="2794"/>
                  </a:cubicBezTo>
                  <a:cubicBezTo>
                    <a:pt x="214" y="2758"/>
                    <a:pt x="214" y="2734"/>
                    <a:pt x="214" y="2711"/>
                  </a:cubicBezTo>
                  <a:lnTo>
                    <a:pt x="1107" y="139"/>
                  </a:lnTo>
                  <a:cubicBezTo>
                    <a:pt x="1131" y="91"/>
                    <a:pt x="1107" y="32"/>
                    <a:pt x="1048" y="8"/>
                  </a:cubicBezTo>
                  <a:cubicBezTo>
                    <a:pt x="1035" y="3"/>
                    <a:pt x="1022" y="0"/>
                    <a:pt x="1009"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26"/>
            <p:cNvSpPr/>
            <p:nvPr/>
          </p:nvSpPr>
          <p:spPr>
            <a:xfrm>
              <a:off x="3171782" y="3671859"/>
              <a:ext cx="110078" cy="316681"/>
            </a:xfrm>
            <a:custGeom>
              <a:rect b="b" l="l" r="r" t="t"/>
              <a:pathLst>
                <a:path extrusionOk="0" h="6168" w="2144">
                  <a:moveTo>
                    <a:pt x="572" y="0"/>
                  </a:moveTo>
                  <a:lnTo>
                    <a:pt x="334" y="36"/>
                  </a:lnTo>
                  <a:cubicBezTo>
                    <a:pt x="334" y="36"/>
                    <a:pt x="0" y="2024"/>
                    <a:pt x="0" y="3322"/>
                  </a:cubicBezTo>
                  <a:cubicBezTo>
                    <a:pt x="0" y="4608"/>
                    <a:pt x="1977" y="6168"/>
                    <a:pt x="1977" y="6168"/>
                  </a:cubicBezTo>
                  <a:lnTo>
                    <a:pt x="2144" y="6037"/>
                  </a:lnTo>
                  <a:lnTo>
                    <a:pt x="57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26"/>
            <p:cNvSpPr/>
            <p:nvPr/>
          </p:nvSpPr>
          <p:spPr>
            <a:xfrm>
              <a:off x="3188879" y="3671859"/>
              <a:ext cx="92981" cy="316681"/>
            </a:xfrm>
            <a:custGeom>
              <a:rect b="b" l="l" r="r" t="t"/>
              <a:pathLst>
                <a:path extrusionOk="0" h="6168" w="1811">
                  <a:moveTo>
                    <a:pt x="239" y="0"/>
                  </a:moveTo>
                  <a:lnTo>
                    <a:pt x="1" y="36"/>
                  </a:lnTo>
                  <a:lnTo>
                    <a:pt x="1644" y="6168"/>
                  </a:lnTo>
                  <a:lnTo>
                    <a:pt x="1811" y="6037"/>
                  </a:lnTo>
                  <a:lnTo>
                    <a:pt x="239"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26"/>
            <p:cNvSpPr/>
            <p:nvPr/>
          </p:nvSpPr>
          <p:spPr>
            <a:xfrm>
              <a:off x="1881938" y="4008054"/>
              <a:ext cx="168147" cy="9806"/>
            </a:xfrm>
            <a:custGeom>
              <a:rect b="b" l="l" r="r" t="t"/>
              <a:pathLst>
                <a:path extrusionOk="0" h="191" w="3275">
                  <a:moveTo>
                    <a:pt x="0" y="1"/>
                  </a:moveTo>
                  <a:lnTo>
                    <a:pt x="0" y="191"/>
                  </a:lnTo>
                  <a:lnTo>
                    <a:pt x="3275" y="191"/>
                  </a:lnTo>
                  <a:lnTo>
                    <a:pt x="3275"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26"/>
            <p:cNvSpPr/>
            <p:nvPr/>
          </p:nvSpPr>
          <p:spPr>
            <a:xfrm>
              <a:off x="2145996" y="3848736"/>
              <a:ext cx="103352" cy="166709"/>
            </a:xfrm>
            <a:custGeom>
              <a:rect b="b" l="l" r="r" t="t"/>
              <a:pathLst>
                <a:path extrusionOk="0" h="3247" w="2013">
                  <a:moveTo>
                    <a:pt x="998" y="0"/>
                  </a:moveTo>
                  <a:cubicBezTo>
                    <a:pt x="987" y="0"/>
                    <a:pt x="976" y="3"/>
                    <a:pt x="965" y="8"/>
                  </a:cubicBezTo>
                  <a:cubicBezTo>
                    <a:pt x="906" y="32"/>
                    <a:pt x="882" y="91"/>
                    <a:pt x="894" y="139"/>
                  </a:cubicBezTo>
                  <a:lnTo>
                    <a:pt x="1787" y="2711"/>
                  </a:lnTo>
                  <a:cubicBezTo>
                    <a:pt x="1799" y="2734"/>
                    <a:pt x="1799" y="2758"/>
                    <a:pt x="1799" y="2794"/>
                  </a:cubicBezTo>
                  <a:cubicBezTo>
                    <a:pt x="1799" y="2925"/>
                    <a:pt x="1680" y="3044"/>
                    <a:pt x="1537" y="3044"/>
                  </a:cubicBezTo>
                  <a:lnTo>
                    <a:pt x="108" y="3044"/>
                  </a:lnTo>
                  <a:cubicBezTo>
                    <a:pt x="48" y="3044"/>
                    <a:pt x="1" y="3092"/>
                    <a:pt x="1" y="3151"/>
                  </a:cubicBezTo>
                  <a:cubicBezTo>
                    <a:pt x="1" y="3199"/>
                    <a:pt x="48" y="3246"/>
                    <a:pt x="108" y="3246"/>
                  </a:cubicBezTo>
                  <a:lnTo>
                    <a:pt x="1537" y="3246"/>
                  </a:lnTo>
                  <a:cubicBezTo>
                    <a:pt x="1787" y="3246"/>
                    <a:pt x="2001" y="3056"/>
                    <a:pt x="2013" y="2806"/>
                  </a:cubicBezTo>
                  <a:cubicBezTo>
                    <a:pt x="2013" y="2746"/>
                    <a:pt x="2001" y="2699"/>
                    <a:pt x="1989" y="2651"/>
                  </a:cubicBezTo>
                  <a:lnTo>
                    <a:pt x="1096" y="67"/>
                  </a:lnTo>
                  <a:cubicBezTo>
                    <a:pt x="1078" y="30"/>
                    <a:pt x="1037" y="0"/>
                    <a:pt x="998"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26"/>
            <p:cNvSpPr/>
            <p:nvPr/>
          </p:nvSpPr>
          <p:spPr>
            <a:xfrm>
              <a:off x="2089776" y="3671859"/>
              <a:ext cx="110694" cy="316681"/>
            </a:xfrm>
            <a:custGeom>
              <a:rect b="b" l="l" r="r" t="t"/>
              <a:pathLst>
                <a:path extrusionOk="0" h="6168" w="2156">
                  <a:moveTo>
                    <a:pt x="1572" y="0"/>
                  </a:moveTo>
                  <a:lnTo>
                    <a:pt x="0" y="6037"/>
                  </a:lnTo>
                  <a:lnTo>
                    <a:pt x="167" y="6168"/>
                  </a:lnTo>
                  <a:cubicBezTo>
                    <a:pt x="167" y="6168"/>
                    <a:pt x="2155" y="4620"/>
                    <a:pt x="2155" y="3322"/>
                  </a:cubicBezTo>
                  <a:cubicBezTo>
                    <a:pt x="2155" y="2024"/>
                    <a:pt x="1810" y="36"/>
                    <a:pt x="1810" y="36"/>
                  </a:cubicBezTo>
                  <a:lnTo>
                    <a:pt x="157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26"/>
            <p:cNvSpPr/>
            <p:nvPr/>
          </p:nvSpPr>
          <p:spPr>
            <a:xfrm>
              <a:off x="2089776" y="3671859"/>
              <a:ext cx="92981" cy="316681"/>
            </a:xfrm>
            <a:custGeom>
              <a:rect b="b" l="l" r="r" t="t"/>
              <a:pathLst>
                <a:path extrusionOk="0" h="6168" w="1811">
                  <a:moveTo>
                    <a:pt x="1572" y="0"/>
                  </a:moveTo>
                  <a:lnTo>
                    <a:pt x="0" y="6037"/>
                  </a:lnTo>
                  <a:lnTo>
                    <a:pt x="167" y="6168"/>
                  </a:lnTo>
                  <a:lnTo>
                    <a:pt x="1810" y="36"/>
                  </a:lnTo>
                  <a:lnTo>
                    <a:pt x="1572"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26"/>
            <p:cNvSpPr/>
            <p:nvPr/>
          </p:nvSpPr>
          <p:spPr>
            <a:xfrm>
              <a:off x="1839734" y="4044713"/>
              <a:ext cx="118653" cy="556963"/>
            </a:xfrm>
            <a:custGeom>
              <a:rect b="b" l="l" r="r" t="t"/>
              <a:pathLst>
                <a:path extrusionOk="0" h="10848" w="2311">
                  <a:moveTo>
                    <a:pt x="1013" y="1"/>
                  </a:moveTo>
                  <a:lnTo>
                    <a:pt x="441" y="37"/>
                  </a:lnTo>
                  <a:lnTo>
                    <a:pt x="441" y="48"/>
                  </a:lnTo>
                  <a:lnTo>
                    <a:pt x="882" y="1191"/>
                  </a:lnTo>
                  <a:cubicBezTo>
                    <a:pt x="1037" y="1513"/>
                    <a:pt x="1096" y="2061"/>
                    <a:pt x="1060" y="2418"/>
                  </a:cubicBezTo>
                  <a:lnTo>
                    <a:pt x="13" y="10669"/>
                  </a:lnTo>
                  <a:cubicBezTo>
                    <a:pt x="1" y="10752"/>
                    <a:pt x="72" y="10836"/>
                    <a:pt x="156" y="10847"/>
                  </a:cubicBezTo>
                  <a:lnTo>
                    <a:pt x="179" y="10847"/>
                  </a:lnTo>
                  <a:cubicBezTo>
                    <a:pt x="251" y="10847"/>
                    <a:pt x="322" y="10788"/>
                    <a:pt x="334" y="10716"/>
                  </a:cubicBezTo>
                  <a:lnTo>
                    <a:pt x="2311" y="156"/>
                  </a:lnTo>
                  <a:lnTo>
                    <a:pt x="1584" y="156"/>
                  </a:lnTo>
                  <a:lnTo>
                    <a:pt x="1453" y="763"/>
                  </a:lnTo>
                  <a:cubicBezTo>
                    <a:pt x="1443" y="804"/>
                    <a:pt x="1397" y="837"/>
                    <a:pt x="1346" y="837"/>
                  </a:cubicBezTo>
                  <a:cubicBezTo>
                    <a:pt x="1338" y="837"/>
                    <a:pt x="1330" y="836"/>
                    <a:pt x="1322" y="834"/>
                  </a:cubicBezTo>
                  <a:cubicBezTo>
                    <a:pt x="1299" y="822"/>
                    <a:pt x="1263" y="799"/>
                    <a:pt x="1251" y="775"/>
                  </a:cubicBezTo>
                  <a:lnTo>
                    <a:pt x="1013"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26"/>
            <p:cNvSpPr/>
            <p:nvPr/>
          </p:nvSpPr>
          <p:spPr>
            <a:xfrm>
              <a:off x="3398565" y="4044713"/>
              <a:ext cx="118653" cy="556963"/>
            </a:xfrm>
            <a:custGeom>
              <a:rect b="b" l="l" r="r" t="t"/>
              <a:pathLst>
                <a:path extrusionOk="0" h="10848" w="2311">
                  <a:moveTo>
                    <a:pt x="1298" y="1"/>
                  </a:moveTo>
                  <a:lnTo>
                    <a:pt x="1060" y="775"/>
                  </a:lnTo>
                  <a:cubicBezTo>
                    <a:pt x="1048" y="799"/>
                    <a:pt x="1025" y="822"/>
                    <a:pt x="989" y="834"/>
                  </a:cubicBezTo>
                  <a:cubicBezTo>
                    <a:pt x="979" y="836"/>
                    <a:pt x="969" y="837"/>
                    <a:pt x="959" y="837"/>
                  </a:cubicBezTo>
                  <a:cubicBezTo>
                    <a:pt x="911" y="837"/>
                    <a:pt x="868" y="812"/>
                    <a:pt x="858" y="763"/>
                  </a:cubicBezTo>
                  <a:lnTo>
                    <a:pt x="727" y="156"/>
                  </a:lnTo>
                  <a:lnTo>
                    <a:pt x="1" y="156"/>
                  </a:lnTo>
                  <a:lnTo>
                    <a:pt x="1989" y="10716"/>
                  </a:lnTo>
                  <a:cubicBezTo>
                    <a:pt x="2001" y="10788"/>
                    <a:pt x="2072" y="10847"/>
                    <a:pt x="2144" y="10847"/>
                  </a:cubicBezTo>
                  <a:lnTo>
                    <a:pt x="2168" y="10847"/>
                  </a:lnTo>
                  <a:cubicBezTo>
                    <a:pt x="2251" y="10836"/>
                    <a:pt x="2311" y="10752"/>
                    <a:pt x="2299" y="10669"/>
                  </a:cubicBezTo>
                  <a:lnTo>
                    <a:pt x="1263" y="2418"/>
                  </a:lnTo>
                  <a:cubicBezTo>
                    <a:pt x="1215" y="2061"/>
                    <a:pt x="1275" y="1513"/>
                    <a:pt x="1441" y="1191"/>
                  </a:cubicBezTo>
                  <a:lnTo>
                    <a:pt x="1882" y="48"/>
                  </a:lnTo>
                  <a:lnTo>
                    <a:pt x="1298"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26"/>
            <p:cNvSpPr/>
            <p:nvPr/>
          </p:nvSpPr>
          <p:spPr>
            <a:xfrm>
              <a:off x="2646695" y="4036806"/>
              <a:ext cx="47081" cy="565486"/>
            </a:xfrm>
            <a:custGeom>
              <a:rect b="b" l="l" r="r" t="t"/>
              <a:pathLst>
                <a:path extrusionOk="0" h="11014" w="917">
                  <a:moveTo>
                    <a:pt x="0" y="0"/>
                  </a:moveTo>
                  <a:lnTo>
                    <a:pt x="202" y="10751"/>
                  </a:lnTo>
                  <a:cubicBezTo>
                    <a:pt x="202" y="10894"/>
                    <a:pt x="321" y="11013"/>
                    <a:pt x="464" y="11013"/>
                  </a:cubicBezTo>
                  <a:cubicBezTo>
                    <a:pt x="595" y="11001"/>
                    <a:pt x="714" y="10894"/>
                    <a:pt x="714" y="10751"/>
                  </a:cubicBezTo>
                  <a:lnTo>
                    <a:pt x="917"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26"/>
            <p:cNvSpPr/>
            <p:nvPr/>
          </p:nvSpPr>
          <p:spPr>
            <a:xfrm>
              <a:off x="1822021" y="4017861"/>
              <a:ext cx="1715969" cy="34245"/>
            </a:xfrm>
            <a:custGeom>
              <a:rect b="b" l="l" r="r" t="t"/>
              <a:pathLst>
                <a:path extrusionOk="0" h="667" w="33422">
                  <a:moveTo>
                    <a:pt x="0" y="0"/>
                  </a:moveTo>
                  <a:lnTo>
                    <a:pt x="0" y="667"/>
                  </a:lnTo>
                  <a:lnTo>
                    <a:pt x="33421" y="667"/>
                  </a:lnTo>
                  <a:lnTo>
                    <a:pt x="3342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1" name="Google Shape;2301;p26"/>
          <p:cNvGrpSpPr/>
          <p:nvPr/>
        </p:nvGrpSpPr>
        <p:grpSpPr>
          <a:xfrm>
            <a:off x="6220755" y="1389760"/>
            <a:ext cx="2209901" cy="1394266"/>
            <a:chOff x="4145900" y="1432100"/>
            <a:chExt cx="1615425" cy="1019200"/>
          </a:xfrm>
        </p:grpSpPr>
        <p:sp>
          <p:nvSpPr>
            <p:cNvPr id="2302" name="Google Shape;2302;p26"/>
            <p:cNvSpPr/>
            <p:nvPr/>
          </p:nvSpPr>
          <p:spPr>
            <a:xfrm>
              <a:off x="4157825" y="1435100"/>
              <a:ext cx="1603500" cy="1015300"/>
            </a:xfrm>
            <a:custGeom>
              <a:rect b="b" l="l" r="r" t="t"/>
              <a:pathLst>
                <a:path extrusionOk="0" h="40612" w="64140">
                  <a:moveTo>
                    <a:pt x="47455" y="0"/>
                  </a:moveTo>
                  <a:cubicBezTo>
                    <a:pt x="46629" y="0"/>
                    <a:pt x="45812" y="84"/>
                    <a:pt x="45018" y="261"/>
                  </a:cubicBezTo>
                  <a:cubicBezTo>
                    <a:pt x="39862" y="1404"/>
                    <a:pt x="37564" y="4179"/>
                    <a:pt x="33838" y="4179"/>
                  </a:cubicBezTo>
                  <a:cubicBezTo>
                    <a:pt x="30111" y="4179"/>
                    <a:pt x="26944" y="1904"/>
                    <a:pt x="23348" y="1214"/>
                  </a:cubicBezTo>
                  <a:cubicBezTo>
                    <a:pt x="23051" y="1166"/>
                    <a:pt x="22753" y="1107"/>
                    <a:pt x="22444" y="1071"/>
                  </a:cubicBezTo>
                  <a:cubicBezTo>
                    <a:pt x="21481" y="934"/>
                    <a:pt x="20495" y="866"/>
                    <a:pt x="19502" y="866"/>
                  </a:cubicBezTo>
                  <a:cubicBezTo>
                    <a:pt x="15408" y="866"/>
                    <a:pt x="11174" y="2016"/>
                    <a:pt x="7811" y="4190"/>
                  </a:cubicBezTo>
                  <a:cubicBezTo>
                    <a:pt x="4203" y="6524"/>
                    <a:pt x="2155" y="10334"/>
                    <a:pt x="1429" y="14513"/>
                  </a:cubicBezTo>
                  <a:cubicBezTo>
                    <a:pt x="476" y="20050"/>
                    <a:pt x="3822" y="23979"/>
                    <a:pt x="4679" y="27419"/>
                  </a:cubicBezTo>
                  <a:cubicBezTo>
                    <a:pt x="5537" y="30860"/>
                    <a:pt x="3441" y="32480"/>
                    <a:pt x="1715" y="35349"/>
                  </a:cubicBezTo>
                  <a:cubicBezTo>
                    <a:pt x="0" y="38218"/>
                    <a:pt x="1810" y="40612"/>
                    <a:pt x="1810" y="40612"/>
                  </a:cubicBezTo>
                  <a:lnTo>
                    <a:pt x="62234" y="40612"/>
                  </a:lnTo>
                  <a:cubicBezTo>
                    <a:pt x="62234" y="40612"/>
                    <a:pt x="64139" y="36111"/>
                    <a:pt x="63187" y="31241"/>
                  </a:cubicBezTo>
                  <a:cubicBezTo>
                    <a:pt x="62234" y="26360"/>
                    <a:pt x="58007" y="23490"/>
                    <a:pt x="58210" y="20859"/>
                  </a:cubicBezTo>
                  <a:cubicBezTo>
                    <a:pt x="58365" y="18740"/>
                    <a:pt x="59865" y="16740"/>
                    <a:pt x="60532" y="14751"/>
                  </a:cubicBezTo>
                  <a:cubicBezTo>
                    <a:pt x="63138" y="6975"/>
                    <a:pt x="54960" y="0"/>
                    <a:pt x="474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26"/>
            <p:cNvSpPr/>
            <p:nvPr/>
          </p:nvSpPr>
          <p:spPr>
            <a:xfrm>
              <a:off x="4237600" y="2047650"/>
              <a:ext cx="1423700" cy="11025"/>
            </a:xfrm>
            <a:custGeom>
              <a:rect b="b" l="l" r="r" t="t"/>
              <a:pathLst>
                <a:path extrusionOk="0" h="441" w="56948">
                  <a:moveTo>
                    <a:pt x="0" y="0"/>
                  </a:moveTo>
                  <a:lnTo>
                    <a:pt x="0" y="441"/>
                  </a:lnTo>
                  <a:lnTo>
                    <a:pt x="56948" y="441"/>
                  </a:lnTo>
                  <a:lnTo>
                    <a:pt x="56948"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26"/>
            <p:cNvSpPr/>
            <p:nvPr/>
          </p:nvSpPr>
          <p:spPr>
            <a:xfrm>
              <a:off x="5510675" y="1901475"/>
              <a:ext cx="12225" cy="9875"/>
            </a:xfrm>
            <a:custGeom>
              <a:rect b="b" l="l" r="r" t="t"/>
              <a:pathLst>
                <a:path extrusionOk="0" h="395" w="489">
                  <a:moveTo>
                    <a:pt x="144" y="1"/>
                  </a:moveTo>
                  <a:cubicBezTo>
                    <a:pt x="140" y="1"/>
                    <a:pt x="135" y="1"/>
                    <a:pt x="131" y="1"/>
                  </a:cubicBezTo>
                  <a:cubicBezTo>
                    <a:pt x="48" y="13"/>
                    <a:pt x="0" y="85"/>
                    <a:pt x="12" y="168"/>
                  </a:cubicBezTo>
                  <a:cubicBezTo>
                    <a:pt x="12" y="168"/>
                    <a:pt x="12" y="180"/>
                    <a:pt x="12" y="180"/>
                  </a:cubicBezTo>
                  <a:cubicBezTo>
                    <a:pt x="36" y="263"/>
                    <a:pt x="107" y="323"/>
                    <a:pt x="191" y="359"/>
                  </a:cubicBezTo>
                  <a:cubicBezTo>
                    <a:pt x="286" y="382"/>
                    <a:pt x="381" y="394"/>
                    <a:pt x="488" y="394"/>
                  </a:cubicBezTo>
                  <a:cubicBezTo>
                    <a:pt x="488" y="394"/>
                    <a:pt x="441" y="252"/>
                    <a:pt x="441" y="240"/>
                  </a:cubicBezTo>
                  <a:cubicBezTo>
                    <a:pt x="395" y="148"/>
                    <a:pt x="261" y="1"/>
                    <a:pt x="144"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26"/>
            <p:cNvSpPr/>
            <p:nvPr/>
          </p:nvSpPr>
          <p:spPr>
            <a:xfrm>
              <a:off x="5510675" y="1886425"/>
              <a:ext cx="76525" cy="161250"/>
            </a:xfrm>
            <a:custGeom>
              <a:rect b="b" l="l" r="r" t="t"/>
              <a:pathLst>
                <a:path extrusionOk="0" h="6450" w="3061">
                  <a:moveTo>
                    <a:pt x="652" y="1"/>
                  </a:moveTo>
                  <a:cubicBezTo>
                    <a:pt x="637" y="1"/>
                    <a:pt x="622" y="3"/>
                    <a:pt x="607" y="8"/>
                  </a:cubicBezTo>
                  <a:cubicBezTo>
                    <a:pt x="595" y="8"/>
                    <a:pt x="595" y="20"/>
                    <a:pt x="595" y="20"/>
                  </a:cubicBezTo>
                  <a:cubicBezTo>
                    <a:pt x="488" y="68"/>
                    <a:pt x="453" y="282"/>
                    <a:pt x="476" y="389"/>
                  </a:cubicBezTo>
                  <a:cubicBezTo>
                    <a:pt x="476" y="401"/>
                    <a:pt x="509" y="533"/>
                    <a:pt x="522" y="533"/>
                  </a:cubicBezTo>
                  <a:cubicBezTo>
                    <a:pt x="523" y="533"/>
                    <a:pt x="524" y="533"/>
                    <a:pt x="524" y="532"/>
                  </a:cubicBezTo>
                  <a:lnTo>
                    <a:pt x="524" y="532"/>
                  </a:lnTo>
                  <a:cubicBezTo>
                    <a:pt x="524" y="532"/>
                    <a:pt x="524" y="532"/>
                    <a:pt x="524" y="532"/>
                  </a:cubicBezTo>
                  <a:cubicBezTo>
                    <a:pt x="607" y="484"/>
                    <a:pt x="679" y="413"/>
                    <a:pt x="738" y="342"/>
                  </a:cubicBezTo>
                  <a:cubicBezTo>
                    <a:pt x="786" y="270"/>
                    <a:pt x="810" y="175"/>
                    <a:pt x="786" y="103"/>
                  </a:cubicBezTo>
                  <a:cubicBezTo>
                    <a:pt x="767" y="37"/>
                    <a:pt x="710" y="1"/>
                    <a:pt x="652" y="1"/>
                  </a:cubicBezTo>
                  <a:close/>
                  <a:moveTo>
                    <a:pt x="2929" y="246"/>
                  </a:moveTo>
                  <a:cubicBezTo>
                    <a:pt x="2812" y="246"/>
                    <a:pt x="2677" y="404"/>
                    <a:pt x="2631" y="496"/>
                  </a:cubicBezTo>
                  <a:cubicBezTo>
                    <a:pt x="2631" y="496"/>
                    <a:pt x="2585" y="636"/>
                    <a:pt x="2595" y="639"/>
                  </a:cubicBezTo>
                  <a:lnTo>
                    <a:pt x="2595" y="639"/>
                  </a:lnTo>
                  <a:cubicBezTo>
                    <a:pt x="2688" y="638"/>
                    <a:pt x="2790" y="626"/>
                    <a:pt x="2870" y="592"/>
                  </a:cubicBezTo>
                  <a:cubicBezTo>
                    <a:pt x="2953" y="568"/>
                    <a:pt x="3024" y="496"/>
                    <a:pt x="3048" y="413"/>
                  </a:cubicBezTo>
                  <a:cubicBezTo>
                    <a:pt x="3060" y="342"/>
                    <a:pt x="3024" y="270"/>
                    <a:pt x="2941" y="246"/>
                  </a:cubicBezTo>
                  <a:cubicBezTo>
                    <a:pt x="2937" y="246"/>
                    <a:pt x="2933" y="246"/>
                    <a:pt x="2929" y="246"/>
                  </a:cubicBezTo>
                  <a:close/>
                  <a:moveTo>
                    <a:pt x="2595" y="639"/>
                  </a:moveTo>
                  <a:cubicBezTo>
                    <a:pt x="2591" y="639"/>
                    <a:pt x="2588" y="639"/>
                    <a:pt x="2584" y="639"/>
                  </a:cubicBezTo>
                  <a:cubicBezTo>
                    <a:pt x="2560" y="663"/>
                    <a:pt x="2536" y="699"/>
                    <a:pt x="2512" y="723"/>
                  </a:cubicBezTo>
                  <a:cubicBezTo>
                    <a:pt x="2465" y="782"/>
                    <a:pt x="2417" y="854"/>
                    <a:pt x="2369" y="925"/>
                  </a:cubicBezTo>
                  <a:cubicBezTo>
                    <a:pt x="2429" y="842"/>
                    <a:pt x="2477" y="782"/>
                    <a:pt x="2524" y="723"/>
                  </a:cubicBezTo>
                  <a:lnTo>
                    <a:pt x="2596" y="639"/>
                  </a:lnTo>
                  <a:cubicBezTo>
                    <a:pt x="2596" y="639"/>
                    <a:pt x="2595" y="639"/>
                    <a:pt x="2595" y="639"/>
                  </a:cubicBezTo>
                  <a:close/>
                  <a:moveTo>
                    <a:pt x="834" y="1068"/>
                  </a:moveTo>
                  <a:cubicBezTo>
                    <a:pt x="715" y="1080"/>
                    <a:pt x="607" y="1270"/>
                    <a:pt x="595" y="1365"/>
                  </a:cubicBezTo>
                  <a:cubicBezTo>
                    <a:pt x="595" y="1377"/>
                    <a:pt x="584" y="1496"/>
                    <a:pt x="584" y="1520"/>
                  </a:cubicBezTo>
                  <a:cubicBezTo>
                    <a:pt x="679" y="1496"/>
                    <a:pt x="774" y="1473"/>
                    <a:pt x="857" y="1425"/>
                  </a:cubicBezTo>
                  <a:cubicBezTo>
                    <a:pt x="929" y="1365"/>
                    <a:pt x="976" y="1294"/>
                    <a:pt x="988" y="1211"/>
                  </a:cubicBezTo>
                  <a:cubicBezTo>
                    <a:pt x="988" y="1127"/>
                    <a:pt x="929" y="1068"/>
                    <a:pt x="845" y="1068"/>
                  </a:cubicBezTo>
                  <a:close/>
                  <a:moveTo>
                    <a:pt x="2486" y="1241"/>
                  </a:moveTo>
                  <a:cubicBezTo>
                    <a:pt x="2380" y="1241"/>
                    <a:pt x="2248" y="1321"/>
                    <a:pt x="2191" y="1377"/>
                  </a:cubicBezTo>
                  <a:cubicBezTo>
                    <a:pt x="2179" y="1389"/>
                    <a:pt x="2108" y="1473"/>
                    <a:pt x="2096" y="1496"/>
                  </a:cubicBezTo>
                  <a:cubicBezTo>
                    <a:pt x="2191" y="1532"/>
                    <a:pt x="2286" y="1556"/>
                    <a:pt x="2381" y="1568"/>
                  </a:cubicBezTo>
                  <a:cubicBezTo>
                    <a:pt x="2465" y="1568"/>
                    <a:pt x="2548" y="1532"/>
                    <a:pt x="2608" y="1461"/>
                  </a:cubicBezTo>
                  <a:cubicBezTo>
                    <a:pt x="2655" y="1401"/>
                    <a:pt x="2643" y="1306"/>
                    <a:pt x="2572" y="1270"/>
                  </a:cubicBezTo>
                  <a:lnTo>
                    <a:pt x="2560" y="1258"/>
                  </a:lnTo>
                  <a:cubicBezTo>
                    <a:pt x="2538" y="1246"/>
                    <a:pt x="2513" y="1241"/>
                    <a:pt x="2486" y="1241"/>
                  </a:cubicBezTo>
                  <a:close/>
                  <a:moveTo>
                    <a:pt x="1060" y="1592"/>
                  </a:moveTo>
                  <a:cubicBezTo>
                    <a:pt x="941" y="1604"/>
                    <a:pt x="834" y="1794"/>
                    <a:pt x="822" y="1889"/>
                  </a:cubicBezTo>
                  <a:cubicBezTo>
                    <a:pt x="822" y="1901"/>
                    <a:pt x="810" y="2008"/>
                    <a:pt x="810" y="2044"/>
                  </a:cubicBezTo>
                  <a:cubicBezTo>
                    <a:pt x="905" y="2032"/>
                    <a:pt x="1000" y="1997"/>
                    <a:pt x="1084" y="1949"/>
                  </a:cubicBezTo>
                  <a:cubicBezTo>
                    <a:pt x="1155" y="1901"/>
                    <a:pt x="1203" y="1818"/>
                    <a:pt x="1215" y="1735"/>
                  </a:cubicBezTo>
                  <a:cubicBezTo>
                    <a:pt x="1215" y="1651"/>
                    <a:pt x="1155" y="1592"/>
                    <a:pt x="1072" y="1592"/>
                  </a:cubicBezTo>
                  <a:close/>
                  <a:moveTo>
                    <a:pt x="1453" y="3140"/>
                  </a:moveTo>
                  <a:cubicBezTo>
                    <a:pt x="1524" y="3199"/>
                    <a:pt x="1596" y="3247"/>
                    <a:pt x="1691" y="3294"/>
                  </a:cubicBezTo>
                  <a:cubicBezTo>
                    <a:pt x="1667" y="3342"/>
                    <a:pt x="1643" y="3390"/>
                    <a:pt x="1619" y="3437"/>
                  </a:cubicBezTo>
                  <a:cubicBezTo>
                    <a:pt x="1548" y="3604"/>
                    <a:pt x="1488" y="3735"/>
                    <a:pt x="1441" y="3830"/>
                  </a:cubicBezTo>
                  <a:cubicBezTo>
                    <a:pt x="1429" y="3854"/>
                    <a:pt x="1417" y="3866"/>
                    <a:pt x="1405" y="3890"/>
                  </a:cubicBezTo>
                  <a:cubicBezTo>
                    <a:pt x="1405" y="3866"/>
                    <a:pt x="1405" y="3842"/>
                    <a:pt x="1393" y="3830"/>
                  </a:cubicBezTo>
                  <a:cubicBezTo>
                    <a:pt x="1381" y="3723"/>
                    <a:pt x="1357" y="3568"/>
                    <a:pt x="1322" y="3390"/>
                  </a:cubicBezTo>
                  <a:cubicBezTo>
                    <a:pt x="1310" y="3330"/>
                    <a:pt x="1298" y="3270"/>
                    <a:pt x="1286" y="3211"/>
                  </a:cubicBezTo>
                  <a:cubicBezTo>
                    <a:pt x="1346" y="3187"/>
                    <a:pt x="1393" y="3163"/>
                    <a:pt x="1453" y="3140"/>
                  </a:cubicBezTo>
                  <a:close/>
                  <a:moveTo>
                    <a:pt x="524" y="532"/>
                  </a:moveTo>
                  <a:lnTo>
                    <a:pt x="524" y="532"/>
                  </a:lnTo>
                  <a:cubicBezTo>
                    <a:pt x="512" y="568"/>
                    <a:pt x="512" y="603"/>
                    <a:pt x="500" y="651"/>
                  </a:cubicBezTo>
                  <a:cubicBezTo>
                    <a:pt x="500" y="723"/>
                    <a:pt x="488" y="806"/>
                    <a:pt x="488" y="889"/>
                  </a:cubicBezTo>
                  <a:cubicBezTo>
                    <a:pt x="488" y="996"/>
                    <a:pt x="488" y="1092"/>
                    <a:pt x="488" y="1187"/>
                  </a:cubicBezTo>
                  <a:cubicBezTo>
                    <a:pt x="500" y="1294"/>
                    <a:pt x="524" y="1401"/>
                    <a:pt x="548" y="1508"/>
                  </a:cubicBezTo>
                  <a:cubicBezTo>
                    <a:pt x="524" y="1485"/>
                    <a:pt x="476" y="1401"/>
                    <a:pt x="464" y="1389"/>
                  </a:cubicBezTo>
                  <a:cubicBezTo>
                    <a:pt x="414" y="1329"/>
                    <a:pt x="272" y="1235"/>
                    <a:pt x="164" y="1235"/>
                  </a:cubicBezTo>
                  <a:cubicBezTo>
                    <a:pt x="144" y="1235"/>
                    <a:pt x="124" y="1239"/>
                    <a:pt x="107" y="1246"/>
                  </a:cubicBezTo>
                  <a:cubicBezTo>
                    <a:pt x="36" y="1282"/>
                    <a:pt x="0" y="1365"/>
                    <a:pt x="36" y="1437"/>
                  </a:cubicBezTo>
                  <a:cubicBezTo>
                    <a:pt x="36" y="1437"/>
                    <a:pt x="48" y="1437"/>
                    <a:pt x="48" y="1449"/>
                  </a:cubicBezTo>
                  <a:cubicBezTo>
                    <a:pt x="95" y="1520"/>
                    <a:pt x="179" y="1556"/>
                    <a:pt x="262" y="1568"/>
                  </a:cubicBezTo>
                  <a:cubicBezTo>
                    <a:pt x="357" y="1568"/>
                    <a:pt x="453" y="1556"/>
                    <a:pt x="548" y="1520"/>
                  </a:cubicBezTo>
                  <a:cubicBezTo>
                    <a:pt x="584" y="1627"/>
                    <a:pt x="619" y="1735"/>
                    <a:pt x="667" y="1842"/>
                  </a:cubicBezTo>
                  <a:cubicBezTo>
                    <a:pt x="691" y="1901"/>
                    <a:pt x="715" y="1961"/>
                    <a:pt x="750" y="2020"/>
                  </a:cubicBezTo>
                  <a:cubicBezTo>
                    <a:pt x="726" y="1997"/>
                    <a:pt x="715" y="1973"/>
                    <a:pt x="715" y="1973"/>
                  </a:cubicBezTo>
                  <a:cubicBezTo>
                    <a:pt x="653" y="1901"/>
                    <a:pt x="502" y="1811"/>
                    <a:pt x="393" y="1811"/>
                  </a:cubicBezTo>
                  <a:cubicBezTo>
                    <a:pt x="376" y="1811"/>
                    <a:pt x="360" y="1813"/>
                    <a:pt x="345" y="1818"/>
                  </a:cubicBezTo>
                  <a:cubicBezTo>
                    <a:pt x="274" y="1854"/>
                    <a:pt x="250" y="1937"/>
                    <a:pt x="274" y="2008"/>
                  </a:cubicBezTo>
                  <a:cubicBezTo>
                    <a:pt x="274" y="2008"/>
                    <a:pt x="286" y="2020"/>
                    <a:pt x="286" y="2020"/>
                  </a:cubicBezTo>
                  <a:cubicBezTo>
                    <a:pt x="334" y="2092"/>
                    <a:pt x="417" y="2139"/>
                    <a:pt x="500" y="2139"/>
                  </a:cubicBezTo>
                  <a:cubicBezTo>
                    <a:pt x="595" y="2139"/>
                    <a:pt x="691" y="2127"/>
                    <a:pt x="786" y="2104"/>
                  </a:cubicBezTo>
                  <a:lnTo>
                    <a:pt x="822" y="2163"/>
                  </a:lnTo>
                  <a:cubicBezTo>
                    <a:pt x="881" y="2270"/>
                    <a:pt x="929" y="2378"/>
                    <a:pt x="976" y="2485"/>
                  </a:cubicBezTo>
                  <a:cubicBezTo>
                    <a:pt x="1000" y="2532"/>
                    <a:pt x="1012" y="2568"/>
                    <a:pt x="1036" y="2604"/>
                  </a:cubicBezTo>
                  <a:lnTo>
                    <a:pt x="1000" y="2556"/>
                  </a:lnTo>
                  <a:cubicBezTo>
                    <a:pt x="941" y="2487"/>
                    <a:pt x="808" y="2401"/>
                    <a:pt x="703" y="2401"/>
                  </a:cubicBezTo>
                  <a:cubicBezTo>
                    <a:pt x="682" y="2401"/>
                    <a:pt x="661" y="2405"/>
                    <a:pt x="643" y="2413"/>
                  </a:cubicBezTo>
                  <a:cubicBezTo>
                    <a:pt x="572" y="2437"/>
                    <a:pt x="536" y="2520"/>
                    <a:pt x="572" y="2592"/>
                  </a:cubicBezTo>
                  <a:cubicBezTo>
                    <a:pt x="572" y="2604"/>
                    <a:pt x="572" y="2604"/>
                    <a:pt x="572" y="2616"/>
                  </a:cubicBezTo>
                  <a:cubicBezTo>
                    <a:pt x="631" y="2675"/>
                    <a:pt x="703" y="2723"/>
                    <a:pt x="798" y="2735"/>
                  </a:cubicBezTo>
                  <a:cubicBezTo>
                    <a:pt x="881" y="2735"/>
                    <a:pt x="976" y="2723"/>
                    <a:pt x="1072" y="2687"/>
                  </a:cubicBezTo>
                  <a:cubicBezTo>
                    <a:pt x="1084" y="2735"/>
                    <a:pt x="1096" y="2770"/>
                    <a:pt x="1107" y="2806"/>
                  </a:cubicBezTo>
                  <a:cubicBezTo>
                    <a:pt x="1131" y="2842"/>
                    <a:pt x="1131" y="2866"/>
                    <a:pt x="1143" y="2889"/>
                  </a:cubicBezTo>
                  <a:lnTo>
                    <a:pt x="1155" y="2961"/>
                  </a:lnTo>
                  <a:cubicBezTo>
                    <a:pt x="1167" y="3020"/>
                    <a:pt x="1191" y="3068"/>
                    <a:pt x="1191" y="3116"/>
                  </a:cubicBezTo>
                  <a:cubicBezTo>
                    <a:pt x="1203" y="3151"/>
                    <a:pt x="1215" y="3187"/>
                    <a:pt x="1215" y="3223"/>
                  </a:cubicBezTo>
                  <a:cubicBezTo>
                    <a:pt x="1203" y="3187"/>
                    <a:pt x="1167" y="3116"/>
                    <a:pt x="1155" y="3104"/>
                  </a:cubicBezTo>
                  <a:cubicBezTo>
                    <a:pt x="1111" y="3027"/>
                    <a:pt x="965" y="2899"/>
                    <a:pt x="849" y="2899"/>
                  </a:cubicBezTo>
                  <a:cubicBezTo>
                    <a:pt x="840" y="2899"/>
                    <a:pt x="831" y="2900"/>
                    <a:pt x="822" y="2901"/>
                  </a:cubicBezTo>
                  <a:cubicBezTo>
                    <a:pt x="750" y="2925"/>
                    <a:pt x="703" y="2997"/>
                    <a:pt x="726" y="3080"/>
                  </a:cubicBezTo>
                  <a:cubicBezTo>
                    <a:pt x="726" y="3080"/>
                    <a:pt x="726" y="3092"/>
                    <a:pt x="726" y="3092"/>
                  </a:cubicBezTo>
                  <a:cubicBezTo>
                    <a:pt x="774" y="3163"/>
                    <a:pt x="834" y="3223"/>
                    <a:pt x="917" y="3247"/>
                  </a:cubicBezTo>
                  <a:cubicBezTo>
                    <a:pt x="965" y="3253"/>
                    <a:pt x="1015" y="3256"/>
                    <a:pt x="1066" y="3256"/>
                  </a:cubicBezTo>
                  <a:cubicBezTo>
                    <a:pt x="1116" y="3256"/>
                    <a:pt x="1167" y="3253"/>
                    <a:pt x="1215" y="3247"/>
                  </a:cubicBezTo>
                  <a:cubicBezTo>
                    <a:pt x="1226" y="3306"/>
                    <a:pt x="1238" y="3354"/>
                    <a:pt x="1250" y="3401"/>
                  </a:cubicBezTo>
                  <a:cubicBezTo>
                    <a:pt x="1274" y="3580"/>
                    <a:pt x="1298" y="3735"/>
                    <a:pt x="1310" y="3842"/>
                  </a:cubicBezTo>
                  <a:cubicBezTo>
                    <a:pt x="1310" y="3854"/>
                    <a:pt x="1310" y="3878"/>
                    <a:pt x="1310" y="3890"/>
                  </a:cubicBezTo>
                  <a:lnTo>
                    <a:pt x="953" y="3890"/>
                  </a:lnTo>
                  <a:lnTo>
                    <a:pt x="1096" y="6449"/>
                  </a:lnTo>
                  <a:lnTo>
                    <a:pt x="1703" y="6449"/>
                  </a:lnTo>
                  <a:lnTo>
                    <a:pt x="1834" y="3890"/>
                  </a:lnTo>
                  <a:lnTo>
                    <a:pt x="1500" y="3890"/>
                  </a:lnTo>
                  <a:lnTo>
                    <a:pt x="1512" y="3866"/>
                  </a:lnTo>
                  <a:cubicBezTo>
                    <a:pt x="1560" y="3771"/>
                    <a:pt x="1619" y="3640"/>
                    <a:pt x="1691" y="3473"/>
                  </a:cubicBezTo>
                  <a:cubicBezTo>
                    <a:pt x="1715" y="3413"/>
                    <a:pt x="1738" y="3354"/>
                    <a:pt x="1762" y="3294"/>
                  </a:cubicBezTo>
                  <a:cubicBezTo>
                    <a:pt x="1823" y="3312"/>
                    <a:pt x="1897" y="3323"/>
                    <a:pt x="1970" y="3323"/>
                  </a:cubicBezTo>
                  <a:cubicBezTo>
                    <a:pt x="1996" y="3323"/>
                    <a:pt x="2022" y="3321"/>
                    <a:pt x="2048" y="3318"/>
                  </a:cubicBezTo>
                  <a:cubicBezTo>
                    <a:pt x="2131" y="3306"/>
                    <a:pt x="2203" y="3259"/>
                    <a:pt x="2250" y="3187"/>
                  </a:cubicBezTo>
                  <a:cubicBezTo>
                    <a:pt x="2286" y="3116"/>
                    <a:pt x="2250" y="3032"/>
                    <a:pt x="2191" y="2997"/>
                  </a:cubicBezTo>
                  <a:cubicBezTo>
                    <a:pt x="2179" y="2997"/>
                    <a:pt x="2179" y="2985"/>
                    <a:pt x="2167" y="2985"/>
                  </a:cubicBezTo>
                  <a:cubicBezTo>
                    <a:pt x="2155" y="2981"/>
                    <a:pt x="2141" y="2979"/>
                    <a:pt x="2127" y="2979"/>
                  </a:cubicBezTo>
                  <a:cubicBezTo>
                    <a:pt x="2020" y="2979"/>
                    <a:pt x="1874" y="3090"/>
                    <a:pt x="1822" y="3163"/>
                  </a:cubicBezTo>
                  <a:cubicBezTo>
                    <a:pt x="1822" y="3175"/>
                    <a:pt x="1786" y="3235"/>
                    <a:pt x="1762" y="3270"/>
                  </a:cubicBezTo>
                  <a:cubicBezTo>
                    <a:pt x="1774" y="3247"/>
                    <a:pt x="1786" y="3223"/>
                    <a:pt x="1786" y="3199"/>
                  </a:cubicBezTo>
                  <a:cubicBezTo>
                    <a:pt x="1810" y="3151"/>
                    <a:pt x="1822" y="3104"/>
                    <a:pt x="1846" y="3044"/>
                  </a:cubicBezTo>
                  <a:lnTo>
                    <a:pt x="1869" y="2961"/>
                  </a:lnTo>
                  <a:cubicBezTo>
                    <a:pt x="1869" y="2937"/>
                    <a:pt x="1881" y="2913"/>
                    <a:pt x="1893" y="2878"/>
                  </a:cubicBezTo>
                  <a:cubicBezTo>
                    <a:pt x="1905" y="2818"/>
                    <a:pt x="1917" y="2747"/>
                    <a:pt x="1929" y="2687"/>
                  </a:cubicBezTo>
                  <a:cubicBezTo>
                    <a:pt x="2012" y="2723"/>
                    <a:pt x="2108" y="2735"/>
                    <a:pt x="2203" y="2747"/>
                  </a:cubicBezTo>
                  <a:cubicBezTo>
                    <a:pt x="2286" y="2747"/>
                    <a:pt x="2369" y="2711"/>
                    <a:pt x="2429" y="2639"/>
                  </a:cubicBezTo>
                  <a:cubicBezTo>
                    <a:pt x="2477" y="2580"/>
                    <a:pt x="2465" y="2497"/>
                    <a:pt x="2393" y="2449"/>
                  </a:cubicBezTo>
                  <a:lnTo>
                    <a:pt x="2381" y="2437"/>
                  </a:lnTo>
                  <a:cubicBezTo>
                    <a:pt x="2360" y="2425"/>
                    <a:pt x="2334" y="2420"/>
                    <a:pt x="2307" y="2420"/>
                  </a:cubicBezTo>
                  <a:cubicBezTo>
                    <a:pt x="2202" y="2420"/>
                    <a:pt x="2069" y="2499"/>
                    <a:pt x="2012" y="2556"/>
                  </a:cubicBezTo>
                  <a:cubicBezTo>
                    <a:pt x="2012" y="2568"/>
                    <a:pt x="1953" y="2628"/>
                    <a:pt x="1929" y="2651"/>
                  </a:cubicBezTo>
                  <a:cubicBezTo>
                    <a:pt x="1941" y="2616"/>
                    <a:pt x="1941" y="2568"/>
                    <a:pt x="1953" y="2532"/>
                  </a:cubicBezTo>
                  <a:cubicBezTo>
                    <a:pt x="1965" y="2413"/>
                    <a:pt x="1977" y="2294"/>
                    <a:pt x="1988" y="2175"/>
                  </a:cubicBezTo>
                  <a:cubicBezTo>
                    <a:pt x="1988" y="2139"/>
                    <a:pt x="2000" y="2104"/>
                    <a:pt x="2000" y="2068"/>
                  </a:cubicBezTo>
                  <a:cubicBezTo>
                    <a:pt x="2096" y="2104"/>
                    <a:pt x="2191" y="2127"/>
                    <a:pt x="2286" y="2127"/>
                  </a:cubicBezTo>
                  <a:cubicBezTo>
                    <a:pt x="2369" y="2127"/>
                    <a:pt x="2453" y="2092"/>
                    <a:pt x="2512" y="2020"/>
                  </a:cubicBezTo>
                  <a:cubicBezTo>
                    <a:pt x="2560" y="1961"/>
                    <a:pt x="2536" y="1877"/>
                    <a:pt x="2477" y="1830"/>
                  </a:cubicBezTo>
                  <a:lnTo>
                    <a:pt x="2465" y="1818"/>
                  </a:lnTo>
                  <a:cubicBezTo>
                    <a:pt x="2443" y="1806"/>
                    <a:pt x="2418" y="1801"/>
                    <a:pt x="2391" y="1801"/>
                  </a:cubicBezTo>
                  <a:cubicBezTo>
                    <a:pt x="2285" y="1801"/>
                    <a:pt x="2153" y="1880"/>
                    <a:pt x="2096" y="1937"/>
                  </a:cubicBezTo>
                  <a:cubicBezTo>
                    <a:pt x="2084" y="1949"/>
                    <a:pt x="2012" y="2032"/>
                    <a:pt x="2000" y="2056"/>
                  </a:cubicBezTo>
                  <a:cubicBezTo>
                    <a:pt x="2000" y="1973"/>
                    <a:pt x="2012" y="1889"/>
                    <a:pt x="2024" y="1818"/>
                  </a:cubicBezTo>
                  <a:cubicBezTo>
                    <a:pt x="2048" y="1711"/>
                    <a:pt x="2072" y="1604"/>
                    <a:pt x="2096" y="1496"/>
                  </a:cubicBezTo>
                  <a:lnTo>
                    <a:pt x="2096" y="1473"/>
                  </a:lnTo>
                  <a:cubicBezTo>
                    <a:pt x="2119" y="1377"/>
                    <a:pt x="2167" y="1270"/>
                    <a:pt x="2215" y="1175"/>
                  </a:cubicBezTo>
                  <a:cubicBezTo>
                    <a:pt x="2239" y="1127"/>
                    <a:pt x="2274" y="1080"/>
                    <a:pt x="2298" y="1032"/>
                  </a:cubicBezTo>
                  <a:cubicBezTo>
                    <a:pt x="2393" y="1080"/>
                    <a:pt x="2477" y="1104"/>
                    <a:pt x="2572" y="1127"/>
                  </a:cubicBezTo>
                  <a:cubicBezTo>
                    <a:pt x="2667" y="1127"/>
                    <a:pt x="2750" y="1104"/>
                    <a:pt x="2810" y="1044"/>
                  </a:cubicBezTo>
                  <a:cubicBezTo>
                    <a:pt x="2858" y="984"/>
                    <a:pt x="2858" y="901"/>
                    <a:pt x="2798" y="842"/>
                  </a:cubicBezTo>
                  <a:cubicBezTo>
                    <a:pt x="2798" y="842"/>
                    <a:pt x="2786" y="842"/>
                    <a:pt x="2786" y="830"/>
                  </a:cubicBezTo>
                  <a:cubicBezTo>
                    <a:pt x="2763" y="815"/>
                    <a:pt x="2734" y="809"/>
                    <a:pt x="2701" y="809"/>
                  </a:cubicBezTo>
                  <a:cubicBezTo>
                    <a:pt x="2600" y="809"/>
                    <a:pt x="2468" y="868"/>
                    <a:pt x="2405" y="913"/>
                  </a:cubicBezTo>
                  <a:cubicBezTo>
                    <a:pt x="2405" y="913"/>
                    <a:pt x="2358" y="961"/>
                    <a:pt x="2334" y="996"/>
                  </a:cubicBezTo>
                  <a:cubicBezTo>
                    <a:pt x="2346" y="973"/>
                    <a:pt x="2358" y="949"/>
                    <a:pt x="2369" y="925"/>
                  </a:cubicBezTo>
                  <a:lnTo>
                    <a:pt x="2369" y="925"/>
                  </a:lnTo>
                  <a:cubicBezTo>
                    <a:pt x="2310" y="996"/>
                    <a:pt x="2262" y="1080"/>
                    <a:pt x="2215" y="1163"/>
                  </a:cubicBezTo>
                  <a:cubicBezTo>
                    <a:pt x="2155" y="1258"/>
                    <a:pt x="2119" y="1365"/>
                    <a:pt x="2084" y="1473"/>
                  </a:cubicBezTo>
                  <a:lnTo>
                    <a:pt x="2084" y="1330"/>
                  </a:lnTo>
                  <a:cubicBezTo>
                    <a:pt x="2060" y="1223"/>
                    <a:pt x="1977" y="1032"/>
                    <a:pt x="1858" y="1008"/>
                  </a:cubicBezTo>
                  <a:cubicBezTo>
                    <a:pt x="1850" y="1007"/>
                    <a:pt x="1843" y="1006"/>
                    <a:pt x="1836" y="1006"/>
                  </a:cubicBezTo>
                  <a:cubicBezTo>
                    <a:pt x="1772" y="1006"/>
                    <a:pt x="1713" y="1053"/>
                    <a:pt x="1703" y="1127"/>
                  </a:cubicBezTo>
                  <a:lnTo>
                    <a:pt x="1703" y="1139"/>
                  </a:lnTo>
                  <a:cubicBezTo>
                    <a:pt x="1703" y="1223"/>
                    <a:pt x="1738" y="1306"/>
                    <a:pt x="1810" y="1365"/>
                  </a:cubicBezTo>
                  <a:cubicBezTo>
                    <a:pt x="1893" y="1413"/>
                    <a:pt x="1988" y="1461"/>
                    <a:pt x="2084" y="1485"/>
                  </a:cubicBezTo>
                  <a:cubicBezTo>
                    <a:pt x="2048" y="1592"/>
                    <a:pt x="2024" y="1699"/>
                    <a:pt x="2000" y="1806"/>
                  </a:cubicBezTo>
                  <a:cubicBezTo>
                    <a:pt x="1988" y="1866"/>
                    <a:pt x="1977" y="1937"/>
                    <a:pt x="1977" y="1997"/>
                  </a:cubicBezTo>
                  <a:lnTo>
                    <a:pt x="1977" y="1937"/>
                  </a:lnTo>
                  <a:cubicBezTo>
                    <a:pt x="1953" y="1830"/>
                    <a:pt x="1869" y="1639"/>
                    <a:pt x="1750" y="1616"/>
                  </a:cubicBezTo>
                  <a:cubicBezTo>
                    <a:pt x="1743" y="1614"/>
                    <a:pt x="1736" y="1614"/>
                    <a:pt x="1728" y="1614"/>
                  </a:cubicBezTo>
                  <a:cubicBezTo>
                    <a:pt x="1663" y="1614"/>
                    <a:pt x="1594" y="1660"/>
                    <a:pt x="1584" y="1735"/>
                  </a:cubicBezTo>
                  <a:cubicBezTo>
                    <a:pt x="1584" y="1735"/>
                    <a:pt x="1584" y="1735"/>
                    <a:pt x="1584" y="1746"/>
                  </a:cubicBezTo>
                  <a:cubicBezTo>
                    <a:pt x="1596" y="1830"/>
                    <a:pt x="1631" y="1913"/>
                    <a:pt x="1703" y="1961"/>
                  </a:cubicBezTo>
                  <a:cubicBezTo>
                    <a:pt x="1786" y="2020"/>
                    <a:pt x="1869" y="2056"/>
                    <a:pt x="1965" y="2092"/>
                  </a:cubicBezTo>
                  <a:cubicBezTo>
                    <a:pt x="1965" y="2116"/>
                    <a:pt x="1953" y="2139"/>
                    <a:pt x="1953" y="2163"/>
                  </a:cubicBezTo>
                  <a:cubicBezTo>
                    <a:pt x="1941" y="2282"/>
                    <a:pt x="1929" y="2401"/>
                    <a:pt x="1905" y="2520"/>
                  </a:cubicBezTo>
                  <a:cubicBezTo>
                    <a:pt x="1905" y="2556"/>
                    <a:pt x="1893" y="2604"/>
                    <a:pt x="1881" y="2639"/>
                  </a:cubicBezTo>
                  <a:lnTo>
                    <a:pt x="1881" y="2592"/>
                  </a:lnTo>
                  <a:cubicBezTo>
                    <a:pt x="1869" y="2485"/>
                    <a:pt x="1786" y="2282"/>
                    <a:pt x="1667" y="2258"/>
                  </a:cubicBezTo>
                  <a:cubicBezTo>
                    <a:pt x="1661" y="2257"/>
                    <a:pt x="1655" y="2257"/>
                    <a:pt x="1648" y="2257"/>
                  </a:cubicBezTo>
                  <a:cubicBezTo>
                    <a:pt x="1582" y="2257"/>
                    <a:pt x="1511" y="2312"/>
                    <a:pt x="1500" y="2378"/>
                  </a:cubicBezTo>
                  <a:cubicBezTo>
                    <a:pt x="1500" y="2389"/>
                    <a:pt x="1500" y="2389"/>
                    <a:pt x="1500" y="2401"/>
                  </a:cubicBezTo>
                  <a:cubicBezTo>
                    <a:pt x="1500" y="2485"/>
                    <a:pt x="1548" y="2568"/>
                    <a:pt x="1619" y="2616"/>
                  </a:cubicBezTo>
                  <a:cubicBezTo>
                    <a:pt x="1691" y="2663"/>
                    <a:pt x="1786" y="2711"/>
                    <a:pt x="1869" y="2735"/>
                  </a:cubicBezTo>
                  <a:cubicBezTo>
                    <a:pt x="1858" y="2770"/>
                    <a:pt x="1858" y="2818"/>
                    <a:pt x="1846" y="2854"/>
                  </a:cubicBezTo>
                  <a:cubicBezTo>
                    <a:pt x="1834" y="2889"/>
                    <a:pt x="1834" y="2913"/>
                    <a:pt x="1822" y="2937"/>
                  </a:cubicBezTo>
                  <a:cubicBezTo>
                    <a:pt x="1810" y="2961"/>
                    <a:pt x="1798" y="2985"/>
                    <a:pt x="1798" y="3009"/>
                  </a:cubicBezTo>
                  <a:cubicBezTo>
                    <a:pt x="1774" y="3068"/>
                    <a:pt x="1762" y="3116"/>
                    <a:pt x="1738" y="3163"/>
                  </a:cubicBezTo>
                  <a:cubicBezTo>
                    <a:pt x="1727" y="3199"/>
                    <a:pt x="1715" y="3223"/>
                    <a:pt x="1703" y="3259"/>
                  </a:cubicBezTo>
                  <a:cubicBezTo>
                    <a:pt x="1703" y="3223"/>
                    <a:pt x="1715" y="3140"/>
                    <a:pt x="1715" y="3128"/>
                  </a:cubicBezTo>
                  <a:cubicBezTo>
                    <a:pt x="1715" y="3032"/>
                    <a:pt x="1691" y="2949"/>
                    <a:pt x="1643" y="2866"/>
                  </a:cubicBezTo>
                  <a:lnTo>
                    <a:pt x="1643" y="2830"/>
                  </a:lnTo>
                  <a:cubicBezTo>
                    <a:pt x="1632" y="2765"/>
                    <a:pt x="1572" y="2709"/>
                    <a:pt x="1507" y="2709"/>
                  </a:cubicBezTo>
                  <a:cubicBezTo>
                    <a:pt x="1501" y="2709"/>
                    <a:pt x="1495" y="2710"/>
                    <a:pt x="1488" y="2711"/>
                  </a:cubicBezTo>
                  <a:cubicBezTo>
                    <a:pt x="1477" y="2711"/>
                    <a:pt x="1477" y="2711"/>
                    <a:pt x="1465" y="2723"/>
                  </a:cubicBezTo>
                  <a:cubicBezTo>
                    <a:pt x="1346" y="2747"/>
                    <a:pt x="1274" y="2949"/>
                    <a:pt x="1274" y="3056"/>
                  </a:cubicBezTo>
                  <a:cubicBezTo>
                    <a:pt x="1274" y="3068"/>
                    <a:pt x="1274" y="3128"/>
                    <a:pt x="1286" y="3175"/>
                  </a:cubicBezTo>
                  <a:cubicBezTo>
                    <a:pt x="1274" y="3151"/>
                    <a:pt x="1274" y="3128"/>
                    <a:pt x="1262" y="3104"/>
                  </a:cubicBezTo>
                  <a:cubicBezTo>
                    <a:pt x="1250" y="3044"/>
                    <a:pt x="1238" y="2997"/>
                    <a:pt x="1226" y="2949"/>
                  </a:cubicBezTo>
                  <a:cubicBezTo>
                    <a:pt x="1215" y="2925"/>
                    <a:pt x="1215" y="2889"/>
                    <a:pt x="1203" y="2866"/>
                  </a:cubicBezTo>
                  <a:cubicBezTo>
                    <a:pt x="1191" y="2842"/>
                    <a:pt x="1179" y="2818"/>
                    <a:pt x="1167" y="2782"/>
                  </a:cubicBezTo>
                  <a:cubicBezTo>
                    <a:pt x="1143" y="2723"/>
                    <a:pt x="1119" y="2663"/>
                    <a:pt x="1096" y="2604"/>
                  </a:cubicBezTo>
                  <a:cubicBezTo>
                    <a:pt x="1191" y="2580"/>
                    <a:pt x="1274" y="2544"/>
                    <a:pt x="1357" y="2497"/>
                  </a:cubicBezTo>
                  <a:cubicBezTo>
                    <a:pt x="1429" y="2449"/>
                    <a:pt x="1477" y="2378"/>
                    <a:pt x="1488" y="2282"/>
                  </a:cubicBezTo>
                  <a:cubicBezTo>
                    <a:pt x="1488" y="2211"/>
                    <a:pt x="1429" y="2139"/>
                    <a:pt x="1357" y="2139"/>
                  </a:cubicBezTo>
                  <a:lnTo>
                    <a:pt x="1334" y="2139"/>
                  </a:lnTo>
                  <a:cubicBezTo>
                    <a:pt x="1215" y="2151"/>
                    <a:pt x="1107" y="2342"/>
                    <a:pt x="1084" y="2449"/>
                  </a:cubicBezTo>
                  <a:cubicBezTo>
                    <a:pt x="1084" y="2461"/>
                    <a:pt x="1084" y="2532"/>
                    <a:pt x="1072" y="2580"/>
                  </a:cubicBezTo>
                  <a:cubicBezTo>
                    <a:pt x="1060" y="2532"/>
                    <a:pt x="1048" y="2497"/>
                    <a:pt x="1024" y="2461"/>
                  </a:cubicBezTo>
                  <a:cubicBezTo>
                    <a:pt x="976" y="2354"/>
                    <a:pt x="917" y="2247"/>
                    <a:pt x="857" y="2139"/>
                  </a:cubicBezTo>
                  <a:lnTo>
                    <a:pt x="810" y="2044"/>
                  </a:lnTo>
                  <a:cubicBezTo>
                    <a:pt x="762" y="1973"/>
                    <a:pt x="726" y="1901"/>
                    <a:pt x="703" y="1818"/>
                  </a:cubicBezTo>
                  <a:cubicBezTo>
                    <a:pt x="655" y="1723"/>
                    <a:pt x="607" y="1627"/>
                    <a:pt x="584" y="1520"/>
                  </a:cubicBezTo>
                  <a:cubicBezTo>
                    <a:pt x="572" y="1508"/>
                    <a:pt x="572" y="1508"/>
                    <a:pt x="572" y="1496"/>
                  </a:cubicBezTo>
                  <a:cubicBezTo>
                    <a:pt x="548" y="1389"/>
                    <a:pt x="524" y="1294"/>
                    <a:pt x="512" y="1187"/>
                  </a:cubicBezTo>
                  <a:cubicBezTo>
                    <a:pt x="500" y="1127"/>
                    <a:pt x="500" y="1068"/>
                    <a:pt x="500" y="1008"/>
                  </a:cubicBezTo>
                  <a:cubicBezTo>
                    <a:pt x="595" y="996"/>
                    <a:pt x="691" y="973"/>
                    <a:pt x="786" y="937"/>
                  </a:cubicBezTo>
                  <a:cubicBezTo>
                    <a:pt x="857" y="901"/>
                    <a:pt x="917" y="830"/>
                    <a:pt x="929" y="746"/>
                  </a:cubicBezTo>
                  <a:cubicBezTo>
                    <a:pt x="941" y="663"/>
                    <a:pt x="893" y="592"/>
                    <a:pt x="810" y="580"/>
                  </a:cubicBezTo>
                  <a:lnTo>
                    <a:pt x="798" y="580"/>
                  </a:lnTo>
                  <a:cubicBezTo>
                    <a:pt x="679" y="580"/>
                    <a:pt x="560" y="758"/>
                    <a:pt x="524" y="865"/>
                  </a:cubicBezTo>
                  <a:cubicBezTo>
                    <a:pt x="524" y="865"/>
                    <a:pt x="512" y="925"/>
                    <a:pt x="500" y="973"/>
                  </a:cubicBezTo>
                  <a:lnTo>
                    <a:pt x="500" y="889"/>
                  </a:lnTo>
                  <a:cubicBezTo>
                    <a:pt x="500" y="794"/>
                    <a:pt x="500" y="723"/>
                    <a:pt x="512" y="639"/>
                  </a:cubicBezTo>
                  <a:cubicBezTo>
                    <a:pt x="512" y="603"/>
                    <a:pt x="524" y="568"/>
                    <a:pt x="524" y="532"/>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26"/>
            <p:cNvSpPr/>
            <p:nvPr/>
          </p:nvSpPr>
          <p:spPr>
            <a:xfrm>
              <a:off x="5560975" y="1898175"/>
              <a:ext cx="8950" cy="13475"/>
            </a:xfrm>
            <a:custGeom>
              <a:rect b="b" l="l" r="r" t="t"/>
              <a:pathLst>
                <a:path extrusionOk="0" h="539" w="358">
                  <a:moveTo>
                    <a:pt x="156" y="0"/>
                  </a:moveTo>
                  <a:cubicBezTo>
                    <a:pt x="102" y="0"/>
                    <a:pt x="50" y="34"/>
                    <a:pt x="24" y="86"/>
                  </a:cubicBezTo>
                  <a:cubicBezTo>
                    <a:pt x="24" y="98"/>
                    <a:pt x="24" y="98"/>
                    <a:pt x="24" y="98"/>
                  </a:cubicBezTo>
                  <a:cubicBezTo>
                    <a:pt x="0" y="193"/>
                    <a:pt x="24" y="276"/>
                    <a:pt x="72" y="348"/>
                  </a:cubicBezTo>
                  <a:cubicBezTo>
                    <a:pt x="131" y="419"/>
                    <a:pt x="215" y="491"/>
                    <a:pt x="298" y="538"/>
                  </a:cubicBezTo>
                  <a:cubicBezTo>
                    <a:pt x="298" y="538"/>
                    <a:pt x="334" y="395"/>
                    <a:pt x="334" y="384"/>
                  </a:cubicBezTo>
                  <a:cubicBezTo>
                    <a:pt x="357" y="276"/>
                    <a:pt x="322" y="74"/>
                    <a:pt x="215" y="14"/>
                  </a:cubicBezTo>
                  <a:cubicBezTo>
                    <a:pt x="195" y="5"/>
                    <a:pt x="175" y="0"/>
                    <a:pt x="15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26"/>
            <p:cNvSpPr/>
            <p:nvPr/>
          </p:nvSpPr>
          <p:spPr>
            <a:xfrm>
              <a:off x="4388500" y="1908625"/>
              <a:ext cx="11625" cy="9275"/>
            </a:xfrm>
            <a:custGeom>
              <a:rect b="b" l="l" r="r" t="t"/>
              <a:pathLst>
                <a:path extrusionOk="0" h="371" w="465">
                  <a:moveTo>
                    <a:pt x="143" y="1"/>
                  </a:moveTo>
                  <a:cubicBezTo>
                    <a:pt x="139" y="1"/>
                    <a:pt x="135" y="1"/>
                    <a:pt x="132" y="1"/>
                  </a:cubicBezTo>
                  <a:cubicBezTo>
                    <a:pt x="60" y="25"/>
                    <a:pt x="1" y="85"/>
                    <a:pt x="24" y="168"/>
                  </a:cubicBezTo>
                  <a:cubicBezTo>
                    <a:pt x="24" y="168"/>
                    <a:pt x="24" y="168"/>
                    <a:pt x="24" y="180"/>
                  </a:cubicBezTo>
                  <a:cubicBezTo>
                    <a:pt x="48" y="251"/>
                    <a:pt x="108" y="311"/>
                    <a:pt x="191" y="347"/>
                  </a:cubicBezTo>
                  <a:lnTo>
                    <a:pt x="179" y="347"/>
                  </a:lnTo>
                  <a:cubicBezTo>
                    <a:pt x="274" y="370"/>
                    <a:pt x="370" y="370"/>
                    <a:pt x="465" y="370"/>
                  </a:cubicBezTo>
                  <a:lnTo>
                    <a:pt x="429" y="239"/>
                  </a:lnTo>
                  <a:cubicBezTo>
                    <a:pt x="383" y="148"/>
                    <a:pt x="249" y="1"/>
                    <a:pt x="14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26"/>
            <p:cNvSpPr/>
            <p:nvPr/>
          </p:nvSpPr>
          <p:spPr>
            <a:xfrm>
              <a:off x="4388800" y="1894175"/>
              <a:ext cx="72950" cy="153500"/>
            </a:xfrm>
            <a:custGeom>
              <a:rect b="b" l="l" r="r" t="t"/>
              <a:pathLst>
                <a:path extrusionOk="0" h="6140" w="2918">
                  <a:moveTo>
                    <a:pt x="786" y="1020"/>
                  </a:moveTo>
                  <a:cubicBezTo>
                    <a:pt x="679" y="1032"/>
                    <a:pt x="584" y="1210"/>
                    <a:pt x="560" y="1306"/>
                  </a:cubicBezTo>
                  <a:cubicBezTo>
                    <a:pt x="560" y="1306"/>
                    <a:pt x="548" y="1425"/>
                    <a:pt x="548" y="1448"/>
                  </a:cubicBezTo>
                  <a:cubicBezTo>
                    <a:pt x="643" y="1436"/>
                    <a:pt x="727" y="1401"/>
                    <a:pt x="810" y="1353"/>
                  </a:cubicBezTo>
                  <a:cubicBezTo>
                    <a:pt x="882" y="1306"/>
                    <a:pt x="929" y="1234"/>
                    <a:pt x="941" y="1151"/>
                  </a:cubicBezTo>
                  <a:cubicBezTo>
                    <a:pt x="941" y="1079"/>
                    <a:pt x="882" y="1020"/>
                    <a:pt x="810" y="1020"/>
                  </a:cubicBezTo>
                  <a:close/>
                  <a:moveTo>
                    <a:pt x="1013" y="1508"/>
                  </a:moveTo>
                  <a:cubicBezTo>
                    <a:pt x="893" y="1520"/>
                    <a:pt x="798" y="1698"/>
                    <a:pt x="774" y="1806"/>
                  </a:cubicBezTo>
                  <a:cubicBezTo>
                    <a:pt x="774" y="1806"/>
                    <a:pt x="762" y="1913"/>
                    <a:pt x="762" y="1948"/>
                  </a:cubicBezTo>
                  <a:cubicBezTo>
                    <a:pt x="858" y="1925"/>
                    <a:pt x="941" y="1901"/>
                    <a:pt x="1024" y="1853"/>
                  </a:cubicBezTo>
                  <a:cubicBezTo>
                    <a:pt x="1096" y="1806"/>
                    <a:pt x="1143" y="1734"/>
                    <a:pt x="1155" y="1651"/>
                  </a:cubicBezTo>
                  <a:cubicBezTo>
                    <a:pt x="1155" y="1579"/>
                    <a:pt x="1096" y="1508"/>
                    <a:pt x="1024" y="1508"/>
                  </a:cubicBezTo>
                  <a:close/>
                  <a:moveTo>
                    <a:pt x="1370" y="2984"/>
                  </a:moveTo>
                  <a:cubicBezTo>
                    <a:pt x="1441" y="3044"/>
                    <a:pt x="1513" y="3103"/>
                    <a:pt x="1596" y="3139"/>
                  </a:cubicBezTo>
                  <a:cubicBezTo>
                    <a:pt x="1572" y="3187"/>
                    <a:pt x="1548" y="3234"/>
                    <a:pt x="1536" y="3282"/>
                  </a:cubicBezTo>
                  <a:cubicBezTo>
                    <a:pt x="1465" y="3437"/>
                    <a:pt x="1405" y="3568"/>
                    <a:pt x="1358" y="3651"/>
                  </a:cubicBezTo>
                  <a:lnTo>
                    <a:pt x="1334" y="3699"/>
                  </a:lnTo>
                  <a:lnTo>
                    <a:pt x="1322" y="3699"/>
                  </a:lnTo>
                  <a:cubicBezTo>
                    <a:pt x="1322" y="3687"/>
                    <a:pt x="1322" y="3663"/>
                    <a:pt x="1322" y="3639"/>
                  </a:cubicBezTo>
                  <a:cubicBezTo>
                    <a:pt x="1310" y="3544"/>
                    <a:pt x="1286" y="3401"/>
                    <a:pt x="1251" y="3234"/>
                  </a:cubicBezTo>
                  <a:cubicBezTo>
                    <a:pt x="1239" y="3175"/>
                    <a:pt x="1227" y="3115"/>
                    <a:pt x="1215" y="3068"/>
                  </a:cubicBezTo>
                  <a:cubicBezTo>
                    <a:pt x="1263" y="3044"/>
                    <a:pt x="1322" y="3020"/>
                    <a:pt x="1370" y="2984"/>
                  </a:cubicBezTo>
                  <a:close/>
                  <a:moveTo>
                    <a:pt x="616" y="0"/>
                  </a:moveTo>
                  <a:cubicBezTo>
                    <a:pt x="602" y="0"/>
                    <a:pt x="587" y="3"/>
                    <a:pt x="572" y="8"/>
                  </a:cubicBezTo>
                  <a:lnTo>
                    <a:pt x="560" y="8"/>
                  </a:lnTo>
                  <a:cubicBezTo>
                    <a:pt x="453" y="67"/>
                    <a:pt x="429" y="270"/>
                    <a:pt x="441" y="365"/>
                  </a:cubicBezTo>
                  <a:cubicBezTo>
                    <a:pt x="441" y="377"/>
                    <a:pt x="489" y="508"/>
                    <a:pt x="489" y="508"/>
                  </a:cubicBezTo>
                  <a:cubicBezTo>
                    <a:pt x="489" y="544"/>
                    <a:pt x="477" y="567"/>
                    <a:pt x="477" y="615"/>
                  </a:cubicBezTo>
                  <a:cubicBezTo>
                    <a:pt x="465" y="674"/>
                    <a:pt x="465" y="758"/>
                    <a:pt x="465" y="841"/>
                  </a:cubicBezTo>
                  <a:cubicBezTo>
                    <a:pt x="453" y="936"/>
                    <a:pt x="465" y="1032"/>
                    <a:pt x="465" y="1127"/>
                  </a:cubicBezTo>
                  <a:cubicBezTo>
                    <a:pt x="477" y="1222"/>
                    <a:pt x="489" y="1329"/>
                    <a:pt x="512" y="1436"/>
                  </a:cubicBezTo>
                  <a:cubicBezTo>
                    <a:pt x="501" y="1401"/>
                    <a:pt x="441" y="1329"/>
                    <a:pt x="441" y="1317"/>
                  </a:cubicBezTo>
                  <a:cubicBezTo>
                    <a:pt x="390" y="1256"/>
                    <a:pt x="249" y="1167"/>
                    <a:pt x="143" y="1167"/>
                  </a:cubicBezTo>
                  <a:cubicBezTo>
                    <a:pt x="126" y="1167"/>
                    <a:pt x="110" y="1170"/>
                    <a:pt x="96" y="1175"/>
                  </a:cubicBezTo>
                  <a:cubicBezTo>
                    <a:pt x="36" y="1210"/>
                    <a:pt x="0" y="1294"/>
                    <a:pt x="36" y="1353"/>
                  </a:cubicBezTo>
                  <a:cubicBezTo>
                    <a:pt x="36" y="1365"/>
                    <a:pt x="36" y="1365"/>
                    <a:pt x="36" y="1365"/>
                  </a:cubicBezTo>
                  <a:cubicBezTo>
                    <a:pt x="84" y="1436"/>
                    <a:pt x="167" y="1484"/>
                    <a:pt x="239" y="1484"/>
                  </a:cubicBezTo>
                  <a:cubicBezTo>
                    <a:pt x="334" y="1484"/>
                    <a:pt x="429" y="1472"/>
                    <a:pt x="524" y="1436"/>
                  </a:cubicBezTo>
                  <a:cubicBezTo>
                    <a:pt x="548" y="1544"/>
                    <a:pt x="584" y="1639"/>
                    <a:pt x="632" y="1746"/>
                  </a:cubicBezTo>
                  <a:cubicBezTo>
                    <a:pt x="655" y="1794"/>
                    <a:pt x="679" y="1853"/>
                    <a:pt x="703" y="1913"/>
                  </a:cubicBezTo>
                  <a:lnTo>
                    <a:pt x="679" y="1865"/>
                  </a:lnTo>
                  <a:cubicBezTo>
                    <a:pt x="620" y="1796"/>
                    <a:pt x="495" y="1710"/>
                    <a:pt x="393" y="1710"/>
                  </a:cubicBezTo>
                  <a:cubicBezTo>
                    <a:pt x="372" y="1710"/>
                    <a:pt x="352" y="1714"/>
                    <a:pt x="334" y="1722"/>
                  </a:cubicBezTo>
                  <a:cubicBezTo>
                    <a:pt x="262" y="1758"/>
                    <a:pt x="239" y="1829"/>
                    <a:pt x="262" y="1901"/>
                  </a:cubicBezTo>
                  <a:cubicBezTo>
                    <a:pt x="262" y="1901"/>
                    <a:pt x="274" y="1913"/>
                    <a:pt x="274" y="1913"/>
                  </a:cubicBezTo>
                  <a:cubicBezTo>
                    <a:pt x="322" y="1984"/>
                    <a:pt x="393" y="2020"/>
                    <a:pt x="477" y="2032"/>
                  </a:cubicBezTo>
                  <a:cubicBezTo>
                    <a:pt x="572" y="2032"/>
                    <a:pt x="655" y="2020"/>
                    <a:pt x="751" y="1984"/>
                  </a:cubicBezTo>
                  <a:cubicBezTo>
                    <a:pt x="751" y="2008"/>
                    <a:pt x="762" y="2032"/>
                    <a:pt x="774" y="2056"/>
                  </a:cubicBezTo>
                  <a:cubicBezTo>
                    <a:pt x="834" y="2151"/>
                    <a:pt x="882" y="2258"/>
                    <a:pt x="929" y="2353"/>
                  </a:cubicBezTo>
                  <a:cubicBezTo>
                    <a:pt x="941" y="2389"/>
                    <a:pt x="965" y="2425"/>
                    <a:pt x="977" y="2460"/>
                  </a:cubicBezTo>
                  <a:cubicBezTo>
                    <a:pt x="965" y="2449"/>
                    <a:pt x="953" y="2425"/>
                    <a:pt x="941" y="2425"/>
                  </a:cubicBezTo>
                  <a:cubicBezTo>
                    <a:pt x="891" y="2365"/>
                    <a:pt x="757" y="2271"/>
                    <a:pt x="659" y="2271"/>
                  </a:cubicBezTo>
                  <a:cubicBezTo>
                    <a:pt x="640" y="2271"/>
                    <a:pt x="623" y="2274"/>
                    <a:pt x="608" y="2282"/>
                  </a:cubicBezTo>
                  <a:cubicBezTo>
                    <a:pt x="536" y="2318"/>
                    <a:pt x="501" y="2389"/>
                    <a:pt x="536" y="2460"/>
                  </a:cubicBezTo>
                  <a:cubicBezTo>
                    <a:pt x="536" y="2460"/>
                    <a:pt x="536" y="2472"/>
                    <a:pt x="548" y="2472"/>
                  </a:cubicBezTo>
                  <a:cubicBezTo>
                    <a:pt x="596" y="2544"/>
                    <a:pt x="667" y="2579"/>
                    <a:pt x="751" y="2591"/>
                  </a:cubicBezTo>
                  <a:cubicBezTo>
                    <a:pt x="834" y="2591"/>
                    <a:pt x="929" y="2579"/>
                    <a:pt x="1013" y="2556"/>
                  </a:cubicBezTo>
                  <a:cubicBezTo>
                    <a:pt x="1024" y="2591"/>
                    <a:pt x="1036" y="2627"/>
                    <a:pt x="1048" y="2663"/>
                  </a:cubicBezTo>
                  <a:cubicBezTo>
                    <a:pt x="1060" y="2699"/>
                    <a:pt x="1072" y="2710"/>
                    <a:pt x="1072" y="2734"/>
                  </a:cubicBezTo>
                  <a:cubicBezTo>
                    <a:pt x="1084" y="2758"/>
                    <a:pt x="1096" y="2782"/>
                    <a:pt x="1096" y="2818"/>
                  </a:cubicBezTo>
                  <a:cubicBezTo>
                    <a:pt x="1108" y="2865"/>
                    <a:pt x="1120" y="2913"/>
                    <a:pt x="1132" y="2960"/>
                  </a:cubicBezTo>
                  <a:cubicBezTo>
                    <a:pt x="1143" y="2996"/>
                    <a:pt x="1143" y="3020"/>
                    <a:pt x="1155" y="3056"/>
                  </a:cubicBezTo>
                  <a:cubicBezTo>
                    <a:pt x="1132" y="3020"/>
                    <a:pt x="1108" y="2949"/>
                    <a:pt x="1096" y="2937"/>
                  </a:cubicBezTo>
                  <a:cubicBezTo>
                    <a:pt x="1052" y="2860"/>
                    <a:pt x="918" y="2743"/>
                    <a:pt x="804" y="2743"/>
                  </a:cubicBezTo>
                  <a:cubicBezTo>
                    <a:pt x="794" y="2743"/>
                    <a:pt x="784" y="2744"/>
                    <a:pt x="774" y="2746"/>
                  </a:cubicBezTo>
                  <a:cubicBezTo>
                    <a:pt x="703" y="2770"/>
                    <a:pt x="667" y="2853"/>
                    <a:pt x="691" y="2925"/>
                  </a:cubicBezTo>
                  <a:cubicBezTo>
                    <a:pt x="691" y="2925"/>
                    <a:pt x="691" y="2925"/>
                    <a:pt x="691" y="2937"/>
                  </a:cubicBezTo>
                  <a:cubicBezTo>
                    <a:pt x="727" y="3008"/>
                    <a:pt x="798" y="3056"/>
                    <a:pt x="882" y="3080"/>
                  </a:cubicBezTo>
                  <a:cubicBezTo>
                    <a:pt x="923" y="3086"/>
                    <a:pt x="968" y="3088"/>
                    <a:pt x="1014" y="3088"/>
                  </a:cubicBezTo>
                  <a:cubicBezTo>
                    <a:pt x="1060" y="3088"/>
                    <a:pt x="1108" y="3086"/>
                    <a:pt x="1155" y="3080"/>
                  </a:cubicBezTo>
                  <a:cubicBezTo>
                    <a:pt x="1167" y="3127"/>
                    <a:pt x="1179" y="3187"/>
                    <a:pt x="1179" y="3234"/>
                  </a:cubicBezTo>
                  <a:cubicBezTo>
                    <a:pt x="1215" y="3401"/>
                    <a:pt x="1239" y="3544"/>
                    <a:pt x="1239" y="3639"/>
                  </a:cubicBezTo>
                  <a:cubicBezTo>
                    <a:pt x="1239" y="3663"/>
                    <a:pt x="1239" y="3675"/>
                    <a:pt x="1251" y="3687"/>
                  </a:cubicBezTo>
                  <a:lnTo>
                    <a:pt x="905" y="3687"/>
                  </a:lnTo>
                  <a:lnTo>
                    <a:pt x="1024" y="6139"/>
                  </a:lnTo>
                  <a:lnTo>
                    <a:pt x="1608" y="6139"/>
                  </a:lnTo>
                  <a:lnTo>
                    <a:pt x="1739" y="3699"/>
                  </a:lnTo>
                  <a:lnTo>
                    <a:pt x="1417" y="3699"/>
                  </a:lnTo>
                  <a:lnTo>
                    <a:pt x="1417" y="3687"/>
                  </a:lnTo>
                  <a:cubicBezTo>
                    <a:pt x="1465" y="3592"/>
                    <a:pt x="1524" y="3461"/>
                    <a:pt x="1596" y="3306"/>
                  </a:cubicBezTo>
                  <a:cubicBezTo>
                    <a:pt x="1608" y="3246"/>
                    <a:pt x="1632" y="3199"/>
                    <a:pt x="1655" y="3139"/>
                  </a:cubicBezTo>
                  <a:cubicBezTo>
                    <a:pt x="1751" y="3163"/>
                    <a:pt x="1834" y="3163"/>
                    <a:pt x="1929" y="3163"/>
                  </a:cubicBezTo>
                  <a:cubicBezTo>
                    <a:pt x="2013" y="3151"/>
                    <a:pt x="2084" y="3103"/>
                    <a:pt x="2132" y="3032"/>
                  </a:cubicBezTo>
                  <a:cubicBezTo>
                    <a:pt x="2156" y="2960"/>
                    <a:pt x="2132" y="2877"/>
                    <a:pt x="2060" y="2853"/>
                  </a:cubicBezTo>
                  <a:cubicBezTo>
                    <a:pt x="2060" y="2853"/>
                    <a:pt x="2060" y="2841"/>
                    <a:pt x="2048" y="2841"/>
                  </a:cubicBezTo>
                  <a:cubicBezTo>
                    <a:pt x="2035" y="2837"/>
                    <a:pt x="2021" y="2835"/>
                    <a:pt x="2006" y="2835"/>
                  </a:cubicBezTo>
                  <a:cubicBezTo>
                    <a:pt x="1904" y="2835"/>
                    <a:pt x="1777" y="2935"/>
                    <a:pt x="1715" y="3008"/>
                  </a:cubicBezTo>
                  <a:cubicBezTo>
                    <a:pt x="1715" y="3020"/>
                    <a:pt x="1679" y="3068"/>
                    <a:pt x="1667" y="3103"/>
                  </a:cubicBezTo>
                  <a:cubicBezTo>
                    <a:pt x="1667" y="3080"/>
                    <a:pt x="1679" y="3056"/>
                    <a:pt x="1691" y="3044"/>
                  </a:cubicBezTo>
                  <a:cubicBezTo>
                    <a:pt x="1703" y="2996"/>
                    <a:pt x="1727" y="2949"/>
                    <a:pt x="1739" y="2889"/>
                  </a:cubicBezTo>
                  <a:cubicBezTo>
                    <a:pt x="1751" y="2865"/>
                    <a:pt x="1751" y="2841"/>
                    <a:pt x="1763" y="2818"/>
                  </a:cubicBezTo>
                  <a:cubicBezTo>
                    <a:pt x="1775" y="2794"/>
                    <a:pt x="1775" y="2770"/>
                    <a:pt x="1786" y="2734"/>
                  </a:cubicBezTo>
                  <a:cubicBezTo>
                    <a:pt x="1798" y="2675"/>
                    <a:pt x="1810" y="2615"/>
                    <a:pt x="1822" y="2544"/>
                  </a:cubicBezTo>
                  <a:cubicBezTo>
                    <a:pt x="1905" y="2579"/>
                    <a:pt x="1989" y="2603"/>
                    <a:pt x="2084" y="2603"/>
                  </a:cubicBezTo>
                  <a:cubicBezTo>
                    <a:pt x="2167" y="2603"/>
                    <a:pt x="2239" y="2568"/>
                    <a:pt x="2298" y="2508"/>
                  </a:cubicBezTo>
                  <a:cubicBezTo>
                    <a:pt x="2334" y="2449"/>
                    <a:pt x="2322" y="2365"/>
                    <a:pt x="2263" y="2329"/>
                  </a:cubicBezTo>
                  <a:cubicBezTo>
                    <a:pt x="2263" y="2318"/>
                    <a:pt x="2251" y="2318"/>
                    <a:pt x="2251" y="2318"/>
                  </a:cubicBezTo>
                  <a:cubicBezTo>
                    <a:pt x="2233" y="2309"/>
                    <a:pt x="2212" y="2305"/>
                    <a:pt x="2189" y="2305"/>
                  </a:cubicBezTo>
                  <a:cubicBezTo>
                    <a:pt x="2088" y="2305"/>
                    <a:pt x="1952" y="2379"/>
                    <a:pt x="1894" y="2437"/>
                  </a:cubicBezTo>
                  <a:cubicBezTo>
                    <a:pt x="1894" y="2437"/>
                    <a:pt x="1846" y="2496"/>
                    <a:pt x="1822" y="2532"/>
                  </a:cubicBezTo>
                  <a:cubicBezTo>
                    <a:pt x="1834" y="2496"/>
                    <a:pt x="1834" y="2460"/>
                    <a:pt x="1846" y="2413"/>
                  </a:cubicBezTo>
                  <a:cubicBezTo>
                    <a:pt x="1858" y="2306"/>
                    <a:pt x="1870" y="2187"/>
                    <a:pt x="1882" y="2079"/>
                  </a:cubicBezTo>
                  <a:cubicBezTo>
                    <a:pt x="1882" y="2044"/>
                    <a:pt x="1882" y="2008"/>
                    <a:pt x="1882" y="1972"/>
                  </a:cubicBezTo>
                  <a:cubicBezTo>
                    <a:pt x="1977" y="2008"/>
                    <a:pt x="2060" y="2020"/>
                    <a:pt x="2156" y="2032"/>
                  </a:cubicBezTo>
                  <a:cubicBezTo>
                    <a:pt x="2239" y="2032"/>
                    <a:pt x="2322" y="1996"/>
                    <a:pt x="2370" y="1937"/>
                  </a:cubicBezTo>
                  <a:cubicBezTo>
                    <a:pt x="2417" y="1865"/>
                    <a:pt x="2394" y="1782"/>
                    <a:pt x="2334" y="1746"/>
                  </a:cubicBezTo>
                  <a:cubicBezTo>
                    <a:pt x="2310" y="1733"/>
                    <a:pt x="2283" y="1727"/>
                    <a:pt x="2255" y="1727"/>
                  </a:cubicBezTo>
                  <a:cubicBezTo>
                    <a:pt x="2153" y="1727"/>
                    <a:pt x="2033" y="1798"/>
                    <a:pt x="1977" y="1853"/>
                  </a:cubicBezTo>
                  <a:cubicBezTo>
                    <a:pt x="1965" y="1865"/>
                    <a:pt x="1905" y="1948"/>
                    <a:pt x="1894" y="1960"/>
                  </a:cubicBezTo>
                  <a:cubicBezTo>
                    <a:pt x="1894" y="1889"/>
                    <a:pt x="1905" y="1817"/>
                    <a:pt x="1917" y="1734"/>
                  </a:cubicBezTo>
                  <a:cubicBezTo>
                    <a:pt x="1929" y="1639"/>
                    <a:pt x="1953" y="1532"/>
                    <a:pt x="1977" y="1436"/>
                  </a:cubicBezTo>
                  <a:cubicBezTo>
                    <a:pt x="2072" y="1472"/>
                    <a:pt x="2167" y="1496"/>
                    <a:pt x="2251" y="1496"/>
                  </a:cubicBezTo>
                  <a:cubicBezTo>
                    <a:pt x="2334" y="1496"/>
                    <a:pt x="2417" y="1460"/>
                    <a:pt x="2465" y="1401"/>
                  </a:cubicBezTo>
                  <a:cubicBezTo>
                    <a:pt x="2513" y="1341"/>
                    <a:pt x="2489" y="1258"/>
                    <a:pt x="2429" y="1210"/>
                  </a:cubicBezTo>
                  <a:cubicBezTo>
                    <a:pt x="2409" y="1201"/>
                    <a:pt x="2387" y="1197"/>
                    <a:pt x="2363" y="1197"/>
                  </a:cubicBezTo>
                  <a:cubicBezTo>
                    <a:pt x="2259" y="1197"/>
                    <a:pt x="2130" y="1271"/>
                    <a:pt x="2072" y="1329"/>
                  </a:cubicBezTo>
                  <a:cubicBezTo>
                    <a:pt x="2072" y="1329"/>
                    <a:pt x="2001" y="1425"/>
                    <a:pt x="1989" y="1436"/>
                  </a:cubicBezTo>
                  <a:cubicBezTo>
                    <a:pt x="1989" y="1436"/>
                    <a:pt x="1989" y="1425"/>
                    <a:pt x="1989" y="1425"/>
                  </a:cubicBezTo>
                  <a:cubicBezTo>
                    <a:pt x="2025" y="1317"/>
                    <a:pt x="2060" y="1222"/>
                    <a:pt x="2108" y="1127"/>
                  </a:cubicBezTo>
                  <a:cubicBezTo>
                    <a:pt x="2132" y="1079"/>
                    <a:pt x="2156" y="1032"/>
                    <a:pt x="2191" y="984"/>
                  </a:cubicBezTo>
                  <a:cubicBezTo>
                    <a:pt x="2275" y="1032"/>
                    <a:pt x="2358" y="1067"/>
                    <a:pt x="2453" y="1079"/>
                  </a:cubicBezTo>
                  <a:cubicBezTo>
                    <a:pt x="2467" y="1081"/>
                    <a:pt x="2481" y="1082"/>
                    <a:pt x="2494" y="1082"/>
                  </a:cubicBezTo>
                  <a:cubicBezTo>
                    <a:pt x="2560" y="1082"/>
                    <a:pt x="2618" y="1057"/>
                    <a:pt x="2667" y="1008"/>
                  </a:cubicBezTo>
                  <a:cubicBezTo>
                    <a:pt x="2727" y="948"/>
                    <a:pt x="2715" y="865"/>
                    <a:pt x="2656" y="817"/>
                  </a:cubicBezTo>
                  <a:cubicBezTo>
                    <a:pt x="2656" y="817"/>
                    <a:pt x="2656" y="817"/>
                    <a:pt x="2656" y="805"/>
                  </a:cubicBezTo>
                  <a:cubicBezTo>
                    <a:pt x="2631" y="790"/>
                    <a:pt x="2598" y="783"/>
                    <a:pt x="2563" y="783"/>
                  </a:cubicBezTo>
                  <a:cubicBezTo>
                    <a:pt x="2463" y="783"/>
                    <a:pt x="2339" y="836"/>
                    <a:pt x="2286" y="889"/>
                  </a:cubicBezTo>
                  <a:cubicBezTo>
                    <a:pt x="2286" y="889"/>
                    <a:pt x="2239" y="925"/>
                    <a:pt x="2215" y="960"/>
                  </a:cubicBezTo>
                  <a:lnTo>
                    <a:pt x="2251" y="901"/>
                  </a:lnTo>
                  <a:cubicBezTo>
                    <a:pt x="2298" y="829"/>
                    <a:pt x="2346" y="770"/>
                    <a:pt x="2394" y="710"/>
                  </a:cubicBezTo>
                  <a:lnTo>
                    <a:pt x="2453" y="627"/>
                  </a:lnTo>
                  <a:cubicBezTo>
                    <a:pt x="2548" y="627"/>
                    <a:pt x="2644" y="615"/>
                    <a:pt x="2727" y="579"/>
                  </a:cubicBezTo>
                  <a:cubicBezTo>
                    <a:pt x="2810" y="555"/>
                    <a:pt x="2870" y="496"/>
                    <a:pt x="2894" y="413"/>
                  </a:cubicBezTo>
                  <a:cubicBezTo>
                    <a:pt x="2918" y="341"/>
                    <a:pt x="2882" y="270"/>
                    <a:pt x="2810" y="246"/>
                  </a:cubicBezTo>
                  <a:cubicBezTo>
                    <a:pt x="2798" y="234"/>
                    <a:pt x="2787" y="234"/>
                    <a:pt x="2787" y="234"/>
                  </a:cubicBezTo>
                  <a:cubicBezTo>
                    <a:pt x="2782" y="234"/>
                    <a:pt x="2778" y="233"/>
                    <a:pt x="2774" y="233"/>
                  </a:cubicBezTo>
                  <a:cubicBezTo>
                    <a:pt x="2659" y="233"/>
                    <a:pt x="2535" y="392"/>
                    <a:pt x="2501" y="472"/>
                  </a:cubicBezTo>
                  <a:cubicBezTo>
                    <a:pt x="2501" y="484"/>
                    <a:pt x="2453" y="615"/>
                    <a:pt x="2453" y="615"/>
                  </a:cubicBezTo>
                  <a:lnTo>
                    <a:pt x="2382" y="698"/>
                  </a:lnTo>
                  <a:cubicBezTo>
                    <a:pt x="2346" y="746"/>
                    <a:pt x="2286" y="817"/>
                    <a:pt x="2239" y="889"/>
                  </a:cubicBezTo>
                  <a:cubicBezTo>
                    <a:pt x="2191" y="960"/>
                    <a:pt x="2144" y="1044"/>
                    <a:pt x="2096" y="1127"/>
                  </a:cubicBezTo>
                  <a:cubicBezTo>
                    <a:pt x="2048" y="1210"/>
                    <a:pt x="2001" y="1306"/>
                    <a:pt x="1965" y="1413"/>
                  </a:cubicBezTo>
                  <a:lnTo>
                    <a:pt x="1965" y="1282"/>
                  </a:lnTo>
                  <a:cubicBezTo>
                    <a:pt x="1953" y="1175"/>
                    <a:pt x="1870" y="984"/>
                    <a:pt x="1763" y="972"/>
                  </a:cubicBezTo>
                  <a:cubicBezTo>
                    <a:pt x="1754" y="971"/>
                    <a:pt x="1746" y="970"/>
                    <a:pt x="1738" y="970"/>
                  </a:cubicBezTo>
                  <a:cubicBezTo>
                    <a:pt x="1667" y="970"/>
                    <a:pt x="1618" y="1015"/>
                    <a:pt x="1608" y="1079"/>
                  </a:cubicBezTo>
                  <a:cubicBezTo>
                    <a:pt x="1608" y="1079"/>
                    <a:pt x="1608" y="1091"/>
                    <a:pt x="1608" y="1091"/>
                  </a:cubicBezTo>
                  <a:cubicBezTo>
                    <a:pt x="1608" y="1175"/>
                    <a:pt x="1644" y="1258"/>
                    <a:pt x="1715" y="1306"/>
                  </a:cubicBezTo>
                  <a:cubicBezTo>
                    <a:pt x="1786" y="1353"/>
                    <a:pt x="1870" y="1389"/>
                    <a:pt x="1965" y="1425"/>
                  </a:cubicBezTo>
                  <a:cubicBezTo>
                    <a:pt x="1941" y="1520"/>
                    <a:pt x="1905" y="1627"/>
                    <a:pt x="1894" y="1722"/>
                  </a:cubicBezTo>
                  <a:cubicBezTo>
                    <a:pt x="1882" y="1794"/>
                    <a:pt x="1870" y="1853"/>
                    <a:pt x="1870" y="1913"/>
                  </a:cubicBezTo>
                  <a:lnTo>
                    <a:pt x="1870" y="1853"/>
                  </a:lnTo>
                  <a:cubicBezTo>
                    <a:pt x="1846" y="1758"/>
                    <a:pt x="1763" y="1567"/>
                    <a:pt x="1655" y="1544"/>
                  </a:cubicBezTo>
                  <a:cubicBezTo>
                    <a:pt x="1648" y="1542"/>
                    <a:pt x="1641" y="1542"/>
                    <a:pt x="1634" y="1542"/>
                  </a:cubicBezTo>
                  <a:cubicBezTo>
                    <a:pt x="1570" y="1542"/>
                    <a:pt x="1511" y="1588"/>
                    <a:pt x="1501" y="1663"/>
                  </a:cubicBezTo>
                  <a:cubicBezTo>
                    <a:pt x="1501" y="1663"/>
                    <a:pt x="1501" y="1675"/>
                    <a:pt x="1501" y="1675"/>
                  </a:cubicBezTo>
                  <a:cubicBezTo>
                    <a:pt x="1501" y="1758"/>
                    <a:pt x="1536" y="1829"/>
                    <a:pt x="1608" y="1877"/>
                  </a:cubicBezTo>
                  <a:cubicBezTo>
                    <a:pt x="1679" y="1937"/>
                    <a:pt x="1763" y="1972"/>
                    <a:pt x="1858" y="1996"/>
                  </a:cubicBezTo>
                  <a:lnTo>
                    <a:pt x="1846" y="2068"/>
                  </a:lnTo>
                  <a:cubicBezTo>
                    <a:pt x="1834" y="2187"/>
                    <a:pt x="1822" y="2294"/>
                    <a:pt x="1798" y="2413"/>
                  </a:cubicBezTo>
                  <a:cubicBezTo>
                    <a:pt x="1798" y="2449"/>
                    <a:pt x="1786" y="2484"/>
                    <a:pt x="1786" y="2520"/>
                  </a:cubicBezTo>
                  <a:lnTo>
                    <a:pt x="1786" y="2472"/>
                  </a:lnTo>
                  <a:cubicBezTo>
                    <a:pt x="1775" y="2377"/>
                    <a:pt x="1691" y="2187"/>
                    <a:pt x="1572" y="2163"/>
                  </a:cubicBezTo>
                  <a:cubicBezTo>
                    <a:pt x="1566" y="2162"/>
                    <a:pt x="1560" y="2161"/>
                    <a:pt x="1554" y="2161"/>
                  </a:cubicBezTo>
                  <a:cubicBezTo>
                    <a:pt x="1489" y="2161"/>
                    <a:pt x="1428" y="2217"/>
                    <a:pt x="1417" y="2282"/>
                  </a:cubicBezTo>
                  <a:lnTo>
                    <a:pt x="1417" y="2294"/>
                  </a:lnTo>
                  <a:cubicBezTo>
                    <a:pt x="1429" y="2377"/>
                    <a:pt x="1465" y="2449"/>
                    <a:pt x="1524" y="2496"/>
                  </a:cubicBezTo>
                  <a:cubicBezTo>
                    <a:pt x="1608" y="2556"/>
                    <a:pt x="1679" y="2591"/>
                    <a:pt x="1763" y="2615"/>
                  </a:cubicBezTo>
                  <a:cubicBezTo>
                    <a:pt x="1763" y="2651"/>
                    <a:pt x="1751" y="2687"/>
                    <a:pt x="1739" y="2734"/>
                  </a:cubicBezTo>
                  <a:cubicBezTo>
                    <a:pt x="1727" y="2770"/>
                    <a:pt x="1727" y="2782"/>
                    <a:pt x="1715" y="2806"/>
                  </a:cubicBezTo>
                  <a:cubicBezTo>
                    <a:pt x="1715" y="2830"/>
                    <a:pt x="1703" y="2853"/>
                    <a:pt x="1691" y="2877"/>
                  </a:cubicBezTo>
                  <a:cubicBezTo>
                    <a:pt x="1679" y="2925"/>
                    <a:pt x="1667" y="2972"/>
                    <a:pt x="1644" y="3020"/>
                  </a:cubicBezTo>
                  <a:cubicBezTo>
                    <a:pt x="1632" y="3068"/>
                    <a:pt x="1620" y="3080"/>
                    <a:pt x="1608" y="3115"/>
                  </a:cubicBezTo>
                  <a:cubicBezTo>
                    <a:pt x="1620" y="3080"/>
                    <a:pt x="1620" y="2996"/>
                    <a:pt x="1632" y="2996"/>
                  </a:cubicBezTo>
                  <a:cubicBezTo>
                    <a:pt x="1620" y="2901"/>
                    <a:pt x="1596" y="2818"/>
                    <a:pt x="1560" y="2734"/>
                  </a:cubicBezTo>
                  <a:lnTo>
                    <a:pt x="1560" y="2710"/>
                  </a:lnTo>
                  <a:cubicBezTo>
                    <a:pt x="1549" y="2645"/>
                    <a:pt x="1489" y="2590"/>
                    <a:pt x="1424" y="2590"/>
                  </a:cubicBezTo>
                  <a:cubicBezTo>
                    <a:pt x="1418" y="2590"/>
                    <a:pt x="1412" y="2590"/>
                    <a:pt x="1405" y="2591"/>
                  </a:cubicBezTo>
                  <a:lnTo>
                    <a:pt x="1394" y="2591"/>
                  </a:lnTo>
                  <a:cubicBezTo>
                    <a:pt x="1274" y="2627"/>
                    <a:pt x="1215" y="2818"/>
                    <a:pt x="1203" y="2913"/>
                  </a:cubicBezTo>
                  <a:cubicBezTo>
                    <a:pt x="1203" y="2925"/>
                    <a:pt x="1203" y="2984"/>
                    <a:pt x="1215" y="3032"/>
                  </a:cubicBezTo>
                  <a:cubicBezTo>
                    <a:pt x="1203" y="3008"/>
                    <a:pt x="1203" y="2984"/>
                    <a:pt x="1191" y="2960"/>
                  </a:cubicBezTo>
                  <a:cubicBezTo>
                    <a:pt x="1179" y="2913"/>
                    <a:pt x="1167" y="2865"/>
                    <a:pt x="1155" y="2806"/>
                  </a:cubicBezTo>
                  <a:lnTo>
                    <a:pt x="1132" y="2734"/>
                  </a:lnTo>
                  <a:cubicBezTo>
                    <a:pt x="1132" y="2710"/>
                    <a:pt x="1120" y="2687"/>
                    <a:pt x="1108" y="2663"/>
                  </a:cubicBezTo>
                  <a:cubicBezTo>
                    <a:pt x="1084" y="2603"/>
                    <a:pt x="1060" y="2544"/>
                    <a:pt x="1036" y="2484"/>
                  </a:cubicBezTo>
                  <a:cubicBezTo>
                    <a:pt x="1120" y="2460"/>
                    <a:pt x="1203" y="2437"/>
                    <a:pt x="1286" y="2389"/>
                  </a:cubicBezTo>
                  <a:cubicBezTo>
                    <a:pt x="1358" y="2341"/>
                    <a:pt x="1405" y="2270"/>
                    <a:pt x="1405" y="2187"/>
                  </a:cubicBezTo>
                  <a:cubicBezTo>
                    <a:pt x="1417" y="2115"/>
                    <a:pt x="1358" y="2044"/>
                    <a:pt x="1274" y="2044"/>
                  </a:cubicBezTo>
                  <a:lnTo>
                    <a:pt x="1263" y="2044"/>
                  </a:lnTo>
                  <a:cubicBezTo>
                    <a:pt x="1155" y="2056"/>
                    <a:pt x="1060" y="2234"/>
                    <a:pt x="1036" y="2329"/>
                  </a:cubicBezTo>
                  <a:cubicBezTo>
                    <a:pt x="1036" y="2341"/>
                    <a:pt x="1024" y="2413"/>
                    <a:pt x="1024" y="2449"/>
                  </a:cubicBezTo>
                  <a:cubicBezTo>
                    <a:pt x="1013" y="2413"/>
                    <a:pt x="989" y="2377"/>
                    <a:pt x="977" y="2341"/>
                  </a:cubicBezTo>
                  <a:cubicBezTo>
                    <a:pt x="929" y="2246"/>
                    <a:pt x="870" y="2139"/>
                    <a:pt x="810" y="2044"/>
                  </a:cubicBezTo>
                  <a:cubicBezTo>
                    <a:pt x="798" y="2008"/>
                    <a:pt x="786" y="1984"/>
                    <a:pt x="762" y="1948"/>
                  </a:cubicBezTo>
                  <a:cubicBezTo>
                    <a:pt x="727" y="1877"/>
                    <a:pt x="691" y="1806"/>
                    <a:pt x="655" y="1734"/>
                  </a:cubicBezTo>
                  <a:cubicBezTo>
                    <a:pt x="620" y="1639"/>
                    <a:pt x="584" y="1544"/>
                    <a:pt x="548" y="1448"/>
                  </a:cubicBezTo>
                  <a:cubicBezTo>
                    <a:pt x="548" y="1436"/>
                    <a:pt x="548" y="1436"/>
                    <a:pt x="548" y="1425"/>
                  </a:cubicBezTo>
                  <a:cubicBezTo>
                    <a:pt x="512" y="1329"/>
                    <a:pt x="501" y="1222"/>
                    <a:pt x="489" y="1127"/>
                  </a:cubicBezTo>
                  <a:cubicBezTo>
                    <a:pt x="477" y="1067"/>
                    <a:pt x="477" y="1008"/>
                    <a:pt x="477" y="960"/>
                  </a:cubicBezTo>
                  <a:cubicBezTo>
                    <a:pt x="572" y="948"/>
                    <a:pt x="655" y="925"/>
                    <a:pt x="739" y="889"/>
                  </a:cubicBezTo>
                  <a:cubicBezTo>
                    <a:pt x="810" y="853"/>
                    <a:pt x="870" y="782"/>
                    <a:pt x="882" y="698"/>
                  </a:cubicBezTo>
                  <a:cubicBezTo>
                    <a:pt x="893" y="627"/>
                    <a:pt x="846" y="555"/>
                    <a:pt x="774" y="544"/>
                  </a:cubicBezTo>
                  <a:lnTo>
                    <a:pt x="762" y="544"/>
                  </a:lnTo>
                  <a:cubicBezTo>
                    <a:pt x="643" y="544"/>
                    <a:pt x="524" y="722"/>
                    <a:pt x="501" y="817"/>
                  </a:cubicBezTo>
                  <a:cubicBezTo>
                    <a:pt x="501" y="817"/>
                    <a:pt x="477" y="877"/>
                    <a:pt x="477" y="913"/>
                  </a:cubicBezTo>
                  <a:lnTo>
                    <a:pt x="477" y="841"/>
                  </a:lnTo>
                  <a:cubicBezTo>
                    <a:pt x="477" y="758"/>
                    <a:pt x="477" y="674"/>
                    <a:pt x="489" y="615"/>
                  </a:cubicBezTo>
                  <a:cubicBezTo>
                    <a:pt x="489" y="567"/>
                    <a:pt x="489" y="532"/>
                    <a:pt x="501" y="496"/>
                  </a:cubicBezTo>
                  <a:cubicBezTo>
                    <a:pt x="572" y="448"/>
                    <a:pt x="643" y="389"/>
                    <a:pt x="703" y="317"/>
                  </a:cubicBezTo>
                  <a:cubicBezTo>
                    <a:pt x="751" y="246"/>
                    <a:pt x="762" y="163"/>
                    <a:pt x="739" y="91"/>
                  </a:cubicBezTo>
                  <a:cubicBezTo>
                    <a:pt x="720" y="35"/>
                    <a:pt x="671" y="0"/>
                    <a:pt x="616"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26"/>
            <p:cNvSpPr/>
            <p:nvPr/>
          </p:nvSpPr>
          <p:spPr>
            <a:xfrm>
              <a:off x="4436425" y="1905625"/>
              <a:ext cx="8350" cy="12575"/>
            </a:xfrm>
            <a:custGeom>
              <a:rect b="b" l="l" r="r" t="t"/>
              <a:pathLst>
                <a:path extrusionOk="0" h="503" w="334">
                  <a:moveTo>
                    <a:pt x="144" y="0"/>
                  </a:moveTo>
                  <a:cubicBezTo>
                    <a:pt x="91" y="0"/>
                    <a:pt x="42" y="33"/>
                    <a:pt x="24" y="86"/>
                  </a:cubicBezTo>
                  <a:cubicBezTo>
                    <a:pt x="24" y="86"/>
                    <a:pt x="24" y="86"/>
                    <a:pt x="24" y="97"/>
                  </a:cubicBezTo>
                  <a:cubicBezTo>
                    <a:pt x="0" y="169"/>
                    <a:pt x="24" y="264"/>
                    <a:pt x="72" y="324"/>
                  </a:cubicBezTo>
                  <a:cubicBezTo>
                    <a:pt x="131" y="395"/>
                    <a:pt x="203" y="455"/>
                    <a:pt x="286" y="502"/>
                  </a:cubicBezTo>
                  <a:cubicBezTo>
                    <a:pt x="286" y="502"/>
                    <a:pt x="322" y="371"/>
                    <a:pt x="322" y="359"/>
                  </a:cubicBezTo>
                  <a:cubicBezTo>
                    <a:pt x="334" y="264"/>
                    <a:pt x="310" y="62"/>
                    <a:pt x="203" y="14"/>
                  </a:cubicBezTo>
                  <a:cubicBezTo>
                    <a:pt x="184" y="5"/>
                    <a:pt x="164" y="0"/>
                    <a:pt x="144"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26"/>
            <p:cNvSpPr/>
            <p:nvPr/>
          </p:nvSpPr>
          <p:spPr>
            <a:xfrm>
              <a:off x="5182950" y="1432100"/>
              <a:ext cx="25" cy="622125"/>
            </a:xfrm>
            <a:custGeom>
              <a:rect b="b" l="l" r="r" t="t"/>
              <a:pathLst>
                <a:path extrusionOk="0" fill="none" h="24885" w="1">
                  <a:moveTo>
                    <a:pt x="0" y="24884"/>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26"/>
            <p:cNvSpPr/>
            <p:nvPr/>
          </p:nvSpPr>
          <p:spPr>
            <a:xfrm>
              <a:off x="4626325" y="1435975"/>
              <a:ext cx="25" cy="618250"/>
            </a:xfrm>
            <a:custGeom>
              <a:rect b="b" l="l" r="r" t="t"/>
              <a:pathLst>
                <a:path extrusionOk="0" fill="none" h="24730" w="1">
                  <a:moveTo>
                    <a:pt x="1" y="24729"/>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26"/>
            <p:cNvSpPr/>
            <p:nvPr/>
          </p:nvSpPr>
          <p:spPr>
            <a:xfrm>
              <a:off x="4270925" y="1748800"/>
              <a:ext cx="1345725" cy="25"/>
            </a:xfrm>
            <a:custGeom>
              <a:rect b="b" l="l" r="r" t="t"/>
              <a:pathLst>
                <a:path extrusionOk="0" fill="none" h="1" w="53829">
                  <a:moveTo>
                    <a:pt x="1" y="1"/>
                  </a:moveTo>
                  <a:lnTo>
                    <a:pt x="53829"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26"/>
            <p:cNvSpPr/>
            <p:nvPr/>
          </p:nvSpPr>
          <p:spPr>
            <a:xfrm>
              <a:off x="4241150" y="1968475"/>
              <a:ext cx="13125" cy="8050"/>
            </a:xfrm>
            <a:custGeom>
              <a:rect b="b" l="l" r="r" t="t"/>
              <a:pathLst>
                <a:path extrusionOk="0" fill="none" h="322" w="525">
                  <a:moveTo>
                    <a:pt x="525" y="0"/>
                  </a:moveTo>
                  <a:lnTo>
                    <a:pt x="1" y="32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26"/>
            <p:cNvSpPr/>
            <p:nvPr/>
          </p:nvSpPr>
          <p:spPr>
            <a:xfrm>
              <a:off x="4271525" y="1834525"/>
              <a:ext cx="200050" cy="123250"/>
            </a:xfrm>
            <a:custGeom>
              <a:rect b="b" l="l" r="r" t="t"/>
              <a:pathLst>
                <a:path extrusionOk="0" fill="none" h="4930" w="8002">
                  <a:moveTo>
                    <a:pt x="8001" y="1"/>
                  </a:moveTo>
                  <a:lnTo>
                    <a:pt x="0" y="493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26"/>
            <p:cNvSpPr/>
            <p:nvPr/>
          </p:nvSpPr>
          <p:spPr>
            <a:xfrm>
              <a:off x="4337600" y="1842850"/>
              <a:ext cx="160175" cy="98850"/>
            </a:xfrm>
            <a:custGeom>
              <a:rect b="b" l="l" r="r" t="t"/>
              <a:pathLst>
                <a:path extrusionOk="0" fill="none" h="3954" w="6407">
                  <a:moveTo>
                    <a:pt x="6406" y="1"/>
                  </a:moveTo>
                  <a:lnTo>
                    <a:pt x="1" y="395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26"/>
            <p:cNvSpPr/>
            <p:nvPr/>
          </p:nvSpPr>
          <p:spPr>
            <a:xfrm>
              <a:off x="4519475" y="1800000"/>
              <a:ext cx="48250" cy="29800"/>
            </a:xfrm>
            <a:custGeom>
              <a:rect b="b" l="l" r="r" t="t"/>
              <a:pathLst>
                <a:path extrusionOk="0" fill="none" h="1192" w="1930">
                  <a:moveTo>
                    <a:pt x="1929" y="0"/>
                  </a:moveTo>
                  <a:lnTo>
                    <a:pt x="0" y="119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26"/>
            <p:cNvSpPr/>
            <p:nvPr/>
          </p:nvSpPr>
          <p:spPr>
            <a:xfrm>
              <a:off x="5227900" y="1961925"/>
              <a:ext cx="14600" cy="8950"/>
            </a:xfrm>
            <a:custGeom>
              <a:rect b="b" l="l" r="r" t="t"/>
              <a:pathLst>
                <a:path extrusionOk="0" fill="none" h="358" w="584">
                  <a:moveTo>
                    <a:pt x="584" y="0"/>
                  </a:moveTo>
                  <a:lnTo>
                    <a:pt x="0" y="35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26"/>
            <p:cNvSpPr/>
            <p:nvPr/>
          </p:nvSpPr>
          <p:spPr>
            <a:xfrm>
              <a:off x="5261825" y="1812200"/>
              <a:ext cx="223275" cy="137850"/>
            </a:xfrm>
            <a:custGeom>
              <a:rect b="b" l="l" r="r" t="t"/>
              <a:pathLst>
                <a:path extrusionOk="0" fill="none" h="5514" w="8931">
                  <a:moveTo>
                    <a:pt x="8930" y="1"/>
                  </a:moveTo>
                  <a:lnTo>
                    <a:pt x="1" y="551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26"/>
            <p:cNvSpPr/>
            <p:nvPr/>
          </p:nvSpPr>
          <p:spPr>
            <a:xfrm>
              <a:off x="5335650" y="1821725"/>
              <a:ext cx="178900" cy="110150"/>
            </a:xfrm>
            <a:custGeom>
              <a:rect b="b" l="l" r="r" t="t"/>
              <a:pathLst>
                <a:path extrusionOk="0" fill="none" h="4406" w="7156">
                  <a:moveTo>
                    <a:pt x="7156" y="1"/>
                  </a:moveTo>
                  <a:lnTo>
                    <a:pt x="0" y="440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26"/>
            <p:cNvSpPr/>
            <p:nvPr/>
          </p:nvSpPr>
          <p:spPr>
            <a:xfrm>
              <a:off x="5538650" y="1773500"/>
              <a:ext cx="54200" cy="33375"/>
            </a:xfrm>
            <a:custGeom>
              <a:rect b="b" l="l" r="r" t="t"/>
              <a:pathLst>
                <a:path extrusionOk="0" fill="none" h="1335" w="2168">
                  <a:moveTo>
                    <a:pt x="2167" y="1"/>
                  </a:moveTo>
                  <a:lnTo>
                    <a:pt x="0" y="133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26"/>
            <p:cNvSpPr/>
            <p:nvPr/>
          </p:nvSpPr>
          <p:spPr>
            <a:xfrm>
              <a:off x="5142175" y="1991400"/>
              <a:ext cx="100025" cy="115500"/>
            </a:xfrm>
            <a:custGeom>
              <a:rect b="b" l="l" r="r" t="t"/>
              <a:pathLst>
                <a:path extrusionOk="0" h="4620" w="4001">
                  <a:moveTo>
                    <a:pt x="0" y="0"/>
                  </a:moveTo>
                  <a:lnTo>
                    <a:pt x="0" y="4620"/>
                  </a:lnTo>
                  <a:lnTo>
                    <a:pt x="4001" y="4620"/>
                  </a:lnTo>
                  <a:lnTo>
                    <a:pt x="400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26"/>
            <p:cNvSpPr/>
            <p:nvPr/>
          </p:nvSpPr>
          <p:spPr>
            <a:xfrm>
              <a:off x="5137100" y="2007775"/>
              <a:ext cx="112850" cy="104200"/>
            </a:xfrm>
            <a:custGeom>
              <a:rect b="b" l="l" r="r" t="t"/>
              <a:pathLst>
                <a:path extrusionOk="0" h="4168" w="4514">
                  <a:moveTo>
                    <a:pt x="1" y="0"/>
                  </a:moveTo>
                  <a:lnTo>
                    <a:pt x="1" y="4167"/>
                  </a:lnTo>
                  <a:lnTo>
                    <a:pt x="4513" y="4167"/>
                  </a:lnTo>
                  <a:lnTo>
                    <a:pt x="2132" y="0"/>
                  </a:ln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26"/>
            <p:cNvSpPr/>
            <p:nvPr/>
          </p:nvSpPr>
          <p:spPr>
            <a:xfrm>
              <a:off x="5090075" y="2005450"/>
              <a:ext cx="93500" cy="112500"/>
            </a:xfrm>
            <a:custGeom>
              <a:rect b="b" l="l" r="r" t="t"/>
              <a:pathLst>
                <a:path extrusionOk="0" h="4500" w="3740">
                  <a:moveTo>
                    <a:pt x="1233" y="0"/>
                  </a:moveTo>
                  <a:cubicBezTo>
                    <a:pt x="1166" y="0"/>
                    <a:pt x="1102" y="35"/>
                    <a:pt x="1060" y="93"/>
                  </a:cubicBezTo>
                  <a:cubicBezTo>
                    <a:pt x="1048" y="117"/>
                    <a:pt x="1048" y="153"/>
                    <a:pt x="1048" y="188"/>
                  </a:cubicBezTo>
                  <a:lnTo>
                    <a:pt x="120" y="3462"/>
                  </a:lnTo>
                  <a:cubicBezTo>
                    <a:pt x="1" y="3903"/>
                    <a:pt x="263" y="4344"/>
                    <a:pt x="691" y="4475"/>
                  </a:cubicBezTo>
                  <a:cubicBezTo>
                    <a:pt x="763" y="4486"/>
                    <a:pt x="834" y="4498"/>
                    <a:pt x="905" y="4498"/>
                  </a:cubicBezTo>
                  <a:lnTo>
                    <a:pt x="3489" y="4498"/>
                  </a:lnTo>
                  <a:cubicBezTo>
                    <a:pt x="3498" y="4499"/>
                    <a:pt x="3507" y="4500"/>
                    <a:pt x="3516" y="4500"/>
                  </a:cubicBezTo>
                  <a:cubicBezTo>
                    <a:pt x="3612" y="4500"/>
                    <a:pt x="3694" y="4442"/>
                    <a:pt x="3715" y="4344"/>
                  </a:cubicBezTo>
                  <a:cubicBezTo>
                    <a:pt x="3739" y="4248"/>
                    <a:pt x="3680" y="4141"/>
                    <a:pt x="3572" y="4117"/>
                  </a:cubicBezTo>
                  <a:lnTo>
                    <a:pt x="917" y="4117"/>
                  </a:lnTo>
                  <a:cubicBezTo>
                    <a:pt x="667" y="4117"/>
                    <a:pt x="465" y="3927"/>
                    <a:pt x="465" y="3677"/>
                  </a:cubicBezTo>
                  <a:cubicBezTo>
                    <a:pt x="465" y="3641"/>
                    <a:pt x="477" y="3593"/>
                    <a:pt x="489" y="3558"/>
                  </a:cubicBezTo>
                  <a:lnTo>
                    <a:pt x="1406" y="284"/>
                  </a:lnTo>
                  <a:cubicBezTo>
                    <a:pt x="1453" y="188"/>
                    <a:pt x="1417" y="69"/>
                    <a:pt x="1322" y="22"/>
                  </a:cubicBezTo>
                  <a:cubicBezTo>
                    <a:pt x="1293" y="7"/>
                    <a:pt x="1263" y="0"/>
                    <a:pt x="1233"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26"/>
            <p:cNvSpPr/>
            <p:nvPr/>
          </p:nvSpPr>
          <p:spPr>
            <a:xfrm>
              <a:off x="5121025" y="1902700"/>
              <a:ext cx="37250" cy="190525"/>
            </a:xfrm>
            <a:custGeom>
              <a:rect b="b" l="l" r="r" t="t"/>
              <a:pathLst>
                <a:path extrusionOk="0" h="7621" w="1490">
                  <a:moveTo>
                    <a:pt x="584" y="0"/>
                  </a:moveTo>
                  <a:lnTo>
                    <a:pt x="1" y="72"/>
                  </a:lnTo>
                  <a:lnTo>
                    <a:pt x="906" y="7620"/>
                  </a:lnTo>
                  <a:lnTo>
                    <a:pt x="1489" y="7561"/>
                  </a:lnTo>
                  <a:lnTo>
                    <a:pt x="584"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26"/>
            <p:cNvSpPr/>
            <p:nvPr/>
          </p:nvSpPr>
          <p:spPr>
            <a:xfrm>
              <a:off x="5094850" y="1904475"/>
              <a:ext cx="48525" cy="189025"/>
            </a:xfrm>
            <a:custGeom>
              <a:rect b="b" l="l" r="r" t="t"/>
              <a:pathLst>
                <a:path extrusionOk="0" h="7561" w="1941">
                  <a:moveTo>
                    <a:pt x="1048" y="1"/>
                  </a:moveTo>
                  <a:cubicBezTo>
                    <a:pt x="1048" y="1"/>
                    <a:pt x="0" y="3704"/>
                    <a:pt x="1941" y="7561"/>
                  </a:cubicBezTo>
                  <a:lnTo>
                    <a:pt x="1048" y="1"/>
                  </a:ln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26"/>
            <p:cNvSpPr/>
            <p:nvPr/>
          </p:nvSpPr>
          <p:spPr>
            <a:xfrm>
              <a:off x="5057925" y="2117300"/>
              <a:ext cx="590275" cy="332800"/>
            </a:xfrm>
            <a:custGeom>
              <a:rect b="b" l="l" r="r" t="t"/>
              <a:pathLst>
                <a:path extrusionOk="0" h="13312" w="23611">
                  <a:moveTo>
                    <a:pt x="1" y="1"/>
                  </a:moveTo>
                  <a:lnTo>
                    <a:pt x="1" y="13312"/>
                  </a:lnTo>
                  <a:lnTo>
                    <a:pt x="23611" y="13312"/>
                  </a:lnTo>
                  <a:lnTo>
                    <a:pt x="23611"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26"/>
            <p:cNvSpPr/>
            <p:nvPr/>
          </p:nvSpPr>
          <p:spPr>
            <a:xfrm>
              <a:off x="5057925" y="2117300"/>
              <a:ext cx="590275" cy="332800"/>
            </a:xfrm>
            <a:custGeom>
              <a:rect b="b" l="l" r="r" t="t"/>
              <a:pathLst>
                <a:path extrusionOk="0" h="13312" w="23611">
                  <a:moveTo>
                    <a:pt x="1" y="1"/>
                  </a:moveTo>
                  <a:lnTo>
                    <a:pt x="1" y="13312"/>
                  </a:lnTo>
                  <a:lnTo>
                    <a:pt x="23611" y="13312"/>
                  </a:lnTo>
                  <a:lnTo>
                    <a:pt x="23611"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26"/>
            <p:cNvSpPr/>
            <p:nvPr/>
          </p:nvSpPr>
          <p:spPr>
            <a:xfrm>
              <a:off x="5057925" y="2117300"/>
              <a:ext cx="590275" cy="332800"/>
            </a:xfrm>
            <a:custGeom>
              <a:rect b="b" l="l" r="r" t="t"/>
              <a:pathLst>
                <a:path extrusionOk="0" fill="none" h="13312" w="23611">
                  <a:moveTo>
                    <a:pt x="1" y="1"/>
                  </a:moveTo>
                  <a:lnTo>
                    <a:pt x="23611" y="1"/>
                  </a:lnTo>
                  <a:lnTo>
                    <a:pt x="23611" y="13312"/>
                  </a:lnTo>
                  <a:lnTo>
                    <a:pt x="1" y="13312"/>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26"/>
            <p:cNvSpPr/>
            <p:nvPr/>
          </p:nvSpPr>
          <p:spPr>
            <a:xfrm>
              <a:off x="5058225" y="2125325"/>
              <a:ext cx="589375" cy="9275"/>
            </a:xfrm>
            <a:custGeom>
              <a:rect b="b" l="l" r="r" t="t"/>
              <a:pathLst>
                <a:path extrusionOk="0" h="371" w="23575">
                  <a:moveTo>
                    <a:pt x="1" y="1"/>
                  </a:moveTo>
                  <a:lnTo>
                    <a:pt x="1" y="370"/>
                  </a:lnTo>
                  <a:lnTo>
                    <a:pt x="23575" y="370"/>
                  </a:lnTo>
                  <a:lnTo>
                    <a:pt x="23575"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26"/>
            <p:cNvSpPr/>
            <p:nvPr/>
          </p:nvSpPr>
          <p:spPr>
            <a:xfrm>
              <a:off x="5044825" y="2111950"/>
              <a:ext cx="607550" cy="14600"/>
            </a:xfrm>
            <a:custGeom>
              <a:rect b="b" l="l" r="r" t="t"/>
              <a:pathLst>
                <a:path extrusionOk="0" h="584" w="24302">
                  <a:moveTo>
                    <a:pt x="1" y="0"/>
                  </a:moveTo>
                  <a:lnTo>
                    <a:pt x="1" y="584"/>
                  </a:lnTo>
                  <a:lnTo>
                    <a:pt x="24302" y="584"/>
                  </a:lnTo>
                  <a:lnTo>
                    <a:pt x="24302"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26"/>
            <p:cNvSpPr/>
            <p:nvPr/>
          </p:nvSpPr>
          <p:spPr>
            <a:xfrm>
              <a:off x="4243250" y="1850525"/>
              <a:ext cx="171175" cy="389450"/>
            </a:xfrm>
            <a:custGeom>
              <a:rect b="b" l="l" r="r" t="t"/>
              <a:pathLst>
                <a:path extrusionOk="0" h="15578" w="6847">
                  <a:moveTo>
                    <a:pt x="380" y="1"/>
                  </a:moveTo>
                  <a:cubicBezTo>
                    <a:pt x="277" y="1"/>
                    <a:pt x="0" y="57"/>
                    <a:pt x="107" y="682"/>
                  </a:cubicBezTo>
                  <a:cubicBezTo>
                    <a:pt x="310" y="1778"/>
                    <a:pt x="369" y="2897"/>
                    <a:pt x="679" y="3980"/>
                  </a:cubicBezTo>
                  <a:cubicBezTo>
                    <a:pt x="1000" y="5052"/>
                    <a:pt x="1417" y="6135"/>
                    <a:pt x="1786" y="7171"/>
                  </a:cubicBezTo>
                  <a:cubicBezTo>
                    <a:pt x="2727" y="9814"/>
                    <a:pt x="2239" y="12481"/>
                    <a:pt x="2405" y="15208"/>
                  </a:cubicBezTo>
                  <a:cubicBezTo>
                    <a:pt x="2425" y="15494"/>
                    <a:pt x="3070" y="15577"/>
                    <a:pt x="3836" y="15577"/>
                  </a:cubicBezTo>
                  <a:cubicBezTo>
                    <a:pt x="4885" y="15577"/>
                    <a:pt x="6162" y="15422"/>
                    <a:pt x="6382" y="15422"/>
                  </a:cubicBezTo>
                  <a:cubicBezTo>
                    <a:pt x="6846" y="15422"/>
                    <a:pt x="6668" y="12862"/>
                    <a:pt x="6668" y="12565"/>
                  </a:cubicBezTo>
                  <a:cubicBezTo>
                    <a:pt x="6632" y="10707"/>
                    <a:pt x="6501" y="8802"/>
                    <a:pt x="6013" y="7004"/>
                  </a:cubicBezTo>
                  <a:cubicBezTo>
                    <a:pt x="5656" y="5659"/>
                    <a:pt x="5013" y="4028"/>
                    <a:pt x="4799" y="3325"/>
                  </a:cubicBezTo>
                  <a:cubicBezTo>
                    <a:pt x="4572" y="2623"/>
                    <a:pt x="4715" y="2718"/>
                    <a:pt x="4679" y="2182"/>
                  </a:cubicBezTo>
                  <a:cubicBezTo>
                    <a:pt x="4656" y="1647"/>
                    <a:pt x="4072" y="170"/>
                    <a:pt x="4072" y="170"/>
                  </a:cubicBezTo>
                  <a:cubicBezTo>
                    <a:pt x="4031" y="54"/>
                    <a:pt x="3907" y="36"/>
                    <a:pt x="3837" y="36"/>
                  </a:cubicBezTo>
                  <a:cubicBezTo>
                    <a:pt x="3807" y="36"/>
                    <a:pt x="3787" y="39"/>
                    <a:pt x="3787" y="39"/>
                  </a:cubicBezTo>
                  <a:lnTo>
                    <a:pt x="417" y="4"/>
                  </a:lnTo>
                  <a:cubicBezTo>
                    <a:pt x="417" y="4"/>
                    <a:pt x="403" y="1"/>
                    <a:pt x="380"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26"/>
            <p:cNvSpPr/>
            <p:nvPr/>
          </p:nvSpPr>
          <p:spPr>
            <a:xfrm>
              <a:off x="4245325" y="1850550"/>
              <a:ext cx="115225" cy="93650"/>
            </a:xfrm>
            <a:custGeom>
              <a:rect b="b" l="l" r="r" t="t"/>
              <a:pathLst>
                <a:path extrusionOk="0" h="3746" w="4609">
                  <a:moveTo>
                    <a:pt x="303" y="1"/>
                  </a:moveTo>
                  <a:cubicBezTo>
                    <a:pt x="225" y="1"/>
                    <a:pt x="29" y="31"/>
                    <a:pt x="1" y="336"/>
                  </a:cubicBezTo>
                  <a:lnTo>
                    <a:pt x="13" y="336"/>
                  </a:lnTo>
                  <a:cubicBezTo>
                    <a:pt x="36" y="395"/>
                    <a:pt x="60" y="455"/>
                    <a:pt x="84" y="503"/>
                  </a:cubicBezTo>
                  <a:cubicBezTo>
                    <a:pt x="310" y="1062"/>
                    <a:pt x="417" y="2003"/>
                    <a:pt x="703" y="2598"/>
                  </a:cubicBezTo>
                  <a:cubicBezTo>
                    <a:pt x="965" y="3155"/>
                    <a:pt x="1661" y="3745"/>
                    <a:pt x="2895" y="3745"/>
                  </a:cubicBezTo>
                  <a:cubicBezTo>
                    <a:pt x="2953" y="3745"/>
                    <a:pt x="3012" y="3744"/>
                    <a:pt x="3072" y="3741"/>
                  </a:cubicBezTo>
                  <a:cubicBezTo>
                    <a:pt x="4406" y="3682"/>
                    <a:pt x="4513" y="2717"/>
                    <a:pt x="4513" y="2717"/>
                  </a:cubicBezTo>
                  <a:lnTo>
                    <a:pt x="4585" y="2598"/>
                  </a:lnTo>
                  <a:cubicBezTo>
                    <a:pt x="4608" y="2467"/>
                    <a:pt x="4608" y="2324"/>
                    <a:pt x="4596" y="2181"/>
                  </a:cubicBezTo>
                  <a:cubicBezTo>
                    <a:pt x="4573" y="1646"/>
                    <a:pt x="3989" y="169"/>
                    <a:pt x="3989" y="169"/>
                  </a:cubicBezTo>
                  <a:cubicBezTo>
                    <a:pt x="3948" y="53"/>
                    <a:pt x="3824" y="35"/>
                    <a:pt x="3754" y="35"/>
                  </a:cubicBezTo>
                  <a:cubicBezTo>
                    <a:pt x="3724" y="35"/>
                    <a:pt x="3704" y="38"/>
                    <a:pt x="3704" y="38"/>
                  </a:cubicBezTo>
                  <a:lnTo>
                    <a:pt x="334" y="3"/>
                  </a:lnTo>
                  <a:cubicBezTo>
                    <a:pt x="334" y="3"/>
                    <a:pt x="322" y="1"/>
                    <a:pt x="303"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26"/>
            <p:cNvSpPr/>
            <p:nvPr/>
          </p:nvSpPr>
          <p:spPr>
            <a:xfrm>
              <a:off x="4243850" y="1851200"/>
              <a:ext cx="70850" cy="385475"/>
            </a:xfrm>
            <a:custGeom>
              <a:rect b="b" l="l" r="r" t="t"/>
              <a:pathLst>
                <a:path extrusionOk="0" h="15419" w="2834">
                  <a:moveTo>
                    <a:pt x="250" y="0"/>
                  </a:moveTo>
                  <a:cubicBezTo>
                    <a:pt x="131" y="36"/>
                    <a:pt x="0" y="191"/>
                    <a:pt x="83" y="643"/>
                  </a:cubicBezTo>
                  <a:cubicBezTo>
                    <a:pt x="298" y="1751"/>
                    <a:pt x="345" y="2870"/>
                    <a:pt x="655" y="3941"/>
                  </a:cubicBezTo>
                  <a:cubicBezTo>
                    <a:pt x="976" y="5025"/>
                    <a:pt x="1393" y="6108"/>
                    <a:pt x="1762" y="7144"/>
                  </a:cubicBezTo>
                  <a:cubicBezTo>
                    <a:pt x="2703" y="9787"/>
                    <a:pt x="2215" y="12454"/>
                    <a:pt x="2381" y="15181"/>
                  </a:cubicBezTo>
                  <a:cubicBezTo>
                    <a:pt x="2381" y="15288"/>
                    <a:pt x="2489" y="15359"/>
                    <a:pt x="2631" y="15419"/>
                  </a:cubicBezTo>
                  <a:cubicBezTo>
                    <a:pt x="2631" y="15300"/>
                    <a:pt x="2631" y="15181"/>
                    <a:pt x="2655" y="15050"/>
                  </a:cubicBezTo>
                  <a:cubicBezTo>
                    <a:pt x="2703" y="14824"/>
                    <a:pt x="2834" y="9716"/>
                    <a:pt x="2512" y="8275"/>
                  </a:cubicBezTo>
                  <a:cubicBezTo>
                    <a:pt x="2203" y="6823"/>
                    <a:pt x="1381" y="5239"/>
                    <a:pt x="1167" y="3846"/>
                  </a:cubicBezTo>
                  <a:cubicBezTo>
                    <a:pt x="941" y="2441"/>
                    <a:pt x="1072" y="2215"/>
                    <a:pt x="845" y="1405"/>
                  </a:cubicBezTo>
                  <a:cubicBezTo>
                    <a:pt x="703" y="905"/>
                    <a:pt x="512" y="441"/>
                    <a:pt x="250"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26"/>
            <p:cNvSpPr/>
            <p:nvPr/>
          </p:nvSpPr>
          <p:spPr>
            <a:xfrm>
              <a:off x="4324800" y="2271775"/>
              <a:ext cx="222675" cy="178325"/>
            </a:xfrm>
            <a:custGeom>
              <a:rect b="b" l="l" r="r" t="t"/>
              <a:pathLst>
                <a:path extrusionOk="0" h="7133" w="8907">
                  <a:moveTo>
                    <a:pt x="3692" y="1"/>
                  </a:moveTo>
                  <a:lnTo>
                    <a:pt x="3692" y="1989"/>
                  </a:lnTo>
                  <a:lnTo>
                    <a:pt x="4144" y="1989"/>
                  </a:lnTo>
                  <a:lnTo>
                    <a:pt x="4144" y="5132"/>
                  </a:lnTo>
                  <a:lnTo>
                    <a:pt x="4120" y="5144"/>
                  </a:lnTo>
                  <a:lnTo>
                    <a:pt x="4120" y="5156"/>
                  </a:lnTo>
                  <a:lnTo>
                    <a:pt x="1" y="6466"/>
                  </a:lnTo>
                  <a:lnTo>
                    <a:pt x="1" y="6775"/>
                  </a:lnTo>
                  <a:cubicBezTo>
                    <a:pt x="13" y="6966"/>
                    <a:pt x="155" y="7109"/>
                    <a:pt x="346" y="7121"/>
                  </a:cubicBezTo>
                  <a:cubicBezTo>
                    <a:pt x="353" y="7121"/>
                    <a:pt x="361" y="7121"/>
                    <a:pt x="368" y="7121"/>
                  </a:cubicBezTo>
                  <a:cubicBezTo>
                    <a:pt x="560" y="7121"/>
                    <a:pt x="715" y="6971"/>
                    <a:pt x="727" y="6775"/>
                  </a:cubicBezTo>
                  <a:lnTo>
                    <a:pt x="727" y="6740"/>
                  </a:lnTo>
                  <a:lnTo>
                    <a:pt x="4204" y="6335"/>
                  </a:lnTo>
                  <a:lnTo>
                    <a:pt x="4204" y="6823"/>
                  </a:lnTo>
                  <a:cubicBezTo>
                    <a:pt x="4204" y="6990"/>
                    <a:pt x="4346" y="7133"/>
                    <a:pt x="4525" y="7133"/>
                  </a:cubicBezTo>
                  <a:cubicBezTo>
                    <a:pt x="4704" y="7133"/>
                    <a:pt x="4835" y="6990"/>
                    <a:pt x="4835" y="6823"/>
                  </a:cubicBezTo>
                  <a:lnTo>
                    <a:pt x="4835" y="6347"/>
                  </a:lnTo>
                  <a:lnTo>
                    <a:pt x="8180" y="6728"/>
                  </a:lnTo>
                  <a:lnTo>
                    <a:pt x="8180" y="6775"/>
                  </a:lnTo>
                  <a:cubicBezTo>
                    <a:pt x="8192" y="6966"/>
                    <a:pt x="8347" y="7109"/>
                    <a:pt x="8526" y="7121"/>
                  </a:cubicBezTo>
                  <a:cubicBezTo>
                    <a:pt x="8533" y="7121"/>
                    <a:pt x="8540" y="7121"/>
                    <a:pt x="8547" y="7121"/>
                  </a:cubicBezTo>
                  <a:cubicBezTo>
                    <a:pt x="8740" y="7121"/>
                    <a:pt x="8895" y="6971"/>
                    <a:pt x="8907" y="6775"/>
                  </a:cubicBezTo>
                  <a:lnTo>
                    <a:pt x="8907" y="6454"/>
                  </a:lnTo>
                  <a:lnTo>
                    <a:pt x="4906" y="5180"/>
                  </a:lnTo>
                  <a:lnTo>
                    <a:pt x="4906" y="1989"/>
                  </a:lnTo>
                  <a:lnTo>
                    <a:pt x="5358" y="1989"/>
                  </a:lnTo>
                  <a:lnTo>
                    <a:pt x="5358"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26"/>
            <p:cNvSpPr/>
            <p:nvPr/>
          </p:nvSpPr>
          <p:spPr>
            <a:xfrm>
              <a:off x="4297125" y="2222975"/>
              <a:ext cx="271175" cy="57775"/>
            </a:xfrm>
            <a:custGeom>
              <a:rect b="b" l="l" r="r" t="t"/>
              <a:pathLst>
                <a:path extrusionOk="0" h="2311" w="10847">
                  <a:moveTo>
                    <a:pt x="381" y="0"/>
                  </a:moveTo>
                  <a:cubicBezTo>
                    <a:pt x="167" y="0"/>
                    <a:pt x="0" y="179"/>
                    <a:pt x="0" y="393"/>
                  </a:cubicBezTo>
                  <a:lnTo>
                    <a:pt x="0" y="1929"/>
                  </a:lnTo>
                  <a:cubicBezTo>
                    <a:pt x="0" y="2143"/>
                    <a:pt x="167" y="2310"/>
                    <a:pt x="381" y="2310"/>
                  </a:cubicBezTo>
                  <a:lnTo>
                    <a:pt x="10466" y="2310"/>
                  </a:lnTo>
                  <a:cubicBezTo>
                    <a:pt x="10680" y="2310"/>
                    <a:pt x="10847" y="2143"/>
                    <a:pt x="10847" y="1929"/>
                  </a:cubicBezTo>
                  <a:lnTo>
                    <a:pt x="10847" y="393"/>
                  </a:lnTo>
                  <a:cubicBezTo>
                    <a:pt x="10847" y="179"/>
                    <a:pt x="10680" y="0"/>
                    <a:pt x="1046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26"/>
            <p:cNvSpPr/>
            <p:nvPr/>
          </p:nvSpPr>
          <p:spPr>
            <a:xfrm>
              <a:off x="4635250" y="1991400"/>
              <a:ext cx="100050" cy="115500"/>
            </a:xfrm>
            <a:custGeom>
              <a:rect b="b" l="l" r="r" t="t"/>
              <a:pathLst>
                <a:path extrusionOk="0" h="4620" w="4002">
                  <a:moveTo>
                    <a:pt x="1" y="0"/>
                  </a:moveTo>
                  <a:lnTo>
                    <a:pt x="1" y="4620"/>
                  </a:lnTo>
                  <a:lnTo>
                    <a:pt x="4001" y="4620"/>
                  </a:lnTo>
                  <a:lnTo>
                    <a:pt x="400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26"/>
            <p:cNvSpPr/>
            <p:nvPr/>
          </p:nvSpPr>
          <p:spPr>
            <a:xfrm>
              <a:off x="4627525" y="2007775"/>
              <a:ext cx="112825" cy="104200"/>
            </a:xfrm>
            <a:custGeom>
              <a:rect b="b" l="l" r="r" t="t"/>
              <a:pathLst>
                <a:path extrusionOk="0" h="4168" w="4513">
                  <a:moveTo>
                    <a:pt x="2382" y="0"/>
                  </a:moveTo>
                  <a:lnTo>
                    <a:pt x="0" y="4167"/>
                  </a:lnTo>
                  <a:lnTo>
                    <a:pt x="4513" y="4167"/>
                  </a:lnTo>
                  <a:lnTo>
                    <a:pt x="4513" y="0"/>
                  </a:ln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26"/>
            <p:cNvSpPr/>
            <p:nvPr/>
          </p:nvSpPr>
          <p:spPr>
            <a:xfrm>
              <a:off x="4695975" y="2005450"/>
              <a:ext cx="91400" cy="112475"/>
            </a:xfrm>
            <a:custGeom>
              <a:rect b="b" l="l" r="r" t="t"/>
              <a:pathLst>
                <a:path extrusionOk="0" h="4499" w="3656">
                  <a:moveTo>
                    <a:pt x="2423" y="0"/>
                  </a:moveTo>
                  <a:cubicBezTo>
                    <a:pt x="2394" y="0"/>
                    <a:pt x="2363" y="7"/>
                    <a:pt x="2334" y="22"/>
                  </a:cubicBezTo>
                  <a:cubicBezTo>
                    <a:pt x="2239" y="69"/>
                    <a:pt x="2203" y="188"/>
                    <a:pt x="2251" y="284"/>
                  </a:cubicBezTo>
                  <a:lnTo>
                    <a:pt x="3168" y="3558"/>
                  </a:lnTo>
                  <a:cubicBezTo>
                    <a:pt x="3180" y="3593"/>
                    <a:pt x="3192" y="3641"/>
                    <a:pt x="3192" y="3677"/>
                  </a:cubicBezTo>
                  <a:cubicBezTo>
                    <a:pt x="3192" y="3927"/>
                    <a:pt x="2989" y="4117"/>
                    <a:pt x="2751" y="4117"/>
                  </a:cubicBezTo>
                  <a:lnTo>
                    <a:pt x="167" y="4117"/>
                  </a:lnTo>
                  <a:cubicBezTo>
                    <a:pt x="96" y="4141"/>
                    <a:pt x="36" y="4189"/>
                    <a:pt x="25" y="4272"/>
                  </a:cubicBezTo>
                  <a:cubicBezTo>
                    <a:pt x="1" y="4367"/>
                    <a:pt x="60" y="4475"/>
                    <a:pt x="167" y="4498"/>
                  </a:cubicBezTo>
                  <a:lnTo>
                    <a:pt x="2751" y="4498"/>
                  </a:lnTo>
                  <a:cubicBezTo>
                    <a:pt x="2823" y="4498"/>
                    <a:pt x="2894" y="4486"/>
                    <a:pt x="2965" y="4475"/>
                  </a:cubicBezTo>
                  <a:cubicBezTo>
                    <a:pt x="3394" y="4344"/>
                    <a:pt x="3656" y="3903"/>
                    <a:pt x="3525" y="3462"/>
                  </a:cubicBezTo>
                  <a:lnTo>
                    <a:pt x="2620" y="188"/>
                  </a:lnTo>
                  <a:cubicBezTo>
                    <a:pt x="2620" y="153"/>
                    <a:pt x="2608" y="117"/>
                    <a:pt x="2596" y="93"/>
                  </a:cubicBezTo>
                  <a:cubicBezTo>
                    <a:pt x="2555" y="35"/>
                    <a:pt x="2491" y="0"/>
                    <a:pt x="2423"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26"/>
            <p:cNvSpPr/>
            <p:nvPr/>
          </p:nvSpPr>
          <p:spPr>
            <a:xfrm>
              <a:off x="4719500" y="1902700"/>
              <a:ext cx="37225" cy="190800"/>
            </a:xfrm>
            <a:custGeom>
              <a:rect b="b" l="l" r="r" t="t"/>
              <a:pathLst>
                <a:path extrusionOk="0" h="7632" w="1489">
                  <a:moveTo>
                    <a:pt x="905" y="0"/>
                  </a:moveTo>
                  <a:lnTo>
                    <a:pt x="0" y="7561"/>
                  </a:lnTo>
                  <a:lnTo>
                    <a:pt x="584" y="7632"/>
                  </a:lnTo>
                  <a:lnTo>
                    <a:pt x="1489" y="72"/>
                  </a:lnTo>
                  <a:lnTo>
                    <a:pt x="905"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26"/>
            <p:cNvSpPr/>
            <p:nvPr/>
          </p:nvSpPr>
          <p:spPr>
            <a:xfrm>
              <a:off x="4734075" y="1904475"/>
              <a:ext cx="48550" cy="189025"/>
            </a:xfrm>
            <a:custGeom>
              <a:rect b="b" l="l" r="r" t="t"/>
              <a:pathLst>
                <a:path extrusionOk="0" h="7561" w="1942">
                  <a:moveTo>
                    <a:pt x="906" y="1"/>
                  </a:moveTo>
                  <a:lnTo>
                    <a:pt x="1" y="7561"/>
                  </a:lnTo>
                  <a:cubicBezTo>
                    <a:pt x="1941" y="3704"/>
                    <a:pt x="906" y="1"/>
                    <a:pt x="906"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26"/>
            <p:cNvSpPr/>
            <p:nvPr/>
          </p:nvSpPr>
          <p:spPr>
            <a:xfrm>
              <a:off x="4229250" y="2117300"/>
              <a:ext cx="590275" cy="333100"/>
            </a:xfrm>
            <a:custGeom>
              <a:rect b="b" l="l" r="r" t="t"/>
              <a:pathLst>
                <a:path extrusionOk="0" h="13324" w="23611">
                  <a:moveTo>
                    <a:pt x="1" y="1"/>
                  </a:moveTo>
                  <a:lnTo>
                    <a:pt x="1" y="13324"/>
                  </a:lnTo>
                  <a:lnTo>
                    <a:pt x="23611" y="13324"/>
                  </a:lnTo>
                  <a:lnTo>
                    <a:pt x="23611"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26"/>
            <p:cNvSpPr/>
            <p:nvPr/>
          </p:nvSpPr>
          <p:spPr>
            <a:xfrm>
              <a:off x="4229250" y="2117300"/>
              <a:ext cx="590275" cy="333100"/>
            </a:xfrm>
            <a:custGeom>
              <a:rect b="b" l="l" r="r" t="t"/>
              <a:pathLst>
                <a:path extrusionOk="0" h="13324" w="23611">
                  <a:moveTo>
                    <a:pt x="1" y="1"/>
                  </a:moveTo>
                  <a:lnTo>
                    <a:pt x="1" y="13324"/>
                  </a:lnTo>
                  <a:lnTo>
                    <a:pt x="23611" y="13324"/>
                  </a:lnTo>
                  <a:lnTo>
                    <a:pt x="23611"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26"/>
            <p:cNvSpPr/>
            <p:nvPr/>
          </p:nvSpPr>
          <p:spPr>
            <a:xfrm>
              <a:off x="4229250" y="2117300"/>
              <a:ext cx="590275" cy="333100"/>
            </a:xfrm>
            <a:custGeom>
              <a:rect b="b" l="l" r="r" t="t"/>
              <a:pathLst>
                <a:path extrusionOk="0" fill="none" h="13324" w="23611">
                  <a:moveTo>
                    <a:pt x="1" y="1"/>
                  </a:moveTo>
                  <a:lnTo>
                    <a:pt x="23611" y="1"/>
                  </a:lnTo>
                  <a:lnTo>
                    <a:pt x="23611" y="13324"/>
                  </a:lnTo>
                  <a:lnTo>
                    <a:pt x="1" y="13324"/>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26"/>
            <p:cNvSpPr/>
            <p:nvPr/>
          </p:nvSpPr>
          <p:spPr>
            <a:xfrm>
              <a:off x="4229850" y="2125325"/>
              <a:ext cx="589375" cy="9275"/>
            </a:xfrm>
            <a:custGeom>
              <a:rect b="b" l="l" r="r" t="t"/>
              <a:pathLst>
                <a:path extrusionOk="0" h="371" w="23575">
                  <a:moveTo>
                    <a:pt x="1" y="1"/>
                  </a:moveTo>
                  <a:lnTo>
                    <a:pt x="1" y="370"/>
                  </a:lnTo>
                  <a:lnTo>
                    <a:pt x="23575" y="370"/>
                  </a:lnTo>
                  <a:lnTo>
                    <a:pt x="23575"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26"/>
            <p:cNvSpPr/>
            <p:nvPr/>
          </p:nvSpPr>
          <p:spPr>
            <a:xfrm>
              <a:off x="4225100" y="2111950"/>
              <a:ext cx="607225" cy="14600"/>
            </a:xfrm>
            <a:custGeom>
              <a:rect b="b" l="l" r="r" t="t"/>
              <a:pathLst>
                <a:path extrusionOk="0" h="584" w="24289">
                  <a:moveTo>
                    <a:pt x="0" y="0"/>
                  </a:moveTo>
                  <a:lnTo>
                    <a:pt x="0" y="584"/>
                  </a:lnTo>
                  <a:lnTo>
                    <a:pt x="24289" y="584"/>
                  </a:lnTo>
                  <a:lnTo>
                    <a:pt x="24289"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26"/>
            <p:cNvSpPr/>
            <p:nvPr/>
          </p:nvSpPr>
          <p:spPr>
            <a:xfrm>
              <a:off x="5322550" y="1850525"/>
              <a:ext cx="171175" cy="389450"/>
            </a:xfrm>
            <a:custGeom>
              <a:rect b="b" l="l" r="r" t="t"/>
              <a:pathLst>
                <a:path extrusionOk="0" h="15578" w="6847">
                  <a:moveTo>
                    <a:pt x="6466" y="1"/>
                  </a:moveTo>
                  <a:cubicBezTo>
                    <a:pt x="6444" y="1"/>
                    <a:pt x="6430" y="4"/>
                    <a:pt x="6430" y="4"/>
                  </a:cubicBezTo>
                  <a:lnTo>
                    <a:pt x="3060" y="39"/>
                  </a:lnTo>
                  <a:cubicBezTo>
                    <a:pt x="3060" y="39"/>
                    <a:pt x="3040" y="36"/>
                    <a:pt x="3010" y="36"/>
                  </a:cubicBezTo>
                  <a:cubicBezTo>
                    <a:pt x="2940" y="36"/>
                    <a:pt x="2816" y="54"/>
                    <a:pt x="2775" y="170"/>
                  </a:cubicBezTo>
                  <a:cubicBezTo>
                    <a:pt x="2775" y="170"/>
                    <a:pt x="2191" y="1647"/>
                    <a:pt x="2167" y="2182"/>
                  </a:cubicBezTo>
                  <a:cubicBezTo>
                    <a:pt x="2132" y="2718"/>
                    <a:pt x="2274" y="2623"/>
                    <a:pt x="2048" y="3325"/>
                  </a:cubicBezTo>
                  <a:cubicBezTo>
                    <a:pt x="1834" y="4028"/>
                    <a:pt x="1191" y="5659"/>
                    <a:pt x="822" y="7004"/>
                  </a:cubicBezTo>
                  <a:cubicBezTo>
                    <a:pt x="346" y="8802"/>
                    <a:pt x="215" y="10707"/>
                    <a:pt x="179" y="12565"/>
                  </a:cubicBezTo>
                  <a:cubicBezTo>
                    <a:pt x="179" y="12862"/>
                    <a:pt x="0" y="15422"/>
                    <a:pt x="465" y="15422"/>
                  </a:cubicBezTo>
                  <a:cubicBezTo>
                    <a:pt x="685" y="15422"/>
                    <a:pt x="1962" y="15577"/>
                    <a:pt x="3011" y="15577"/>
                  </a:cubicBezTo>
                  <a:cubicBezTo>
                    <a:pt x="3777" y="15577"/>
                    <a:pt x="4421" y="15494"/>
                    <a:pt x="4441" y="15208"/>
                  </a:cubicBezTo>
                  <a:cubicBezTo>
                    <a:pt x="4608" y="12481"/>
                    <a:pt x="4120" y="9814"/>
                    <a:pt x="5061" y="7171"/>
                  </a:cubicBezTo>
                  <a:cubicBezTo>
                    <a:pt x="5430" y="6135"/>
                    <a:pt x="5846" y="5052"/>
                    <a:pt x="6168" y="3980"/>
                  </a:cubicBezTo>
                  <a:cubicBezTo>
                    <a:pt x="6477" y="2897"/>
                    <a:pt x="6525" y="1778"/>
                    <a:pt x="6739" y="682"/>
                  </a:cubicBezTo>
                  <a:cubicBezTo>
                    <a:pt x="6847" y="57"/>
                    <a:pt x="6569" y="1"/>
                    <a:pt x="6466"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26"/>
            <p:cNvSpPr/>
            <p:nvPr/>
          </p:nvSpPr>
          <p:spPr>
            <a:xfrm>
              <a:off x="5376425" y="1850550"/>
              <a:ext cx="115225" cy="93650"/>
            </a:xfrm>
            <a:custGeom>
              <a:rect b="b" l="l" r="r" t="t"/>
              <a:pathLst>
                <a:path extrusionOk="0" h="3746" w="4609">
                  <a:moveTo>
                    <a:pt x="4306" y="1"/>
                  </a:moveTo>
                  <a:cubicBezTo>
                    <a:pt x="4287" y="1"/>
                    <a:pt x="4275" y="3"/>
                    <a:pt x="4275" y="3"/>
                  </a:cubicBezTo>
                  <a:lnTo>
                    <a:pt x="905" y="38"/>
                  </a:lnTo>
                  <a:cubicBezTo>
                    <a:pt x="905" y="38"/>
                    <a:pt x="885" y="35"/>
                    <a:pt x="855" y="35"/>
                  </a:cubicBezTo>
                  <a:cubicBezTo>
                    <a:pt x="785" y="35"/>
                    <a:pt x="661" y="53"/>
                    <a:pt x="620" y="169"/>
                  </a:cubicBezTo>
                  <a:cubicBezTo>
                    <a:pt x="620" y="169"/>
                    <a:pt x="36" y="1646"/>
                    <a:pt x="12" y="2181"/>
                  </a:cubicBezTo>
                  <a:cubicBezTo>
                    <a:pt x="0" y="2324"/>
                    <a:pt x="12" y="2467"/>
                    <a:pt x="24" y="2598"/>
                  </a:cubicBezTo>
                  <a:lnTo>
                    <a:pt x="96" y="2717"/>
                  </a:lnTo>
                  <a:cubicBezTo>
                    <a:pt x="96" y="2717"/>
                    <a:pt x="203" y="3682"/>
                    <a:pt x="1536" y="3741"/>
                  </a:cubicBezTo>
                  <a:cubicBezTo>
                    <a:pt x="1597" y="3744"/>
                    <a:pt x="1656" y="3745"/>
                    <a:pt x="1714" y="3745"/>
                  </a:cubicBezTo>
                  <a:cubicBezTo>
                    <a:pt x="2948" y="3745"/>
                    <a:pt x="3644" y="3155"/>
                    <a:pt x="3906" y="2598"/>
                  </a:cubicBezTo>
                  <a:cubicBezTo>
                    <a:pt x="4191" y="2003"/>
                    <a:pt x="4299" y="1062"/>
                    <a:pt x="4525" y="503"/>
                  </a:cubicBezTo>
                  <a:cubicBezTo>
                    <a:pt x="4549" y="455"/>
                    <a:pt x="4572" y="395"/>
                    <a:pt x="4596" y="336"/>
                  </a:cubicBezTo>
                  <a:lnTo>
                    <a:pt x="4608" y="336"/>
                  </a:lnTo>
                  <a:cubicBezTo>
                    <a:pt x="4580" y="31"/>
                    <a:pt x="4383" y="1"/>
                    <a:pt x="4306"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26"/>
            <p:cNvSpPr/>
            <p:nvPr/>
          </p:nvSpPr>
          <p:spPr>
            <a:xfrm>
              <a:off x="5422250" y="1851200"/>
              <a:ext cx="70875" cy="385475"/>
            </a:xfrm>
            <a:custGeom>
              <a:rect b="b" l="l" r="r" t="t"/>
              <a:pathLst>
                <a:path extrusionOk="0" h="15419" w="2835">
                  <a:moveTo>
                    <a:pt x="2585" y="0"/>
                  </a:moveTo>
                  <a:cubicBezTo>
                    <a:pt x="2323" y="441"/>
                    <a:pt x="2132" y="905"/>
                    <a:pt x="1989" y="1405"/>
                  </a:cubicBezTo>
                  <a:cubicBezTo>
                    <a:pt x="1763" y="2215"/>
                    <a:pt x="1894" y="2441"/>
                    <a:pt x="1668" y="3846"/>
                  </a:cubicBezTo>
                  <a:cubicBezTo>
                    <a:pt x="1442" y="5239"/>
                    <a:pt x="632" y="6823"/>
                    <a:pt x="322" y="8275"/>
                  </a:cubicBezTo>
                  <a:cubicBezTo>
                    <a:pt x="1" y="9716"/>
                    <a:pt x="132" y="14824"/>
                    <a:pt x="180" y="15050"/>
                  </a:cubicBezTo>
                  <a:cubicBezTo>
                    <a:pt x="203" y="15181"/>
                    <a:pt x="203" y="15300"/>
                    <a:pt x="203" y="15419"/>
                  </a:cubicBezTo>
                  <a:cubicBezTo>
                    <a:pt x="346" y="15359"/>
                    <a:pt x="442" y="15288"/>
                    <a:pt x="453" y="15181"/>
                  </a:cubicBezTo>
                  <a:cubicBezTo>
                    <a:pt x="620" y="12454"/>
                    <a:pt x="132" y="9787"/>
                    <a:pt x="1073" y="7144"/>
                  </a:cubicBezTo>
                  <a:cubicBezTo>
                    <a:pt x="1442" y="6108"/>
                    <a:pt x="1870" y="5025"/>
                    <a:pt x="2180" y="3941"/>
                  </a:cubicBezTo>
                  <a:cubicBezTo>
                    <a:pt x="2489" y="2870"/>
                    <a:pt x="2549" y="1751"/>
                    <a:pt x="2751" y="643"/>
                  </a:cubicBezTo>
                  <a:cubicBezTo>
                    <a:pt x="2835" y="191"/>
                    <a:pt x="2704" y="36"/>
                    <a:pt x="2585"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26"/>
            <p:cNvSpPr/>
            <p:nvPr/>
          </p:nvSpPr>
          <p:spPr>
            <a:xfrm>
              <a:off x="5189500" y="2271775"/>
              <a:ext cx="222675" cy="178325"/>
            </a:xfrm>
            <a:custGeom>
              <a:rect b="b" l="l" r="r" t="t"/>
              <a:pathLst>
                <a:path extrusionOk="0" h="7133" w="8907">
                  <a:moveTo>
                    <a:pt x="3548" y="1"/>
                  </a:moveTo>
                  <a:lnTo>
                    <a:pt x="3548" y="1989"/>
                  </a:lnTo>
                  <a:lnTo>
                    <a:pt x="4001" y="1989"/>
                  </a:lnTo>
                  <a:lnTo>
                    <a:pt x="4001" y="5180"/>
                  </a:lnTo>
                  <a:lnTo>
                    <a:pt x="0" y="6454"/>
                  </a:lnTo>
                  <a:lnTo>
                    <a:pt x="0" y="6775"/>
                  </a:lnTo>
                  <a:cubicBezTo>
                    <a:pt x="0" y="6971"/>
                    <a:pt x="166" y="7121"/>
                    <a:pt x="359" y="7121"/>
                  </a:cubicBezTo>
                  <a:cubicBezTo>
                    <a:pt x="367" y="7121"/>
                    <a:pt x="374" y="7121"/>
                    <a:pt x="381" y="7121"/>
                  </a:cubicBezTo>
                  <a:cubicBezTo>
                    <a:pt x="560" y="7109"/>
                    <a:pt x="715" y="6966"/>
                    <a:pt x="715" y="6775"/>
                  </a:cubicBezTo>
                  <a:lnTo>
                    <a:pt x="715" y="6728"/>
                  </a:lnTo>
                  <a:lnTo>
                    <a:pt x="4060" y="6347"/>
                  </a:lnTo>
                  <a:lnTo>
                    <a:pt x="4060" y="6823"/>
                  </a:lnTo>
                  <a:cubicBezTo>
                    <a:pt x="4060" y="6990"/>
                    <a:pt x="4203" y="7133"/>
                    <a:pt x="4382" y="7133"/>
                  </a:cubicBezTo>
                  <a:cubicBezTo>
                    <a:pt x="4560" y="7133"/>
                    <a:pt x="4703" y="6990"/>
                    <a:pt x="4703" y="6823"/>
                  </a:cubicBezTo>
                  <a:lnTo>
                    <a:pt x="4703" y="6335"/>
                  </a:lnTo>
                  <a:lnTo>
                    <a:pt x="8180" y="6740"/>
                  </a:lnTo>
                  <a:lnTo>
                    <a:pt x="8180" y="6775"/>
                  </a:lnTo>
                  <a:cubicBezTo>
                    <a:pt x="8191" y="6971"/>
                    <a:pt x="8347" y="7121"/>
                    <a:pt x="8539" y="7121"/>
                  </a:cubicBezTo>
                  <a:cubicBezTo>
                    <a:pt x="8546" y="7121"/>
                    <a:pt x="8554" y="7121"/>
                    <a:pt x="8561" y="7121"/>
                  </a:cubicBezTo>
                  <a:cubicBezTo>
                    <a:pt x="8751" y="7121"/>
                    <a:pt x="8894" y="6966"/>
                    <a:pt x="8906" y="6775"/>
                  </a:cubicBezTo>
                  <a:lnTo>
                    <a:pt x="8906" y="6466"/>
                  </a:lnTo>
                  <a:lnTo>
                    <a:pt x="4787" y="5144"/>
                  </a:lnTo>
                  <a:lnTo>
                    <a:pt x="4763" y="5132"/>
                  </a:lnTo>
                  <a:lnTo>
                    <a:pt x="4763" y="1989"/>
                  </a:lnTo>
                  <a:lnTo>
                    <a:pt x="5215" y="1989"/>
                  </a:lnTo>
                  <a:lnTo>
                    <a:pt x="5215"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26"/>
            <p:cNvSpPr/>
            <p:nvPr/>
          </p:nvSpPr>
          <p:spPr>
            <a:xfrm>
              <a:off x="5168650" y="2222975"/>
              <a:ext cx="271200" cy="57775"/>
            </a:xfrm>
            <a:custGeom>
              <a:rect b="b" l="l" r="r" t="t"/>
              <a:pathLst>
                <a:path extrusionOk="0" h="2311" w="10848">
                  <a:moveTo>
                    <a:pt x="382" y="0"/>
                  </a:moveTo>
                  <a:cubicBezTo>
                    <a:pt x="168" y="0"/>
                    <a:pt x="1" y="179"/>
                    <a:pt x="1" y="393"/>
                  </a:cubicBezTo>
                  <a:lnTo>
                    <a:pt x="1" y="1929"/>
                  </a:lnTo>
                  <a:cubicBezTo>
                    <a:pt x="1" y="2143"/>
                    <a:pt x="168" y="2310"/>
                    <a:pt x="382" y="2310"/>
                  </a:cubicBezTo>
                  <a:lnTo>
                    <a:pt x="10466" y="2310"/>
                  </a:lnTo>
                  <a:cubicBezTo>
                    <a:pt x="10681" y="2310"/>
                    <a:pt x="10847" y="2143"/>
                    <a:pt x="10847" y="1929"/>
                  </a:cubicBezTo>
                  <a:lnTo>
                    <a:pt x="10847" y="393"/>
                  </a:lnTo>
                  <a:cubicBezTo>
                    <a:pt x="10847" y="179"/>
                    <a:pt x="10681" y="0"/>
                    <a:pt x="1046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26"/>
            <p:cNvSpPr/>
            <p:nvPr/>
          </p:nvSpPr>
          <p:spPr>
            <a:xfrm>
              <a:off x="5099600" y="2159875"/>
              <a:ext cx="220000" cy="262475"/>
            </a:xfrm>
            <a:custGeom>
              <a:rect b="b" l="l" r="r" t="t"/>
              <a:pathLst>
                <a:path extrusionOk="0" h="10499" w="8800">
                  <a:moveTo>
                    <a:pt x="1965" y="0"/>
                  </a:moveTo>
                  <a:cubicBezTo>
                    <a:pt x="1965" y="0"/>
                    <a:pt x="298" y="83"/>
                    <a:pt x="155" y="1024"/>
                  </a:cubicBezTo>
                  <a:cubicBezTo>
                    <a:pt x="1" y="1965"/>
                    <a:pt x="4132" y="7692"/>
                    <a:pt x="4454" y="7858"/>
                  </a:cubicBezTo>
                  <a:cubicBezTo>
                    <a:pt x="4775" y="8037"/>
                    <a:pt x="4894" y="9013"/>
                    <a:pt x="4894" y="9406"/>
                  </a:cubicBezTo>
                  <a:cubicBezTo>
                    <a:pt x="4894" y="9799"/>
                    <a:pt x="4823" y="9954"/>
                    <a:pt x="4573" y="10275"/>
                  </a:cubicBezTo>
                  <a:cubicBezTo>
                    <a:pt x="4440" y="10446"/>
                    <a:pt x="4471" y="10499"/>
                    <a:pt x="4569" y="10499"/>
                  </a:cubicBezTo>
                  <a:cubicBezTo>
                    <a:pt x="4656" y="10499"/>
                    <a:pt x="4795" y="10457"/>
                    <a:pt x="4918" y="10418"/>
                  </a:cubicBezTo>
                  <a:cubicBezTo>
                    <a:pt x="5192" y="10347"/>
                    <a:pt x="5323" y="10454"/>
                    <a:pt x="5644" y="9823"/>
                  </a:cubicBezTo>
                  <a:cubicBezTo>
                    <a:pt x="5966" y="9204"/>
                    <a:pt x="5918" y="9156"/>
                    <a:pt x="6097" y="8835"/>
                  </a:cubicBezTo>
                  <a:cubicBezTo>
                    <a:pt x="6263" y="8501"/>
                    <a:pt x="6394" y="8061"/>
                    <a:pt x="6120" y="7834"/>
                  </a:cubicBezTo>
                  <a:cubicBezTo>
                    <a:pt x="5847" y="7608"/>
                    <a:pt x="4966" y="7239"/>
                    <a:pt x="4846" y="7144"/>
                  </a:cubicBezTo>
                  <a:cubicBezTo>
                    <a:pt x="4727" y="7037"/>
                    <a:pt x="3037" y="1667"/>
                    <a:pt x="3037" y="1667"/>
                  </a:cubicBezTo>
                  <a:lnTo>
                    <a:pt x="3037" y="1667"/>
                  </a:lnTo>
                  <a:cubicBezTo>
                    <a:pt x="3037" y="1667"/>
                    <a:pt x="4525" y="2489"/>
                    <a:pt x="5442" y="2762"/>
                  </a:cubicBezTo>
                  <a:cubicBezTo>
                    <a:pt x="6237" y="2997"/>
                    <a:pt x="6823" y="3197"/>
                    <a:pt x="7536" y="3197"/>
                  </a:cubicBezTo>
                  <a:cubicBezTo>
                    <a:pt x="7656" y="3197"/>
                    <a:pt x="7778" y="3191"/>
                    <a:pt x="7906" y="3179"/>
                  </a:cubicBezTo>
                  <a:cubicBezTo>
                    <a:pt x="8799" y="3108"/>
                    <a:pt x="8002" y="1322"/>
                    <a:pt x="6692" y="726"/>
                  </a:cubicBezTo>
                  <a:cubicBezTo>
                    <a:pt x="5382" y="119"/>
                    <a:pt x="1965" y="0"/>
                    <a:pt x="1965" y="0"/>
                  </a:cubicBez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26"/>
            <p:cNvSpPr/>
            <p:nvPr/>
          </p:nvSpPr>
          <p:spPr>
            <a:xfrm>
              <a:off x="5182050" y="2162250"/>
              <a:ext cx="137550" cy="77750"/>
            </a:xfrm>
            <a:custGeom>
              <a:rect b="b" l="l" r="r" t="t"/>
              <a:pathLst>
                <a:path extrusionOk="0" h="3110" w="5502">
                  <a:moveTo>
                    <a:pt x="1" y="0"/>
                  </a:moveTo>
                  <a:lnTo>
                    <a:pt x="346" y="1905"/>
                  </a:lnTo>
                  <a:cubicBezTo>
                    <a:pt x="870" y="2167"/>
                    <a:pt x="1608" y="2513"/>
                    <a:pt x="2144" y="2667"/>
                  </a:cubicBezTo>
                  <a:cubicBezTo>
                    <a:pt x="2955" y="2906"/>
                    <a:pt x="3548" y="3109"/>
                    <a:pt x="4280" y="3109"/>
                  </a:cubicBezTo>
                  <a:cubicBezTo>
                    <a:pt x="4386" y="3109"/>
                    <a:pt x="4495" y="3105"/>
                    <a:pt x="4608" y="3096"/>
                  </a:cubicBezTo>
                  <a:cubicBezTo>
                    <a:pt x="5501" y="3025"/>
                    <a:pt x="4716" y="1227"/>
                    <a:pt x="3394" y="631"/>
                  </a:cubicBezTo>
                  <a:cubicBezTo>
                    <a:pt x="2608" y="274"/>
                    <a:pt x="1096" y="96"/>
                    <a:pt x="1" y="0"/>
                  </a:cubicBezTo>
                  <a:close/>
                </a:path>
              </a:pathLst>
            </a:custGeom>
            <a:solidFill>
              <a:srgbClr val="949494"/>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26"/>
            <p:cNvSpPr/>
            <p:nvPr/>
          </p:nvSpPr>
          <p:spPr>
            <a:xfrm>
              <a:off x="5210825" y="2349775"/>
              <a:ext cx="48650" cy="72625"/>
            </a:xfrm>
            <a:custGeom>
              <a:rect b="b" l="l" r="r" t="t"/>
              <a:pathLst>
                <a:path extrusionOk="0" h="2905" w="1946">
                  <a:moveTo>
                    <a:pt x="1290" y="0"/>
                  </a:moveTo>
                  <a:lnTo>
                    <a:pt x="1290" y="215"/>
                  </a:lnTo>
                  <a:cubicBezTo>
                    <a:pt x="1290" y="607"/>
                    <a:pt x="838" y="1750"/>
                    <a:pt x="838" y="1750"/>
                  </a:cubicBezTo>
                  <a:lnTo>
                    <a:pt x="457" y="1929"/>
                  </a:lnTo>
                  <a:cubicBezTo>
                    <a:pt x="433" y="2239"/>
                    <a:pt x="362" y="2393"/>
                    <a:pt x="136" y="2679"/>
                  </a:cubicBezTo>
                  <a:cubicBezTo>
                    <a:pt x="1" y="2853"/>
                    <a:pt x="32" y="2905"/>
                    <a:pt x="133" y="2905"/>
                  </a:cubicBezTo>
                  <a:cubicBezTo>
                    <a:pt x="219" y="2905"/>
                    <a:pt x="355" y="2867"/>
                    <a:pt x="481" y="2834"/>
                  </a:cubicBezTo>
                  <a:cubicBezTo>
                    <a:pt x="755" y="2751"/>
                    <a:pt x="874" y="2858"/>
                    <a:pt x="1207" y="2239"/>
                  </a:cubicBezTo>
                  <a:cubicBezTo>
                    <a:pt x="1529" y="1608"/>
                    <a:pt x="1469" y="1560"/>
                    <a:pt x="1648" y="1239"/>
                  </a:cubicBezTo>
                  <a:cubicBezTo>
                    <a:pt x="1826" y="917"/>
                    <a:pt x="1945" y="465"/>
                    <a:pt x="1671" y="238"/>
                  </a:cubicBezTo>
                  <a:lnTo>
                    <a:pt x="1671" y="238"/>
                  </a:lnTo>
                  <a:lnTo>
                    <a:pt x="1671" y="250"/>
                  </a:lnTo>
                  <a:cubicBezTo>
                    <a:pt x="1552" y="155"/>
                    <a:pt x="1421" y="72"/>
                    <a:pt x="129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26"/>
            <p:cNvSpPr/>
            <p:nvPr/>
          </p:nvSpPr>
          <p:spPr>
            <a:xfrm>
              <a:off x="5223125" y="1973125"/>
              <a:ext cx="81875" cy="145975"/>
            </a:xfrm>
            <a:custGeom>
              <a:rect b="b" l="l" r="r" t="t"/>
              <a:pathLst>
                <a:path extrusionOk="0" h="5839" w="3275">
                  <a:moveTo>
                    <a:pt x="2912" y="0"/>
                  </a:moveTo>
                  <a:cubicBezTo>
                    <a:pt x="2760" y="0"/>
                    <a:pt x="2460" y="70"/>
                    <a:pt x="2037" y="493"/>
                  </a:cubicBezTo>
                  <a:cubicBezTo>
                    <a:pt x="1394" y="1136"/>
                    <a:pt x="1" y="5279"/>
                    <a:pt x="96" y="5565"/>
                  </a:cubicBezTo>
                  <a:cubicBezTo>
                    <a:pt x="157" y="5749"/>
                    <a:pt x="376" y="5839"/>
                    <a:pt x="574" y="5839"/>
                  </a:cubicBezTo>
                  <a:cubicBezTo>
                    <a:pt x="685" y="5839"/>
                    <a:pt x="790" y="5811"/>
                    <a:pt x="858" y="5756"/>
                  </a:cubicBezTo>
                  <a:cubicBezTo>
                    <a:pt x="1048" y="5589"/>
                    <a:pt x="2072" y="3112"/>
                    <a:pt x="2072" y="3112"/>
                  </a:cubicBezTo>
                  <a:lnTo>
                    <a:pt x="3275" y="553"/>
                  </a:lnTo>
                  <a:lnTo>
                    <a:pt x="3025" y="17"/>
                  </a:lnTo>
                  <a:cubicBezTo>
                    <a:pt x="3025" y="17"/>
                    <a:pt x="2986" y="0"/>
                    <a:pt x="291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26"/>
            <p:cNvSpPr/>
            <p:nvPr/>
          </p:nvSpPr>
          <p:spPr>
            <a:xfrm>
              <a:off x="5223125" y="1969675"/>
              <a:ext cx="81875" cy="151225"/>
            </a:xfrm>
            <a:custGeom>
              <a:rect b="b" l="l" r="r" t="t"/>
              <a:pathLst>
                <a:path extrusionOk="0" fill="none" h="6049" w="3275">
                  <a:moveTo>
                    <a:pt x="3025" y="155"/>
                  </a:moveTo>
                  <a:cubicBezTo>
                    <a:pt x="3025" y="155"/>
                    <a:pt x="2668" y="0"/>
                    <a:pt x="2037" y="631"/>
                  </a:cubicBezTo>
                  <a:cubicBezTo>
                    <a:pt x="1394" y="1274"/>
                    <a:pt x="1" y="5417"/>
                    <a:pt x="96" y="5703"/>
                  </a:cubicBezTo>
                  <a:cubicBezTo>
                    <a:pt x="191" y="5989"/>
                    <a:pt x="667" y="6048"/>
                    <a:pt x="858" y="5894"/>
                  </a:cubicBezTo>
                  <a:cubicBezTo>
                    <a:pt x="1048" y="5727"/>
                    <a:pt x="2072" y="3250"/>
                    <a:pt x="2072" y="3250"/>
                  </a:cubicBezTo>
                  <a:lnTo>
                    <a:pt x="3275" y="69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26"/>
            <p:cNvSpPr/>
            <p:nvPr/>
          </p:nvSpPr>
          <p:spPr>
            <a:xfrm>
              <a:off x="5257950" y="1973125"/>
              <a:ext cx="47050" cy="58775"/>
            </a:xfrm>
            <a:custGeom>
              <a:rect b="b" l="l" r="r" t="t"/>
              <a:pathLst>
                <a:path extrusionOk="0" h="2351" w="1882">
                  <a:moveTo>
                    <a:pt x="1519" y="0"/>
                  </a:moveTo>
                  <a:cubicBezTo>
                    <a:pt x="1367" y="0"/>
                    <a:pt x="1067" y="70"/>
                    <a:pt x="644" y="493"/>
                  </a:cubicBezTo>
                  <a:cubicBezTo>
                    <a:pt x="465" y="672"/>
                    <a:pt x="239" y="1065"/>
                    <a:pt x="1" y="1541"/>
                  </a:cubicBezTo>
                  <a:lnTo>
                    <a:pt x="1037" y="2350"/>
                  </a:lnTo>
                  <a:lnTo>
                    <a:pt x="1882" y="564"/>
                  </a:lnTo>
                  <a:lnTo>
                    <a:pt x="1632" y="17"/>
                  </a:lnTo>
                  <a:cubicBezTo>
                    <a:pt x="1632" y="17"/>
                    <a:pt x="1593" y="0"/>
                    <a:pt x="1519"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26"/>
            <p:cNvSpPr/>
            <p:nvPr/>
          </p:nvSpPr>
          <p:spPr>
            <a:xfrm>
              <a:off x="5254075" y="1956875"/>
              <a:ext cx="170300" cy="203900"/>
            </a:xfrm>
            <a:custGeom>
              <a:rect b="b" l="l" r="r" t="t"/>
              <a:pathLst>
                <a:path extrusionOk="0" h="8156" w="6812">
                  <a:moveTo>
                    <a:pt x="4049" y="0"/>
                  </a:moveTo>
                  <a:lnTo>
                    <a:pt x="3370" y="95"/>
                  </a:lnTo>
                  <a:cubicBezTo>
                    <a:pt x="3370" y="95"/>
                    <a:pt x="1906" y="512"/>
                    <a:pt x="1787" y="679"/>
                  </a:cubicBezTo>
                  <a:cubicBezTo>
                    <a:pt x="1751" y="714"/>
                    <a:pt x="1727" y="762"/>
                    <a:pt x="1704" y="810"/>
                  </a:cubicBezTo>
                  <a:lnTo>
                    <a:pt x="1168" y="2096"/>
                  </a:lnTo>
                  <a:cubicBezTo>
                    <a:pt x="1096" y="2262"/>
                    <a:pt x="1037" y="2429"/>
                    <a:pt x="989" y="2548"/>
                  </a:cubicBezTo>
                  <a:cubicBezTo>
                    <a:pt x="763" y="3119"/>
                    <a:pt x="572" y="3441"/>
                    <a:pt x="668" y="3858"/>
                  </a:cubicBezTo>
                  <a:cubicBezTo>
                    <a:pt x="763" y="4274"/>
                    <a:pt x="1144" y="4941"/>
                    <a:pt x="1144" y="4941"/>
                  </a:cubicBezTo>
                  <a:lnTo>
                    <a:pt x="1" y="7013"/>
                  </a:lnTo>
                  <a:lnTo>
                    <a:pt x="5097" y="8156"/>
                  </a:lnTo>
                  <a:lnTo>
                    <a:pt x="5228" y="5108"/>
                  </a:lnTo>
                  <a:cubicBezTo>
                    <a:pt x="5228" y="5108"/>
                    <a:pt x="6752" y="1917"/>
                    <a:pt x="6788" y="1405"/>
                  </a:cubicBezTo>
                  <a:cubicBezTo>
                    <a:pt x="6811" y="893"/>
                    <a:pt x="5954" y="679"/>
                    <a:pt x="5192" y="393"/>
                  </a:cubicBezTo>
                  <a:cubicBezTo>
                    <a:pt x="4811" y="238"/>
                    <a:pt x="4430" y="119"/>
                    <a:pt x="4049" y="0"/>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26"/>
            <p:cNvSpPr/>
            <p:nvPr/>
          </p:nvSpPr>
          <p:spPr>
            <a:xfrm>
              <a:off x="5254075" y="1956875"/>
              <a:ext cx="170300" cy="203900"/>
            </a:xfrm>
            <a:custGeom>
              <a:rect b="b" l="l" r="r" t="t"/>
              <a:pathLst>
                <a:path extrusionOk="0" fill="none" h="8156" w="6812">
                  <a:moveTo>
                    <a:pt x="1168" y="2096"/>
                  </a:moveTo>
                  <a:cubicBezTo>
                    <a:pt x="1096" y="2262"/>
                    <a:pt x="1037" y="2429"/>
                    <a:pt x="989" y="2548"/>
                  </a:cubicBezTo>
                  <a:cubicBezTo>
                    <a:pt x="763" y="3119"/>
                    <a:pt x="572" y="3441"/>
                    <a:pt x="668" y="3858"/>
                  </a:cubicBezTo>
                  <a:cubicBezTo>
                    <a:pt x="763" y="4274"/>
                    <a:pt x="1144" y="4941"/>
                    <a:pt x="1144" y="4941"/>
                  </a:cubicBezTo>
                  <a:lnTo>
                    <a:pt x="1" y="7013"/>
                  </a:lnTo>
                  <a:lnTo>
                    <a:pt x="5097" y="8156"/>
                  </a:lnTo>
                  <a:lnTo>
                    <a:pt x="5228" y="5108"/>
                  </a:lnTo>
                  <a:cubicBezTo>
                    <a:pt x="5228" y="5108"/>
                    <a:pt x="6752" y="1917"/>
                    <a:pt x="6788" y="1405"/>
                  </a:cubicBezTo>
                  <a:cubicBezTo>
                    <a:pt x="6811" y="893"/>
                    <a:pt x="5954" y="679"/>
                    <a:pt x="5192" y="393"/>
                  </a:cubicBezTo>
                  <a:cubicBezTo>
                    <a:pt x="4811" y="238"/>
                    <a:pt x="4430" y="119"/>
                    <a:pt x="4049" y="0"/>
                  </a:cubicBezTo>
                  <a:lnTo>
                    <a:pt x="3370" y="95"/>
                  </a:lnTo>
                  <a:cubicBezTo>
                    <a:pt x="3370" y="95"/>
                    <a:pt x="1906" y="512"/>
                    <a:pt x="1787" y="679"/>
                  </a:cubicBezTo>
                  <a:cubicBezTo>
                    <a:pt x="1751" y="714"/>
                    <a:pt x="1727" y="762"/>
                    <a:pt x="1704" y="81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26"/>
            <p:cNvSpPr/>
            <p:nvPr/>
          </p:nvSpPr>
          <p:spPr>
            <a:xfrm>
              <a:off x="5333850" y="2085450"/>
              <a:ext cx="4500" cy="2700"/>
            </a:xfrm>
            <a:custGeom>
              <a:rect b="b" l="l" r="r" t="t"/>
              <a:pathLst>
                <a:path extrusionOk="0" fill="none" h="108" w="180">
                  <a:moveTo>
                    <a:pt x="1" y="1"/>
                  </a:moveTo>
                  <a:lnTo>
                    <a:pt x="179" y="10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26"/>
            <p:cNvSpPr/>
            <p:nvPr/>
          </p:nvSpPr>
          <p:spPr>
            <a:xfrm>
              <a:off x="5315100" y="2073850"/>
              <a:ext cx="11925" cy="7450"/>
            </a:xfrm>
            <a:custGeom>
              <a:rect b="b" l="l" r="r" t="t"/>
              <a:pathLst>
                <a:path extrusionOk="0" fill="none" h="298" w="477">
                  <a:moveTo>
                    <a:pt x="1" y="0"/>
                  </a:moveTo>
                  <a:lnTo>
                    <a:pt x="477" y="29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26"/>
            <p:cNvSpPr/>
            <p:nvPr/>
          </p:nvSpPr>
          <p:spPr>
            <a:xfrm>
              <a:off x="5216275" y="2127125"/>
              <a:ext cx="46775" cy="15400"/>
            </a:xfrm>
            <a:custGeom>
              <a:rect b="b" l="l" r="r" t="t"/>
              <a:pathLst>
                <a:path extrusionOk="0" h="616" w="1871">
                  <a:moveTo>
                    <a:pt x="858" y="0"/>
                  </a:moveTo>
                  <a:cubicBezTo>
                    <a:pt x="584" y="0"/>
                    <a:pt x="1" y="298"/>
                    <a:pt x="1" y="298"/>
                  </a:cubicBezTo>
                  <a:cubicBezTo>
                    <a:pt x="1" y="298"/>
                    <a:pt x="918" y="429"/>
                    <a:pt x="1144" y="441"/>
                  </a:cubicBezTo>
                  <a:cubicBezTo>
                    <a:pt x="1316" y="459"/>
                    <a:pt x="1523" y="615"/>
                    <a:pt x="1706" y="615"/>
                  </a:cubicBezTo>
                  <a:cubicBezTo>
                    <a:pt x="1764" y="615"/>
                    <a:pt x="1819" y="600"/>
                    <a:pt x="1870" y="560"/>
                  </a:cubicBezTo>
                  <a:lnTo>
                    <a:pt x="1870" y="560"/>
                  </a:lnTo>
                  <a:lnTo>
                    <a:pt x="1727" y="584"/>
                  </a:lnTo>
                  <a:cubicBezTo>
                    <a:pt x="1727" y="584"/>
                    <a:pt x="1132" y="0"/>
                    <a:pt x="85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26"/>
            <p:cNvSpPr/>
            <p:nvPr/>
          </p:nvSpPr>
          <p:spPr>
            <a:xfrm>
              <a:off x="5259450" y="1974425"/>
              <a:ext cx="175350" cy="175350"/>
            </a:xfrm>
            <a:custGeom>
              <a:rect b="b" l="l" r="r" t="t"/>
              <a:pathLst>
                <a:path extrusionOk="0" h="7014" w="7014">
                  <a:moveTo>
                    <a:pt x="5834" y="1"/>
                  </a:moveTo>
                  <a:lnTo>
                    <a:pt x="5239" y="1620"/>
                  </a:lnTo>
                  <a:lnTo>
                    <a:pt x="4120" y="5513"/>
                  </a:lnTo>
                  <a:lnTo>
                    <a:pt x="0" y="6144"/>
                  </a:lnTo>
                  <a:lnTo>
                    <a:pt x="36" y="6632"/>
                  </a:lnTo>
                  <a:cubicBezTo>
                    <a:pt x="36" y="6632"/>
                    <a:pt x="3802" y="7014"/>
                    <a:pt x="4199" y="7014"/>
                  </a:cubicBezTo>
                  <a:cubicBezTo>
                    <a:pt x="4205" y="7014"/>
                    <a:pt x="4211" y="7013"/>
                    <a:pt x="4215" y="7013"/>
                  </a:cubicBezTo>
                  <a:cubicBezTo>
                    <a:pt x="5263" y="6942"/>
                    <a:pt x="5120" y="6549"/>
                    <a:pt x="5549" y="5668"/>
                  </a:cubicBezTo>
                  <a:cubicBezTo>
                    <a:pt x="5727" y="5323"/>
                    <a:pt x="7013" y="1167"/>
                    <a:pt x="6954" y="917"/>
                  </a:cubicBezTo>
                  <a:cubicBezTo>
                    <a:pt x="6763" y="155"/>
                    <a:pt x="5834" y="1"/>
                    <a:pt x="583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26"/>
            <p:cNvSpPr/>
            <p:nvPr/>
          </p:nvSpPr>
          <p:spPr>
            <a:xfrm>
              <a:off x="5259450" y="1974425"/>
              <a:ext cx="175350" cy="175650"/>
            </a:xfrm>
            <a:custGeom>
              <a:rect b="b" l="l" r="r" t="t"/>
              <a:pathLst>
                <a:path extrusionOk="0" fill="none" h="7026" w="7014">
                  <a:moveTo>
                    <a:pt x="5239" y="1620"/>
                  </a:moveTo>
                  <a:lnTo>
                    <a:pt x="4120" y="5513"/>
                  </a:lnTo>
                  <a:lnTo>
                    <a:pt x="0" y="6144"/>
                  </a:lnTo>
                  <a:lnTo>
                    <a:pt x="36" y="6632"/>
                  </a:lnTo>
                  <a:cubicBezTo>
                    <a:pt x="36" y="6632"/>
                    <a:pt x="3917" y="7025"/>
                    <a:pt x="4215" y="7013"/>
                  </a:cubicBezTo>
                  <a:cubicBezTo>
                    <a:pt x="5263" y="6942"/>
                    <a:pt x="5120" y="6549"/>
                    <a:pt x="5549" y="5668"/>
                  </a:cubicBezTo>
                  <a:cubicBezTo>
                    <a:pt x="5727" y="5323"/>
                    <a:pt x="7013" y="1167"/>
                    <a:pt x="6954" y="917"/>
                  </a:cubicBezTo>
                  <a:cubicBezTo>
                    <a:pt x="6763" y="155"/>
                    <a:pt x="5834" y="1"/>
                    <a:pt x="5834"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26"/>
            <p:cNvSpPr/>
            <p:nvPr/>
          </p:nvSpPr>
          <p:spPr>
            <a:xfrm>
              <a:off x="5382075" y="1974125"/>
              <a:ext cx="51825" cy="69675"/>
            </a:xfrm>
            <a:custGeom>
              <a:rect b="b" l="l" r="r" t="t"/>
              <a:pathLst>
                <a:path extrusionOk="0" h="2787" w="2073">
                  <a:moveTo>
                    <a:pt x="929" y="1"/>
                  </a:moveTo>
                  <a:lnTo>
                    <a:pt x="334" y="1632"/>
                  </a:lnTo>
                  <a:lnTo>
                    <a:pt x="1" y="2787"/>
                  </a:lnTo>
                  <a:cubicBezTo>
                    <a:pt x="401" y="2623"/>
                    <a:pt x="823" y="2535"/>
                    <a:pt x="1250" y="2535"/>
                  </a:cubicBezTo>
                  <a:cubicBezTo>
                    <a:pt x="1381" y="2535"/>
                    <a:pt x="1512" y="2544"/>
                    <a:pt x="1644" y="2560"/>
                  </a:cubicBezTo>
                  <a:cubicBezTo>
                    <a:pt x="1894" y="1727"/>
                    <a:pt x="2072" y="1025"/>
                    <a:pt x="2049" y="929"/>
                  </a:cubicBezTo>
                  <a:cubicBezTo>
                    <a:pt x="1858" y="167"/>
                    <a:pt x="929" y="1"/>
                    <a:pt x="929"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26"/>
            <p:cNvSpPr/>
            <p:nvPr/>
          </p:nvSpPr>
          <p:spPr>
            <a:xfrm>
              <a:off x="5382075" y="1974125"/>
              <a:ext cx="51825" cy="69675"/>
            </a:xfrm>
            <a:custGeom>
              <a:rect b="b" l="l" r="r" t="t"/>
              <a:pathLst>
                <a:path extrusionOk="0" fill="none" h="2787" w="2073">
                  <a:moveTo>
                    <a:pt x="334" y="1632"/>
                  </a:moveTo>
                  <a:lnTo>
                    <a:pt x="1" y="2787"/>
                  </a:lnTo>
                  <a:cubicBezTo>
                    <a:pt x="525" y="2572"/>
                    <a:pt x="1084" y="2489"/>
                    <a:pt x="1644" y="2560"/>
                  </a:cubicBezTo>
                  <a:cubicBezTo>
                    <a:pt x="1894" y="1727"/>
                    <a:pt x="2072" y="1025"/>
                    <a:pt x="2049" y="929"/>
                  </a:cubicBezTo>
                  <a:cubicBezTo>
                    <a:pt x="1858" y="167"/>
                    <a:pt x="929" y="1"/>
                    <a:pt x="929"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26"/>
            <p:cNvSpPr/>
            <p:nvPr/>
          </p:nvSpPr>
          <p:spPr>
            <a:xfrm>
              <a:off x="5315400" y="1929775"/>
              <a:ext cx="60450" cy="79200"/>
            </a:xfrm>
            <a:custGeom>
              <a:rect b="b" l="l" r="r" t="t"/>
              <a:pathLst>
                <a:path extrusionOk="0" h="3168" w="2418">
                  <a:moveTo>
                    <a:pt x="2418" y="1"/>
                  </a:moveTo>
                  <a:cubicBezTo>
                    <a:pt x="2417" y="1"/>
                    <a:pt x="977" y="1013"/>
                    <a:pt x="477" y="1084"/>
                  </a:cubicBezTo>
                  <a:cubicBezTo>
                    <a:pt x="501" y="1334"/>
                    <a:pt x="489" y="1584"/>
                    <a:pt x="441" y="1834"/>
                  </a:cubicBezTo>
                  <a:cubicBezTo>
                    <a:pt x="370" y="2168"/>
                    <a:pt x="1" y="3168"/>
                    <a:pt x="155" y="3168"/>
                  </a:cubicBezTo>
                  <a:cubicBezTo>
                    <a:pt x="310" y="3168"/>
                    <a:pt x="1810" y="1775"/>
                    <a:pt x="2001" y="1584"/>
                  </a:cubicBezTo>
                  <a:cubicBezTo>
                    <a:pt x="2191" y="1394"/>
                    <a:pt x="2418" y="1"/>
                    <a:pt x="2418"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26"/>
            <p:cNvSpPr/>
            <p:nvPr/>
          </p:nvSpPr>
          <p:spPr>
            <a:xfrm>
              <a:off x="5327000" y="1952700"/>
              <a:ext cx="29200" cy="19675"/>
            </a:xfrm>
            <a:custGeom>
              <a:rect b="b" l="l" r="r" t="t"/>
              <a:pathLst>
                <a:path extrusionOk="0" h="787" w="1168">
                  <a:moveTo>
                    <a:pt x="1168" y="0"/>
                  </a:moveTo>
                  <a:lnTo>
                    <a:pt x="430" y="12"/>
                  </a:lnTo>
                  <a:cubicBezTo>
                    <a:pt x="299" y="84"/>
                    <a:pt x="156" y="143"/>
                    <a:pt x="13" y="167"/>
                  </a:cubicBezTo>
                  <a:cubicBezTo>
                    <a:pt x="37" y="369"/>
                    <a:pt x="25" y="584"/>
                    <a:pt x="1" y="786"/>
                  </a:cubicBezTo>
                  <a:lnTo>
                    <a:pt x="1168"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26"/>
            <p:cNvSpPr/>
            <p:nvPr/>
          </p:nvSpPr>
          <p:spPr>
            <a:xfrm>
              <a:off x="5128025" y="2125775"/>
              <a:ext cx="269550" cy="306450"/>
            </a:xfrm>
            <a:custGeom>
              <a:rect b="b" l="l" r="r" t="t"/>
              <a:pathLst>
                <a:path extrusionOk="0" h="12258" w="10782">
                  <a:moveTo>
                    <a:pt x="883" y="1"/>
                  </a:moveTo>
                  <a:cubicBezTo>
                    <a:pt x="305" y="1"/>
                    <a:pt x="1" y="110"/>
                    <a:pt x="30" y="531"/>
                  </a:cubicBezTo>
                  <a:cubicBezTo>
                    <a:pt x="78" y="1197"/>
                    <a:pt x="2816" y="9079"/>
                    <a:pt x="3019" y="9508"/>
                  </a:cubicBezTo>
                  <a:cubicBezTo>
                    <a:pt x="3019" y="9508"/>
                    <a:pt x="2888" y="10651"/>
                    <a:pt x="2769" y="11044"/>
                  </a:cubicBezTo>
                  <a:cubicBezTo>
                    <a:pt x="2638" y="11437"/>
                    <a:pt x="2138" y="12068"/>
                    <a:pt x="2102" y="12223"/>
                  </a:cubicBezTo>
                  <a:cubicBezTo>
                    <a:pt x="2094" y="12247"/>
                    <a:pt x="2125" y="12258"/>
                    <a:pt x="2183" y="12258"/>
                  </a:cubicBezTo>
                  <a:cubicBezTo>
                    <a:pt x="2469" y="12258"/>
                    <a:pt x="3418" y="11994"/>
                    <a:pt x="3686" y="11746"/>
                  </a:cubicBezTo>
                  <a:cubicBezTo>
                    <a:pt x="4007" y="11449"/>
                    <a:pt x="4067" y="10853"/>
                    <a:pt x="4507" y="10282"/>
                  </a:cubicBezTo>
                  <a:cubicBezTo>
                    <a:pt x="4960" y="9710"/>
                    <a:pt x="4757" y="9460"/>
                    <a:pt x="4483" y="9282"/>
                  </a:cubicBezTo>
                  <a:cubicBezTo>
                    <a:pt x="4210" y="9103"/>
                    <a:pt x="3864" y="8663"/>
                    <a:pt x="3864" y="8663"/>
                  </a:cubicBezTo>
                  <a:cubicBezTo>
                    <a:pt x="3733" y="8282"/>
                    <a:pt x="3638" y="7889"/>
                    <a:pt x="3567" y="7496"/>
                  </a:cubicBezTo>
                  <a:cubicBezTo>
                    <a:pt x="3412" y="6722"/>
                    <a:pt x="3043" y="3019"/>
                    <a:pt x="3043" y="3019"/>
                  </a:cubicBezTo>
                  <a:lnTo>
                    <a:pt x="3043" y="3019"/>
                  </a:lnTo>
                  <a:cubicBezTo>
                    <a:pt x="3043" y="3019"/>
                    <a:pt x="4579" y="4353"/>
                    <a:pt x="6353" y="4531"/>
                  </a:cubicBezTo>
                  <a:cubicBezTo>
                    <a:pt x="6638" y="4560"/>
                    <a:pt x="6904" y="4574"/>
                    <a:pt x="7152" y="4574"/>
                  </a:cubicBezTo>
                  <a:cubicBezTo>
                    <a:pt x="8441" y="4574"/>
                    <a:pt x="9272" y="4192"/>
                    <a:pt x="9960" y="3483"/>
                  </a:cubicBezTo>
                  <a:cubicBezTo>
                    <a:pt x="10782" y="2638"/>
                    <a:pt x="10055" y="1424"/>
                    <a:pt x="10055" y="1424"/>
                  </a:cubicBezTo>
                  <a:cubicBezTo>
                    <a:pt x="10055" y="1424"/>
                    <a:pt x="3686" y="173"/>
                    <a:pt x="2245" y="78"/>
                  </a:cubicBezTo>
                  <a:cubicBezTo>
                    <a:pt x="1697" y="42"/>
                    <a:pt x="1238" y="1"/>
                    <a:pt x="883" y="1"/>
                  </a:cubicBezTo>
                  <a:close/>
                </a:path>
              </a:pathLst>
            </a:custGeom>
            <a:solidFill>
              <a:srgbClr val="FFFFFF"/>
            </a:solidFill>
            <a:ln cap="flat" cmpd="sng" w="9525">
              <a:solidFill>
                <a:srgbClr val="263238"/>
              </a:solidFill>
              <a:prstDash val="solid"/>
              <a:miter lim="1190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26"/>
            <p:cNvSpPr/>
            <p:nvPr/>
          </p:nvSpPr>
          <p:spPr>
            <a:xfrm>
              <a:off x="5193650" y="2165525"/>
              <a:ext cx="10450" cy="35450"/>
            </a:xfrm>
            <a:custGeom>
              <a:rect b="b" l="l" r="r" t="t"/>
              <a:pathLst>
                <a:path extrusionOk="0" fill="none" h="1418" w="418">
                  <a:moveTo>
                    <a:pt x="418" y="1417"/>
                  </a:moveTo>
                  <a:cubicBezTo>
                    <a:pt x="418" y="1417"/>
                    <a:pt x="394" y="524"/>
                    <a:pt x="1"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26"/>
            <p:cNvSpPr/>
            <p:nvPr/>
          </p:nvSpPr>
          <p:spPr>
            <a:xfrm>
              <a:off x="5180050" y="2356625"/>
              <a:ext cx="71975" cy="75425"/>
            </a:xfrm>
            <a:custGeom>
              <a:rect b="b" l="l" r="r" t="t"/>
              <a:pathLst>
                <a:path extrusionOk="0" h="3017" w="2879">
                  <a:moveTo>
                    <a:pt x="2343" y="0"/>
                  </a:moveTo>
                  <a:cubicBezTo>
                    <a:pt x="2307" y="107"/>
                    <a:pt x="2259" y="203"/>
                    <a:pt x="2200" y="298"/>
                  </a:cubicBezTo>
                  <a:cubicBezTo>
                    <a:pt x="1986" y="548"/>
                    <a:pt x="1712" y="1727"/>
                    <a:pt x="1462" y="1917"/>
                  </a:cubicBezTo>
                  <a:cubicBezTo>
                    <a:pt x="1327" y="2014"/>
                    <a:pt x="1084" y="2036"/>
                    <a:pt x="881" y="2036"/>
                  </a:cubicBezTo>
                  <a:cubicBezTo>
                    <a:pt x="761" y="2036"/>
                    <a:pt x="655" y="2029"/>
                    <a:pt x="593" y="2024"/>
                  </a:cubicBezTo>
                  <a:cubicBezTo>
                    <a:pt x="402" y="2405"/>
                    <a:pt x="57" y="2858"/>
                    <a:pt x="9" y="2977"/>
                  </a:cubicBezTo>
                  <a:cubicBezTo>
                    <a:pt x="1" y="3004"/>
                    <a:pt x="36" y="3017"/>
                    <a:pt x="102" y="3017"/>
                  </a:cubicBezTo>
                  <a:cubicBezTo>
                    <a:pt x="404" y="3017"/>
                    <a:pt x="1341" y="2757"/>
                    <a:pt x="1605" y="2512"/>
                  </a:cubicBezTo>
                  <a:cubicBezTo>
                    <a:pt x="1926" y="2215"/>
                    <a:pt x="1974" y="1607"/>
                    <a:pt x="2426" y="1036"/>
                  </a:cubicBezTo>
                  <a:cubicBezTo>
                    <a:pt x="2879" y="464"/>
                    <a:pt x="2676" y="214"/>
                    <a:pt x="2402" y="48"/>
                  </a:cubicBezTo>
                  <a:cubicBezTo>
                    <a:pt x="2379" y="36"/>
                    <a:pt x="2355" y="12"/>
                    <a:pt x="2343"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26"/>
            <p:cNvSpPr/>
            <p:nvPr/>
          </p:nvSpPr>
          <p:spPr>
            <a:xfrm>
              <a:off x="5184125" y="2127725"/>
              <a:ext cx="213450" cy="112425"/>
            </a:xfrm>
            <a:custGeom>
              <a:rect b="b" l="l" r="r" t="t"/>
              <a:pathLst>
                <a:path extrusionOk="0" h="4497" w="8538">
                  <a:moveTo>
                    <a:pt x="1" y="0"/>
                  </a:moveTo>
                  <a:cubicBezTo>
                    <a:pt x="775" y="762"/>
                    <a:pt x="1073" y="1881"/>
                    <a:pt x="799" y="2929"/>
                  </a:cubicBezTo>
                  <a:cubicBezTo>
                    <a:pt x="799" y="2929"/>
                    <a:pt x="2335" y="4275"/>
                    <a:pt x="4109" y="4453"/>
                  </a:cubicBezTo>
                  <a:cubicBezTo>
                    <a:pt x="4394" y="4482"/>
                    <a:pt x="4660" y="4496"/>
                    <a:pt x="4908" y="4496"/>
                  </a:cubicBezTo>
                  <a:cubicBezTo>
                    <a:pt x="6197" y="4496"/>
                    <a:pt x="7028" y="4114"/>
                    <a:pt x="7716" y="3405"/>
                  </a:cubicBezTo>
                  <a:cubicBezTo>
                    <a:pt x="8538" y="2560"/>
                    <a:pt x="7811" y="1346"/>
                    <a:pt x="7811" y="1346"/>
                  </a:cubicBezTo>
                  <a:cubicBezTo>
                    <a:pt x="7811" y="1346"/>
                    <a:pt x="1442" y="95"/>
                    <a:pt x="1" y="0"/>
                  </a:cubicBezTo>
                  <a:close/>
                </a:path>
              </a:pathLst>
            </a:custGeom>
            <a:solidFill>
              <a:srgbClr val="949494"/>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26"/>
            <p:cNvSpPr/>
            <p:nvPr/>
          </p:nvSpPr>
          <p:spPr>
            <a:xfrm>
              <a:off x="5221350" y="2098250"/>
              <a:ext cx="93175" cy="89425"/>
            </a:xfrm>
            <a:custGeom>
              <a:rect b="b" l="l" r="r" t="t"/>
              <a:pathLst>
                <a:path extrusionOk="0" h="3577" w="3727">
                  <a:moveTo>
                    <a:pt x="381" y="1"/>
                  </a:moveTo>
                  <a:cubicBezTo>
                    <a:pt x="381" y="1"/>
                    <a:pt x="72" y="477"/>
                    <a:pt x="36" y="822"/>
                  </a:cubicBezTo>
                  <a:cubicBezTo>
                    <a:pt x="0" y="1167"/>
                    <a:pt x="500" y="1525"/>
                    <a:pt x="977" y="1703"/>
                  </a:cubicBezTo>
                  <a:cubicBezTo>
                    <a:pt x="1465" y="1870"/>
                    <a:pt x="1965" y="2001"/>
                    <a:pt x="2465" y="2108"/>
                  </a:cubicBezTo>
                  <a:cubicBezTo>
                    <a:pt x="2393" y="2310"/>
                    <a:pt x="2382" y="2513"/>
                    <a:pt x="2417" y="2715"/>
                  </a:cubicBezTo>
                  <a:cubicBezTo>
                    <a:pt x="2465" y="3096"/>
                    <a:pt x="2751" y="3144"/>
                    <a:pt x="2751" y="3144"/>
                  </a:cubicBezTo>
                  <a:cubicBezTo>
                    <a:pt x="2751" y="3144"/>
                    <a:pt x="2620" y="3275"/>
                    <a:pt x="2632" y="3334"/>
                  </a:cubicBezTo>
                  <a:cubicBezTo>
                    <a:pt x="2679" y="3453"/>
                    <a:pt x="2763" y="3537"/>
                    <a:pt x="2882" y="3572"/>
                  </a:cubicBezTo>
                  <a:cubicBezTo>
                    <a:pt x="2909" y="3575"/>
                    <a:pt x="2935" y="3577"/>
                    <a:pt x="2962" y="3577"/>
                  </a:cubicBezTo>
                  <a:cubicBezTo>
                    <a:pt x="3146" y="3577"/>
                    <a:pt x="3318" y="3505"/>
                    <a:pt x="3453" y="3370"/>
                  </a:cubicBezTo>
                  <a:cubicBezTo>
                    <a:pt x="3536" y="3287"/>
                    <a:pt x="3727" y="3025"/>
                    <a:pt x="3727" y="2918"/>
                  </a:cubicBezTo>
                  <a:cubicBezTo>
                    <a:pt x="3715" y="2656"/>
                    <a:pt x="3417" y="2275"/>
                    <a:pt x="3417" y="2275"/>
                  </a:cubicBezTo>
                  <a:cubicBezTo>
                    <a:pt x="3251" y="2001"/>
                    <a:pt x="3001" y="1775"/>
                    <a:pt x="2703" y="1644"/>
                  </a:cubicBezTo>
                  <a:cubicBezTo>
                    <a:pt x="2227" y="1417"/>
                    <a:pt x="929" y="382"/>
                    <a:pt x="929" y="382"/>
                  </a:cubicBezTo>
                  <a:lnTo>
                    <a:pt x="846" y="322"/>
                  </a:lnTo>
                  <a:lnTo>
                    <a:pt x="38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26"/>
            <p:cNvSpPr/>
            <p:nvPr/>
          </p:nvSpPr>
          <p:spPr>
            <a:xfrm>
              <a:off x="5221350" y="2098250"/>
              <a:ext cx="93175" cy="89925"/>
            </a:xfrm>
            <a:custGeom>
              <a:rect b="b" l="l" r="r" t="t"/>
              <a:pathLst>
                <a:path extrusionOk="0" fill="none" h="3597" w="3727">
                  <a:moveTo>
                    <a:pt x="381" y="1"/>
                  </a:moveTo>
                  <a:cubicBezTo>
                    <a:pt x="381" y="1"/>
                    <a:pt x="72" y="477"/>
                    <a:pt x="36" y="822"/>
                  </a:cubicBezTo>
                  <a:cubicBezTo>
                    <a:pt x="0" y="1167"/>
                    <a:pt x="500" y="1525"/>
                    <a:pt x="977" y="1703"/>
                  </a:cubicBezTo>
                  <a:cubicBezTo>
                    <a:pt x="1465" y="1870"/>
                    <a:pt x="1965" y="2001"/>
                    <a:pt x="2465" y="2108"/>
                  </a:cubicBezTo>
                  <a:cubicBezTo>
                    <a:pt x="2393" y="2310"/>
                    <a:pt x="2382" y="2513"/>
                    <a:pt x="2417" y="2715"/>
                  </a:cubicBezTo>
                  <a:cubicBezTo>
                    <a:pt x="2465" y="3096"/>
                    <a:pt x="2751" y="3144"/>
                    <a:pt x="2751" y="3144"/>
                  </a:cubicBezTo>
                  <a:cubicBezTo>
                    <a:pt x="2751" y="3144"/>
                    <a:pt x="2620" y="3275"/>
                    <a:pt x="2632" y="3334"/>
                  </a:cubicBezTo>
                  <a:cubicBezTo>
                    <a:pt x="2679" y="3453"/>
                    <a:pt x="2763" y="3537"/>
                    <a:pt x="2882" y="3572"/>
                  </a:cubicBezTo>
                  <a:cubicBezTo>
                    <a:pt x="3096" y="3596"/>
                    <a:pt x="3298" y="3525"/>
                    <a:pt x="3453" y="3370"/>
                  </a:cubicBezTo>
                  <a:cubicBezTo>
                    <a:pt x="3536" y="3287"/>
                    <a:pt x="3727" y="3025"/>
                    <a:pt x="3727" y="2918"/>
                  </a:cubicBezTo>
                  <a:cubicBezTo>
                    <a:pt x="3715" y="2656"/>
                    <a:pt x="3417" y="2275"/>
                    <a:pt x="3417" y="2275"/>
                  </a:cubicBezTo>
                  <a:cubicBezTo>
                    <a:pt x="3251" y="2001"/>
                    <a:pt x="3001" y="1775"/>
                    <a:pt x="2703" y="1644"/>
                  </a:cubicBezTo>
                  <a:cubicBezTo>
                    <a:pt x="2227" y="1417"/>
                    <a:pt x="929" y="382"/>
                    <a:pt x="929" y="382"/>
                  </a:cubicBezTo>
                  <a:lnTo>
                    <a:pt x="846" y="32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26"/>
            <p:cNvSpPr/>
            <p:nvPr/>
          </p:nvSpPr>
          <p:spPr>
            <a:xfrm>
              <a:off x="5290100" y="2176825"/>
              <a:ext cx="5975" cy="4200"/>
            </a:xfrm>
            <a:custGeom>
              <a:rect b="b" l="l" r="r" t="t"/>
              <a:pathLst>
                <a:path extrusionOk="0" fill="none" h="168" w="239">
                  <a:moveTo>
                    <a:pt x="1" y="1"/>
                  </a:moveTo>
                  <a:cubicBezTo>
                    <a:pt x="1" y="1"/>
                    <a:pt x="96" y="167"/>
                    <a:pt x="239" y="16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26"/>
            <p:cNvSpPr/>
            <p:nvPr/>
          </p:nvSpPr>
          <p:spPr>
            <a:xfrm>
              <a:off x="5282950" y="1845375"/>
              <a:ext cx="136650" cy="110675"/>
            </a:xfrm>
            <a:custGeom>
              <a:rect b="b" l="l" r="r" t="t"/>
              <a:pathLst>
                <a:path extrusionOk="0" h="4427" w="5466">
                  <a:moveTo>
                    <a:pt x="3737" y="0"/>
                  </a:moveTo>
                  <a:cubicBezTo>
                    <a:pt x="2623" y="0"/>
                    <a:pt x="986" y="281"/>
                    <a:pt x="656" y="721"/>
                  </a:cubicBezTo>
                  <a:cubicBezTo>
                    <a:pt x="263" y="1233"/>
                    <a:pt x="1144" y="2115"/>
                    <a:pt x="1144" y="2115"/>
                  </a:cubicBezTo>
                  <a:cubicBezTo>
                    <a:pt x="1144" y="2115"/>
                    <a:pt x="1239" y="2900"/>
                    <a:pt x="787" y="3281"/>
                  </a:cubicBezTo>
                  <a:cubicBezTo>
                    <a:pt x="560" y="3472"/>
                    <a:pt x="364" y="3519"/>
                    <a:pt x="224" y="3519"/>
                  </a:cubicBezTo>
                  <a:cubicBezTo>
                    <a:pt x="84" y="3519"/>
                    <a:pt x="1" y="3472"/>
                    <a:pt x="1" y="3472"/>
                  </a:cubicBezTo>
                  <a:lnTo>
                    <a:pt x="1" y="3472"/>
                  </a:lnTo>
                  <a:cubicBezTo>
                    <a:pt x="1" y="3472"/>
                    <a:pt x="334" y="4031"/>
                    <a:pt x="822" y="4293"/>
                  </a:cubicBezTo>
                  <a:cubicBezTo>
                    <a:pt x="1030" y="4400"/>
                    <a:pt x="1526" y="4426"/>
                    <a:pt x="2051" y="4426"/>
                  </a:cubicBezTo>
                  <a:cubicBezTo>
                    <a:pt x="2573" y="4426"/>
                    <a:pt x="3125" y="4400"/>
                    <a:pt x="3452" y="4400"/>
                  </a:cubicBezTo>
                  <a:cubicBezTo>
                    <a:pt x="3568" y="4400"/>
                    <a:pt x="3655" y="4403"/>
                    <a:pt x="3704" y="4412"/>
                  </a:cubicBezTo>
                  <a:cubicBezTo>
                    <a:pt x="3741" y="4420"/>
                    <a:pt x="3788" y="4424"/>
                    <a:pt x="3844" y="4424"/>
                  </a:cubicBezTo>
                  <a:cubicBezTo>
                    <a:pt x="4285" y="4424"/>
                    <a:pt x="5218" y="4182"/>
                    <a:pt x="5335" y="3865"/>
                  </a:cubicBezTo>
                  <a:cubicBezTo>
                    <a:pt x="5466" y="3508"/>
                    <a:pt x="5299" y="162"/>
                    <a:pt x="4299" y="31"/>
                  </a:cubicBezTo>
                  <a:cubicBezTo>
                    <a:pt x="4138" y="10"/>
                    <a:pt x="3947" y="0"/>
                    <a:pt x="373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26"/>
            <p:cNvSpPr/>
            <p:nvPr/>
          </p:nvSpPr>
          <p:spPr>
            <a:xfrm>
              <a:off x="5298425" y="1880375"/>
              <a:ext cx="92000" cy="78600"/>
            </a:xfrm>
            <a:custGeom>
              <a:rect b="b" l="l" r="r" t="t"/>
              <a:pathLst>
                <a:path extrusionOk="0" h="3144" w="3680">
                  <a:moveTo>
                    <a:pt x="1668" y="0"/>
                  </a:moveTo>
                  <a:cubicBezTo>
                    <a:pt x="1668" y="0"/>
                    <a:pt x="525" y="262"/>
                    <a:pt x="489" y="548"/>
                  </a:cubicBezTo>
                  <a:cubicBezTo>
                    <a:pt x="465" y="845"/>
                    <a:pt x="1" y="2858"/>
                    <a:pt x="430" y="3048"/>
                  </a:cubicBezTo>
                  <a:cubicBezTo>
                    <a:pt x="563" y="3113"/>
                    <a:pt x="794" y="3144"/>
                    <a:pt x="1060" y="3144"/>
                  </a:cubicBezTo>
                  <a:cubicBezTo>
                    <a:pt x="1625" y="3144"/>
                    <a:pt x="2349" y="3005"/>
                    <a:pt x="2632" y="2762"/>
                  </a:cubicBezTo>
                  <a:cubicBezTo>
                    <a:pt x="2906" y="2536"/>
                    <a:pt x="3132" y="2274"/>
                    <a:pt x="3323" y="1977"/>
                  </a:cubicBezTo>
                  <a:cubicBezTo>
                    <a:pt x="3323" y="1977"/>
                    <a:pt x="3340" y="1993"/>
                    <a:pt x="3369" y="1993"/>
                  </a:cubicBezTo>
                  <a:cubicBezTo>
                    <a:pt x="3409" y="1993"/>
                    <a:pt x="3473" y="1962"/>
                    <a:pt x="3549" y="1810"/>
                  </a:cubicBezTo>
                  <a:cubicBezTo>
                    <a:pt x="3680" y="1560"/>
                    <a:pt x="3644" y="1167"/>
                    <a:pt x="3644" y="1167"/>
                  </a:cubicBezTo>
                  <a:lnTo>
                    <a:pt x="3644" y="1167"/>
                  </a:lnTo>
                  <a:cubicBezTo>
                    <a:pt x="3644" y="1167"/>
                    <a:pt x="3472" y="1413"/>
                    <a:pt x="3204" y="1413"/>
                  </a:cubicBezTo>
                  <a:cubicBezTo>
                    <a:pt x="3086" y="1413"/>
                    <a:pt x="2949" y="1365"/>
                    <a:pt x="2799" y="1226"/>
                  </a:cubicBezTo>
                  <a:cubicBezTo>
                    <a:pt x="2311" y="774"/>
                    <a:pt x="1668" y="0"/>
                    <a:pt x="166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26"/>
            <p:cNvSpPr/>
            <p:nvPr/>
          </p:nvSpPr>
          <p:spPr>
            <a:xfrm>
              <a:off x="5313625" y="1901800"/>
              <a:ext cx="5075" cy="7475"/>
            </a:xfrm>
            <a:custGeom>
              <a:rect b="b" l="l" r="r" t="t"/>
              <a:pathLst>
                <a:path extrusionOk="0" h="299" w="203">
                  <a:moveTo>
                    <a:pt x="107" y="0"/>
                  </a:moveTo>
                  <a:cubicBezTo>
                    <a:pt x="48" y="0"/>
                    <a:pt x="0" y="60"/>
                    <a:pt x="0" y="143"/>
                  </a:cubicBezTo>
                  <a:cubicBezTo>
                    <a:pt x="0" y="227"/>
                    <a:pt x="48" y="298"/>
                    <a:pt x="107" y="298"/>
                  </a:cubicBezTo>
                  <a:cubicBezTo>
                    <a:pt x="155" y="298"/>
                    <a:pt x="203" y="227"/>
                    <a:pt x="203" y="143"/>
                  </a:cubicBezTo>
                  <a:cubicBezTo>
                    <a:pt x="203" y="60"/>
                    <a:pt x="155" y="0"/>
                    <a:pt x="107"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26"/>
            <p:cNvSpPr/>
            <p:nvPr/>
          </p:nvSpPr>
          <p:spPr>
            <a:xfrm>
              <a:off x="5335950" y="1905975"/>
              <a:ext cx="4775" cy="7450"/>
            </a:xfrm>
            <a:custGeom>
              <a:rect b="b" l="l" r="r" t="t"/>
              <a:pathLst>
                <a:path extrusionOk="0" h="298" w="191">
                  <a:moveTo>
                    <a:pt x="95" y="0"/>
                  </a:moveTo>
                  <a:cubicBezTo>
                    <a:pt x="48" y="0"/>
                    <a:pt x="0" y="60"/>
                    <a:pt x="0" y="143"/>
                  </a:cubicBezTo>
                  <a:cubicBezTo>
                    <a:pt x="0" y="226"/>
                    <a:pt x="48" y="298"/>
                    <a:pt x="95" y="298"/>
                  </a:cubicBezTo>
                  <a:cubicBezTo>
                    <a:pt x="143" y="298"/>
                    <a:pt x="191" y="226"/>
                    <a:pt x="191" y="143"/>
                  </a:cubicBezTo>
                  <a:cubicBezTo>
                    <a:pt x="191" y="60"/>
                    <a:pt x="143" y="0"/>
                    <a:pt x="95"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26"/>
            <p:cNvSpPr/>
            <p:nvPr/>
          </p:nvSpPr>
          <p:spPr>
            <a:xfrm>
              <a:off x="5311225" y="1902100"/>
              <a:ext cx="14325" cy="25325"/>
            </a:xfrm>
            <a:custGeom>
              <a:rect b="b" l="l" r="r" t="t"/>
              <a:pathLst>
                <a:path extrusionOk="0" fill="none" h="1013" w="573">
                  <a:moveTo>
                    <a:pt x="572" y="0"/>
                  </a:moveTo>
                  <a:cubicBezTo>
                    <a:pt x="572" y="0"/>
                    <a:pt x="525" y="298"/>
                    <a:pt x="430" y="369"/>
                  </a:cubicBezTo>
                  <a:cubicBezTo>
                    <a:pt x="322" y="441"/>
                    <a:pt x="60" y="619"/>
                    <a:pt x="37" y="762"/>
                  </a:cubicBezTo>
                  <a:cubicBezTo>
                    <a:pt x="1" y="917"/>
                    <a:pt x="549" y="1012"/>
                    <a:pt x="549" y="101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26"/>
            <p:cNvSpPr/>
            <p:nvPr/>
          </p:nvSpPr>
          <p:spPr>
            <a:xfrm>
              <a:off x="5315400" y="1934250"/>
              <a:ext cx="14900" cy="5675"/>
            </a:xfrm>
            <a:custGeom>
              <a:rect b="b" l="l" r="r" t="t"/>
              <a:pathLst>
                <a:path extrusionOk="0" fill="none" h="227" w="596">
                  <a:moveTo>
                    <a:pt x="1" y="0"/>
                  </a:moveTo>
                  <a:cubicBezTo>
                    <a:pt x="1" y="0"/>
                    <a:pt x="298" y="226"/>
                    <a:pt x="596" y="24"/>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26"/>
            <p:cNvSpPr/>
            <p:nvPr/>
          </p:nvSpPr>
          <p:spPr>
            <a:xfrm>
              <a:off x="5333550" y="1900900"/>
              <a:ext cx="13725" cy="5675"/>
            </a:xfrm>
            <a:custGeom>
              <a:rect b="b" l="l" r="r" t="t"/>
              <a:pathLst>
                <a:path extrusionOk="0" fill="none" h="227" w="549">
                  <a:moveTo>
                    <a:pt x="1" y="48"/>
                  </a:moveTo>
                  <a:cubicBezTo>
                    <a:pt x="203" y="1"/>
                    <a:pt x="418" y="60"/>
                    <a:pt x="549" y="22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26"/>
            <p:cNvSpPr/>
            <p:nvPr/>
          </p:nvSpPr>
          <p:spPr>
            <a:xfrm>
              <a:off x="5313925" y="1894650"/>
              <a:ext cx="9250" cy="4500"/>
            </a:xfrm>
            <a:custGeom>
              <a:rect b="b" l="l" r="r" t="t"/>
              <a:pathLst>
                <a:path extrusionOk="0" fill="none" h="180" w="370">
                  <a:moveTo>
                    <a:pt x="369" y="179"/>
                  </a:moveTo>
                  <a:cubicBezTo>
                    <a:pt x="369" y="179"/>
                    <a:pt x="250" y="1"/>
                    <a:pt x="0" y="17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26"/>
            <p:cNvSpPr/>
            <p:nvPr/>
          </p:nvSpPr>
          <p:spPr>
            <a:xfrm>
              <a:off x="5353800" y="1941100"/>
              <a:ext cx="58950" cy="17075"/>
            </a:xfrm>
            <a:custGeom>
              <a:rect b="b" l="l" r="r" t="t"/>
              <a:pathLst>
                <a:path extrusionOk="0" h="683" w="2358">
                  <a:moveTo>
                    <a:pt x="1001" y="0"/>
                  </a:moveTo>
                  <a:cubicBezTo>
                    <a:pt x="1001" y="0"/>
                    <a:pt x="501" y="321"/>
                    <a:pt x="286" y="369"/>
                  </a:cubicBezTo>
                  <a:cubicBezTo>
                    <a:pt x="191" y="393"/>
                    <a:pt x="96" y="417"/>
                    <a:pt x="1" y="429"/>
                  </a:cubicBezTo>
                  <a:cubicBezTo>
                    <a:pt x="1" y="429"/>
                    <a:pt x="1" y="583"/>
                    <a:pt x="786" y="667"/>
                  </a:cubicBezTo>
                  <a:cubicBezTo>
                    <a:pt x="901" y="677"/>
                    <a:pt x="1011" y="682"/>
                    <a:pt x="1117" y="682"/>
                  </a:cubicBezTo>
                  <a:cubicBezTo>
                    <a:pt x="1744" y="682"/>
                    <a:pt x="2195" y="501"/>
                    <a:pt x="2358" y="155"/>
                  </a:cubicBezTo>
                  <a:lnTo>
                    <a:pt x="1001"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26"/>
            <p:cNvSpPr/>
            <p:nvPr/>
          </p:nvSpPr>
          <p:spPr>
            <a:xfrm>
              <a:off x="5353800" y="1941100"/>
              <a:ext cx="58950" cy="18475"/>
            </a:xfrm>
            <a:custGeom>
              <a:rect b="b" l="l" r="r" t="t"/>
              <a:pathLst>
                <a:path extrusionOk="0" fill="none" h="739" w="2358">
                  <a:moveTo>
                    <a:pt x="1001" y="0"/>
                  </a:moveTo>
                  <a:cubicBezTo>
                    <a:pt x="1001" y="0"/>
                    <a:pt x="501" y="321"/>
                    <a:pt x="286" y="369"/>
                  </a:cubicBezTo>
                  <a:cubicBezTo>
                    <a:pt x="191" y="393"/>
                    <a:pt x="96" y="417"/>
                    <a:pt x="1" y="429"/>
                  </a:cubicBezTo>
                  <a:cubicBezTo>
                    <a:pt x="1" y="429"/>
                    <a:pt x="1" y="583"/>
                    <a:pt x="786" y="667"/>
                  </a:cubicBezTo>
                  <a:cubicBezTo>
                    <a:pt x="1584" y="738"/>
                    <a:pt x="2167" y="560"/>
                    <a:pt x="2358" y="15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26"/>
            <p:cNvSpPr/>
            <p:nvPr/>
          </p:nvSpPr>
          <p:spPr>
            <a:xfrm>
              <a:off x="4942150" y="2398875"/>
              <a:ext cx="84550" cy="51525"/>
            </a:xfrm>
            <a:custGeom>
              <a:rect b="b" l="l" r="r" t="t"/>
              <a:pathLst>
                <a:path extrusionOk="0" h="2061" w="3382">
                  <a:moveTo>
                    <a:pt x="1643" y="1"/>
                  </a:moveTo>
                  <a:lnTo>
                    <a:pt x="24" y="144"/>
                  </a:lnTo>
                  <a:lnTo>
                    <a:pt x="0" y="2061"/>
                  </a:lnTo>
                  <a:lnTo>
                    <a:pt x="3132" y="2061"/>
                  </a:lnTo>
                  <a:cubicBezTo>
                    <a:pt x="3155" y="2061"/>
                    <a:pt x="3191" y="2049"/>
                    <a:pt x="3215" y="2049"/>
                  </a:cubicBezTo>
                  <a:cubicBezTo>
                    <a:pt x="3334" y="2001"/>
                    <a:pt x="3382" y="1870"/>
                    <a:pt x="3334" y="1751"/>
                  </a:cubicBezTo>
                  <a:cubicBezTo>
                    <a:pt x="3310" y="1680"/>
                    <a:pt x="2870" y="1561"/>
                    <a:pt x="2762" y="1501"/>
                  </a:cubicBezTo>
                  <a:cubicBezTo>
                    <a:pt x="2417" y="1287"/>
                    <a:pt x="2143" y="989"/>
                    <a:pt x="2012" y="870"/>
                  </a:cubicBezTo>
                  <a:cubicBezTo>
                    <a:pt x="1822" y="703"/>
                    <a:pt x="1643" y="1"/>
                    <a:pt x="1643" y="1"/>
                  </a:cubicBezTo>
                  <a:close/>
                </a:path>
              </a:pathLst>
            </a:custGeom>
            <a:solidFill>
              <a:srgbClr val="666666"/>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26"/>
            <p:cNvSpPr/>
            <p:nvPr/>
          </p:nvSpPr>
          <p:spPr>
            <a:xfrm>
              <a:off x="4851650" y="1997950"/>
              <a:ext cx="151525" cy="406025"/>
            </a:xfrm>
            <a:custGeom>
              <a:rect b="b" l="l" r="r" t="t"/>
              <a:pathLst>
                <a:path extrusionOk="0" h="16241" w="6061">
                  <a:moveTo>
                    <a:pt x="108" y="0"/>
                  </a:moveTo>
                  <a:lnTo>
                    <a:pt x="72" y="2334"/>
                  </a:lnTo>
                  <a:lnTo>
                    <a:pt x="1" y="8977"/>
                  </a:lnTo>
                  <a:cubicBezTo>
                    <a:pt x="1" y="8977"/>
                    <a:pt x="36" y="11037"/>
                    <a:pt x="108" y="11382"/>
                  </a:cubicBezTo>
                  <a:cubicBezTo>
                    <a:pt x="191" y="11716"/>
                    <a:pt x="36" y="16038"/>
                    <a:pt x="36" y="16038"/>
                  </a:cubicBezTo>
                  <a:lnTo>
                    <a:pt x="1608" y="16181"/>
                  </a:lnTo>
                  <a:lnTo>
                    <a:pt x="2180" y="9954"/>
                  </a:lnTo>
                  <a:lnTo>
                    <a:pt x="3073" y="3762"/>
                  </a:lnTo>
                  <a:lnTo>
                    <a:pt x="3525" y="10061"/>
                  </a:lnTo>
                  <a:lnTo>
                    <a:pt x="3620" y="16240"/>
                  </a:lnTo>
                  <a:lnTo>
                    <a:pt x="5263" y="16038"/>
                  </a:lnTo>
                  <a:lnTo>
                    <a:pt x="5382" y="11121"/>
                  </a:lnTo>
                  <a:cubicBezTo>
                    <a:pt x="5382" y="11121"/>
                    <a:pt x="5954" y="6584"/>
                    <a:pt x="5954" y="5084"/>
                  </a:cubicBezTo>
                  <a:lnTo>
                    <a:pt x="5954" y="1405"/>
                  </a:lnTo>
                  <a:lnTo>
                    <a:pt x="6061" y="83"/>
                  </a:lnTo>
                  <a:lnTo>
                    <a:pt x="108"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26"/>
            <p:cNvSpPr/>
            <p:nvPr/>
          </p:nvSpPr>
          <p:spPr>
            <a:xfrm>
              <a:off x="4808800" y="2398875"/>
              <a:ext cx="83650" cy="51525"/>
            </a:xfrm>
            <a:custGeom>
              <a:rect b="b" l="l" r="r" t="t"/>
              <a:pathLst>
                <a:path extrusionOk="0" h="2061" w="3346">
                  <a:moveTo>
                    <a:pt x="1750" y="1"/>
                  </a:moveTo>
                  <a:cubicBezTo>
                    <a:pt x="1750" y="1"/>
                    <a:pt x="1560" y="703"/>
                    <a:pt x="1381" y="870"/>
                  </a:cubicBezTo>
                  <a:cubicBezTo>
                    <a:pt x="1238" y="989"/>
                    <a:pt x="977" y="1287"/>
                    <a:pt x="619" y="1501"/>
                  </a:cubicBezTo>
                  <a:cubicBezTo>
                    <a:pt x="512" y="1561"/>
                    <a:pt x="84" y="1680"/>
                    <a:pt x="48" y="1751"/>
                  </a:cubicBezTo>
                  <a:cubicBezTo>
                    <a:pt x="0" y="1870"/>
                    <a:pt x="60" y="2001"/>
                    <a:pt x="167" y="2049"/>
                  </a:cubicBezTo>
                  <a:cubicBezTo>
                    <a:pt x="203" y="2061"/>
                    <a:pt x="226" y="2061"/>
                    <a:pt x="262" y="2061"/>
                  </a:cubicBezTo>
                  <a:lnTo>
                    <a:pt x="3346" y="2061"/>
                  </a:lnTo>
                  <a:lnTo>
                    <a:pt x="3322" y="144"/>
                  </a:lnTo>
                  <a:lnTo>
                    <a:pt x="1750" y="1"/>
                  </a:lnTo>
                  <a:close/>
                </a:path>
              </a:pathLst>
            </a:custGeom>
            <a:solidFill>
              <a:srgbClr val="666666"/>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26"/>
            <p:cNvSpPr/>
            <p:nvPr/>
          </p:nvSpPr>
          <p:spPr>
            <a:xfrm>
              <a:off x="4715025" y="1749100"/>
              <a:ext cx="430150" cy="259175"/>
            </a:xfrm>
            <a:custGeom>
              <a:rect b="b" l="l" r="r" t="t"/>
              <a:pathLst>
                <a:path extrusionOk="0" h="10367" w="17206">
                  <a:moveTo>
                    <a:pt x="739" y="1"/>
                  </a:moveTo>
                  <a:cubicBezTo>
                    <a:pt x="691" y="1"/>
                    <a:pt x="656" y="12"/>
                    <a:pt x="620" y="36"/>
                  </a:cubicBezTo>
                  <a:cubicBezTo>
                    <a:pt x="525" y="96"/>
                    <a:pt x="489" y="227"/>
                    <a:pt x="548" y="334"/>
                  </a:cubicBezTo>
                  <a:lnTo>
                    <a:pt x="798" y="834"/>
                  </a:lnTo>
                  <a:lnTo>
                    <a:pt x="370" y="274"/>
                  </a:lnTo>
                  <a:cubicBezTo>
                    <a:pt x="334" y="225"/>
                    <a:pt x="278" y="196"/>
                    <a:pt x="221" y="196"/>
                  </a:cubicBezTo>
                  <a:cubicBezTo>
                    <a:pt x="181" y="196"/>
                    <a:pt x="142" y="210"/>
                    <a:pt x="108" y="239"/>
                  </a:cubicBezTo>
                  <a:lnTo>
                    <a:pt x="96" y="239"/>
                  </a:lnTo>
                  <a:cubicBezTo>
                    <a:pt x="36" y="286"/>
                    <a:pt x="13" y="358"/>
                    <a:pt x="25" y="429"/>
                  </a:cubicBezTo>
                  <a:cubicBezTo>
                    <a:pt x="60" y="643"/>
                    <a:pt x="286" y="1060"/>
                    <a:pt x="286" y="1060"/>
                  </a:cubicBezTo>
                  <a:cubicBezTo>
                    <a:pt x="286" y="1060"/>
                    <a:pt x="1" y="1513"/>
                    <a:pt x="84" y="1667"/>
                  </a:cubicBezTo>
                  <a:cubicBezTo>
                    <a:pt x="179" y="1810"/>
                    <a:pt x="286" y="1941"/>
                    <a:pt x="394" y="2072"/>
                  </a:cubicBezTo>
                  <a:cubicBezTo>
                    <a:pt x="394" y="2072"/>
                    <a:pt x="239" y="2191"/>
                    <a:pt x="620" y="2632"/>
                  </a:cubicBezTo>
                  <a:cubicBezTo>
                    <a:pt x="989" y="3060"/>
                    <a:pt x="1239" y="3156"/>
                    <a:pt x="1239" y="3156"/>
                  </a:cubicBezTo>
                  <a:cubicBezTo>
                    <a:pt x="1239" y="3156"/>
                    <a:pt x="2287" y="5501"/>
                    <a:pt x="2715" y="6156"/>
                  </a:cubicBezTo>
                  <a:cubicBezTo>
                    <a:pt x="3144" y="6799"/>
                    <a:pt x="4263" y="7478"/>
                    <a:pt x="4418" y="7478"/>
                  </a:cubicBezTo>
                  <a:cubicBezTo>
                    <a:pt x="4561" y="7478"/>
                    <a:pt x="5418" y="6180"/>
                    <a:pt x="5597" y="5918"/>
                  </a:cubicBezTo>
                  <a:lnTo>
                    <a:pt x="5597" y="5918"/>
                  </a:lnTo>
                  <a:cubicBezTo>
                    <a:pt x="5609" y="6454"/>
                    <a:pt x="5406" y="9418"/>
                    <a:pt x="5454" y="9692"/>
                  </a:cubicBezTo>
                  <a:cubicBezTo>
                    <a:pt x="5466" y="9716"/>
                    <a:pt x="5466" y="9752"/>
                    <a:pt x="5478" y="9776"/>
                  </a:cubicBezTo>
                  <a:lnTo>
                    <a:pt x="5490" y="10097"/>
                  </a:lnTo>
                  <a:cubicBezTo>
                    <a:pt x="5490" y="10097"/>
                    <a:pt x="5490" y="10276"/>
                    <a:pt x="5728" y="10335"/>
                  </a:cubicBezTo>
                  <a:cubicBezTo>
                    <a:pt x="5811" y="10358"/>
                    <a:pt x="6406" y="10366"/>
                    <a:pt x="7170" y="10366"/>
                  </a:cubicBezTo>
                  <a:cubicBezTo>
                    <a:pt x="7611" y="10366"/>
                    <a:pt x="8109" y="10363"/>
                    <a:pt x="8597" y="10359"/>
                  </a:cubicBezTo>
                  <a:cubicBezTo>
                    <a:pt x="9089" y="10363"/>
                    <a:pt x="9590" y="10366"/>
                    <a:pt x="10032" y="10366"/>
                  </a:cubicBezTo>
                  <a:cubicBezTo>
                    <a:pt x="10799" y="10366"/>
                    <a:pt x="11391" y="10358"/>
                    <a:pt x="11466" y="10335"/>
                  </a:cubicBezTo>
                  <a:cubicBezTo>
                    <a:pt x="11705" y="10276"/>
                    <a:pt x="11705" y="10097"/>
                    <a:pt x="11705" y="10097"/>
                  </a:cubicBezTo>
                  <a:lnTo>
                    <a:pt x="11716" y="9776"/>
                  </a:lnTo>
                  <a:cubicBezTo>
                    <a:pt x="11728" y="9740"/>
                    <a:pt x="11740" y="9716"/>
                    <a:pt x="11740" y="9692"/>
                  </a:cubicBezTo>
                  <a:cubicBezTo>
                    <a:pt x="11800" y="9418"/>
                    <a:pt x="11597" y="6454"/>
                    <a:pt x="11609" y="5918"/>
                  </a:cubicBezTo>
                  <a:lnTo>
                    <a:pt x="11609" y="5918"/>
                  </a:lnTo>
                  <a:cubicBezTo>
                    <a:pt x="11776" y="6180"/>
                    <a:pt x="12645" y="7478"/>
                    <a:pt x="12788" y="7478"/>
                  </a:cubicBezTo>
                  <a:cubicBezTo>
                    <a:pt x="12943" y="7478"/>
                    <a:pt x="14050" y="6799"/>
                    <a:pt x="14479" y="6156"/>
                  </a:cubicBezTo>
                  <a:cubicBezTo>
                    <a:pt x="14919" y="5501"/>
                    <a:pt x="15967" y="3156"/>
                    <a:pt x="15967" y="3156"/>
                  </a:cubicBezTo>
                  <a:cubicBezTo>
                    <a:pt x="15967" y="3156"/>
                    <a:pt x="16217" y="3060"/>
                    <a:pt x="16586" y="2632"/>
                  </a:cubicBezTo>
                  <a:cubicBezTo>
                    <a:pt x="16955" y="2203"/>
                    <a:pt x="16800" y="2072"/>
                    <a:pt x="16800" y="2072"/>
                  </a:cubicBezTo>
                  <a:cubicBezTo>
                    <a:pt x="16920" y="1941"/>
                    <a:pt x="17015" y="1810"/>
                    <a:pt x="17110" y="1667"/>
                  </a:cubicBezTo>
                  <a:cubicBezTo>
                    <a:pt x="17205" y="1513"/>
                    <a:pt x="16920" y="1072"/>
                    <a:pt x="16920" y="1072"/>
                  </a:cubicBezTo>
                  <a:cubicBezTo>
                    <a:pt x="16920" y="1072"/>
                    <a:pt x="17146" y="643"/>
                    <a:pt x="17170" y="429"/>
                  </a:cubicBezTo>
                  <a:cubicBezTo>
                    <a:pt x="17193" y="358"/>
                    <a:pt x="17170" y="286"/>
                    <a:pt x="17110" y="239"/>
                  </a:cubicBezTo>
                  <a:cubicBezTo>
                    <a:pt x="17079" y="213"/>
                    <a:pt x="17039" y="201"/>
                    <a:pt x="16998" y="201"/>
                  </a:cubicBezTo>
                  <a:cubicBezTo>
                    <a:pt x="16945" y="201"/>
                    <a:pt x="16889" y="222"/>
                    <a:pt x="16848" y="262"/>
                  </a:cubicBezTo>
                  <a:cubicBezTo>
                    <a:pt x="16848" y="262"/>
                    <a:pt x="16848" y="274"/>
                    <a:pt x="16848" y="274"/>
                  </a:cubicBezTo>
                  <a:lnTo>
                    <a:pt x="16408" y="834"/>
                  </a:lnTo>
                  <a:lnTo>
                    <a:pt x="16658" y="334"/>
                  </a:lnTo>
                  <a:cubicBezTo>
                    <a:pt x="16717" y="227"/>
                    <a:pt x="16681" y="96"/>
                    <a:pt x="16586" y="36"/>
                  </a:cubicBezTo>
                  <a:cubicBezTo>
                    <a:pt x="16550" y="12"/>
                    <a:pt x="16515" y="1"/>
                    <a:pt x="16467" y="1"/>
                  </a:cubicBezTo>
                  <a:cubicBezTo>
                    <a:pt x="16288" y="1"/>
                    <a:pt x="16038" y="643"/>
                    <a:pt x="16038" y="643"/>
                  </a:cubicBezTo>
                  <a:lnTo>
                    <a:pt x="15515" y="1477"/>
                  </a:lnTo>
                  <a:lnTo>
                    <a:pt x="15360" y="1334"/>
                  </a:lnTo>
                  <a:cubicBezTo>
                    <a:pt x="15360" y="1334"/>
                    <a:pt x="15610" y="798"/>
                    <a:pt x="15515" y="643"/>
                  </a:cubicBezTo>
                  <a:cubicBezTo>
                    <a:pt x="15463" y="560"/>
                    <a:pt x="15360" y="504"/>
                    <a:pt x="15275" y="504"/>
                  </a:cubicBezTo>
                  <a:cubicBezTo>
                    <a:pt x="15204" y="504"/>
                    <a:pt x="15145" y="545"/>
                    <a:pt x="15145" y="643"/>
                  </a:cubicBezTo>
                  <a:cubicBezTo>
                    <a:pt x="15145" y="870"/>
                    <a:pt x="14931" y="1084"/>
                    <a:pt x="14860" y="1239"/>
                  </a:cubicBezTo>
                  <a:cubicBezTo>
                    <a:pt x="14800" y="1394"/>
                    <a:pt x="15169" y="2596"/>
                    <a:pt x="15169" y="2596"/>
                  </a:cubicBezTo>
                  <a:lnTo>
                    <a:pt x="13229" y="4882"/>
                  </a:lnTo>
                  <a:cubicBezTo>
                    <a:pt x="13229" y="4882"/>
                    <a:pt x="12419" y="1917"/>
                    <a:pt x="12240" y="1822"/>
                  </a:cubicBezTo>
                  <a:cubicBezTo>
                    <a:pt x="12050" y="1739"/>
                    <a:pt x="9764" y="1298"/>
                    <a:pt x="9764" y="1298"/>
                  </a:cubicBezTo>
                  <a:lnTo>
                    <a:pt x="7442" y="1298"/>
                  </a:lnTo>
                  <a:cubicBezTo>
                    <a:pt x="7442" y="1298"/>
                    <a:pt x="5156" y="1739"/>
                    <a:pt x="4978" y="1822"/>
                  </a:cubicBezTo>
                  <a:cubicBezTo>
                    <a:pt x="4787" y="1917"/>
                    <a:pt x="3989" y="4882"/>
                    <a:pt x="3989" y="4882"/>
                  </a:cubicBezTo>
                  <a:lnTo>
                    <a:pt x="2037" y="2596"/>
                  </a:lnTo>
                  <a:cubicBezTo>
                    <a:pt x="2037" y="2596"/>
                    <a:pt x="2406" y="1394"/>
                    <a:pt x="2346" y="1239"/>
                  </a:cubicBezTo>
                  <a:cubicBezTo>
                    <a:pt x="2287" y="1084"/>
                    <a:pt x="2072" y="870"/>
                    <a:pt x="2072" y="643"/>
                  </a:cubicBezTo>
                  <a:cubicBezTo>
                    <a:pt x="2072" y="547"/>
                    <a:pt x="2014" y="508"/>
                    <a:pt x="1942" y="508"/>
                  </a:cubicBezTo>
                  <a:cubicBezTo>
                    <a:pt x="1853" y="508"/>
                    <a:pt x="1744" y="565"/>
                    <a:pt x="1691" y="643"/>
                  </a:cubicBezTo>
                  <a:cubicBezTo>
                    <a:pt x="1608" y="798"/>
                    <a:pt x="1846" y="1334"/>
                    <a:pt x="1846" y="1334"/>
                  </a:cubicBezTo>
                  <a:lnTo>
                    <a:pt x="1691" y="1477"/>
                  </a:lnTo>
                  <a:lnTo>
                    <a:pt x="1168" y="643"/>
                  </a:lnTo>
                  <a:cubicBezTo>
                    <a:pt x="1168" y="643"/>
                    <a:pt x="929" y="1"/>
                    <a:pt x="739"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26"/>
            <p:cNvSpPr/>
            <p:nvPr/>
          </p:nvSpPr>
          <p:spPr>
            <a:xfrm>
              <a:off x="4748675" y="1781550"/>
              <a:ext cx="359275" cy="226725"/>
            </a:xfrm>
            <a:custGeom>
              <a:rect b="b" l="l" r="r" t="t"/>
              <a:pathLst>
                <a:path extrusionOk="0" h="9069" w="14371">
                  <a:moveTo>
                    <a:pt x="13502" y="1667"/>
                  </a:moveTo>
                  <a:cubicBezTo>
                    <a:pt x="13503" y="1670"/>
                    <a:pt x="13505" y="1672"/>
                    <a:pt x="13507" y="1675"/>
                  </a:cubicBezTo>
                  <a:lnTo>
                    <a:pt x="13507" y="1675"/>
                  </a:lnTo>
                  <a:lnTo>
                    <a:pt x="13514" y="1667"/>
                  </a:lnTo>
                  <a:close/>
                  <a:moveTo>
                    <a:pt x="6096" y="0"/>
                  </a:moveTo>
                  <a:cubicBezTo>
                    <a:pt x="6096" y="0"/>
                    <a:pt x="3810" y="429"/>
                    <a:pt x="3632" y="524"/>
                  </a:cubicBezTo>
                  <a:cubicBezTo>
                    <a:pt x="3441" y="619"/>
                    <a:pt x="2643" y="3584"/>
                    <a:pt x="2643" y="3584"/>
                  </a:cubicBezTo>
                  <a:lnTo>
                    <a:pt x="1000" y="1667"/>
                  </a:lnTo>
                  <a:cubicBezTo>
                    <a:pt x="703" y="1965"/>
                    <a:pt x="274" y="2072"/>
                    <a:pt x="0" y="2108"/>
                  </a:cubicBezTo>
                  <a:cubicBezTo>
                    <a:pt x="286" y="2739"/>
                    <a:pt x="1024" y="4334"/>
                    <a:pt x="1369" y="4846"/>
                  </a:cubicBezTo>
                  <a:cubicBezTo>
                    <a:pt x="1798" y="5501"/>
                    <a:pt x="2917" y="6180"/>
                    <a:pt x="3072" y="6180"/>
                  </a:cubicBezTo>
                  <a:cubicBezTo>
                    <a:pt x="3215" y="6180"/>
                    <a:pt x="4072" y="4882"/>
                    <a:pt x="4251" y="4620"/>
                  </a:cubicBezTo>
                  <a:lnTo>
                    <a:pt x="4251" y="4620"/>
                  </a:lnTo>
                  <a:cubicBezTo>
                    <a:pt x="4263" y="5144"/>
                    <a:pt x="4060" y="8120"/>
                    <a:pt x="4108" y="8394"/>
                  </a:cubicBezTo>
                  <a:cubicBezTo>
                    <a:pt x="4120" y="8418"/>
                    <a:pt x="4120" y="8442"/>
                    <a:pt x="4132" y="8478"/>
                  </a:cubicBezTo>
                  <a:lnTo>
                    <a:pt x="4144" y="8799"/>
                  </a:lnTo>
                  <a:cubicBezTo>
                    <a:pt x="4144" y="8799"/>
                    <a:pt x="4144" y="8966"/>
                    <a:pt x="4382" y="9037"/>
                  </a:cubicBezTo>
                  <a:cubicBezTo>
                    <a:pt x="4465" y="9060"/>
                    <a:pt x="5060" y="9068"/>
                    <a:pt x="5824" y="9068"/>
                  </a:cubicBezTo>
                  <a:cubicBezTo>
                    <a:pt x="6265" y="9068"/>
                    <a:pt x="6763" y="9065"/>
                    <a:pt x="7251" y="9061"/>
                  </a:cubicBezTo>
                  <a:cubicBezTo>
                    <a:pt x="7743" y="9065"/>
                    <a:pt x="8244" y="9068"/>
                    <a:pt x="8686" y="9068"/>
                  </a:cubicBezTo>
                  <a:cubicBezTo>
                    <a:pt x="9453" y="9068"/>
                    <a:pt x="10045" y="9060"/>
                    <a:pt x="10120" y="9037"/>
                  </a:cubicBezTo>
                  <a:cubicBezTo>
                    <a:pt x="10359" y="8966"/>
                    <a:pt x="10359" y="8799"/>
                    <a:pt x="10359" y="8799"/>
                  </a:cubicBezTo>
                  <a:lnTo>
                    <a:pt x="10370" y="8478"/>
                  </a:lnTo>
                  <a:cubicBezTo>
                    <a:pt x="10382" y="8442"/>
                    <a:pt x="10394" y="8418"/>
                    <a:pt x="10394" y="8394"/>
                  </a:cubicBezTo>
                  <a:cubicBezTo>
                    <a:pt x="10454" y="8120"/>
                    <a:pt x="10240" y="5144"/>
                    <a:pt x="10263" y="4620"/>
                  </a:cubicBezTo>
                  <a:lnTo>
                    <a:pt x="10263" y="4620"/>
                  </a:lnTo>
                  <a:cubicBezTo>
                    <a:pt x="10430" y="4882"/>
                    <a:pt x="11299" y="6180"/>
                    <a:pt x="11430" y="6180"/>
                  </a:cubicBezTo>
                  <a:cubicBezTo>
                    <a:pt x="11585" y="6180"/>
                    <a:pt x="12704" y="5501"/>
                    <a:pt x="13133" y="4846"/>
                  </a:cubicBezTo>
                  <a:cubicBezTo>
                    <a:pt x="13442" y="4406"/>
                    <a:pt x="14038" y="3144"/>
                    <a:pt x="14371" y="2405"/>
                  </a:cubicBezTo>
                  <a:cubicBezTo>
                    <a:pt x="13881" y="2265"/>
                    <a:pt x="13596" y="1816"/>
                    <a:pt x="13507" y="1675"/>
                  </a:cubicBezTo>
                  <a:lnTo>
                    <a:pt x="13507" y="1675"/>
                  </a:lnTo>
                  <a:lnTo>
                    <a:pt x="11883" y="3584"/>
                  </a:lnTo>
                  <a:cubicBezTo>
                    <a:pt x="11883" y="3584"/>
                    <a:pt x="11073" y="619"/>
                    <a:pt x="10894" y="524"/>
                  </a:cubicBezTo>
                  <a:cubicBezTo>
                    <a:pt x="10704" y="441"/>
                    <a:pt x="8418" y="0"/>
                    <a:pt x="8418"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26"/>
            <p:cNvSpPr/>
            <p:nvPr/>
          </p:nvSpPr>
          <p:spPr>
            <a:xfrm>
              <a:off x="4844500" y="1849700"/>
              <a:ext cx="10450" cy="61350"/>
            </a:xfrm>
            <a:custGeom>
              <a:rect b="b" l="l" r="r" t="t"/>
              <a:pathLst>
                <a:path extrusionOk="0" h="2454" w="418">
                  <a:moveTo>
                    <a:pt x="311" y="1"/>
                  </a:moveTo>
                  <a:lnTo>
                    <a:pt x="1" y="2453"/>
                  </a:lnTo>
                  <a:lnTo>
                    <a:pt x="418" y="1894"/>
                  </a:lnTo>
                  <a:lnTo>
                    <a:pt x="311"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26"/>
            <p:cNvSpPr/>
            <p:nvPr/>
          </p:nvSpPr>
          <p:spPr>
            <a:xfrm>
              <a:off x="5005250" y="1852375"/>
              <a:ext cx="9250" cy="56300"/>
            </a:xfrm>
            <a:custGeom>
              <a:rect b="b" l="l" r="r" t="t"/>
              <a:pathLst>
                <a:path extrusionOk="0" h="2252" w="370">
                  <a:moveTo>
                    <a:pt x="0" y="1"/>
                  </a:moveTo>
                  <a:lnTo>
                    <a:pt x="12" y="1787"/>
                  </a:lnTo>
                  <a:lnTo>
                    <a:pt x="369" y="2251"/>
                  </a:lnTo>
                  <a:lnTo>
                    <a:pt x="0"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26"/>
            <p:cNvSpPr/>
            <p:nvPr/>
          </p:nvSpPr>
          <p:spPr>
            <a:xfrm>
              <a:off x="5075500" y="1823225"/>
              <a:ext cx="32750" cy="35150"/>
            </a:xfrm>
            <a:custGeom>
              <a:rect b="b" l="l" r="r" t="t"/>
              <a:pathLst>
                <a:path extrusionOk="0" h="1406" w="1310">
                  <a:moveTo>
                    <a:pt x="441" y="0"/>
                  </a:moveTo>
                  <a:lnTo>
                    <a:pt x="0" y="512"/>
                  </a:lnTo>
                  <a:cubicBezTo>
                    <a:pt x="84" y="834"/>
                    <a:pt x="322" y="1286"/>
                    <a:pt x="1000" y="1405"/>
                  </a:cubicBezTo>
                  <a:cubicBezTo>
                    <a:pt x="1107" y="1167"/>
                    <a:pt x="1215" y="929"/>
                    <a:pt x="1310" y="738"/>
                  </a:cubicBezTo>
                  <a:cubicBezTo>
                    <a:pt x="798" y="595"/>
                    <a:pt x="512" y="131"/>
                    <a:pt x="44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26"/>
            <p:cNvSpPr/>
            <p:nvPr/>
          </p:nvSpPr>
          <p:spPr>
            <a:xfrm>
              <a:off x="4719500" y="1771275"/>
              <a:ext cx="21750" cy="22500"/>
            </a:xfrm>
            <a:custGeom>
              <a:rect b="b" l="l" r="r" t="t"/>
              <a:pathLst>
                <a:path extrusionOk="0" h="900" w="870">
                  <a:moveTo>
                    <a:pt x="543" y="1"/>
                  </a:moveTo>
                  <a:cubicBezTo>
                    <a:pt x="324" y="1"/>
                    <a:pt x="0" y="316"/>
                    <a:pt x="0" y="316"/>
                  </a:cubicBezTo>
                  <a:lnTo>
                    <a:pt x="596" y="899"/>
                  </a:lnTo>
                  <a:lnTo>
                    <a:pt x="405" y="685"/>
                  </a:lnTo>
                  <a:cubicBezTo>
                    <a:pt x="405" y="685"/>
                    <a:pt x="869" y="316"/>
                    <a:pt x="679" y="66"/>
                  </a:cubicBezTo>
                  <a:cubicBezTo>
                    <a:pt x="644" y="19"/>
                    <a:pt x="597" y="1"/>
                    <a:pt x="5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26"/>
            <p:cNvSpPr/>
            <p:nvPr/>
          </p:nvSpPr>
          <p:spPr>
            <a:xfrm>
              <a:off x="4719500" y="1766950"/>
              <a:ext cx="21750" cy="26825"/>
            </a:xfrm>
            <a:custGeom>
              <a:rect b="b" l="l" r="r" t="t"/>
              <a:pathLst>
                <a:path extrusionOk="0" fill="none" h="1073" w="870">
                  <a:moveTo>
                    <a:pt x="0" y="489"/>
                  </a:moveTo>
                  <a:cubicBezTo>
                    <a:pt x="0" y="489"/>
                    <a:pt x="500" y="1"/>
                    <a:pt x="679" y="239"/>
                  </a:cubicBezTo>
                  <a:cubicBezTo>
                    <a:pt x="869" y="489"/>
                    <a:pt x="405" y="858"/>
                    <a:pt x="405" y="858"/>
                  </a:cubicBezTo>
                  <a:lnTo>
                    <a:pt x="596" y="107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26"/>
            <p:cNvSpPr/>
            <p:nvPr/>
          </p:nvSpPr>
          <p:spPr>
            <a:xfrm>
              <a:off x="4725150" y="1791475"/>
              <a:ext cx="29200" cy="22550"/>
            </a:xfrm>
            <a:custGeom>
              <a:rect b="b" l="l" r="r" t="t"/>
              <a:pathLst>
                <a:path extrusionOk="0" h="902" w="1168">
                  <a:moveTo>
                    <a:pt x="552" y="0"/>
                  </a:moveTo>
                  <a:cubicBezTo>
                    <a:pt x="316" y="0"/>
                    <a:pt x="1" y="377"/>
                    <a:pt x="1" y="377"/>
                  </a:cubicBezTo>
                  <a:lnTo>
                    <a:pt x="1167" y="901"/>
                  </a:lnTo>
                  <a:cubicBezTo>
                    <a:pt x="1013" y="687"/>
                    <a:pt x="763" y="556"/>
                    <a:pt x="489" y="556"/>
                  </a:cubicBezTo>
                  <a:cubicBezTo>
                    <a:pt x="489" y="556"/>
                    <a:pt x="858" y="68"/>
                    <a:pt x="608" y="8"/>
                  </a:cubicBezTo>
                  <a:cubicBezTo>
                    <a:pt x="590" y="3"/>
                    <a:pt x="571" y="0"/>
                    <a:pt x="5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26"/>
            <p:cNvSpPr/>
            <p:nvPr/>
          </p:nvSpPr>
          <p:spPr>
            <a:xfrm>
              <a:off x="4725150" y="1789875"/>
              <a:ext cx="29200" cy="24150"/>
            </a:xfrm>
            <a:custGeom>
              <a:rect b="b" l="l" r="r" t="t"/>
              <a:pathLst>
                <a:path extrusionOk="0" fill="none" h="966" w="1168">
                  <a:moveTo>
                    <a:pt x="1" y="441"/>
                  </a:moveTo>
                  <a:cubicBezTo>
                    <a:pt x="1" y="441"/>
                    <a:pt x="370" y="1"/>
                    <a:pt x="608" y="72"/>
                  </a:cubicBezTo>
                  <a:cubicBezTo>
                    <a:pt x="858" y="132"/>
                    <a:pt x="489" y="620"/>
                    <a:pt x="489" y="620"/>
                  </a:cubicBezTo>
                  <a:cubicBezTo>
                    <a:pt x="763" y="620"/>
                    <a:pt x="1013" y="751"/>
                    <a:pt x="1167" y="96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26"/>
            <p:cNvSpPr/>
            <p:nvPr/>
          </p:nvSpPr>
          <p:spPr>
            <a:xfrm>
              <a:off x="5119250" y="1771275"/>
              <a:ext cx="21450" cy="22500"/>
            </a:xfrm>
            <a:custGeom>
              <a:rect b="b" l="l" r="r" t="t"/>
              <a:pathLst>
                <a:path extrusionOk="0" h="900" w="858">
                  <a:moveTo>
                    <a:pt x="319" y="1"/>
                  </a:moveTo>
                  <a:cubicBezTo>
                    <a:pt x="265" y="1"/>
                    <a:pt x="216" y="19"/>
                    <a:pt x="179" y="66"/>
                  </a:cubicBezTo>
                  <a:cubicBezTo>
                    <a:pt x="0" y="316"/>
                    <a:pt x="453" y="685"/>
                    <a:pt x="453" y="685"/>
                  </a:cubicBezTo>
                  <a:lnTo>
                    <a:pt x="274" y="899"/>
                  </a:lnTo>
                  <a:lnTo>
                    <a:pt x="858" y="316"/>
                  </a:lnTo>
                  <a:cubicBezTo>
                    <a:pt x="858" y="316"/>
                    <a:pt x="542"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26"/>
            <p:cNvSpPr/>
            <p:nvPr/>
          </p:nvSpPr>
          <p:spPr>
            <a:xfrm>
              <a:off x="5119250" y="1766950"/>
              <a:ext cx="21450" cy="26825"/>
            </a:xfrm>
            <a:custGeom>
              <a:rect b="b" l="l" r="r" t="t"/>
              <a:pathLst>
                <a:path extrusionOk="0" fill="none" h="1073" w="858">
                  <a:moveTo>
                    <a:pt x="858" y="489"/>
                  </a:moveTo>
                  <a:cubicBezTo>
                    <a:pt x="858" y="489"/>
                    <a:pt x="370" y="1"/>
                    <a:pt x="179" y="239"/>
                  </a:cubicBezTo>
                  <a:cubicBezTo>
                    <a:pt x="0" y="489"/>
                    <a:pt x="453" y="858"/>
                    <a:pt x="453" y="858"/>
                  </a:cubicBezTo>
                  <a:lnTo>
                    <a:pt x="274" y="107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26"/>
            <p:cNvSpPr/>
            <p:nvPr/>
          </p:nvSpPr>
          <p:spPr>
            <a:xfrm>
              <a:off x="5105850" y="1791475"/>
              <a:ext cx="29500" cy="22550"/>
            </a:xfrm>
            <a:custGeom>
              <a:rect b="b" l="l" r="r" t="t"/>
              <a:pathLst>
                <a:path extrusionOk="0" h="902" w="1180">
                  <a:moveTo>
                    <a:pt x="618" y="0"/>
                  </a:moveTo>
                  <a:cubicBezTo>
                    <a:pt x="598" y="0"/>
                    <a:pt x="579" y="3"/>
                    <a:pt x="560" y="8"/>
                  </a:cubicBezTo>
                  <a:cubicBezTo>
                    <a:pt x="310" y="68"/>
                    <a:pt x="679" y="556"/>
                    <a:pt x="679" y="556"/>
                  </a:cubicBezTo>
                  <a:cubicBezTo>
                    <a:pt x="417" y="556"/>
                    <a:pt x="155" y="687"/>
                    <a:pt x="1" y="901"/>
                  </a:cubicBezTo>
                  <a:lnTo>
                    <a:pt x="1179" y="377"/>
                  </a:lnTo>
                  <a:cubicBezTo>
                    <a:pt x="1179" y="377"/>
                    <a:pt x="864" y="0"/>
                    <a:pt x="6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26"/>
            <p:cNvSpPr/>
            <p:nvPr/>
          </p:nvSpPr>
          <p:spPr>
            <a:xfrm>
              <a:off x="5105850" y="1789875"/>
              <a:ext cx="29500" cy="24150"/>
            </a:xfrm>
            <a:custGeom>
              <a:rect b="b" l="l" r="r" t="t"/>
              <a:pathLst>
                <a:path extrusionOk="0" fill="none" h="966" w="1180">
                  <a:moveTo>
                    <a:pt x="1179" y="441"/>
                  </a:moveTo>
                  <a:cubicBezTo>
                    <a:pt x="1179" y="441"/>
                    <a:pt x="810" y="1"/>
                    <a:pt x="560" y="72"/>
                  </a:cubicBezTo>
                  <a:cubicBezTo>
                    <a:pt x="310" y="132"/>
                    <a:pt x="679" y="620"/>
                    <a:pt x="679" y="620"/>
                  </a:cubicBezTo>
                  <a:cubicBezTo>
                    <a:pt x="417" y="620"/>
                    <a:pt x="155" y="751"/>
                    <a:pt x="1" y="96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26"/>
            <p:cNvSpPr/>
            <p:nvPr/>
          </p:nvSpPr>
          <p:spPr>
            <a:xfrm>
              <a:off x="4748675" y="1823225"/>
              <a:ext cx="34250" cy="24425"/>
            </a:xfrm>
            <a:custGeom>
              <a:rect b="b" l="l" r="r" t="t"/>
              <a:pathLst>
                <a:path extrusionOk="0" h="977" w="1370">
                  <a:moveTo>
                    <a:pt x="1000" y="0"/>
                  </a:moveTo>
                  <a:cubicBezTo>
                    <a:pt x="703" y="298"/>
                    <a:pt x="274" y="405"/>
                    <a:pt x="0" y="441"/>
                  </a:cubicBezTo>
                  <a:cubicBezTo>
                    <a:pt x="60" y="584"/>
                    <a:pt x="155" y="762"/>
                    <a:pt x="250" y="976"/>
                  </a:cubicBezTo>
                  <a:cubicBezTo>
                    <a:pt x="536" y="941"/>
                    <a:pt x="929" y="810"/>
                    <a:pt x="1369" y="429"/>
                  </a:cubicBezTo>
                  <a:lnTo>
                    <a:pt x="1000"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26"/>
            <p:cNvSpPr/>
            <p:nvPr/>
          </p:nvSpPr>
          <p:spPr>
            <a:xfrm>
              <a:off x="4923700" y="1792550"/>
              <a:ext cx="43175" cy="210475"/>
            </a:xfrm>
            <a:custGeom>
              <a:rect b="b" l="l" r="r" t="t"/>
              <a:pathLst>
                <a:path extrusionOk="0" h="8419" w="1727">
                  <a:moveTo>
                    <a:pt x="548" y="1"/>
                  </a:moveTo>
                  <a:lnTo>
                    <a:pt x="0" y="1049"/>
                  </a:lnTo>
                  <a:lnTo>
                    <a:pt x="691" y="1918"/>
                  </a:lnTo>
                  <a:lnTo>
                    <a:pt x="12" y="7514"/>
                  </a:lnTo>
                  <a:lnTo>
                    <a:pt x="953" y="8419"/>
                  </a:lnTo>
                  <a:lnTo>
                    <a:pt x="1726" y="7537"/>
                  </a:lnTo>
                  <a:lnTo>
                    <a:pt x="976" y="1953"/>
                  </a:lnTo>
                  <a:lnTo>
                    <a:pt x="1667" y="727"/>
                  </a:lnTo>
                  <a:lnTo>
                    <a:pt x="548" y="1"/>
                  </a:ln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26"/>
            <p:cNvSpPr/>
            <p:nvPr/>
          </p:nvSpPr>
          <p:spPr>
            <a:xfrm>
              <a:off x="4894225" y="1762500"/>
              <a:ext cx="84550" cy="73850"/>
            </a:xfrm>
            <a:custGeom>
              <a:rect b="b" l="l" r="r" t="t"/>
              <a:pathLst>
                <a:path extrusionOk="0" h="2954" w="3382">
                  <a:moveTo>
                    <a:pt x="2691" y="0"/>
                  </a:moveTo>
                  <a:lnTo>
                    <a:pt x="786" y="48"/>
                  </a:lnTo>
                  <a:lnTo>
                    <a:pt x="417" y="238"/>
                  </a:lnTo>
                  <a:lnTo>
                    <a:pt x="0" y="929"/>
                  </a:lnTo>
                  <a:lnTo>
                    <a:pt x="738" y="2882"/>
                  </a:lnTo>
                  <a:lnTo>
                    <a:pt x="2024" y="2072"/>
                  </a:lnTo>
                  <a:lnTo>
                    <a:pt x="3382" y="2953"/>
                  </a:lnTo>
                  <a:cubicBezTo>
                    <a:pt x="3382" y="2953"/>
                    <a:pt x="3382" y="953"/>
                    <a:pt x="3275" y="727"/>
                  </a:cubicBezTo>
                  <a:cubicBezTo>
                    <a:pt x="3155" y="488"/>
                    <a:pt x="2691" y="0"/>
                    <a:pt x="269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26"/>
            <p:cNvSpPr/>
            <p:nvPr/>
          </p:nvSpPr>
          <p:spPr>
            <a:xfrm>
              <a:off x="4910000" y="1737200"/>
              <a:ext cx="57175" cy="80050"/>
            </a:xfrm>
            <a:custGeom>
              <a:rect b="b" l="l" r="r" t="t"/>
              <a:pathLst>
                <a:path extrusionOk="0" h="3202" w="2287">
                  <a:moveTo>
                    <a:pt x="36" y="0"/>
                  </a:moveTo>
                  <a:lnTo>
                    <a:pt x="0" y="179"/>
                  </a:lnTo>
                  <a:lnTo>
                    <a:pt x="131" y="1596"/>
                  </a:lnTo>
                  <a:cubicBezTo>
                    <a:pt x="131" y="1596"/>
                    <a:pt x="965" y="3060"/>
                    <a:pt x="1274" y="3191"/>
                  </a:cubicBezTo>
                  <a:cubicBezTo>
                    <a:pt x="1289" y="3198"/>
                    <a:pt x="1305" y="3202"/>
                    <a:pt x="1321" y="3202"/>
                  </a:cubicBezTo>
                  <a:cubicBezTo>
                    <a:pt x="1620" y="3202"/>
                    <a:pt x="2065" y="1978"/>
                    <a:pt x="2155" y="1786"/>
                  </a:cubicBezTo>
                  <a:cubicBezTo>
                    <a:pt x="2239" y="1572"/>
                    <a:pt x="2286" y="881"/>
                    <a:pt x="2286" y="881"/>
                  </a:cubicBezTo>
                  <a:cubicBezTo>
                    <a:pt x="2286" y="881"/>
                    <a:pt x="1453" y="858"/>
                    <a:pt x="1036" y="572"/>
                  </a:cubicBezTo>
                  <a:cubicBezTo>
                    <a:pt x="619" y="298"/>
                    <a:pt x="36" y="0"/>
                    <a:pt x="36"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26"/>
            <p:cNvSpPr/>
            <p:nvPr/>
          </p:nvSpPr>
          <p:spPr>
            <a:xfrm>
              <a:off x="4910000" y="1737200"/>
              <a:ext cx="57175" cy="44675"/>
            </a:xfrm>
            <a:custGeom>
              <a:rect b="b" l="l" r="r" t="t"/>
              <a:pathLst>
                <a:path extrusionOk="0" h="1787" w="2287">
                  <a:moveTo>
                    <a:pt x="36" y="0"/>
                  </a:moveTo>
                  <a:cubicBezTo>
                    <a:pt x="36" y="0"/>
                    <a:pt x="40" y="2"/>
                    <a:pt x="46" y="6"/>
                  </a:cubicBezTo>
                  <a:lnTo>
                    <a:pt x="46" y="6"/>
                  </a:lnTo>
                  <a:lnTo>
                    <a:pt x="48" y="0"/>
                  </a:lnTo>
                  <a:close/>
                  <a:moveTo>
                    <a:pt x="46" y="6"/>
                  </a:moveTo>
                  <a:lnTo>
                    <a:pt x="0" y="167"/>
                  </a:lnTo>
                  <a:lnTo>
                    <a:pt x="131" y="1596"/>
                  </a:lnTo>
                  <a:cubicBezTo>
                    <a:pt x="131" y="1596"/>
                    <a:pt x="179" y="1667"/>
                    <a:pt x="238" y="1786"/>
                  </a:cubicBezTo>
                  <a:cubicBezTo>
                    <a:pt x="941" y="1691"/>
                    <a:pt x="1608" y="1512"/>
                    <a:pt x="2251" y="1250"/>
                  </a:cubicBezTo>
                  <a:cubicBezTo>
                    <a:pt x="2274" y="1048"/>
                    <a:pt x="2286" y="881"/>
                    <a:pt x="2286" y="881"/>
                  </a:cubicBezTo>
                  <a:cubicBezTo>
                    <a:pt x="2286" y="881"/>
                    <a:pt x="1453" y="858"/>
                    <a:pt x="1036" y="572"/>
                  </a:cubicBezTo>
                  <a:cubicBezTo>
                    <a:pt x="652" y="319"/>
                    <a:pt x="126" y="47"/>
                    <a:pt x="46" y="6"/>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26"/>
            <p:cNvSpPr/>
            <p:nvPr/>
          </p:nvSpPr>
          <p:spPr>
            <a:xfrm>
              <a:off x="4887975" y="1698975"/>
              <a:ext cx="21975" cy="32025"/>
            </a:xfrm>
            <a:custGeom>
              <a:rect b="b" l="l" r="r" t="t"/>
              <a:pathLst>
                <a:path extrusionOk="0" h="1281" w="879">
                  <a:moveTo>
                    <a:pt x="521" y="1"/>
                  </a:moveTo>
                  <a:cubicBezTo>
                    <a:pt x="467" y="1"/>
                    <a:pt x="405" y="19"/>
                    <a:pt x="334" y="65"/>
                  </a:cubicBezTo>
                  <a:cubicBezTo>
                    <a:pt x="0" y="267"/>
                    <a:pt x="96" y="696"/>
                    <a:pt x="238" y="886"/>
                  </a:cubicBezTo>
                  <a:cubicBezTo>
                    <a:pt x="357" y="1077"/>
                    <a:pt x="536" y="1220"/>
                    <a:pt x="750" y="1279"/>
                  </a:cubicBezTo>
                  <a:cubicBezTo>
                    <a:pt x="752" y="1280"/>
                    <a:pt x="755" y="1280"/>
                    <a:pt x="757" y="1280"/>
                  </a:cubicBezTo>
                  <a:cubicBezTo>
                    <a:pt x="879" y="1280"/>
                    <a:pt x="798" y="243"/>
                    <a:pt x="798" y="243"/>
                  </a:cubicBezTo>
                  <a:cubicBezTo>
                    <a:pt x="798" y="243"/>
                    <a:pt x="717" y="1"/>
                    <a:pt x="521"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26"/>
            <p:cNvSpPr/>
            <p:nvPr/>
          </p:nvSpPr>
          <p:spPr>
            <a:xfrm>
              <a:off x="4894225" y="1634425"/>
              <a:ext cx="92900" cy="137250"/>
            </a:xfrm>
            <a:custGeom>
              <a:rect b="b" l="l" r="r" t="t"/>
              <a:pathLst>
                <a:path extrusionOk="0" h="5490" w="3716">
                  <a:moveTo>
                    <a:pt x="2326" y="0"/>
                  </a:moveTo>
                  <a:cubicBezTo>
                    <a:pt x="1768" y="0"/>
                    <a:pt x="1202" y="212"/>
                    <a:pt x="893" y="337"/>
                  </a:cubicBezTo>
                  <a:cubicBezTo>
                    <a:pt x="893" y="337"/>
                    <a:pt x="119" y="456"/>
                    <a:pt x="60" y="1170"/>
                  </a:cubicBezTo>
                  <a:cubicBezTo>
                    <a:pt x="0" y="1885"/>
                    <a:pt x="405" y="3766"/>
                    <a:pt x="631" y="4278"/>
                  </a:cubicBezTo>
                  <a:cubicBezTo>
                    <a:pt x="858" y="4802"/>
                    <a:pt x="1060" y="4945"/>
                    <a:pt x="1524" y="5290"/>
                  </a:cubicBezTo>
                  <a:cubicBezTo>
                    <a:pt x="1719" y="5435"/>
                    <a:pt x="1988" y="5489"/>
                    <a:pt x="2253" y="5489"/>
                  </a:cubicBezTo>
                  <a:cubicBezTo>
                    <a:pt x="2620" y="5489"/>
                    <a:pt x="2976" y="5384"/>
                    <a:pt x="3108" y="5266"/>
                  </a:cubicBezTo>
                  <a:cubicBezTo>
                    <a:pt x="3346" y="5064"/>
                    <a:pt x="3608" y="4516"/>
                    <a:pt x="3656" y="3564"/>
                  </a:cubicBezTo>
                  <a:cubicBezTo>
                    <a:pt x="3715" y="2909"/>
                    <a:pt x="3715" y="2254"/>
                    <a:pt x="3691" y="1599"/>
                  </a:cubicBezTo>
                  <a:cubicBezTo>
                    <a:pt x="3656" y="1028"/>
                    <a:pt x="3251" y="563"/>
                    <a:pt x="3251" y="563"/>
                  </a:cubicBezTo>
                  <a:cubicBezTo>
                    <a:pt x="3251" y="563"/>
                    <a:pt x="3370" y="194"/>
                    <a:pt x="2715" y="39"/>
                  </a:cubicBezTo>
                  <a:cubicBezTo>
                    <a:pt x="2588" y="12"/>
                    <a:pt x="2457" y="0"/>
                    <a:pt x="2326"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26"/>
            <p:cNvSpPr/>
            <p:nvPr/>
          </p:nvSpPr>
          <p:spPr>
            <a:xfrm>
              <a:off x="4894225" y="1634425"/>
              <a:ext cx="92300" cy="136950"/>
            </a:xfrm>
            <a:custGeom>
              <a:rect b="b" l="l" r="r" t="t"/>
              <a:pathLst>
                <a:path extrusionOk="0" h="5478" w="3692">
                  <a:moveTo>
                    <a:pt x="2317" y="0"/>
                  </a:moveTo>
                  <a:cubicBezTo>
                    <a:pt x="1763" y="0"/>
                    <a:pt x="1192" y="209"/>
                    <a:pt x="893" y="325"/>
                  </a:cubicBezTo>
                  <a:cubicBezTo>
                    <a:pt x="893" y="325"/>
                    <a:pt x="107" y="444"/>
                    <a:pt x="60" y="1159"/>
                  </a:cubicBezTo>
                  <a:cubicBezTo>
                    <a:pt x="0" y="1885"/>
                    <a:pt x="405" y="3754"/>
                    <a:pt x="631" y="4278"/>
                  </a:cubicBezTo>
                  <a:cubicBezTo>
                    <a:pt x="858" y="4790"/>
                    <a:pt x="1060" y="4933"/>
                    <a:pt x="1524" y="5278"/>
                  </a:cubicBezTo>
                  <a:cubicBezTo>
                    <a:pt x="1719" y="5423"/>
                    <a:pt x="1988" y="5477"/>
                    <a:pt x="2253" y="5477"/>
                  </a:cubicBezTo>
                  <a:cubicBezTo>
                    <a:pt x="2620" y="5477"/>
                    <a:pt x="2976" y="5372"/>
                    <a:pt x="3108" y="5254"/>
                  </a:cubicBezTo>
                  <a:cubicBezTo>
                    <a:pt x="3286" y="5099"/>
                    <a:pt x="3477" y="4754"/>
                    <a:pt x="3584" y="4183"/>
                  </a:cubicBezTo>
                  <a:lnTo>
                    <a:pt x="3584" y="4183"/>
                  </a:lnTo>
                  <a:lnTo>
                    <a:pt x="3429" y="4290"/>
                  </a:lnTo>
                  <a:lnTo>
                    <a:pt x="3429" y="4195"/>
                  </a:lnTo>
                  <a:cubicBezTo>
                    <a:pt x="3429" y="4111"/>
                    <a:pt x="3060" y="3826"/>
                    <a:pt x="2715" y="3766"/>
                  </a:cubicBezTo>
                  <a:cubicBezTo>
                    <a:pt x="2659" y="3756"/>
                    <a:pt x="2599" y="3752"/>
                    <a:pt x="2536" y="3752"/>
                  </a:cubicBezTo>
                  <a:cubicBezTo>
                    <a:pt x="2209" y="3752"/>
                    <a:pt x="1813" y="3869"/>
                    <a:pt x="1643" y="3968"/>
                  </a:cubicBezTo>
                  <a:cubicBezTo>
                    <a:pt x="1441" y="4087"/>
                    <a:pt x="1381" y="4373"/>
                    <a:pt x="1381" y="4373"/>
                  </a:cubicBezTo>
                  <a:cubicBezTo>
                    <a:pt x="1227" y="4361"/>
                    <a:pt x="1084" y="4290"/>
                    <a:pt x="977" y="4171"/>
                  </a:cubicBezTo>
                  <a:cubicBezTo>
                    <a:pt x="834" y="3968"/>
                    <a:pt x="631" y="2694"/>
                    <a:pt x="691" y="2611"/>
                  </a:cubicBezTo>
                  <a:cubicBezTo>
                    <a:pt x="750" y="2528"/>
                    <a:pt x="1072" y="2123"/>
                    <a:pt x="1036" y="1980"/>
                  </a:cubicBezTo>
                  <a:cubicBezTo>
                    <a:pt x="1012" y="1837"/>
                    <a:pt x="869" y="1778"/>
                    <a:pt x="834" y="1540"/>
                  </a:cubicBezTo>
                  <a:cubicBezTo>
                    <a:pt x="810" y="1313"/>
                    <a:pt x="1215" y="1087"/>
                    <a:pt x="1215" y="1087"/>
                  </a:cubicBezTo>
                  <a:cubicBezTo>
                    <a:pt x="1291" y="1028"/>
                    <a:pt x="1399" y="1007"/>
                    <a:pt x="1524" y="1007"/>
                  </a:cubicBezTo>
                  <a:cubicBezTo>
                    <a:pt x="1806" y="1007"/>
                    <a:pt x="2174" y="1113"/>
                    <a:pt x="2455" y="1113"/>
                  </a:cubicBezTo>
                  <a:cubicBezTo>
                    <a:pt x="2475" y="1113"/>
                    <a:pt x="2494" y="1112"/>
                    <a:pt x="2513" y="1111"/>
                  </a:cubicBezTo>
                  <a:cubicBezTo>
                    <a:pt x="2739" y="1099"/>
                    <a:pt x="2953" y="1028"/>
                    <a:pt x="3144" y="897"/>
                  </a:cubicBezTo>
                  <a:lnTo>
                    <a:pt x="3322" y="1087"/>
                  </a:lnTo>
                  <a:lnTo>
                    <a:pt x="3417" y="1373"/>
                  </a:lnTo>
                  <a:cubicBezTo>
                    <a:pt x="3465" y="1456"/>
                    <a:pt x="3525" y="1516"/>
                    <a:pt x="3584" y="1575"/>
                  </a:cubicBezTo>
                  <a:cubicBezTo>
                    <a:pt x="3679" y="1670"/>
                    <a:pt x="3644" y="1623"/>
                    <a:pt x="3691" y="1706"/>
                  </a:cubicBezTo>
                  <a:cubicBezTo>
                    <a:pt x="3691" y="1670"/>
                    <a:pt x="3691" y="1635"/>
                    <a:pt x="3691" y="1599"/>
                  </a:cubicBezTo>
                  <a:cubicBezTo>
                    <a:pt x="3656" y="1016"/>
                    <a:pt x="3251" y="551"/>
                    <a:pt x="3251" y="551"/>
                  </a:cubicBezTo>
                  <a:cubicBezTo>
                    <a:pt x="3251" y="551"/>
                    <a:pt x="3370" y="182"/>
                    <a:pt x="2703" y="39"/>
                  </a:cubicBezTo>
                  <a:cubicBezTo>
                    <a:pt x="2578" y="12"/>
                    <a:pt x="2448" y="0"/>
                    <a:pt x="2317"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26"/>
            <p:cNvSpPr/>
            <p:nvPr/>
          </p:nvSpPr>
          <p:spPr>
            <a:xfrm>
              <a:off x="4965650" y="1687775"/>
              <a:ext cx="18475" cy="7775"/>
            </a:xfrm>
            <a:custGeom>
              <a:rect b="b" l="l" r="r" t="t"/>
              <a:pathLst>
                <a:path extrusionOk="0" fill="none" h="311" w="739">
                  <a:moveTo>
                    <a:pt x="1" y="310"/>
                  </a:moveTo>
                  <a:lnTo>
                    <a:pt x="132" y="191"/>
                  </a:lnTo>
                  <a:cubicBezTo>
                    <a:pt x="132" y="191"/>
                    <a:pt x="370" y="1"/>
                    <a:pt x="739" y="287"/>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26"/>
            <p:cNvSpPr/>
            <p:nvPr/>
          </p:nvSpPr>
          <p:spPr>
            <a:xfrm>
              <a:off x="4948400" y="1695525"/>
              <a:ext cx="17875" cy="32475"/>
            </a:xfrm>
            <a:custGeom>
              <a:rect b="b" l="l" r="r" t="t"/>
              <a:pathLst>
                <a:path extrusionOk="0" fill="none" h="1299" w="715">
                  <a:moveTo>
                    <a:pt x="0" y="1096"/>
                  </a:moveTo>
                  <a:cubicBezTo>
                    <a:pt x="0" y="1096"/>
                    <a:pt x="84" y="1298"/>
                    <a:pt x="262" y="1298"/>
                  </a:cubicBezTo>
                  <a:cubicBezTo>
                    <a:pt x="417" y="1286"/>
                    <a:pt x="572" y="1251"/>
                    <a:pt x="715" y="1203"/>
                  </a:cubicBezTo>
                  <a:lnTo>
                    <a:pt x="655" y="167"/>
                  </a:lnTo>
                  <a:lnTo>
                    <a:pt x="6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26"/>
            <p:cNvSpPr/>
            <p:nvPr/>
          </p:nvSpPr>
          <p:spPr>
            <a:xfrm>
              <a:off x="4944525" y="1736900"/>
              <a:ext cx="16400" cy="9025"/>
            </a:xfrm>
            <a:custGeom>
              <a:rect b="b" l="l" r="r" t="t"/>
              <a:pathLst>
                <a:path extrusionOk="0" h="361" w="656">
                  <a:moveTo>
                    <a:pt x="0" y="0"/>
                  </a:moveTo>
                  <a:cubicBezTo>
                    <a:pt x="0" y="0"/>
                    <a:pt x="155" y="334"/>
                    <a:pt x="334" y="358"/>
                  </a:cubicBezTo>
                  <a:cubicBezTo>
                    <a:pt x="345" y="360"/>
                    <a:pt x="357" y="361"/>
                    <a:pt x="368" y="361"/>
                  </a:cubicBezTo>
                  <a:cubicBezTo>
                    <a:pt x="540" y="361"/>
                    <a:pt x="655" y="119"/>
                    <a:pt x="655" y="119"/>
                  </a:cubicBezTo>
                  <a:cubicBezTo>
                    <a:pt x="441" y="119"/>
                    <a:pt x="215" y="72"/>
                    <a:pt x="12"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26"/>
            <p:cNvSpPr/>
            <p:nvPr/>
          </p:nvSpPr>
          <p:spPr>
            <a:xfrm>
              <a:off x="4942150" y="1734525"/>
              <a:ext cx="22650" cy="5975"/>
            </a:xfrm>
            <a:custGeom>
              <a:rect b="b" l="l" r="r" t="t"/>
              <a:pathLst>
                <a:path extrusionOk="0" fill="none" h="239" w="906">
                  <a:moveTo>
                    <a:pt x="905" y="191"/>
                  </a:moveTo>
                  <a:cubicBezTo>
                    <a:pt x="905" y="191"/>
                    <a:pt x="381" y="238"/>
                    <a:pt x="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26"/>
            <p:cNvSpPr/>
            <p:nvPr/>
          </p:nvSpPr>
          <p:spPr>
            <a:xfrm>
              <a:off x="4943025" y="1697300"/>
              <a:ext cx="6275" cy="9850"/>
            </a:xfrm>
            <a:custGeom>
              <a:rect b="b" l="l" r="r" t="t"/>
              <a:pathLst>
                <a:path extrusionOk="0" h="394" w="251">
                  <a:moveTo>
                    <a:pt x="120" y="1"/>
                  </a:moveTo>
                  <a:cubicBezTo>
                    <a:pt x="49" y="1"/>
                    <a:pt x="1" y="84"/>
                    <a:pt x="1" y="191"/>
                  </a:cubicBezTo>
                  <a:cubicBezTo>
                    <a:pt x="1" y="310"/>
                    <a:pt x="60" y="394"/>
                    <a:pt x="120" y="394"/>
                  </a:cubicBezTo>
                  <a:cubicBezTo>
                    <a:pt x="191" y="394"/>
                    <a:pt x="251" y="310"/>
                    <a:pt x="251" y="191"/>
                  </a:cubicBezTo>
                  <a:cubicBezTo>
                    <a:pt x="251" y="84"/>
                    <a:pt x="191" y="1"/>
                    <a:pt x="120"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26"/>
            <p:cNvSpPr/>
            <p:nvPr/>
          </p:nvSpPr>
          <p:spPr>
            <a:xfrm>
              <a:off x="4973700" y="1697300"/>
              <a:ext cx="6275" cy="9850"/>
            </a:xfrm>
            <a:custGeom>
              <a:rect b="b" l="l" r="r" t="t"/>
              <a:pathLst>
                <a:path extrusionOk="0" h="394" w="251">
                  <a:moveTo>
                    <a:pt x="119" y="1"/>
                  </a:moveTo>
                  <a:cubicBezTo>
                    <a:pt x="60" y="1"/>
                    <a:pt x="0" y="84"/>
                    <a:pt x="0" y="191"/>
                  </a:cubicBezTo>
                  <a:cubicBezTo>
                    <a:pt x="0" y="310"/>
                    <a:pt x="60" y="394"/>
                    <a:pt x="119" y="394"/>
                  </a:cubicBezTo>
                  <a:cubicBezTo>
                    <a:pt x="191" y="394"/>
                    <a:pt x="250" y="310"/>
                    <a:pt x="250" y="191"/>
                  </a:cubicBezTo>
                  <a:cubicBezTo>
                    <a:pt x="250" y="84"/>
                    <a:pt x="191" y="1"/>
                    <a:pt x="119"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26"/>
            <p:cNvSpPr/>
            <p:nvPr/>
          </p:nvSpPr>
          <p:spPr>
            <a:xfrm>
              <a:off x="4931425" y="1691050"/>
              <a:ext cx="18475" cy="3900"/>
            </a:xfrm>
            <a:custGeom>
              <a:rect b="b" l="l" r="r" t="t"/>
              <a:pathLst>
                <a:path extrusionOk="0" fill="none" h="156" w="739">
                  <a:moveTo>
                    <a:pt x="1" y="156"/>
                  </a:moveTo>
                  <a:cubicBezTo>
                    <a:pt x="227" y="37"/>
                    <a:pt x="489" y="1"/>
                    <a:pt x="739" y="6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26"/>
            <p:cNvSpPr/>
            <p:nvPr/>
          </p:nvSpPr>
          <p:spPr>
            <a:xfrm>
              <a:off x="4554000" y="2276450"/>
              <a:ext cx="116700" cy="174850"/>
            </a:xfrm>
            <a:custGeom>
              <a:rect b="b" l="l" r="r" t="t"/>
              <a:pathLst>
                <a:path extrusionOk="0" h="6994" w="4668">
                  <a:moveTo>
                    <a:pt x="1888" y="1"/>
                  </a:moveTo>
                  <a:cubicBezTo>
                    <a:pt x="1165" y="1"/>
                    <a:pt x="702" y="698"/>
                    <a:pt x="679" y="1647"/>
                  </a:cubicBezTo>
                  <a:cubicBezTo>
                    <a:pt x="679" y="1647"/>
                    <a:pt x="179" y="5505"/>
                    <a:pt x="84" y="5874"/>
                  </a:cubicBezTo>
                  <a:cubicBezTo>
                    <a:pt x="0" y="6243"/>
                    <a:pt x="60" y="6862"/>
                    <a:pt x="60" y="6862"/>
                  </a:cubicBezTo>
                  <a:cubicBezTo>
                    <a:pt x="322" y="6922"/>
                    <a:pt x="584" y="6969"/>
                    <a:pt x="858" y="6993"/>
                  </a:cubicBezTo>
                  <a:lnTo>
                    <a:pt x="1477" y="6993"/>
                  </a:lnTo>
                  <a:cubicBezTo>
                    <a:pt x="1477" y="6993"/>
                    <a:pt x="1858" y="6898"/>
                    <a:pt x="1953" y="6862"/>
                  </a:cubicBezTo>
                  <a:cubicBezTo>
                    <a:pt x="1975" y="6854"/>
                    <a:pt x="2008" y="6851"/>
                    <a:pt x="2051" y="6851"/>
                  </a:cubicBezTo>
                  <a:cubicBezTo>
                    <a:pt x="2194" y="6851"/>
                    <a:pt x="2443" y="6886"/>
                    <a:pt x="2727" y="6886"/>
                  </a:cubicBezTo>
                  <a:cubicBezTo>
                    <a:pt x="2885" y="6886"/>
                    <a:pt x="3207" y="6893"/>
                    <a:pt x="3536" y="6893"/>
                  </a:cubicBezTo>
                  <a:cubicBezTo>
                    <a:pt x="3974" y="6893"/>
                    <a:pt x="4424" y="6881"/>
                    <a:pt x="4513" y="6827"/>
                  </a:cubicBezTo>
                  <a:cubicBezTo>
                    <a:pt x="4668" y="6731"/>
                    <a:pt x="4656" y="6362"/>
                    <a:pt x="4287" y="6053"/>
                  </a:cubicBezTo>
                  <a:cubicBezTo>
                    <a:pt x="3918" y="5743"/>
                    <a:pt x="2989" y="5600"/>
                    <a:pt x="2858" y="5445"/>
                  </a:cubicBezTo>
                  <a:lnTo>
                    <a:pt x="2739" y="5291"/>
                  </a:lnTo>
                  <a:lnTo>
                    <a:pt x="2489" y="4862"/>
                  </a:lnTo>
                  <a:cubicBezTo>
                    <a:pt x="2489" y="4862"/>
                    <a:pt x="2810" y="4243"/>
                    <a:pt x="2739" y="3898"/>
                  </a:cubicBezTo>
                  <a:cubicBezTo>
                    <a:pt x="2679" y="3564"/>
                    <a:pt x="2560" y="2969"/>
                    <a:pt x="2560" y="2850"/>
                  </a:cubicBezTo>
                  <a:cubicBezTo>
                    <a:pt x="2560" y="2719"/>
                    <a:pt x="2775" y="1766"/>
                    <a:pt x="2870" y="1612"/>
                  </a:cubicBezTo>
                  <a:cubicBezTo>
                    <a:pt x="2965" y="1457"/>
                    <a:pt x="2739" y="64"/>
                    <a:pt x="1977" y="4"/>
                  </a:cubicBezTo>
                  <a:cubicBezTo>
                    <a:pt x="1947" y="2"/>
                    <a:pt x="1917" y="1"/>
                    <a:pt x="1888"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26"/>
            <p:cNvSpPr/>
            <p:nvPr/>
          </p:nvSpPr>
          <p:spPr>
            <a:xfrm>
              <a:off x="4589425" y="2413025"/>
              <a:ext cx="117300" cy="37375"/>
            </a:xfrm>
            <a:custGeom>
              <a:rect b="b" l="l" r="r" t="t"/>
              <a:pathLst>
                <a:path extrusionOk="0" h="1495" w="4692">
                  <a:moveTo>
                    <a:pt x="2188" y="0"/>
                  </a:moveTo>
                  <a:cubicBezTo>
                    <a:pt x="1454" y="0"/>
                    <a:pt x="110" y="517"/>
                    <a:pt x="60" y="935"/>
                  </a:cubicBezTo>
                  <a:cubicBezTo>
                    <a:pt x="0" y="1423"/>
                    <a:pt x="215" y="1495"/>
                    <a:pt x="215" y="1495"/>
                  </a:cubicBezTo>
                  <a:lnTo>
                    <a:pt x="4691" y="1495"/>
                  </a:lnTo>
                  <a:cubicBezTo>
                    <a:pt x="4691" y="1495"/>
                    <a:pt x="4656" y="1185"/>
                    <a:pt x="4537" y="1030"/>
                  </a:cubicBezTo>
                  <a:cubicBezTo>
                    <a:pt x="4418" y="875"/>
                    <a:pt x="3453" y="566"/>
                    <a:pt x="3275" y="506"/>
                  </a:cubicBezTo>
                  <a:cubicBezTo>
                    <a:pt x="3084" y="435"/>
                    <a:pt x="2536" y="66"/>
                    <a:pt x="2536" y="66"/>
                  </a:cubicBezTo>
                  <a:cubicBezTo>
                    <a:pt x="2454" y="21"/>
                    <a:pt x="2333" y="0"/>
                    <a:pt x="2188" y="0"/>
                  </a:cubicBezTo>
                  <a:close/>
                </a:path>
              </a:pathLst>
            </a:custGeom>
            <a:solidFill>
              <a:srgbClr val="666666"/>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26"/>
            <p:cNvSpPr/>
            <p:nvPr/>
          </p:nvSpPr>
          <p:spPr>
            <a:xfrm>
              <a:off x="4542975" y="2005675"/>
              <a:ext cx="126825" cy="438475"/>
            </a:xfrm>
            <a:custGeom>
              <a:rect b="b" l="l" r="r" t="t"/>
              <a:pathLst>
                <a:path extrusionOk="0" h="17539" w="5073">
                  <a:moveTo>
                    <a:pt x="310" y="1"/>
                  </a:moveTo>
                  <a:cubicBezTo>
                    <a:pt x="310" y="1"/>
                    <a:pt x="1" y="2013"/>
                    <a:pt x="251" y="2775"/>
                  </a:cubicBezTo>
                  <a:cubicBezTo>
                    <a:pt x="394" y="3239"/>
                    <a:pt x="644" y="3656"/>
                    <a:pt x="965" y="4013"/>
                  </a:cubicBezTo>
                  <a:cubicBezTo>
                    <a:pt x="965" y="4013"/>
                    <a:pt x="1394" y="8680"/>
                    <a:pt x="1394" y="9383"/>
                  </a:cubicBezTo>
                  <a:cubicBezTo>
                    <a:pt x="1394" y="10097"/>
                    <a:pt x="965" y="11085"/>
                    <a:pt x="1025" y="12133"/>
                  </a:cubicBezTo>
                  <a:cubicBezTo>
                    <a:pt x="1084" y="13181"/>
                    <a:pt x="1704" y="16265"/>
                    <a:pt x="1704" y="16669"/>
                  </a:cubicBezTo>
                  <a:lnTo>
                    <a:pt x="1704" y="17289"/>
                  </a:lnTo>
                  <a:lnTo>
                    <a:pt x="1977" y="17539"/>
                  </a:lnTo>
                  <a:cubicBezTo>
                    <a:pt x="1977" y="17539"/>
                    <a:pt x="3644" y="16681"/>
                    <a:pt x="3775" y="16586"/>
                  </a:cubicBezTo>
                  <a:cubicBezTo>
                    <a:pt x="3966" y="16467"/>
                    <a:pt x="4168" y="16396"/>
                    <a:pt x="4394" y="16360"/>
                  </a:cubicBezTo>
                  <a:cubicBezTo>
                    <a:pt x="4490" y="16360"/>
                    <a:pt x="4454" y="16265"/>
                    <a:pt x="4394" y="16026"/>
                  </a:cubicBezTo>
                  <a:cubicBezTo>
                    <a:pt x="4335" y="15776"/>
                    <a:pt x="3954" y="15526"/>
                    <a:pt x="3894" y="15229"/>
                  </a:cubicBezTo>
                  <a:cubicBezTo>
                    <a:pt x="3835" y="14919"/>
                    <a:pt x="3894" y="13800"/>
                    <a:pt x="3930" y="13526"/>
                  </a:cubicBezTo>
                  <a:cubicBezTo>
                    <a:pt x="3954" y="13240"/>
                    <a:pt x="4490" y="11085"/>
                    <a:pt x="4573" y="9919"/>
                  </a:cubicBezTo>
                  <a:cubicBezTo>
                    <a:pt x="4668" y="8740"/>
                    <a:pt x="5037" y="6394"/>
                    <a:pt x="5037" y="5251"/>
                  </a:cubicBezTo>
                  <a:lnTo>
                    <a:pt x="5037" y="1858"/>
                  </a:lnTo>
                  <a:lnTo>
                    <a:pt x="5073" y="286"/>
                  </a:lnTo>
                  <a:lnTo>
                    <a:pt x="322"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26"/>
            <p:cNvSpPr/>
            <p:nvPr/>
          </p:nvSpPr>
          <p:spPr>
            <a:xfrm>
              <a:off x="4527800" y="1775900"/>
              <a:ext cx="158675" cy="249500"/>
            </a:xfrm>
            <a:custGeom>
              <a:rect b="b" l="l" r="r" t="t"/>
              <a:pathLst>
                <a:path extrusionOk="0" h="9980" w="6347">
                  <a:moveTo>
                    <a:pt x="1751" y="0"/>
                  </a:moveTo>
                  <a:lnTo>
                    <a:pt x="1596" y="167"/>
                  </a:lnTo>
                  <a:cubicBezTo>
                    <a:pt x="1596" y="167"/>
                    <a:pt x="489" y="1536"/>
                    <a:pt x="239" y="2512"/>
                  </a:cubicBezTo>
                  <a:cubicBezTo>
                    <a:pt x="1" y="3477"/>
                    <a:pt x="358" y="5525"/>
                    <a:pt x="406" y="5715"/>
                  </a:cubicBezTo>
                  <a:cubicBezTo>
                    <a:pt x="465" y="5906"/>
                    <a:pt x="644" y="7525"/>
                    <a:pt x="644" y="8311"/>
                  </a:cubicBezTo>
                  <a:cubicBezTo>
                    <a:pt x="644" y="9096"/>
                    <a:pt x="703" y="9442"/>
                    <a:pt x="1025" y="9525"/>
                  </a:cubicBezTo>
                  <a:cubicBezTo>
                    <a:pt x="1333" y="9605"/>
                    <a:pt x="4175" y="9980"/>
                    <a:pt x="4906" y="9980"/>
                  </a:cubicBezTo>
                  <a:cubicBezTo>
                    <a:pt x="4938" y="9980"/>
                    <a:pt x="4966" y="9979"/>
                    <a:pt x="4989" y="9977"/>
                  </a:cubicBezTo>
                  <a:cubicBezTo>
                    <a:pt x="5561" y="9954"/>
                    <a:pt x="6073" y="9680"/>
                    <a:pt x="6204" y="9418"/>
                  </a:cubicBezTo>
                  <a:cubicBezTo>
                    <a:pt x="6347" y="9144"/>
                    <a:pt x="6073" y="6906"/>
                    <a:pt x="5859" y="5644"/>
                  </a:cubicBezTo>
                  <a:cubicBezTo>
                    <a:pt x="5644" y="4370"/>
                    <a:pt x="5180" y="2703"/>
                    <a:pt x="5073" y="2191"/>
                  </a:cubicBezTo>
                  <a:cubicBezTo>
                    <a:pt x="4966" y="1679"/>
                    <a:pt x="4132" y="941"/>
                    <a:pt x="4025" y="810"/>
                  </a:cubicBezTo>
                  <a:cubicBezTo>
                    <a:pt x="3918" y="679"/>
                    <a:pt x="1751" y="0"/>
                    <a:pt x="175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26"/>
            <p:cNvSpPr/>
            <p:nvPr/>
          </p:nvSpPr>
          <p:spPr>
            <a:xfrm>
              <a:off x="4551650" y="1638350"/>
              <a:ext cx="131850" cy="161075"/>
            </a:xfrm>
            <a:custGeom>
              <a:rect b="b" l="l" r="r" t="t"/>
              <a:pathLst>
                <a:path extrusionOk="0" h="6443" w="5274">
                  <a:moveTo>
                    <a:pt x="2562" y="1"/>
                  </a:moveTo>
                  <a:cubicBezTo>
                    <a:pt x="1327" y="1"/>
                    <a:pt x="1" y="794"/>
                    <a:pt x="118" y="2121"/>
                  </a:cubicBezTo>
                  <a:cubicBezTo>
                    <a:pt x="237" y="3288"/>
                    <a:pt x="1047" y="4609"/>
                    <a:pt x="1047" y="4609"/>
                  </a:cubicBezTo>
                  <a:lnTo>
                    <a:pt x="964" y="5443"/>
                  </a:lnTo>
                  <a:lnTo>
                    <a:pt x="2952" y="6443"/>
                  </a:lnTo>
                  <a:lnTo>
                    <a:pt x="3119" y="5466"/>
                  </a:lnTo>
                  <a:cubicBezTo>
                    <a:pt x="3119" y="5466"/>
                    <a:pt x="3583" y="5526"/>
                    <a:pt x="3797" y="5526"/>
                  </a:cubicBezTo>
                  <a:cubicBezTo>
                    <a:pt x="4012" y="5526"/>
                    <a:pt x="4333" y="5443"/>
                    <a:pt x="4440" y="5252"/>
                  </a:cubicBezTo>
                  <a:cubicBezTo>
                    <a:pt x="4547" y="5062"/>
                    <a:pt x="4762" y="4073"/>
                    <a:pt x="4762" y="4073"/>
                  </a:cubicBezTo>
                  <a:cubicBezTo>
                    <a:pt x="4845" y="4061"/>
                    <a:pt x="4928" y="4026"/>
                    <a:pt x="5012" y="3990"/>
                  </a:cubicBezTo>
                  <a:cubicBezTo>
                    <a:pt x="5167" y="3907"/>
                    <a:pt x="5274" y="3716"/>
                    <a:pt x="5119" y="3585"/>
                  </a:cubicBezTo>
                  <a:cubicBezTo>
                    <a:pt x="4952" y="3454"/>
                    <a:pt x="4738" y="3180"/>
                    <a:pt x="4762" y="2918"/>
                  </a:cubicBezTo>
                  <a:cubicBezTo>
                    <a:pt x="4797" y="2645"/>
                    <a:pt x="5202" y="1966"/>
                    <a:pt x="4797" y="1323"/>
                  </a:cubicBezTo>
                  <a:cubicBezTo>
                    <a:pt x="4524" y="871"/>
                    <a:pt x="4131" y="501"/>
                    <a:pt x="3666" y="251"/>
                  </a:cubicBezTo>
                  <a:cubicBezTo>
                    <a:pt x="3341" y="81"/>
                    <a:pt x="2956" y="1"/>
                    <a:pt x="2562"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26"/>
            <p:cNvSpPr/>
            <p:nvPr/>
          </p:nvSpPr>
          <p:spPr>
            <a:xfrm>
              <a:off x="4618600" y="1768150"/>
              <a:ext cx="11025" cy="17575"/>
            </a:xfrm>
            <a:custGeom>
              <a:rect b="b" l="l" r="r" t="t"/>
              <a:pathLst>
                <a:path extrusionOk="0" h="703" w="441">
                  <a:moveTo>
                    <a:pt x="0" y="1"/>
                  </a:moveTo>
                  <a:lnTo>
                    <a:pt x="333" y="703"/>
                  </a:lnTo>
                  <a:lnTo>
                    <a:pt x="441" y="286"/>
                  </a:lnTo>
                  <a:lnTo>
                    <a:pt x="0" y="1"/>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26"/>
            <p:cNvSpPr/>
            <p:nvPr/>
          </p:nvSpPr>
          <p:spPr>
            <a:xfrm>
              <a:off x="4654600" y="1741950"/>
              <a:ext cx="9550" cy="5400"/>
            </a:xfrm>
            <a:custGeom>
              <a:rect b="b" l="l" r="r" t="t"/>
              <a:pathLst>
                <a:path extrusionOk="0" fill="none" h="216" w="382">
                  <a:moveTo>
                    <a:pt x="382" y="215"/>
                  </a:moveTo>
                  <a:cubicBezTo>
                    <a:pt x="382" y="215"/>
                    <a:pt x="96" y="144"/>
                    <a:pt x="1"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26"/>
            <p:cNvSpPr/>
            <p:nvPr/>
          </p:nvSpPr>
          <p:spPr>
            <a:xfrm>
              <a:off x="4551725" y="1638350"/>
              <a:ext cx="107075" cy="112325"/>
            </a:xfrm>
            <a:custGeom>
              <a:rect b="b" l="l" r="r" t="t"/>
              <a:pathLst>
                <a:path extrusionOk="0" h="4493" w="4283">
                  <a:moveTo>
                    <a:pt x="2566" y="1"/>
                  </a:moveTo>
                  <a:cubicBezTo>
                    <a:pt x="1333" y="1"/>
                    <a:pt x="1" y="796"/>
                    <a:pt x="127" y="2133"/>
                  </a:cubicBezTo>
                  <a:cubicBezTo>
                    <a:pt x="211" y="3073"/>
                    <a:pt x="770" y="4133"/>
                    <a:pt x="973" y="4490"/>
                  </a:cubicBezTo>
                  <a:cubicBezTo>
                    <a:pt x="988" y="4492"/>
                    <a:pt x="1004" y="4492"/>
                    <a:pt x="1020" y="4492"/>
                  </a:cubicBezTo>
                  <a:cubicBezTo>
                    <a:pt x="1136" y="4492"/>
                    <a:pt x="1293" y="4457"/>
                    <a:pt x="1532" y="4395"/>
                  </a:cubicBezTo>
                  <a:cubicBezTo>
                    <a:pt x="1961" y="4288"/>
                    <a:pt x="2116" y="3776"/>
                    <a:pt x="2116" y="3776"/>
                  </a:cubicBezTo>
                  <a:lnTo>
                    <a:pt x="2306" y="3299"/>
                  </a:lnTo>
                  <a:cubicBezTo>
                    <a:pt x="2306" y="3299"/>
                    <a:pt x="2580" y="3299"/>
                    <a:pt x="2663" y="3073"/>
                  </a:cubicBezTo>
                  <a:cubicBezTo>
                    <a:pt x="2747" y="2859"/>
                    <a:pt x="2532" y="2514"/>
                    <a:pt x="2794" y="2323"/>
                  </a:cubicBezTo>
                  <a:cubicBezTo>
                    <a:pt x="3068" y="2133"/>
                    <a:pt x="3497" y="2275"/>
                    <a:pt x="3413" y="1787"/>
                  </a:cubicBezTo>
                  <a:cubicBezTo>
                    <a:pt x="3342" y="1383"/>
                    <a:pt x="3520" y="775"/>
                    <a:pt x="4282" y="704"/>
                  </a:cubicBezTo>
                  <a:cubicBezTo>
                    <a:pt x="4092" y="525"/>
                    <a:pt x="3890" y="382"/>
                    <a:pt x="3663" y="251"/>
                  </a:cubicBezTo>
                  <a:cubicBezTo>
                    <a:pt x="3341" y="82"/>
                    <a:pt x="2958" y="1"/>
                    <a:pt x="2566"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26"/>
            <p:cNvSpPr/>
            <p:nvPr/>
          </p:nvSpPr>
          <p:spPr>
            <a:xfrm>
              <a:off x="4590600" y="1713850"/>
              <a:ext cx="27725" cy="34400"/>
            </a:xfrm>
            <a:custGeom>
              <a:rect b="b" l="l" r="r" t="t"/>
              <a:pathLst>
                <a:path extrusionOk="0" h="1376" w="1109">
                  <a:moveTo>
                    <a:pt x="629" y="1"/>
                  </a:moveTo>
                  <a:cubicBezTo>
                    <a:pt x="570" y="1"/>
                    <a:pt x="504" y="16"/>
                    <a:pt x="430" y="53"/>
                  </a:cubicBezTo>
                  <a:cubicBezTo>
                    <a:pt x="1" y="268"/>
                    <a:pt x="299" y="779"/>
                    <a:pt x="489" y="1137"/>
                  </a:cubicBezTo>
                  <a:cubicBezTo>
                    <a:pt x="597" y="1333"/>
                    <a:pt x="783" y="1375"/>
                    <a:pt x="922" y="1375"/>
                  </a:cubicBezTo>
                  <a:cubicBezTo>
                    <a:pt x="1028" y="1375"/>
                    <a:pt x="1108" y="1351"/>
                    <a:pt x="1108" y="1351"/>
                  </a:cubicBezTo>
                  <a:lnTo>
                    <a:pt x="1025" y="351"/>
                  </a:lnTo>
                  <a:cubicBezTo>
                    <a:pt x="1025" y="351"/>
                    <a:pt x="911" y="1"/>
                    <a:pt x="629" y="1"/>
                  </a:cubicBezTo>
                  <a:close/>
                </a:path>
              </a:pathLst>
            </a:custGeom>
            <a:solidFill>
              <a:srgbClr val="D1D1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26"/>
            <p:cNvSpPr/>
            <p:nvPr/>
          </p:nvSpPr>
          <p:spPr>
            <a:xfrm>
              <a:off x="4590600" y="1709800"/>
              <a:ext cx="27725" cy="41100"/>
            </a:xfrm>
            <a:custGeom>
              <a:rect b="b" l="l" r="r" t="t"/>
              <a:pathLst>
                <a:path extrusionOk="0" fill="none" h="1644" w="1109">
                  <a:moveTo>
                    <a:pt x="1025" y="513"/>
                  </a:moveTo>
                  <a:cubicBezTo>
                    <a:pt x="1025" y="513"/>
                    <a:pt x="858" y="1"/>
                    <a:pt x="430" y="215"/>
                  </a:cubicBezTo>
                  <a:cubicBezTo>
                    <a:pt x="1" y="430"/>
                    <a:pt x="299" y="941"/>
                    <a:pt x="489" y="1299"/>
                  </a:cubicBezTo>
                  <a:cubicBezTo>
                    <a:pt x="680" y="1644"/>
                    <a:pt x="1108" y="1513"/>
                    <a:pt x="1108" y="151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26"/>
            <p:cNvSpPr/>
            <p:nvPr/>
          </p:nvSpPr>
          <p:spPr>
            <a:xfrm>
              <a:off x="4659975" y="1707725"/>
              <a:ext cx="4175" cy="9550"/>
            </a:xfrm>
            <a:custGeom>
              <a:rect b="b" l="l" r="r" t="t"/>
              <a:pathLst>
                <a:path extrusionOk="0" h="382" w="167">
                  <a:moveTo>
                    <a:pt x="83" y="1"/>
                  </a:moveTo>
                  <a:cubicBezTo>
                    <a:pt x="36" y="1"/>
                    <a:pt x="0" y="84"/>
                    <a:pt x="0" y="191"/>
                  </a:cubicBezTo>
                  <a:cubicBezTo>
                    <a:pt x="0" y="298"/>
                    <a:pt x="36" y="382"/>
                    <a:pt x="83" y="382"/>
                  </a:cubicBezTo>
                  <a:cubicBezTo>
                    <a:pt x="131" y="382"/>
                    <a:pt x="167" y="298"/>
                    <a:pt x="167" y="191"/>
                  </a:cubicBezTo>
                  <a:cubicBezTo>
                    <a:pt x="167" y="84"/>
                    <a:pt x="131" y="1"/>
                    <a:pt x="83"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26"/>
            <p:cNvSpPr/>
            <p:nvPr/>
          </p:nvSpPr>
          <p:spPr>
            <a:xfrm>
              <a:off x="4653125" y="1693725"/>
              <a:ext cx="14900" cy="8075"/>
            </a:xfrm>
            <a:custGeom>
              <a:rect b="b" l="l" r="r" t="t"/>
              <a:pathLst>
                <a:path extrusionOk="0" fill="none" h="323" w="596">
                  <a:moveTo>
                    <a:pt x="0" y="322"/>
                  </a:moveTo>
                  <a:cubicBezTo>
                    <a:pt x="0" y="322"/>
                    <a:pt x="274" y="1"/>
                    <a:pt x="596" y="15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26"/>
            <p:cNvSpPr/>
            <p:nvPr/>
          </p:nvSpPr>
          <p:spPr>
            <a:xfrm>
              <a:off x="4650875" y="1826575"/>
              <a:ext cx="40675" cy="182100"/>
            </a:xfrm>
            <a:custGeom>
              <a:rect b="b" l="l" r="r" t="t"/>
              <a:pathLst>
                <a:path extrusionOk="0" h="7284" w="1627">
                  <a:moveTo>
                    <a:pt x="50" y="1"/>
                  </a:moveTo>
                  <a:cubicBezTo>
                    <a:pt x="19" y="1"/>
                    <a:pt x="0" y="47"/>
                    <a:pt x="7" y="176"/>
                  </a:cubicBezTo>
                  <a:lnTo>
                    <a:pt x="686" y="6867"/>
                  </a:lnTo>
                  <a:lnTo>
                    <a:pt x="1626" y="7284"/>
                  </a:lnTo>
                  <a:lnTo>
                    <a:pt x="1567" y="6391"/>
                  </a:lnTo>
                  <a:lnTo>
                    <a:pt x="293" y="319"/>
                  </a:lnTo>
                  <a:cubicBezTo>
                    <a:pt x="293" y="319"/>
                    <a:pt x="131" y="1"/>
                    <a:pt x="50"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26"/>
            <p:cNvSpPr/>
            <p:nvPr/>
          </p:nvSpPr>
          <p:spPr>
            <a:xfrm>
              <a:off x="4620675" y="1796125"/>
              <a:ext cx="33950" cy="34850"/>
            </a:xfrm>
            <a:custGeom>
              <a:rect b="b" l="l" r="r" t="t"/>
              <a:pathLst>
                <a:path extrusionOk="0" h="1394" w="1358">
                  <a:moveTo>
                    <a:pt x="310" y="1"/>
                  </a:moveTo>
                  <a:lnTo>
                    <a:pt x="0" y="394"/>
                  </a:lnTo>
                  <a:lnTo>
                    <a:pt x="1215" y="1394"/>
                  </a:lnTo>
                  <a:cubicBezTo>
                    <a:pt x="1215" y="1394"/>
                    <a:pt x="1358" y="953"/>
                    <a:pt x="1251" y="644"/>
                  </a:cubicBezTo>
                  <a:cubicBezTo>
                    <a:pt x="1143" y="346"/>
                    <a:pt x="310" y="1"/>
                    <a:pt x="310"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26"/>
            <p:cNvSpPr/>
            <p:nvPr/>
          </p:nvSpPr>
          <p:spPr>
            <a:xfrm>
              <a:off x="4567700" y="1766375"/>
              <a:ext cx="65200" cy="53600"/>
            </a:xfrm>
            <a:custGeom>
              <a:rect b="b" l="l" r="r" t="t"/>
              <a:pathLst>
                <a:path extrusionOk="0" h="2144" w="2608">
                  <a:moveTo>
                    <a:pt x="191" y="0"/>
                  </a:moveTo>
                  <a:lnTo>
                    <a:pt x="0" y="548"/>
                  </a:lnTo>
                  <a:lnTo>
                    <a:pt x="2262" y="2143"/>
                  </a:lnTo>
                  <a:lnTo>
                    <a:pt x="2608" y="1107"/>
                  </a:lnTo>
                  <a:lnTo>
                    <a:pt x="191"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26"/>
            <p:cNvSpPr/>
            <p:nvPr/>
          </p:nvSpPr>
          <p:spPr>
            <a:xfrm>
              <a:off x="4675750" y="1864875"/>
              <a:ext cx="51500" cy="46075"/>
            </a:xfrm>
            <a:custGeom>
              <a:rect b="b" l="l" r="r" t="t"/>
              <a:pathLst>
                <a:path extrusionOk="0" h="1843" w="2060">
                  <a:moveTo>
                    <a:pt x="543" y="1"/>
                  </a:moveTo>
                  <a:cubicBezTo>
                    <a:pt x="538" y="1"/>
                    <a:pt x="536" y="1"/>
                    <a:pt x="536" y="1"/>
                  </a:cubicBezTo>
                  <a:cubicBezTo>
                    <a:pt x="119" y="25"/>
                    <a:pt x="0" y="370"/>
                    <a:pt x="536" y="1132"/>
                  </a:cubicBezTo>
                  <a:cubicBezTo>
                    <a:pt x="953" y="1726"/>
                    <a:pt x="1183" y="1843"/>
                    <a:pt x="1343" y="1843"/>
                  </a:cubicBezTo>
                  <a:cubicBezTo>
                    <a:pt x="1388" y="1843"/>
                    <a:pt x="1428" y="1833"/>
                    <a:pt x="1465" y="1823"/>
                  </a:cubicBezTo>
                  <a:cubicBezTo>
                    <a:pt x="1619" y="1775"/>
                    <a:pt x="1881" y="1704"/>
                    <a:pt x="1977" y="1358"/>
                  </a:cubicBezTo>
                  <a:cubicBezTo>
                    <a:pt x="2060" y="1013"/>
                    <a:pt x="1929" y="739"/>
                    <a:pt x="1572" y="358"/>
                  </a:cubicBezTo>
                  <a:cubicBezTo>
                    <a:pt x="1247" y="11"/>
                    <a:pt x="618" y="1"/>
                    <a:pt x="54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26"/>
            <p:cNvSpPr/>
            <p:nvPr/>
          </p:nvSpPr>
          <p:spPr>
            <a:xfrm>
              <a:off x="4550725" y="1815775"/>
              <a:ext cx="170575" cy="136275"/>
            </a:xfrm>
            <a:custGeom>
              <a:rect b="b" l="l" r="r" t="t"/>
              <a:pathLst>
                <a:path extrusionOk="0" h="5451" w="6823">
                  <a:moveTo>
                    <a:pt x="2429" y="0"/>
                  </a:moveTo>
                  <a:lnTo>
                    <a:pt x="465" y="48"/>
                  </a:lnTo>
                  <a:cubicBezTo>
                    <a:pt x="203" y="465"/>
                    <a:pt x="48" y="941"/>
                    <a:pt x="24" y="1429"/>
                  </a:cubicBezTo>
                  <a:cubicBezTo>
                    <a:pt x="0" y="2215"/>
                    <a:pt x="191" y="2513"/>
                    <a:pt x="429" y="2584"/>
                  </a:cubicBezTo>
                  <a:cubicBezTo>
                    <a:pt x="679" y="2667"/>
                    <a:pt x="2834" y="4263"/>
                    <a:pt x="3453" y="4561"/>
                  </a:cubicBezTo>
                  <a:cubicBezTo>
                    <a:pt x="3993" y="4820"/>
                    <a:pt x="5138" y="5450"/>
                    <a:pt x="5700" y="5450"/>
                  </a:cubicBezTo>
                  <a:cubicBezTo>
                    <a:pt x="5782" y="5450"/>
                    <a:pt x="5852" y="5437"/>
                    <a:pt x="5906" y="5406"/>
                  </a:cubicBezTo>
                  <a:cubicBezTo>
                    <a:pt x="6311" y="5168"/>
                    <a:pt x="6823" y="4953"/>
                    <a:pt x="6823" y="4251"/>
                  </a:cubicBezTo>
                  <a:cubicBezTo>
                    <a:pt x="6823" y="3549"/>
                    <a:pt x="6418" y="3108"/>
                    <a:pt x="6168" y="2846"/>
                  </a:cubicBezTo>
                  <a:cubicBezTo>
                    <a:pt x="5930" y="2572"/>
                    <a:pt x="4453" y="1691"/>
                    <a:pt x="3989" y="1239"/>
                  </a:cubicBezTo>
                  <a:cubicBezTo>
                    <a:pt x="3537" y="786"/>
                    <a:pt x="2596" y="24"/>
                    <a:pt x="242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26"/>
            <p:cNvSpPr/>
            <p:nvPr/>
          </p:nvSpPr>
          <p:spPr>
            <a:xfrm>
              <a:off x="4550725" y="1815775"/>
              <a:ext cx="170575" cy="141125"/>
            </a:xfrm>
            <a:custGeom>
              <a:rect b="b" l="l" r="r" t="t"/>
              <a:pathLst>
                <a:path extrusionOk="0" fill="none" h="5645" w="6823">
                  <a:moveTo>
                    <a:pt x="465" y="48"/>
                  </a:moveTo>
                  <a:cubicBezTo>
                    <a:pt x="203" y="465"/>
                    <a:pt x="48" y="941"/>
                    <a:pt x="24" y="1429"/>
                  </a:cubicBezTo>
                  <a:cubicBezTo>
                    <a:pt x="0" y="2215"/>
                    <a:pt x="191" y="2513"/>
                    <a:pt x="429" y="2584"/>
                  </a:cubicBezTo>
                  <a:cubicBezTo>
                    <a:pt x="679" y="2667"/>
                    <a:pt x="2834" y="4263"/>
                    <a:pt x="3453" y="4561"/>
                  </a:cubicBezTo>
                  <a:cubicBezTo>
                    <a:pt x="4072" y="4858"/>
                    <a:pt x="5489" y="5644"/>
                    <a:pt x="5906" y="5406"/>
                  </a:cubicBezTo>
                  <a:cubicBezTo>
                    <a:pt x="6311" y="5168"/>
                    <a:pt x="6823" y="4953"/>
                    <a:pt x="6823" y="4251"/>
                  </a:cubicBezTo>
                  <a:cubicBezTo>
                    <a:pt x="6823" y="3549"/>
                    <a:pt x="6418" y="3108"/>
                    <a:pt x="6168" y="2846"/>
                  </a:cubicBezTo>
                  <a:cubicBezTo>
                    <a:pt x="5930" y="2572"/>
                    <a:pt x="4453" y="1691"/>
                    <a:pt x="3989" y="1239"/>
                  </a:cubicBezTo>
                  <a:cubicBezTo>
                    <a:pt x="3537" y="786"/>
                    <a:pt x="2596" y="24"/>
                    <a:pt x="2429"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26"/>
            <p:cNvSpPr/>
            <p:nvPr/>
          </p:nvSpPr>
          <p:spPr>
            <a:xfrm>
              <a:off x="4674550" y="1859525"/>
              <a:ext cx="15200" cy="22400"/>
            </a:xfrm>
            <a:custGeom>
              <a:rect b="b" l="l" r="r" t="t"/>
              <a:pathLst>
                <a:path extrusionOk="0" h="896" w="608">
                  <a:moveTo>
                    <a:pt x="273" y="0"/>
                  </a:moveTo>
                  <a:cubicBezTo>
                    <a:pt x="269" y="0"/>
                    <a:pt x="266" y="0"/>
                    <a:pt x="262" y="1"/>
                  </a:cubicBezTo>
                  <a:cubicBezTo>
                    <a:pt x="143" y="25"/>
                    <a:pt x="0" y="596"/>
                    <a:pt x="131" y="763"/>
                  </a:cubicBezTo>
                  <a:cubicBezTo>
                    <a:pt x="198" y="854"/>
                    <a:pt x="274" y="895"/>
                    <a:pt x="337" y="895"/>
                  </a:cubicBezTo>
                  <a:cubicBezTo>
                    <a:pt x="398" y="895"/>
                    <a:pt x="447" y="857"/>
                    <a:pt x="465" y="787"/>
                  </a:cubicBezTo>
                  <a:cubicBezTo>
                    <a:pt x="489" y="632"/>
                    <a:pt x="608" y="429"/>
                    <a:pt x="584" y="215"/>
                  </a:cubicBezTo>
                  <a:cubicBezTo>
                    <a:pt x="584" y="215"/>
                    <a:pt x="403" y="0"/>
                    <a:pt x="273"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26"/>
            <p:cNvSpPr/>
            <p:nvPr/>
          </p:nvSpPr>
          <p:spPr>
            <a:xfrm>
              <a:off x="4686450" y="1866650"/>
              <a:ext cx="10150" cy="14600"/>
            </a:xfrm>
            <a:custGeom>
              <a:rect b="b" l="l" r="r" t="t"/>
              <a:pathLst>
                <a:path extrusionOk="0" h="584" w="406">
                  <a:moveTo>
                    <a:pt x="190" y="1"/>
                  </a:moveTo>
                  <a:cubicBezTo>
                    <a:pt x="186" y="1"/>
                    <a:pt x="183" y="1"/>
                    <a:pt x="179" y="1"/>
                  </a:cubicBezTo>
                  <a:cubicBezTo>
                    <a:pt x="96" y="1"/>
                    <a:pt x="1" y="394"/>
                    <a:pt x="96" y="502"/>
                  </a:cubicBezTo>
                  <a:cubicBezTo>
                    <a:pt x="139" y="557"/>
                    <a:pt x="188" y="583"/>
                    <a:pt x="229" y="583"/>
                  </a:cubicBezTo>
                  <a:cubicBezTo>
                    <a:pt x="268" y="583"/>
                    <a:pt x="299" y="560"/>
                    <a:pt x="310" y="513"/>
                  </a:cubicBezTo>
                  <a:cubicBezTo>
                    <a:pt x="334" y="418"/>
                    <a:pt x="406" y="287"/>
                    <a:pt x="394" y="132"/>
                  </a:cubicBezTo>
                  <a:cubicBezTo>
                    <a:pt x="394" y="132"/>
                    <a:pt x="273" y="1"/>
                    <a:pt x="190"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26"/>
            <p:cNvSpPr/>
            <p:nvPr/>
          </p:nvSpPr>
          <p:spPr>
            <a:xfrm>
              <a:off x="4664425" y="1851775"/>
              <a:ext cx="15200" cy="22300"/>
            </a:xfrm>
            <a:custGeom>
              <a:rect b="b" l="l" r="r" t="t"/>
              <a:pathLst>
                <a:path extrusionOk="0" h="892" w="608">
                  <a:moveTo>
                    <a:pt x="284" y="1"/>
                  </a:moveTo>
                  <a:cubicBezTo>
                    <a:pt x="281" y="1"/>
                    <a:pt x="278" y="1"/>
                    <a:pt x="275" y="1"/>
                  </a:cubicBezTo>
                  <a:cubicBezTo>
                    <a:pt x="144" y="13"/>
                    <a:pt x="1" y="596"/>
                    <a:pt x="132" y="763"/>
                  </a:cubicBezTo>
                  <a:cubicBezTo>
                    <a:pt x="200" y="850"/>
                    <a:pt x="277" y="891"/>
                    <a:pt x="341" y="891"/>
                  </a:cubicBezTo>
                  <a:cubicBezTo>
                    <a:pt x="400" y="891"/>
                    <a:pt x="448" y="856"/>
                    <a:pt x="465" y="787"/>
                  </a:cubicBezTo>
                  <a:cubicBezTo>
                    <a:pt x="501" y="632"/>
                    <a:pt x="608" y="430"/>
                    <a:pt x="584" y="215"/>
                  </a:cubicBezTo>
                  <a:cubicBezTo>
                    <a:pt x="584" y="215"/>
                    <a:pt x="403" y="1"/>
                    <a:pt x="284" y="1"/>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26"/>
            <p:cNvSpPr/>
            <p:nvPr/>
          </p:nvSpPr>
          <p:spPr>
            <a:xfrm>
              <a:off x="4654900" y="1843150"/>
              <a:ext cx="15200" cy="22400"/>
            </a:xfrm>
            <a:custGeom>
              <a:rect b="b" l="l" r="r" t="t"/>
              <a:pathLst>
                <a:path extrusionOk="0" h="896" w="608">
                  <a:moveTo>
                    <a:pt x="272" y="0"/>
                  </a:moveTo>
                  <a:cubicBezTo>
                    <a:pt x="269" y="0"/>
                    <a:pt x="266" y="1"/>
                    <a:pt x="263" y="1"/>
                  </a:cubicBezTo>
                  <a:cubicBezTo>
                    <a:pt x="144" y="13"/>
                    <a:pt x="1" y="596"/>
                    <a:pt x="132" y="763"/>
                  </a:cubicBezTo>
                  <a:cubicBezTo>
                    <a:pt x="198" y="854"/>
                    <a:pt x="274" y="895"/>
                    <a:pt x="336" y="895"/>
                  </a:cubicBezTo>
                  <a:cubicBezTo>
                    <a:pt x="395" y="895"/>
                    <a:pt x="441" y="857"/>
                    <a:pt x="453" y="787"/>
                  </a:cubicBezTo>
                  <a:cubicBezTo>
                    <a:pt x="489" y="632"/>
                    <a:pt x="608" y="429"/>
                    <a:pt x="572" y="215"/>
                  </a:cubicBezTo>
                  <a:cubicBezTo>
                    <a:pt x="572" y="215"/>
                    <a:pt x="391" y="0"/>
                    <a:pt x="272" y="0"/>
                  </a:cubicBezTo>
                  <a:close/>
                </a:path>
              </a:pathLst>
            </a:custGeom>
            <a:solidFill>
              <a:srgbClr val="D1D1D1"/>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26"/>
            <p:cNvSpPr/>
            <p:nvPr/>
          </p:nvSpPr>
          <p:spPr>
            <a:xfrm>
              <a:off x="4551625" y="1889900"/>
              <a:ext cx="32450" cy="5375"/>
            </a:xfrm>
            <a:custGeom>
              <a:rect b="b" l="l" r="r" t="t"/>
              <a:pathLst>
                <a:path extrusionOk="0" h="215" w="1298">
                  <a:moveTo>
                    <a:pt x="0" y="0"/>
                  </a:moveTo>
                  <a:lnTo>
                    <a:pt x="0" y="0"/>
                  </a:lnTo>
                  <a:cubicBezTo>
                    <a:pt x="441" y="214"/>
                    <a:pt x="1298" y="214"/>
                    <a:pt x="1298" y="214"/>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26"/>
            <p:cNvSpPr/>
            <p:nvPr/>
          </p:nvSpPr>
          <p:spPr>
            <a:xfrm>
              <a:off x="4551625" y="1889900"/>
              <a:ext cx="32450" cy="5375"/>
            </a:xfrm>
            <a:custGeom>
              <a:rect b="b" l="l" r="r" t="t"/>
              <a:pathLst>
                <a:path extrusionOk="0" fill="none" h="215" w="1298">
                  <a:moveTo>
                    <a:pt x="1298" y="214"/>
                  </a:moveTo>
                  <a:cubicBezTo>
                    <a:pt x="1298" y="214"/>
                    <a:pt x="441" y="214"/>
                    <a:pt x="0"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26"/>
            <p:cNvSpPr/>
            <p:nvPr/>
          </p:nvSpPr>
          <p:spPr>
            <a:xfrm>
              <a:off x="4344750" y="1490425"/>
              <a:ext cx="200650" cy="148875"/>
            </a:xfrm>
            <a:custGeom>
              <a:rect b="b" l="l" r="r" t="t"/>
              <a:pathLst>
                <a:path extrusionOk="0" fill="none" h="5955" w="8026">
                  <a:moveTo>
                    <a:pt x="8025" y="4442"/>
                  </a:moveTo>
                  <a:lnTo>
                    <a:pt x="8025" y="5954"/>
                  </a:lnTo>
                  <a:lnTo>
                    <a:pt x="0" y="5954"/>
                  </a:lnTo>
                  <a:lnTo>
                    <a:pt x="0" y="1"/>
                  </a:lnTo>
                  <a:lnTo>
                    <a:pt x="63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26"/>
            <p:cNvSpPr/>
            <p:nvPr/>
          </p:nvSpPr>
          <p:spPr>
            <a:xfrm>
              <a:off x="4377200" y="1490425"/>
              <a:ext cx="168200" cy="100050"/>
            </a:xfrm>
            <a:custGeom>
              <a:rect b="b" l="l" r="r" t="t"/>
              <a:pathLst>
                <a:path extrusionOk="0" fill="none" h="4002" w="6728">
                  <a:moveTo>
                    <a:pt x="0" y="1"/>
                  </a:moveTo>
                  <a:lnTo>
                    <a:pt x="6727" y="1"/>
                  </a:lnTo>
                  <a:lnTo>
                    <a:pt x="6727" y="400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26"/>
            <p:cNvSpPr/>
            <p:nvPr/>
          </p:nvSpPr>
          <p:spPr>
            <a:xfrm>
              <a:off x="4344750" y="1609200"/>
              <a:ext cx="200650" cy="30100"/>
            </a:xfrm>
            <a:custGeom>
              <a:rect b="b" l="l" r="r" t="t"/>
              <a:pathLst>
                <a:path extrusionOk="0" fill="none" h="1204" w="8026">
                  <a:moveTo>
                    <a:pt x="0" y="1"/>
                  </a:moveTo>
                  <a:lnTo>
                    <a:pt x="8025" y="1"/>
                  </a:lnTo>
                  <a:lnTo>
                    <a:pt x="8025" y="1203"/>
                  </a:lnTo>
                  <a:lnTo>
                    <a:pt x="0" y="1203"/>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26"/>
            <p:cNvSpPr/>
            <p:nvPr/>
          </p:nvSpPr>
          <p:spPr>
            <a:xfrm>
              <a:off x="4359025" y="1619025"/>
              <a:ext cx="172075" cy="10750"/>
            </a:xfrm>
            <a:custGeom>
              <a:rect b="b" l="l" r="r" t="t"/>
              <a:pathLst>
                <a:path extrusionOk="0" fill="none" h="430" w="6883">
                  <a:moveTo>
                    <a:pt x="1" y="0"/>
                  </a:moveTo>
                  <a:lnTo>
                    <a:pt x="6883" y="0"/>
                  </a:lnTo>
                  <a:lnTo>
                    <a:pt x="6883" y="429"/>
                  </a:lnTo>
                  <a:lnTo>
                    <a:pt x="1" y="429"/>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26"/>
            <p:cNvSpPr/>
            <p:nvPr/>
          </p:nvSpPr>
          <p:spPr>
            <a:xfrm>
              <a:off x="4418575" y="1515750"/>
              <a:ext cx="64900" cy="75025"/>
            </a:xfrm>
            <a:custGeom>
              <a:rect b="b" l="l" r="r" t="t"/>
              <a:pathLst>
                <a:path extrusionOk="0" fill="none" h="3001" w="2596">
                  <a:moveTo>
                    <a:pt x="2596" y="1500"/>
                  </a:moveTo>
                  <a:lnTo>
                    <a:pt x="0" y="0"/>
                  </a:lnTo>
                  <a:lnTo>
                    <a:pt x="0" y="3000"/>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26"/>
            <p:cNvSpPr/>
            <p:nvPr/>
          </p:nvSpPr>
          <p:spPr>
            <a:xfrm>
              <a:off x="5388325" y="1486875"/>
              <a:ext cx="34850" cy="36025"/>
            </a:xfrm>
            <a:custGeom>
              <a:rect b="b" l="l" r="r" t="t"/>
              <a:pathLst>
                <a:path extrusionOk="0" fill="none" h="1441" w="1394">
                  <a:moveTo>
                    <a:pt x="1" y="0"/>
                  </a:moveTo>
                  <a:cubicBezTo>
                    <a:pt x="584" y="357"/>
                    <a:pt x="1060" y="845"/>
                    <a:pt x="1394" y="144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26"/>
            <p:cNvSpPr/>
            <p:nvPr/>
          </p:nvSpPr>
          <p:spPr>
            <a:xfrm>
              <a:off x="5229375" y="1467225"/>
              <a:ext cx="147675" cy="161650"/>
            </a:xfrm>
            <a:custGeom>
              <a:rect b="b" l="l" r="r" t="t"/>
              <a:pathLst>
                <a:path extrusionOk="0" fill="none" h="6466" w="5907">
                  <a:moveTo>
                    <a:pt x="1299" y="6465"/>
                  </a:moveTo>
                  <a:cubicBezTo>
                    <a:pt x="1" y="4763"/>
                    <a:pt x="322" y="2346"/>
                    <a:pt x="2025" y="1036"/>
                  </a:cubicBezTo>
                  <a:cubicBezTo>
                    <a:pt x="3132" y="191"/>
                    <a:pt x="4620" y="0"/>
                    <a:pt x="5906" y="56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26"/>
            <p:cNvSpPr/>
            <p:nvPr/>
          </p:nvSpPr>
          <p:spPr>
            <a:xfrm>
              <a:off x="5272850" y="1640750"/>
              <a:ext cx="11025" cy="8950"/>
            </a:xfrm>
            <a:custGeom>
              <a:rect b="b" l="l" r="r" t="t"/>
              <a:pathLst>
                <a:path extrusionOk="0" fill="none" h="358" w="441">
                  <a:moveTo>
                    <a:pt x="441" y="358"/>
                  </a:moveTo>
                  <a:cubicBezTo>
                    <a:pt x="286" y="251"/>
                    <a:pt x="143" y="132"/>
                    <a:pt x="0"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26"/>
            <p:cNvSpPr/>
            <p:nvPr/>
          </p:nvSpPr>
          <p:spPr>
            <a:xfrm>
              <a:off x="5293975" y="1566350"/>
              <a:ext cx="141400" cy="100325"/>
            </a:xfrm>
            <a:custGeom>
              <a:rect b="b" l="l" r="r" t="t"/>
              <a:pathLst>
                <a:path extrusionOk="0" fill="none" h="4013" w="5656">
                  <a:moveTo>
                    <a:pt x="5656" y="0"/>
                  </a:moveTo>
                  <a:lnTo>
                    <a:pt x="5656" y="143"/>
                  </a:lnTo>
                  <a:cubicBezTo>
                    <a:pt x="5656" y="2274"/>
                    <a:pt x="3918" y="4012"/>
                    <a:pt x="1786" y="4012"/>
                  </a:cubicBezTo>
                  <a:cubicBezTo>
                    <a:pt x="1155" y="4012"/>
                    <a:pt x="548" y="3858"/>
                    <a:pt x="0" y="357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26"/>
            <p:cNvSpPr/>
            <p:nvPr/>
          </p:nvSpPr>
          <p:spPr>
            <a:xfrm>
              <a:off x="5269275" y="1531225"/>
              <a:ext cx="11625" cy="34550"/>
            </a:xfrm>
            <a:custGeom>
              <a:rect b="b" l="l" r="r" t="t"/>
              <a:pathLst>
                <a:path extrusionOk="0" fill="none" h="1382" w="465">
                  <a:moveTo>
                    <a:pt x="0" y="1381"/>
                  </a:moveTo>
                  <a:cubicBezTo>
                    <a:pt x="36" y="881"/>
                    <a:pt x="191" y="405"/>
                    <a:pt x="465"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26"/>
            <p:cNvSpPr/>
            <p:nvPr/>
          </p:nvSpPr>
          <p:spPr>
            <a:xfrm>
              <a:off x="5269575" y="1493700"/>
              <a:ext cx="144975" cy="152150"/>
            </a:xfrm>
            <a:custGeom>
              <a:rect b="b" l="l" r="r" t="t"/>
              <a:pathLst>
                <a:path extrusionOk="0" fill="none" h="6086" w="5799">
                  <a:moveTo>
                    <a:pt x="798" y="1084"/>
                  </a:moveTo>
                  <a:cubicBezTo>
                    <a:pt x="1881" y="1"/>
                    <a:pt x="3643" y="1"/>
                    <a:pt x="4715" y="1084"/>
                  </a:cubicBezTo>
                  <a:cubicBezTo>
                    <a:pt x="5798" y="2168"/>
                    <a:pt x="5798" y="3930"/>
                    <a:pt x="4715" y="5013"/>
                  </a:cubicBezTo>
                  <a:cubicBezTo>
                    <a:pt x="3631" y="6085"/>
                    <a:pt x="1881" y="6085"/>
                    <a:pt x="798" y="5002"/>
                  </a:cubicBezTo>
                  <a:cubicBezTo>
                    <a:pt x="345" y="4549"/>
                    <a:pt x="60" y="3942"/>
                    <a:pt x="0" y="329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26"/>
            <p:cNvSpPr/>
            <p:nvPr/>
          </p:nvSpPr>
          <p:spPr>
            <a:xfrm>
              <a:off x="5295175" y="1526450"/>
              <a:ext cx="86625" cy="87250"/>
            </a:xfrm>
            <a:custGeom>
              <a:rect b="b" l="l" r="r" t="t"/>
              <a:pathLst>
                <a:path extrusionOk="0" fill="none" h="3490" w="3465">
                  <a:moveTo>
                    <a:pt x="2858" y="2858"/>
                  </a:moveTo>
                  <a:cubicBezTo>
                    <a:pt x="2238" y="3477"/>
                    <a:pt x="1238" y="3489"/>
                    <a:pt x="619" y="2858"/>
                  </a:cubicBezTo>
                  <a:cubicBezTo>
                    <a:pt x="0" y="2239"/>
                    <a:pt x="0" y="1239"/>
                    <a:pt x="619" y="620"/>
                  </a:cubicBezTo>
                  <a:cubicBezTo>
                    <a:pt x="1238" y="1"/>
                    <a:pt x="2238" y="1"/>
                    <a:pt x="2858" y="620"/>
                  </a:cubicBezTo>
                  <a:cubicBezTo>
                    <a:pt x="3334" y="1096"/>
                    <a:pt x="3465" y="1822"/>
                    <a:pt x="3167" y="243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26"/>
            <p:cNvSpPr/>
            <p:nvPr/>
          </p:nvSpPr>
          <p:spPr>
            <a:xfrm>
              <a:off x="5321350" y="1552650"/>
              <a:ext cx="34550" cy="34550"/>
            </a:xfrm>
            <a:custGeom>
              <a:rect b="b" l="l" r="r" t="t"/>
              <a:pathLst>
                <a:path extrusionOk="0" fill="none" h="1382" w="1382">
                  <a:moveTo>
                    <a:pt x="1382" y="691"/>
                  </a:moveTo>
                  <a:cubicBezTo>
                    <a:pt x="1382" y="1072"/>
                    <a:pt x="1072" y="1382"/>
                    <a:pt x="691" y="1382"/>
                  </a:cubicBezTo>
                  <a:cubicBezTo>
                    <a:pt x="310" y="1382"/>
                    <a:pt x="1" y="1072"/>
                    <a:pt x="1" y="691"/>
                  </a:cubicBezTo>
                  <a:cubicBezTo>
                    <a:pt x="1" y="310"/>
                    <a:pt x="310" y="0"/>
                    <a:pt x="691" y="0"/>
                  </a:cubicBezTo>
                  <a:cubicBezTo>
                    <a:pt x="1072" y="0"/>
                    <a:pt x="1382" y="310"/>
                    <a:pt x="1382" y="691"/>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26"/>
            <p:cNvSpPr/>
            <p:nvPr/>
          </p:nvSpPr>
          <p:spPr>
            <a:xfrm>
              <a:off x="5416300" y="1529125"/>
              <a:ext cx="63725" cy="30700"/>
            </a:xfrm>
            <a:custGeom>
              <a:rect b="b" l="l" r="r" t="t"/>
              <a:pathLst>
                <a:path extrusionOk="0" fill="none" h="1228" w="2549">
                  <a:moveTo>
                    <a:pt x="1" y="679"/>
                  </a:moveTo>
                  <a:lnTo>
                    <a:pt x="846" y="1227"/>
                  </a:lnTo>
                  <a:lnTo>
                    <a:pt x="2549" y="727"/>
                  </a:lnTo>
                  <a:lnTo>
                    <a:pt x="2334" y="1"/>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26"/>
            <p:cNvSpPr/>
            <p:nvPr/>
          </p:nvSpPr>
          <p:spPr>
            <a:xfrm>
              <a:off x="5416000" y="1509475"/>
              <a:ext cx="58375" cy="35450"/>
            </a:xfrm>
            <a:custGeom>
              <a:rect b="b" l="l" r="r" t="t"/>
              <a:pathLst>
                <a:path extrusionOk="0" fill="none" h="1418" w="2335">
                  <a:moveTo>
                    <a:pt x="1" y="1418"/>
                  </a:moveTo>
                  <a:lnTo>
                    <a:pt x="418" y="501"/>
                  </a:lnTo>
                  <a:lnTo>
                    <a:pt x="2120" y="1"/>
                  </a:lnTo>
                  <a:lnTo>
                    <a:pt x="2335" y="739"/>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26"/>
            <p:cNvSpPr/>
            <p:nvPr/>
          </p:nvSpPr>
          <p:spPr>
            <a:xfrm>
              <a:off x="5343075" y="1528250"/>
              <a:ext cx="131900" cy="38400"/>
            </a:xfrm>
            <a:custGeom>
              <a:rect b="b" l="l" r="r" t="t"/>
              <a:pathLst>
                <a:path extrusionOk="0" fill="none" h="1536" w="5276">
                  <a:moveTo>
                    <a:pt x="5275" y="0"/>
                  </a:moveTo>
                  <a:lnTo>
                    <a:pt x="1" y="153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26"/>
            <p:cNvSpPr/>
            <p:nvPr/>
          </p:nvSpPr>
          <p:spPr>
            <a:xfrm>
              <a:off x="4809675" y="1545800"/>
              <a:ext cx="27125" cy="59550"/>
            </a:xfrm>
            <a:custGeom>
              <a:rect b="b" l="l" r="r" t="t"/>
              <a:pathLst>
                <a:path extrusionOk="0" fill="none" h="2382" w="1085">
                  <a:moveTo>
                    <a:pt x="1" y="1"/>
                  </a:moveTo>
                  <a:lnTo>
                    <a:pt x="1084" y="1"/>
                  </a:lnTo>
                  <a:lnTo>
                    <a:pt x="1084" y="2382"/>
                  </a:lnTo>
                  <a:lnTo>
                    <a:pt x="1" y="2382"/>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26"/>
            <p:cNvSpPr/>
            <p:nvPr/>
          </p:nvSpPr>
          <p:spPr>
            <a:xfrm>
              <a:off x="4846600" y="1511875"/>
              <a:ext cx="27100" cy="93475"/>
            </a:xfrm>
            <a:custGeom>
              <a:rect b="b" l="l" r="r" t="t"/>
              <a:pathLst>
                <a:path extrusionOk="0" fill="none" h="3739" w="1084">
                  <a:moveTo>
                    <a:pt x="0" y="0"/>
                  </a:moveTo>
                  <a:lnTo>
                    <a:pt x="1084" y="0"/>
                  </a:lnTo>
                  <a:lnTo>
                    <a:pt x="1084" y="3739"/>
                  </a:lnTo>
                  <a:lnTo>
                    <a:pt x="0" y="3739"/>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26"/>
            <p:cNvSpPr/>
            <p:nvPr/>
          </p:nvSpPr>
          <p:spPr>
            <a:xfrm>
              <a:off x="4883500" y="1527350"/>
              <a:ext cx="27125" cy="78000"/>
            </a:xfrm>
            <a:custGeom>
              <a:rect b="b" l="l" r="r" t="t"/>
              <a:pathLst>
                <a:path extrusionOk="0" fill="none" h="3120" w="1085">
                  <a:moveTo>
                    <a:pt x="1" y="0"/>
                  </a:moveTo>
                  <a:lnTo>
                    <a:pt x="1084" y="0"/>
                  </a:lnTo>
                  <a:lnTo>
                    <a:pt x="1084" y="3120"/>
                  </a:lnTo>
                  <a:lnTo>
                    <a:pt x="1" y="3120"/>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26"/>
            <p:cNvSpPr/>
            <p:nvPr/>
          </p:nvSpPr>
          <p:spPr>
            <a:xfrm>
              <a:off x="4920425" y="1490425"/>
              <a:ext cx="27100" cy="114925"/>
            </a:xfrm>
            <a:custGeom>
              <a:rect b="b" l="l" r="r" t="t"/>
              <a:pathLst>
                <a:path extrusionOk="0" fill="none" h="4597" w="1084">
                  <a:moveTo>
                    <a:pt x="0" y="1"/>
                  </a:moveTo>
                  <a:lnTo>
                    <a:pt x="1084" y="1"/>
                  </a:lnTo>
                  <a:lnTo>
                    <a:pt x="1084" y="4597"/>
                  </a:lnTo>
                  <a:lnTo>
                    <a:pt x="0" y="4597"/>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26"/>
            <p:cNvSpPr/>
            <p:nvPr/>
          </p:nvSpPr>
          <p:spPr>
            <a:xfrm>
              <a:off x="4957325" y="1474950"/>
              <a:ext cx="27100" cy="130400"/>
            </a:xfrm>
            <a:custGeom>
              <a:rect b="b" l="l" r="r" t="t"/>
              <a:pathLst>
                <a:path extrusionOk="0" fill="none" h="5216" w="1084">
                  <a:moveTo>
                    <a:pt x="0" y="1"/>
                  </a:moveTo>
                  <a:lnTo>
                    <a:pt x="1084" y="1"/>
                  </a:lnTo>
                  <a:lnTo>
                    <a:pt x="1084" y="5216"/>
                  </a:lnTo>
                  <a:lnTo>
                    <a:pt x="0" y="5216"/>
                  </a:ln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26"/>
            <p:cNvSpPr/>
            <p:nvPr/>
          </p:nvSpPr>
          <p:spPr>
            <a:xfrm>
              <a:off x="4794200" y="16050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26"/>
            <p:cNvSpPr/>
            <p:nvPr/>
          </p:nvSpPr>
          <p:spPr>
            <a:xfrm>
              <a:off x="4990950" y="16050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26"/>
            <p:cNvSpPr/>
            <p:nvPr/>
          </p:nvSpPr>
          <p:spPr>
            <a:xfrm>
              <a:off x="4794200" y="15922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26"/>
            <p:cNvSpPr/>
            <p:nvPr/>
          </p:nvSpPr>
          <p:spPr>
            <a:xfrm>
              <a:off x="4990950" y="15922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26"/>
            <p:cNvSpPr/>
            <p:nvPr/>
          </p:nvSpPr>
          <p:spPr>
            <a:xfrm>
              <a:off x="4794200" y="15794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26"/>
            <p:cNvSpPr/>
            <p:nvPr/>
          </p:nvSpPr>
          <p:spPr>
            <a:xfrm>
              <a:off x="4990950" y="15794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26"/>
            <p:cNvSpPr/>
            <p:nvPr/>
          </p:nvSpPr>
          <p:spPr>
            <a:xfrm>
              <a:off x="4794200" y="15666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26"/>
            <p:cNvSpPr/>
            <p:nvPr/>
          </p:nvSpPr>
          <p:spPr>
            <a:xfrm>
              <a:off x="4990950" y="1566625"/>
              <a:ext cx="10750" cy="25"/>
            </a:xfrm>
            <a:custGeom>
              <a:rect b="b" l="l" r="r" t="t"/>
              <a:pathLst>
                <a:path extrusionOk="0" fill="none" h="1" w="430">
                  <a:moveTo>
                    <a:pt x="429"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26"/>
            <p:cNvSpPr/>
            <p:nvPr/>
          </p:nvSpPr>
          <p:spPr>
            <a:xfrm>
              <a:off x="4794200" y="15538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26"/>
            <p:cNvSpPr/>
            <p:nvPr/>
          </p:nvSpPr>
          <p:spPr>
            <a:xfrm>
              <a:off x="4990950" y="15538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26"/>
            <p:cNvSpPr/>
            <p:nvPr/>
          </p:nvSpPr>
          <p:spPr>
            <a:xfrm>
              <a:off x="4794200" y="15410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26"/>
            <p:cNvSpPr/>
            <p:nvPr/>
          </p:nvSpPr>
          <p:spPr>
            <a:xfrm>
              <a:off x="4990950" y="15410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26"/>
            <p:cNvSpPr/>
            <p:nvPr/>
          </p:nvSpPr>
          <p:spPr>
            <a:xfrm>
              <a:off x="4794200" y="15282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26"/>
            <p:cNvSpPr/>
            <p:nvPr/>
          </p:nvSpPr>
          <p:spPr>
            <a:xfrm>
              <a:off x="4990950" y="15282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26"/>
            <p:cNvSpPr/>
            <p:nvPr/>
          </p:nvSpPr>
          <p:spPr>
            <a:xfrm>
              <a:off x="4794200" y="15154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26"/>
            <p:cNvSpPr/>
            <p:nvPr/>
          </p:nvSpPr>
          <p:spPr>
            <a:xfrm>
              <a:off x="4990950" y="15154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26"/>
            <p:cNvSpPr/>
            <p:nvPr/>
          </p:nvSpPr>
          <p:spPr>
            <a:xfrm>
              <a:off x="4794200" y="15026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26"/>
            <p:cNvSpPr/>
            <p:nvPr/>
          </p:nvSpPr>
          <p:spPr>
            <a:xfrm>
              <a:off x="4990950" y="15026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26"/>
            <p:cNvSpPr/>
            <p:nvPr/>
          </p:nvSpPr>
          <p:spPr>
            <a:xfrm>
              <a:off x="4794200" y="14898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26"/>
            <p:cNvSpPr/>
            <p:nvPr/>
          </p:nvSpPr>
          <p:spPr>
            <a:xfrm>
              <a:off x="4990950" y="1489850"/>
              <a:ext cx="10750" cy="25"/>
            </a:xfrm>
            <a:custGeom>
              <a:rect b="b" l="l" r="r" t="t"/>
              <a:pathLst>
                <a:path extrusionOk="0" fill="none" h="1" w="430">
                  <a:moveTo>
                    <a:pt x="429" y="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26"/>
            <p:cNvSpPr/>
            <p:nvPr/>
          </p:nvSpPr>
          <p:spPr>
            <a:xfrm>
              <a:off x="4820400" y="1451750"/>
              <a:ext cx="135750" cy="72350"/>
            </a:xfrm>
            <a:custGeom>
              <a:rect b="b" l="l" r="r" t="t"/>
              <a:pathLst>
                <a:path extrusionOk="0" fill="none" h="2894" w="5430">
                  <a:moveTo>
                    <a:pt x="1" y="2893"/>
                  </a:moveTo>
                  <a:lnTo>
                    <a:pt x="1525" y="1227"/>
                  </a:lnTo>
                  <a:lnTo>
                    <a:pt x="3060" y="2512"/>
                  </a:lnTo>
                  <a:lnTo>
                    <a:pt x="4442" y="655"/>
                  </a:lnTo>
                  <a:lnTo>
                    <a:pt x="543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26"/>
            <p:cNvSpPr/>
            <p:nvPr/>
          </p:nvSpPr>
          <p:spPr>
            <a:xfrm>
              <a:off x="4944825" y="1440425"/>
              <a:ext cx="28600" cy="25625"/>
            </a:xfrm>
            <a:custGeom>
              <a:rect b="b" l="l" r="r" t="t"/>
              <a:pathLst>
                <a:path extrusionOk="0" h="1025" w="1144">
                  <a:moveTo>
                    <a:pt x="1143" y="1"/>
                  </a:moveTo>
                  <a:lnTo>
                    <a:pt x="0" y="72"/>
                  </a:lnTo>
                  <a:lnTo>
                    <a:pt x="619" y="1025"/>
                  </a:lnTo>
                  <a:lnTo>
                    <a:pt x="1143" y="1"/>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26"/>
            <p:cNvSpPr/>
            <p:nvPr/>
          </p:nvSpPr>
          <p:spPr>
            <a:xfrm>
              <a:off x="4145900" y="2450375"/>
              <a:ext cx="1605900" cy="25"/>
            </a:xfrm>
            <a:custGeom>
              <a:rect b="b" l="l" r="r" t="t"/>
              <a:pathLst>
                <a:path extrusionOk="0" fill="none" h="1" w="64236">
                  <a:moveTo>
                    <a:pt x="1" y="1"/>
                  </a:moveTo>
                  <a:lnTo>
                    <a:pt x="64235"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4" name="Google Shape;2484;p26"/>
          <p:cNvGrpSpPr/>
          <p:nvPr/>
        </p:nvGrpSpPr>
        <p:grpSpPr>
          <a:xfrm>
            <a:off x="3911169" y="1389778"/>
            <a:ext cx="2209871" cy="1409529"/>
            <a:chOff x="2053175" y="1288350"/>
            <a:chExt cx="2356190" cy="1502857"/>
          </a:xfrm>
        </p:grpSpPr>
        <p:sp>
          <p:nvSpPr>
            <p:cNvPr id="2485" name="Google Shape;2485;p26"/>
            <p:cNvSpPr/>
            <p:nvPr/>
          </p:nvSpPr>
          <p:spPr>
            <a:xfrm>
              <a:off x="2053175" y="1288350"/>
              <a:ext cx="2356190" cy="1502857"/>
            </a:xfrm>
            <a:custGeom>
              <a:rect b="b" l="l" r="r" t="t"/>
              <a:pathLst>
                <a:path extrusionOk="0" h="43675" w="68474">
                  <a:moveTo>
                    <a:pt x="34614" y="1"/>
                  </a:moveTo>
                  <a:cubicBezTo>
                    <a:pt x="29251" y="1"/>
                    <a:pt x="24341" y="1508"/>
                    <a:pt x="21265" y="4262"/>
                  </a:cubicBezTo>
                  <a:cubicBezTo>
                    <a:pt x="15800" y="9143"/>
                    <a:pt x="17241" y="12501"/>
                    <a:pt x="8620" y="21216"/>
                  </a:cubicBezTo>
                  <a:cubicBezTo>
                    <a:pt x="0" y="29932"/>
                    <a:pt x="1631" y="41326"/>
                    <a:pt x="15800" y="43148"/>
                  </a:cubicBezTo>
                  <a:cubicBezTo>
                    <a:pt x="18763" y="43528"/>
                    <a:pt x="21116" y="43674"/>
                    <a:pt x="23092" y="43674"/>
                  </a:cubicBezTo>
                  <a:cubicBezTo>
                    <a:pt x="29630" y="43674"/>
                    <a:pt x="32044" y="42074"/>
                    <a:pt x="38828" y="42074"/>
                  </a:cubicBezTo>
                  <a:cubicBezTo>
                    <a:pt x="39804" y="42074"/>
                    <a:pt x="40871" y="42107"/>
                    <a:pt x="42053" y="42183"/>
                  </a:cubicBezTo>
                  <a:cubicBezTo>
                    <a:pt x="46039" y="42443"/>
                    <a:pt x="49786" y="42723"/>
                    <a:pt x="53098" y="42723"/>
                  </a:cubicBezTo>
                  <a:cubicBezTo>
                    <a:pt x="59649" y="42723"/>
                    <a:pt x="64490" y="41627"/>
                    <a:pt x="66080" y="37111"/>
                  </a:cubicBezTo>
                  <a:cubicBezTo>
                    <a:pt x="68473" y="30313"/>
                    <a:pt x="62639" y="18728"/>
                    <a:pt x="62639" y="18728"/>
                  </a:cubicBezTo>
                  <a:cubicBezTo>
                    <a:pt x="62639" y="18728"/>
                    <a:pt x="56507" y="7226"/>
                    <a:pt x="47221" y="2821"/>
                  </a:cubicBezTo>
                  <a:cubicBezTo>
                    <a:pt x="43172" y="901"/>
                    <a:pt x="38758" y="1"/>
                    <a:pt x="346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26"/>
            <p:cNvSpPr/>
            <p:nvPr/>
          </p:nvSpPr>
          <p:spPr>
            <a:xfrm>
              <a:off x="4036549" y="2079869"/>
              <a:ext cx="290111" cy="265920"/>
            </a:xfrm>
            <a:custGeom>
              <a:rect b="b" l="l" r="r" t="t"/>
              <a:pathLst>
                <a:path extrusionOk="0" fill="none" h="7728" w="8431">
                  <a:moveTo>
                    <a:pt x="0" y="0"/>
                  </a:moveTo>
                  <a:lnTo>
                    <a:pt x="8430" y="0"/>
                  </a:lnTo>
                  <a:lnTo>
                    <a:pt x="8430" y="7727"/>
                  </a:lnTo>
                  <a:lnTo>
                    <a:pt x="0" y="7727"/>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26"/>
            <p:cNvSpPr/>
            <p:nvPr/>
          </p:nvSpPr>
          <p:spPr>
            <a:xfrm>
              <a:off x="4057023" y="2188022"/>
              <a:ext cx="27081" cy="27081"/>
            </a:xfrm>
            <a:custGeom>
              <a:rect b="b" l="l" r="r" t="t"/>
              <a:pathLst>
                <a:path extrusionOk="0" fill="none" h="787"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26"/>
            <p:cNvSpPr/>
            <p:nvPr/>
          </p:nvSpPr>
          <p:spPr>
            <a:xfrm>
              <a:off x="4093912" y="2188022"/>
              <a:ext cx="27081" cy="27081"/>
            </a:xfrm>
            <a:custGeom>
              <a:rect b="b" l="l" r="r" t="t"/>
              <a:pathLst>
                <a:path extrusionOk="0" fill="none" h="787" w="787">
                  <a:moveTo>
                    <a:pt x="0" y="0"/>
                  </a:moveTo>
                  <a:lnTo>
                    <a:pt x="786" y="0"/>
                  </a:lnTo>
                  <a:lnTo>
                    <a:pt x="786"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26"/>
            <p:cNvSpPr/>
            <p:nvPr/>
          </p:nvSpPr>
          <p:spPr>
            <a:xfrm>
              <a:off x="4130766" y="2188022"/>
              <a:ext cx="27081" cy="27081"/>
            </a:xfrm>
            <a:custGeom>
              <a:rect b="b" l="l" r="r" t="t"/>
              <a:pathLst>
                <a:path extrusionOk="0" fill="none" h="787"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26"/>
            <p:cNvSpPr/>
            <p:nvPr/>
          </p:nvSpPr>
          <p:spPr>
            <a:xfrm>
              <a:off x="4168067" y="2188022"/>
              <a:ext cx="27081" cy="27081"/>
            </a:xfrm>
            <a:custGeom>
              <a:rect b="b" l="l" r="r" t="t"/>
              <a:pathLst>
                <a:path extrusionOk="0" fill="none" h="787" w="787">
                  <a:moveTo>
                    <a:pt x="0" y="0"/>
                  </a:moveTo>
                  <a:lnTo>
                    <a:pt x="786" y="0"/>
                  </a:lnTo>
                  <a:lnTo>
                    <a:pt x="786"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26"/>
            <p:cNvSpPr/>
            <p:nvPr/>
          </p:nvSpPr>
          <p:spPr>
            <a:xfrm>
              <a:off x="4204921" y="2188022"/>
              <a:ext cx="27081" cy="27081"/>
            </a:xfrm>
            <a:custGeom>
              <a:rect b="b" l="l" r="r" t="t"/>
              <a:pathLst>
                <a:path extrusionOk="0" fill="none" h="787"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26"/>
            <p:cNvSpPr/>
            <p:nvPr/>
          </p:nvSpPr>
          <p:spPr>
            <a:xfrm>
              <a:off x="4242223" y="2188022"/>
              <a:ext cx="26668" cy="27081"/>
            </a:xfrm>
            <a:custGeom>
              <a:rect b="b" l="l" r="r" t="t"/>
              <a:pathLst>
                <a:path extrusionOk="0" fill="none" h="787" w="775">
                  <a:moveTo>
                    <a:pt x="0" y="0"/>
                  </a:moveTo>
                  <a:lnTo>
                    <a:pt x="774" y="0"/>
                  </a:lnTo>
                  <a:lnTo>
                    <a:pt x="774"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26"/>
            <p:cNvSpPr/>
            <p:nvPr/>
          </p:nvSpPr>
          <p:spPr>
            <a:xfrm>
              <a:off x="4279077" y="2188022"/>
              <a:ext cx="27081" cy="27081"/>
            </a:xfrm>
            <a:custGeom>
              <a:rect b="b" l="l" r="r" t="t"/>
              <a:pathLst>
                <a:path extrusionOk="0" fill="none" h="787"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26"/>
            <p:cNvSpPr/>
            <p:nvPr/>
          </p:nvSpPr>
          <p:spPr>
            <a:xfrm>
              <a:off x="4057023" y="2233100"/>
              <a:ext cx="27081" cy="27046"/>
            </a:xfrm>
            <a:custGeom>
              <a:rect b="b" l="l" r="r" t="t"/>
              <a:pathLst>
                <a:path extrusionOk="0" fill="none" h="786"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26"/>
            <p:cNvSpPr/>
            <p:nvPr/>
          </p:nvSpPr>
          <p:spPr>
            <a:xfrm>
              <a:off x="4093912" y="2233100"/>
              <a:ext cx="27081" cy="27046"/>
            </a:xfrm>
            <a:custGeom>
              <a:rect b="b" l="l" r="r" t="t"/>
              <a:pathLst>
                <a:path extrusionOk="0" fill="none" h="786" w="787">
                  <a:moveTo>
                    <a:pt x="0" y="0"/>
                  </a:moveTo>
                  <a:lnTo>
                    <a:pt x="786" y="0"/>
                  </a:lnTo>
                  <a:lnTo>
                    <a:pt x="786"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26"/>
            <p:cNvSpPr/>
            <p:nvPr/>
          </p:nvSpPr>
          <p:spPr>
            <a:xfrm>
              <a:off x="4130766" y="2233100"/>
              <a:ext cx="27081" cy="27046"/>
            </a:xfrm>
            <a:custGeom>
              <a:rect b="b" l="l" r="r" t="t"/>
              <a:pathLst>
                <a:path extrusionOk="0" fill="none" h="786"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26"/>
            <p:cNvSpPr/>
            <p:nvPr/>
          </p:nvSpPr>
          <p:spPr>
            <a:xfrm>
              <a:off x="4168067" y="2233100"/>
              <a:ext cx="27081" cy="27046"/>
            </a:xfrm>
            <a:custGeom>
              <a:rect b="b" l="l" r="r" t="t"/>
              <a:pathLst>
                <a:path extrusionOk="0" fill="none" h="786" w="787">
                  <a:moveTo>
                    <a:pt x="0" y="0"/>
                  </a:moveTo>
                  <a:lnTo>
                    <a:pt x="786" y="0"/>
                  </a:lnTo>
                  <a:lnTo>
                    <a:pt x="786"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26"/>
            <p:cNvSpPr/>
            <p:nvPr/>
          </p:nvSpPr>
          <p:spPr>
            <a:xfrm>
              <a:off x="4204921" y="2233100"/>
              <a:ext cx="27081" cy="27046"/>
            </a:xfrm>
            <a:custGeom>
              <a:rect b="b" l="l" r="r" t="t"/>
              <a:pathLst>
                <a:path extrusionOk="0" fill="none" h="786"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26"/>
            <p:cNvSpPr/>
            <p:nvPr/>
          </p:nvSpPr>
          <p:spPr>
            <a:xfrm>
              <a:off x="4242223" y="2233100"/>
              <a:ext cx="26668" cy="27046"/>
            </a:xfrm>
            <a:custGeom>
              <a:rect b="b" l="l" r="r" t="t"/>
              <a:pathLst>
                <a:path extrusionOk="0" fill="none" h="786" w="775">
                  <a:moveTo>
                    <a:pt x="0" y="0"/>
                  </a:moveTo>
                  <a:lnTo>
                    <a:pt x="774" y="0"/>
                  </a:lnTo>
                  <a:lnTo>
                    <a:pt x="774" y="786"/>
                  </a:lnTo>
                  <a:lnTo>
                    <a:pt x="0"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26"/>
            <p:cNvSpPr/>
            <p:nvPr/>
          </p:nvSpPr>
          <p:spPr>
            <a:xfrm>
              <a:off x="4279077" y="2233100"/>
              <a:ext cx="27081" cy="27046"/>
            </a:xfrm>
            <a:custGeom>
              <a:rect b="b" l="l" r="r" t="t"/>
              <a:pathLst>
                <a:path extrusionOk="0" fill="none" h="786" w="787">
                  <a:moveTo>
                    <a:pt x="1" y="0"/>
                  </a:moveTo>
                  <a:lnTo>
                    <a:pt x="787" y="0"/>
                  </a:lnTo>
                  <a:lnTo>
                    <a:pt x="787" y="786"/>
                  </a:lnTo>
                  <a:lnTo>
                    <a:pt x="1" y="786"/>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26"/>
            <p:cNvSpPr/>
            <p:nvPr/>
          </p:nvSpPr>
          <p:spPr>
            <a:xfrm>
              <a:off x="4057023" y="2278144"/>
              <a:ext cx="27081" cy="26668"/>
            </a:xfrm>
            <a:custGeom>
              <a:rect b="b" l="l" r="r" t="t"/>
              <a:pathLst>
                <a:path extrusionOk="0" fill="none" h="775" w="787">
                  <a:moveTo>
                    <a:pt x="1" y="1"/>
                  </a:moveTo>
                  <a:lnTo>
                    <a:pt x="787" y="1"/>
                  </a:lnTo>
                  <a:lnTo>
                    <a:pt x="787" y="775"/>
                  </a:lnTo>
                  <a:lnTo>
                    <a:pt x="1"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26"/>
            <p:cNvSpPr/>
            <p:nvPr/>
          </p:nvSpPr>
          <p:spPr>
            <a:xfrm>
              <a:off x="4093912" y="2278144"/>
              <a:ext cx="27081" cy="26668"/>
            </a:xfrm>
            <a:custGeom>
              <a:rect b="b" l="l" r="r" t="t"/>
              <a:pathLst>
                <a:path extrusionOk="0" fill="none" h="775" w="787">
                  <a:moveTo>
                    <a:pt x="0" y="1"/>
                  </a:moveTo>
                  <a:lnTo>
                    <a:pt x="786" y="1"/>
                  </a:lnTo>
                  <a:lnTo>
                    <a:pt x="786" y="775"/>
                  </a:lnTo>
                  <a:lnTo>
                    <a:pt x="0"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26"/>
            <p:cNvSpPr/>
            <p:nvPr/>
          </p:nvSpPr>
          <p:spPr>
            <a:xfrm>
              <a:off x="4130766" y="2278144"/>
              <a:ext cx="27081" cy="26668"/>
            </a:xfrm>
            <a:custGeom>
              <a:rect b="b" l="l" r="r" t="t"/>
              <a:pathLst>
                <a:path extrusionOk="0" fill="none" h="775" w="787">
                  <a:moveTo>
                    <a:pt x="1" y="1"/>
                  </a:moveTo>
                  <a:lnTo>
                    <a:pt x="787" y="1"/>
                  </a:lnTo>
                  <a:lnTo>
                    <a:pt x="787" y="775"/>
                  </a:lnTo>
                  <a:lnTo>
                    <a:pt x="1"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26"/>
            <p:cNvSpPr/>
            <p:nvPr/>
          </p:nvSpPr>
          <p:spPr>
            <a:xfrm>
              <a:off x="4168067" y="2278144"/>
              <a:ext cx="27081" cy="26668"/>
            </a:xfrm>
            <a:custGeom>
              <a:rect b="b" l="l" r="r" t="t"/>
              <a:pathLst>
                <a:path extrusionOk="0" fill="none" h="775" w="787">
                  <a:moveTo>
                    <a:pt x="0" y="1"/>
                  </a:moveTo>
                  <a:lnTo>
                    <a:pt x="786" y="1"/>
                  </a:lnTo>
                  <a:lnTo>
                    <a:pt x="786" y="775"/>
                  </a:lnTo>
                  <a:lnTo>
                    <a:pt x="0"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26"/>
            <p:cNvSpPr/>
            <p:nvPr/>
          </p:nvSpPr>
          <p:spPr>
            <a:xfrm>
              <a:off x="4204921" y="2278144"/>
              <a:ext cx="27081" cy="26668"/>
            </a:xfrm>
            <a:custGeom>
              <a:rect b="b" l="l" r="r" t="t"/>
              <a:pathLst>
                <a:path extrusionOk="0" fill="none" h="775" w="787">
                  <a:moveTo>
                    <a:pt x="1" y="1"/>
                  </a:moveTo>
                  <a:lnTo>
                    <a:pt x="787" y="1"/>
                  </a:lnTo>
                  <a:lnTo>
                    <a:pt x="787" y="775"/>
                  </a:lnTo>
                  <a:lnTo>
                    <a:pt x="1"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26"/>
            <p:cNvSpPr/>
            <p:nvPr/>
          </p:nvSpPr>
          <p:spPr>
            <a:xfrm>
              <a:off x="4242223" y="2278144"/>
              <a:ext cx="26668" cy="26668"/>
            </a:xfrm>
            <a:custGeom>
              <a:rect b="b" l="l" r="r" t="t"/>
              <a:pathLst>
                <a:path extrusionOk="0" fill="none" h="775" w="775">
                  <a:moveTo>
                    <a:pt x="0" y="1"/>
                  </a:moveTo>
                  <a:lnTo>
                    <a:pt x="774" y="1"/>
                  </a:lnTo>
                  <a:lnTo>
                    <a:pt x="774" y="775"/>
                  </a:lnTo>
                  <a:lnTo>
                    <a:pt x="0"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26"/>
            <p:cNvSpPr/>
            <p:nvPr/>
          </p:nvSpPr>
          <p:spPr>
            <a:xfrm>
              <a:off x="4279077" y="2278144"/>
              <a:ext cx="27081" cy="26668"/>
            </a:xfrm>
            <a:custGeom>
              <a:rect b="b" l="l" r="r" t="t"/>
              <a:pathLst>
                <a:path extrusionOk="0" fill="none" h="775" w="787">
                  <a:moveTo>
                    <a:pt x="1" y="1"/>
                  </a:moveTo>
                  <a:lnTo>
                    <a:pt x="787" y="1"/>
                  </a:lnTo>
                  <a:lnTo>
                    <a:pt x="787" y="775"/>
                  </a:lnTo>
                  <a:lnTo>
                    <a:pt x="1" y="775"/>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26"/>
            <p:cNvSpPr/>
            <p:nvPr/>
          </p:nvSpPr>
          <p:spPr>
            <a:xfrm>
              <a:off x="4086135" y="2046249"/>
              <a:ext cx="17652" cy="46350"/>
            </a:xfrm>
            <a:custGeom>
              <a:rect b="b" l="l" r="r" t="t"/>
              <a:pathLst>
                <a:path extrusionOk="0" h="1347" w="513">
                  <a:moveTo>
                    <a:pt x="0" y="1"/>
                  </a:moveTo>
                  <a:lnTo>
                    <a:pt x="0" y="1346"/>
                  </a:lnTo>
                  <a:lnTo>
                    <a:pt x="512" y="1346"/>
                  </a:lnTo>
                  <a:lnTo>
                    <a:pt x="512"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26"/>
            <p:cNvSpPr/>
            <p:nvPr/>
          </p:nvSpPr>
          <p:spPr>
            <a:xfrm>
              <a:off x="4172575" y="2046249"/>
              <a:ext cx="17652" cy="46350"/>
            </a:xfrm>
            <a:custGeom>
              <a:rect b="b" l="l" r="r" t="t"/>
              <a:pathLst>
                <a:path extrusionOk="0" h="1347" w="513">
                  <a:moveTo>
                    <a:pt x="0" y="1"/>
                  </a:moveTo>
                  <a:lnTo>
                    <a:pt x="0" y="1346"/>
                  </a:lnTo>
                  <a:lnTo>
                    <a:pt x="512" y="1346"/>
                  </a:lnTo>
                  <a:lnTo>
                    <a:pt x="512"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26"/>
            <p:cNvSpPr/>
            <p:nvPr/>
          </p:nvSpPr>
          <p:spPr>
            <a:xfrm>
              <a:off x="4259015" y="2046249"/>
              <a:ext cx="17652" cy="46350"/>
            </a:xfrm>
            <a:custGeom>
              <a:rect b="b" l="l" r="r" t="t"/>
              <a:pathLst>
                <a:path extrusionOk="0" h="1347" w="513">
                  <a:moveTo>
                    <a:pt x="1" y="1"/>
                  </a:moveTo>
                  <a:lnTo>
                    <a:pt x="1" y="1346"/>
                  </a:lnTo>
                  <a:lnTo>
                    <a:pt x="513" y="1346"/>
                  </a:lnTo>
                  <a:lnTo>
                    <a:pt x="513"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26"/>
            <p:cNvSpPr/>
            <p:nvPr/>
          </p:nvSpPr>
          <p:spPr>
            <a:xfrm>
              <a:off x="4060327" y="2124121"/>
              <a:ext cx="247890" cy="44664"/>
            </a:xfrm>
            <a:custGeom>
              <a:rect b="b" l="l" r="r" t="t"/>
              <a:pathLst>
                <a:path extrusionOk="0" fill="none" h="1298" w="7204">
                  <a:moveTo>
                    <a:pt x="0" y="0"/>
                  </a:moveTo>
                  <a:lnTo>
                    <a:pt x="7203" y="0"/>
                  </a:lnTo>
                  <a:lnTo>
                    <a:pt x="7203" y="1298"/>
                  </a:lnTo>
                  <a:lnTo>
                    <a:pt x="0" y="1298"/>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26"/>
            <p:cNvSpPr/>
            <p:nvPr/>
          </p:nvSpPr>
          <p:spPr>
            <a:xfrm>
              <a:off x="3737071" y="1378025"/>
              <a:ext cx="325312" cy="325347"/>
            </a:xfrm>
            <a:custGeom>
              <a:rect b="b" l="l" r="r" t="t"/>
              <a:pathLst>
                <a:path extrusionOk="0" fill="none" h="9455" w="9454">
                  <a:moveTo>
                    <a:pt x="7775" y="1680"/>
                  </a:moveTo>
                  <a:cubicBezTo>
                    <a:pt x="9454" y="3358"/>
                    <a:pt x="9454" y="6097"/>
                    <a:pt x="7775" y="7776"/>
                  </a:cubicBezTo>
                  <a:cubicBezTo>
                    <a:pt x="6084" y="9454"/>
                    <a:pt x="3358" y="9454"/>
                    <a:pt x="1679" y="7776"/>
                  </a:cubicBezTo>
                  <a:cubicBezTo>
                    <a:pt x="0" y="6097"/>
                    <a:pt x="0" y="3358"/>
                    <a:pt x="1679" y="1680"/>
                  </a:cubicBezTo>
                  <a:cubicBezTo>
                    <a:pt x="3358" y="1"/>
                    <a:pt x="6084" y="1"/>
                    <a:pt x="7775" y="1680"/>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26"/>
            <p:cNvSpPr/>
            <p:nvPr/>
          </p:nvSpPr>
          <p:spPr>
            <a:xfrm>
              <a:off x="3761640" y="1402629"/>
              <a:ext cx="276175" cy="276140"/>
            </a:xfrm>
            <a:custGeom>
              <a:rect b="b" l="l" r="r" t="t"/>
              <a:pathLst>
                <a:path extrusionOk="0" fill="none" h="8025" w="8026">
                  <a:moveTo>
                    <a:pt x="6596" y="1429"/>
                  </a:moveTo>
                  <a:cubicBezTo>
                    <a:pt x="8025" y="2858"/>
                    <a:pt x="8025" y="5167"/>
                    <a:pt x="6596" y="6596"/>
                  </a:cubicBezTo>
                  <a:cubicBezTo>
                    <a:pt x="5168" y="8025"/>
                    <a:pt x="2858" y="8025"/>
                    <a:pt x="1429" y="6596"/>
                  </a:cubicBezTo>
                  <a:cubicBezTo>
                    <a:pt x="0" y="5167"/>
                    <a:pt x="0" y="2858"/>
                    <a:pt x="1429" y="1429"/>
                  </a:cubicBezTo>
                  <a:cubicBezTo>
                    <a:pt x="2858" y="0"/>
                    <a:pt x="5168" y="0"/>
                    <a:pt x="6596" y="1429"/>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26"/>
            <p:cNvSpPr/>
            <p:nvPr/>
          </p:nvSpPr>
          <p:spPr>
            <a:xfrm>
              <a:off x="3887412" y="1528400"/>
              <a:ext cx="24225" cy="24603"/>
            </a:xfrm>
            <a:custGeom>
              <a:rect b="b" l="l" r="r" t="t"/>
              <a:pathLst>
                <a:path extrusionOk="0" fill="none" h="715" w="704">
                  <a:moveTo>
                    <a:pt x="703" y="358"/>
                  </a:moveTo>
                  <a:cubicBezTo>
                    <a:pt x="703" y="548"/>
                    <a:pt x="548" y="715"/>
                    <a:pt x="358" y="715"/>
                  </a:cubicBezTo>
                  <a:cubicBezTo>
                    <a:pt x="155" y="715"/>
                    <a:pt x="1" y="548"/>
                    <a:pt x="1" y="358"/>
                  </a:cubicBezTo>
                  <a:cubicBezTo>
                    <a:pt x="1" y="167"/>
                    <a:pt x="155" y="0"/>
                    <a:pt x="358" y="0"/>
                  </a:cubicBezTo>
                  <a:lnTo>
                    <a:pt x="358" y="0"/>
                  </a:lnTo>
                  <a:cubicBezTo>
                    <a:pt x="548" y="0"/>
                    <a:pt x="703" y="167"/>
                    <a:pt x="703" y="358"/>
                  </a:cubicBezTo>
                  <a:lnTo>
                    <a:pt x="703" y="358"/>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26"/>
            <p:cNvSpPr/>
            <p:nvPr/>
          </p:nvSpPr>
          <p:spPr>
            <a:xfrm>
              <a:off x="3852175" y="1550113"/>
              <a:ext cx="38539" cy="33206"/>
            </a:xfrm>
            <a:custGeom>
              <a:rect b="b" l="l" r="r" t="t"/>
              <a:pathLst>
                <a:path extrusionOk="0" fill="none" h="965" w="1120">
                  <a:moveTo>
                    <a:pt x="1120" y="0"/>
                  </a:moveTo>
                  <a:lnTo>
                    <a:pt x="1" y="965"/>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26"/>
            <p:cNvSpPr/>
            <p:nvPr/>
          </p:nvSpPr>
          <p:spPr>
            <a:xfrm>
              <a:off x="3911603" y="1540685"/>
              <a:ext cx="98344" cy="34"/>
            </a:xfrm>
            <a:custGeom>
              <a:rect b="b" l="l" r="r" t="t"/>
              <a:pathLst>
                <a:path extrusionOk="0" fill="none" h="1" w="2858">
                  <a:moveTo>
                    <a:pt x="0" y="1"/>
                  </a:moveTo>
                  <a:lnTo>
                    <a:pt x="2858" y="1"/>
                  </a:ln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26"/>
            <p:cNvSpPr/>
            <p:nvPr/>
          </p:nvSpPr>
          <p:spPr>
            <a:xfrm>
              <a:off x="2383795" y="1330090"/>
              <a:ext cx="1258202" cy="1184461"/>
            </a:xfrm>
            <a:custGeom>
              <a:rect b="b" l="l" r="r" t="t"/>
              <a:pathLst>
                <a:path extrusionOk="0" fill="none" h="34422" w="36565">
                  <a:moveTo>
                    <a:pt x="11871" y="34422"/>
                  </a:moveTo>
                  <a:lnTo>
                    <a:pt x="1" y="34422"/>
                  </a:lnTo>
                  <a:lnTo>
                    <a:pt x="1" y="1"/>
                  </a:lnTo>
                  <a:lnTo>
                    <a:pt x="11871" y="1"/>
                  </a:lnTo>
                  <a:lnTo>
                    <a:pt x="11871" y="34422"/>
                  </a:lnTo>
                  <a:close/>
                  <a:moveTo>
                    <a:pt x="24218" y="1"/>
                  </a:moveTo>
                  <a:lnTo>
                    <a:pt x="12347" y="1"/>
                  </a:lnTo>
                  <a:lnTo>
                    <a:pt x="12347" y="34422"/>
                  </a:lnTo>
                  <a:lnTo>
                    <a:pt x="24218" y="34422"/>
                  </a:lnTo>
                  <a:lnTo>
                    <a:pt x="24218" y="1"/>
                  </a:lnTo>
                  <a:close/>
                  <a:moveTo>
                    <a:pt x="36565" y="1"/>
                  </a:moveTo>
                  <a:lnTo>
                    <a:pt x="24694" y="1"/>
                  </a:lnTo>
                  <a:lnTo>
                    <a:pt x="24694" y="34422"/>
                  </a:lnTo>
                  <a:lnTo>
                    <a:pt x="36565" y="34422"/>
                  </a:lnTo>
                  <a:lnTo>
                    <a:pt x="36565" y="1"/>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26"/>
            <p:cNvSpPr/>
            <p:nvPr/>
          </p:nvSpPr>
          <p:spPr>
            <a:xfrm>
              <a:off x="2383382" y="1330090"/>
              <a:ext cx="194657" cy="320013"/>
            </a:xfrm>
            <a:custGeom>
              <a:rect b="b" l="l" r="r" t="t"/>
              <a:pathLst>
                <a:path extrusionOk="0" fill="none" h="9300" w="5657">
                  <a:moveTo>
                    <a:pt x="1" y="9192"/>
                  </a:moveTo>
                  <a:cubicBezTo>
                    <a:pt x="417" y="9300"/>
                    <a:pt x="1441" y="8752"/>
                    <a:pt x="3513" y="3930"/>
                  </a:cubicBezTo>
                  <a:cubicBezTo>
                    <a:pt x="4085" y="2549"/>
                    <a:pt x="4811" y="1239"/>
                    <a:pt x="5656" y="1"/>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26"/>
            <p:cNvSpPr/>
            <p:nvPr/>
          </p:nvSpPr>
          <p:spPr>
            <a:xfrm>
              <a:off x="3233537" y="1999141"/>
              <a:ext cx="273697" cy="515427"/>
            </a:xfrm>
            <a:custGeom>
              <a:rect b="b" l="l" r="r" t="t"/>
              <a:pathLst>
                <a:path extrusionOk="0" fill="none" h="14979" w="7954">
                  <a:moveTo>
                    <a:pt x="0" y="1"/>
                  </a:moveTo>
                  <a:cubicBezTo>
                    <a:pt x="703" y="894"/>
                    <a:pt x="1465" y="1953"/>
                    <a:pt x="2310" y="3263"/>
                  </a:cubicBezTo>
                  <a:cubicBezTo>
                    <a:pt x="4667" y="6918"/>
                    <a:pt x="6561" y="10859"/>
                    <a:pt x="7954" y="14979"/>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26"/>
            <p:cNvSpPr/>
            <p:nvPr/>
          </p:nvSpPr>
          <p:spPr>
            <a:xfrm>
              <a:off x="2950026" y="1330090"/>
              <a:ext cx="267125" cy="649007"/>
            </a:xfrm>
            <a:custGeom>
              <a:rect b="b" l="l" r="r" t="t"/>
              <a:pathLst>
                <a:path extrusionOk="0" fill="none" h="18861" w="7763">
                  <a:moveTo>
                    <a:pt x="786" y="1"/>
                  </a:moveTo>
                  <a:cubicBezTo>
                    <a:pt x="274" y="2049"/>
                    <a:pt x="0" y="4918"/>
                    <a:pt x="750" y="8502"/>
                  </a:cubicBezTo>
                  <a:cubicBezTo>
                    <a:pt x="2096" y="14884"/>
                    <a:pt x="3882" y="14181"/>
                    <a:pt x="7763" y="18860"/>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26"/>
            <p:cNvSpPr/>
            <p:nvPr/>
          </p:nvSpPr>
          <p:spPr>
            <a:xfrm>
              <a:off x="2383382" y="1546844"/>
              <a:ext cx="359757" cy="967712"/>
            </a:xfrm>
            <a:custGeom>
              <a:rect b="b" l="l" r="r" t="t"/>
              <a:pathLst>
                <a:path extrusionOk="0" fill="none" h="28123" w="10455">
                  <a:moveTo>
                    <a:pt x="1" y="16276"/>
                  </a:moveTo>
                  <a:cubicBezTo>
                    <a:pt x="739" y="15133"/>
                    <a:pt x="1477" y="13573"/>
                    <a:pt x="2120" y="11430"/>
                  </a:cubicBezTo>
                  <a:cubicBezTo>
                    <a:pt x="4573" y="3346"/>
                    <a:pt x="10454" y="0"/>
                    <a:pt x="10454" y="7513"/>
                  </a:cubicBezTo>
                  <a:cubicBezTo>
                    <a:pt x="10454" y="15014"/>
                    <a:pt x="6799" y="18967"/>
                    <a:pt x="6692" y="24158"/>
                  </a:cubicBezTo>
                  <a:cubicBezTo>
                    <a:pt x="6656" y="25503"/>
                    <a:pt x="6871" y="26849"/>
                    <a:pt x="7311" y="28123"/>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26"/>
            <p:cNvSpPr/>
            <p:nvPr/>
          </p:nvSpPr>
          <p:spPr>
            <a:xfrm>
              <a:off x="2993452" y="2083551"/>
              <a:ext cx="199544" cy="431020"/>
            </a:xfrm>
            <a:custGeom>
              <a:rect b="b" l="l" r="r" t="t"/>
              <a:pathLst>
                <a:path extrusionOk="0" fill="none" h="12526" w="5799">
                  <a:moveTo>
                    <a:pt x="1512" y="12526"/>
                  </a:moveTo>
                  <a:cubicBezTo>
                    <a:pt x="298" y="6977"/>
                    <a:pt x="0" y="1096"/>
                    <a:pt x="1608" y="560"/>
                  </a:cubicBezTo>
                  <a:cubicBezTo>
                    <a:pt x="3286" y="0"/>
                    <a:pt x="4929" y="7656"/>
                    <a:pt x="5799" y="12526"/>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26"/>
            <p:cNvSpPr/>
            <p:nvPr/>
          </p:nvSpPr>
          <p:spPr>
            <a:xfrm>
              <a:off x="3195822" y="1330090"/>
              <a:ext cx="446194" cy="546156"/>
            </a:xfrm>
            <a:custGeom>
              <a:rect b="b" l="l" r="r" t="t"/>
              <a:pathLst>
                <a:path extrusionOk="0" fill="none" h="15872" w="12967">
                  <a:moveTo>
                    <a:pt x="7073" y="1"/>
                  </a:moveTo>
                  <a:cubicBezTo>
                    <a:pt x="4406" y="5513"/>
                    <a:pt x="1" y="15443"/>
                    <a:pt x="2835" y="15681"/>
                  </a:cubicBezTo>
                  <a:cubicBezTo>
                    <a:pt x="5085" y="15872"/>
                    <a:pt x="9550" y="10788"/>
                    <a:pt x="12967" y="6394"/>
                  </a:cubicBezTo>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26"/>
            <p:cNvSpPr/>
            <p:nvPr/>
          </p:nvSpPr>
          <p:spPr>
            <a:xfrm>
              <a:off x="3003672" y="1386627"/>
              <a:ext cx="191388" cy="191388"/>
            </a:xfrm>
            <a:custGeom>
              <a:rect b="b" l="l" r="r" t="t"/>
              <a:pathLst>
                <a:path extrusionOk="0" fill="none" h="5562" w="5562">
                  <a:moveTo>
                    <a:pt x="3358" y="322"/>
                  </a:moveTo>
                  <a:cubicBezTo>
                    <a:pt x="4716" y="632"/>
                    <a:pt x="5561" y="1989"/>
                    <a:pt x="5240" y="3358"/>
                  </a:cubicBezTo>
                  <a:cubicBezTo>
                    <a:pt x="4930" y="4716"/>
                    <a:pt x="3573" y="5561"/>
                    <a:pt x="2203" y="5240"/>
                  </a:cubicBezTo>
                  <a:cubicBezTo>
                    <a:pt x="846" y="4930"/>
                    <a:pt x="1" y="3561"/>
                    <a:pt x="322" y="2203"/>
                  </a:cubicBezTo>
                  <a:cubicBezTo>
                    <a:pt x="632" y="846"/>
                    <a:pt x="2001" y="1"/>
                    <a:pt x="3358" y="322"/>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26"/>
            <p:cNvSpPr/>
            <p:nvPr/>
          </p:nvSpPr>
          <p:spPr>
            <a:xfrm>
              <a:off x="3453112" y="1639410"/>
              <a:ext cx="39365" cy="39365"/>
            </a:xfrm>
            <a:custGeom>
              <a:rect b="b" l="l" r="r" t="t"/>
              <a:pathLst>
                <a:path extrusionOk="0" fill="none" h="1144" w="1144">
                  <a:moveTo>
                    <a:pt x="1144" y="572"/>
                  </a:moveTo>
                  <a:cubicBezTo>
                    <a:pt x="1144" y="894"/>
                    <a:pt x="894" y="1144"/>
                    <a:pt x="572" y="1144"/>
                  </a:cubicBezTo>
                  <a:cubicBezTo>
                    <a:pt x="263" y="1144"/>
                    <a:pt x="1" y="894"/>
                    <a:pt x="1" y="572"/>
                  </a:cubicBezTo>
                  <a:cubicBezTo>
                    <a:pt x="1" y="263"/>
                    <a:pt x="263" y="1"/>
                    <a:pt x="572" y="1"/>
                  </a:cubicBezTo>
                  <a:lnTo>
                    <a:pt x="572" y="1"/>
                  </a:lnTo>
                  <a:cubicBezTo>
                    <a:pt x="894" y="1"/>
                    <a:pt x="1144" y="263"/>
                    <a:pt x="1144" y="572"/>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26"/>
            <p:cNvSpPr/>
            <p:nvPr/>
          </p:nvSpPr>
          <p:spPr>
            <a:xfrm>
              <a:off x="2487440" y="2116723"/>
              <a:ext cx="64381" cy="64760"/>
            </a:xfrm>
            <a:custGeom>
              <a:rect b="b" l="l" r="r" t="t"/>
              <a:pathLst>
                <a:path extrusionOk="0" fill="none" h="1882" w="1871">
                  <a:moveTo>
                    <a:pt x="1870" y="941"/>
                  </a:moveTo>
                  <a:cubicBezTo>
                    <a:pt x="1870" y="1465"/>
                    <a:pt x="1454" y="1882"/>
                    <a:pt x="930" y="1882"/>
                  </a:cubicBezTo>
                  <a:cubicBezTo>
                    <a:pt x="418" y="1882"/>
                    <a:pt x="1" y="1465"/>
                    <a:pt x="1" y="941"/>
                  </a:cubicBezTo>
                  <a:cubicBezTo>
                    <a:pt x="1" y="429"/>
                    <a:pt x="418" y="1"/>
                    <a:pt x="930" y="1"/>
                  </a:cubicBezTo>
                  <a:cubicBezTo>
                    <a:pt x="1454" y="1"/>
                    <a:pt x="1870" y="429"/>
                    <a:pt x="1870" y="941"/>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26"/>
            <p:cNvSpPr/>
            <p:nvPr/>
          </p:nvSpPr>
          <p:spPr>
            <a:xfrm>
              <a:off x="2599723" y="1412057"/>
              <a:ext cx="41808" cy="42221"/>
            </a:xfrm>
            <a:custGeom>
              <a:rect b="b" l="l" r="r" t="t"/>
              <a:pathLst>
                <a:path extrusionOk="0" fill="none" h="1227" w="1215">
                  <a:moveTo>
                    <a:pt x="1215" y="619"/>
                  </a:moveTo>
                  <a:cubicBezTo>
                    <a:pt x="1215" y="953"/>
                    <a:pt x="941" y="1226"/>
                    <a:pt x="607" y="1226"/>
                  </a:cubicBezTo>
                  <a:cubicBezTo>
                    <a:pt x="274" y="1226"/>
                    <a:pt x="0" y="953"/>
                    <a:pt x="0" y="619"/>
                  </a:cubicBezTo>
                  <a:cubicBezTo>
                    <a:pt x="0" y="274"/>
                    <a:pt x="274" y="0"/>
                    <a:pt x="607" y="0"/>
                  </a:cubicBezTo>
                  <a:cubicBezTo>
                    <a:pt x="941" y="0"/>
                    <a:pt x="1215" y="274"/>
                    <a:pt x="1215" y="619"/>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26"/>
            <p:cNvSpPr/>
            <p:nvPr/>
          </p:nvSpPr>
          <p:spPr>
            <a:xfrm>
              <a:off x="2872154" y="1878290"/>
              <a:ext cx="67237" cy="67203"/>
            </a:xfrm>
            <a:custGeom>
              <a:rect b="b" l="l" r="r" t="t"/>
              <a:pathLst>
                <a:path extrusionOk="0" fill="none" h="1953" w="1954">
                  <a:moveTo>
                    <a:pt x="1954" y="977"/>
                  </a:moveTo>
                  <a:cubicBezTo>
                    <a:pt x="1954" y="1512"/>
                    <a:pt x="1513" y="1953"/>
                    <a:pt x="977" y="1953"/>
                  </a:cubicBezTo>
                  <a:cubicBezTo>
                    <a:pt x="430" y="1953"/>
                    <a:pt x="1" y="1512"/>
                    <a:pt x="1" y="977"/>
                  </a:cubicBezTo>
                  <a:cubicBezTo>
                    <a:pt x="1" y="429"/>
                    <a:pt x="430" y="0"/>
                    <a:pt x="977" y="0"/>
                  </a:cubicBezTo>
                  <a:cubicBezTo>
                    <a:pt x="1513" y="0"/>
                    <a:pt x="1954" y="429"/>
                    <a:pt x="1954" y="977"/>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26"/>
            <p:cNvSpPr/>
            <p:nvPr/>
          </p:nvSpPr>
          <p:spPr>
            <a:xfrm>
              <a:off x="3411338" y="2055265"/>
              <a:ext cx="154501" cy="154501"/>
            </a:xfrm>
            <a:custGeom>
              <a:rect b="b" l="l" r="r" t="t"/>
              <a:pathLst>
                <a:path extrusionOk="0" fill="none" h="4490" w="4490">
                  <a:moveTo>
                    <a:pt x="4489" y="2239"/>
                  </a:moveTo>
                  <a:cubicBezTo>
                    <a:pt x="4489" y="3477"/>
                    <a:pt x="3477" y="4489"/>
                    <a:pt x="2239" y="4489"/>
                  </a:cubicBezTo>
                  <a:cubicBezTo>
                    <a:pt x="1001" y="4489"/>
                    <a:pt x="1" y="3477"/>
                    <a:pt x="1" y="2239"/>
                  </a:cubicBezTo>
                  <a:cubicBezTo>
                    <a:pt x="1" y="1001"/>
                    <a:pt x="1001" y="1"/>
                    <a:pt x="2239" y="1"/>
                  </a:cubicBezTo>
                  <a:cubicBezTo>
                    <a:pt x="3477" y="1"/>
                    <a:pt x="4489" y="1001"/>
                    <a:pt x="4489" y="2239"/>
                  </a:cubicBez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26"/>
            <p:cNvSpPr/>
            <p:nvPr/>
          </p:nvSpPr>
          <p:spPr>
            <a:xfrm>
              <a:off x="3753038" y="1787342"/>
              <a:ext cx="273284" cy="290076"/>
            </a:xfrm>
            <a:custGeom>
              <a:rect b="b" l="l" r="r" t="t"/>
              <a:pathLst>
                <a:path extrusionOk="0" h="8430" w="7942">
                  <a:moveTo>
                    <a:pt x="1215" y="0"/>
                  </a:moveTo>
                  <a:lnTo>
                    <a:pt x="1215" y="12"/>
                  </a:lnTo>
                  <a:cubicBezTo>
                    <a:pt x="548" y="12"/>
                    <a:pt x="0" y="548"/>
                    <a:pt x="0" y="1215"/>
                  </a:cubicBezTo>
                  <a:lnTo>
                    <a:pt x="0" y="5394"/>
                  </a:lnTo>
                  <a:cubicBezTo>
                    <a:pt x="0" y="6025"/>
                    <a:pt x="465" y="6537"/>
                    <a:pt x="1084" y="6608"/>
                  </a:cubicBezTo>
                  <a:lnTo>
                    <a:pt x="84" y="8430"/>
                  </a:lnTo>
                  <a:lnTo>
                    <a:pt x="2167" y="6608"/>
                  </a:lnTo>
                  <a:lnTo>
                    <a:pt x="6727" y="6608"/>
                  </a:lnTo>
                  <a:cubicBezTo>
                    <a:pt x="7394" y="6608"/>
                    <a:pt x="7942" y="6072"/>
                    <a:pt x="7942" y="5394"/>
                  </a:cubicBezTo>
                  <a:lnTo>
                    <a:pt x="7942" y="1215"/>
                  </a:lnTo>
                  <a:cubicBezTo>
                    <a:pt x="7942" y="548"/>
                    <a:pt x="7394" y="0"/>
                    <a:pt x="6727"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26"/>
            <p:cNvSpPr/>
            <p:nvPr/>
          </p:nvSpPr>
          <p:spPr>
            <a:xfrm>
              <a:off x="3843573" y="1806165"/>
              <a:ext cx="90567" cy="179483"/>
            </a:xfrm>
            <a:custGeom>
              <a:rect b="b" l="l" r="r" t="t"/>
              <a:pathLst>
                <a:path extrusionOk="0" h="5216" w="2632">
                  <a:moveTo>
                    <a:pt x="1310" y="1"/>
                  </a:moveTo>
                  <a:cubicBezTo>
                    <a:pt x="894" y="1"/>
                    <a:pt x="572" y="108"/>
                    <a:pt x="346" y="310"/>
                  </a:cubicBezTo>
                  <a:cubicBezTo>
                    <a:pt x="120" y="537"/>
                    <a:pt x="1" y="858"/>
                    <a:pt x="13" y="1180"/>
                  </a:cubicBezTo>
                  <a:cubicBezTo>
                    <a:pt x="13" y="1275"/>
                    <a:pt x="24" y="1358"/>
                    <a:pt x="36" y="1453"/>
                  </a:cubicBezTo>
                  <a:cubicBezTo>
                    <a:pt x="60" y="1549"/>
                    <a:pt x="84" y="1644"/>
                    <a:pt x="108" y="1727"/>
                  </a:cubicBezTo>
                  <a:lnTo>
                    <a:pt x="977" y="1537"/>
                  </a:lnTo>
                  <a:cubicBezTo>
                    <a:pt x="965" y="1477"/>
                    <a:pt x="953" y="1418"/>
                    <a:pt x="929" y="1370"/>
                  </a:cubicBezTo>
                  <a:cubicBezTo>
                    <a:pt x="917" y="1310"/>
                    <a:pt x="906" y="1251"/>
                    <a:pt x="906" y="1191"/>
                  </a:cubicBezTo>
                  <a:cubicBezTo>
                    <a:pt x="906" y="1096"/>
                    <a:pt x="941" y="989"/>
                    <a:pt x="1013" y="918"/>
                  </a:cubicBezTo>
                  <a:cubicBezTo>
                    <a:pt x="1075" y="855"/>
                    <a:pt x="1156" y="820"/>
                    <a:pt x="1246" y="820"/>
                  </a:cubicBezTo>
                  <a:cubicBezTo>
                    <a:pt x="1259" y="820"/>
                    <a:pt x="1273" y="821"/>
                    <a:pt x="1287" y="822"/>
                  </a:cubicBezTo>
                  <a:cubicBezTo>
                    <a:pt x="1297" y="821"/>
                    <a:pt x="1309" y="821"/>
                    <a:pt x="1320" y="821"/>
                  </a:cubicBezTo>
                  <a:cubicBezTo>
                    <a:pt x="1417" y="821"/>
                    <a:pt x="1520" y="867"/>
                    <a:pt x="1584" y="941"/>
                  </a:cubicBezTo>
                  <a:cubicBezTo>
                    <a:pt x="1656" y="1049"/>
                    <a:pt x="1691" y="1180"/>
                    <a:pt x="1679" y="1310"/>
                  </a:cubicBezTo>
                  <a:cubicBezTo>
                    <a:pt x="1679" y="1537"/>
                    <a:pt x="1644" y="1763"/>
                    <a:pt x="1548" y="1965"/>
                  </a:cubicBezTo>
                  <a:cubicBezTo>
                    <a:pt x="1453" y="2180"/>
                    <a:pt x="1322" y="2370"/>
                    <a:pt x="1179" y="2549"/>
                  </a:cubicBezTo>
                  <a:cubicBezTo>
                    <a:pt x="1013" y="2727"/>
                    <a:pt x="834" y="2906"/>
                    <a:pt x="644" y="3049"/>
                  </a:cubicBezTo>
                  <a:lnTo>
                    <a:pt x="644" y="3870"/>
                  </a:lnTo>
                  <a:lnTo>
                    <a:pt x="1513" y="3870"/>
                  </a:lnTo>
                  <a:lnTo>
                    <a:pt x="1513" y="3251"/>
                  </a:lnTo>
                  <a:cubicBezTo>
                    <a:pt x="1727" y="3085"/>
                    <a:pt x="1929" y="2894"/>
                    <a:pt x="2108" y="2680"/>
                  </a:cubicBezTo>
                  <a:cubicBezTo>
                    <a:pt x="2275" y="2489"/>
                    <a:pt x="2406" y="2275"/>
                    <a:pt x="2489" y="2037"/>
                  </a:cubicBezTo>
                  <a:cubicBezTo>
                    <a:pt x="2584" y="1799"/>
                    <a:pt x="2632" y="1549"/>
                    <a:pt x="2632" y="1299"/>
                  </a:cubicBezTo>
                  <a:cubicBezTo>
                    <a:pt x="2632" y="882"/>
                    <a:pt x="2513" y="560"/>
                    <a:pt x="2287" y="334"/>
                  </a:cubicBezTo>
                  <a:cubicBezTo>
                    <a:pt x="2049" y="108"/>
                    <a:pt x="1715" y="1"/>
                    <a:pt x="1310" y="1"/>
                  </a:cubicBezTo>
                  <a:close/>
                  <a:moveTo>
                    <a:pt x="620" y="4287"/>
                  </a:moveTo>
                  <a:lnTo>
                    <a:pt x="620" y="5216"/>
                  </a:lnTo>
                  <a:lnTo>
                    <a:pt x="1548" y="5204"/>
                  </a:lnTo>
                  <a:lnTo>
                    <a:pt x="1548" y="4287"/>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26"/>
            <p:cNvSpPr/>
            <p:nvPr/>
          </p:nvSpPr>
          <p:spPr>
            <a:xfrm>
              <a:off x="2579627" y="1509130"/>
              <a:ext cx="340900" cy="290111"/>
            </a:xfrm>
            <a:custGeom>
              <a:rect b="b" l="l" r="r" t="t"/>
              <a:pathLst>
                <a:path extrusionOk="0" h="8431" w="9907">
                  <a:moveTo>
                    <a:pt x="1203" y="1"/>
                  </a:moveTo>
                  <a:cubicBezTo>
                    <a:pt x="537" y="1"/>
                    <a:pt x="1" y="548"/>
                    <a:pt x="1" y="1215"/>
                  </a:cubicBezTo>
                  <a:lnTo>
                    <a:pt x="1" y="5394"/>
                  </a:lnTo>
                  <a:cubicBezTo>
                    <a:pt x="1" y="6061"/>
                    <a:pt x="537" y="6609"/>
                    <a:pt x="1203" y="6609"/>
                  </a:cubicBezTo>
                  <a:lnTo>
                    <a:pt x="7740" y="6609"/>
                  </a:lnTo>
                  <a:lnTo>
                    <a:pt x="9824" y="8430"/>
                  </a:lnTo>
                  <a:lnTo>
                    <a:pt x="8811" y="6597"/>
                  </a:lnTo>
                  <a:cubicBezTo>
                    <a:pt x="9431" y="6537"/>
                    <a:pt x="9907" y="6013"/>
                    <a:pt x="9907" y="5394"/>
                  </a:cubicBezTo>
                  <a:lnTo>
                    <a:pt x="9907" y="1215"/>
                  </a:lnTo>
                  <a:cubicBezTo>
                    <a:pt x="9907" y="548"/>
                    <a:pt x="9359" y="1"/>
                    <a:pt x="8692" y="1"/>
                  </a:cubicBezTo>
                  <a:close/>
                  <a:moveTo>
                    <a:pt x="9824" y="8430"/>
                  </a:moveTo>
                  <a:lnTo>
                    <a:pt x="9824" y="8430"/>
                  </a:lnTo>
                  <a:lnTo>
                    <a:pt x="9824" y="843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26"/>
            <p:cNvSpPr/>
            <p:nvPr/>
          </p:nvSpPr>
          <p:spPr>
            <a:xfrm>
              <a:off x="2666480" y="1611571"/>
              <a:ext cx="32414" cy="32380"/>
            </a:xfrm>
            <a:custGeom>
              <a:rect b="b" l="l" r="r" t="t"/>
              <a:pathLst>
                <a:path extrusionOk="0" h="941" w="942">
                  <a:moveTo>
                    <a:pt x="465" y="0"/>
                  </a:moveTo>
                  <a:cubicBezTo>
                    <a:pt x="203" y="0"/>
                    <a:pt x="1" y="203"/>
                    <a:pt x="1" y="465"/>
                  </a:cubicBezTo>
                  <a:cubicBezTo>
                    <a:pt x="1" y="727"/>
                    <a:pt x="203" y="941"/>
                    <a:pt x="465" y="941"/>
                  </a:cubicBezTo>
                  <a:cubicBezTo>
                    <a:pt x="727" y="941"/>
                    <a:pt x="942" y="727"/>
                    <a:pt x="942" y="465"/>
                  </a:cubicBezTo>
                  <a:cubicBezTo>
                    <a:pt x="942" y="203"/>
                    <a:pt x="727" y="0"/>
                    <a:pt x="465"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26"/>
            <p:cNvSpPr/>
            <p:nvPr/>
          </p:nvSpPr>
          <p:spPr>
            <a:xfrm>
              <a:off x="2733684" y="1611571"/>
              <a:ext cx="32414" cy="32380"/>
            </a:xfrm>
            <a:custGeom>
              <a:rect b="b" l="l" r="r" t="t"/>
              <a:pathLst>
                <a:path extrusionOk="0" h="941" w="942">
                  <a:moveTo>
                    <a:pt x="477" y="0"/>
                  </a:moveTo>
                  <a:cubicBezTo>
                    <a:pt x="215" y="0"/>
                    <a:pt x="1" y="203"/>
                    <a:pt x="1" y="465"/>
                  </a:cubicBezTo>
                  <a:cubicBezTo>
                    <a:pt x="1" y="727"/>
                    <a:pt x="215" y="941"/>
                    <a:pt x="477" y="941"/>
                  </a:cubicBezTo>
                  <a:cubicBezTo>
                    <a:pt x="739" y="941"/>
                    <a:pt x="941" y="727"/>
                    <a:pt x="941" y="465"/>
                  </a:cubicBezTo>
                  <a:cubicBezTo>
                    <a:pt x="941" y="203"/>
                    <a:pt x="739" y="0"/>
                    <a:pt x="477"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26"/>
            <p:cNvSpPr/>
            <p:nvPr/>
          </p:nvSpPr>
          <p:spPr>
            <a:xfrm>
              <a:off x="2800889" y="1611571"/>
              <a:ext cx="32380" cy="32380"/>
            </a:xfrm>
            <a:custGeom>
              <a:rect b="b" l="l" r="r" t="t"/>
              <a:pathLst>
                <a:path extrusionOk="0" h="941" w="941">
                  <a:moveTo>
                    <a:pt x="476" y="0"/>
                  </a:moveTo>
                  <a:cubicBezTo>
                    <a:pt x="215" y="0"/>
                    <a:pt x="0" y="203"/>
                    <a:pt x="0" y="465"/>
                  </a:cubicBezTo>
                  <a:cubicBezTo>
                    <a:pt x="0" y="727"/>
                    <a:pt x="215" y="941"/>
                    <a:pt x="476" y="941"/>
                  </a:cubicBezTo>
                  <a:cubicBezTo>
                    <a:pt x="738" y="941"/>
                    <a:pt x="941" y="727"/>
                    <a:pt x="941" y="465"/>
                  </a:cubicBezTo>
                  <a:cubicBezTo>
                    <a:pt x="941" y="203"/>
                    <a:pt x="738" y="0"/>
                    <a:pt x="47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26"/>
            <p:cNvSpPr/>
            <p:nvPr/>
          </p:nvSpPr>
          <p:spPr>
            <a:xfrm>
              <a:off x="2165836" y="2087233"/>
              <a:ext cx="58222" cy="556823"/>
            </a:xfrm>
            <a:custGeom>
              <a:rect b="b" l="l" r="r" t="t"/>
              <a:pathLst>
                <a:path extrusionOk="0" fill="none" h="16182" w="1692">
                  <a:moveTo>
                    <a:pt x="1" y="0"/>
                  </a:moveTo>
                  <a:lnTo>
                    <a:pt x="1691" y="1618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26"/>
            <p:cNvSpPr/>
            <p:nvPr/>
          </p:nvSpPr>
          <p:spPr>
            <a:xfrm>
              <a:off x="2193296" y="2602639"/>
              <a:ext cx="29524" cy="31175"/>
            </a:xfrm>
            <a:custGeom>
              <a:rect b="b" l="l" r="r" t="t"/>
              <a:pathLst>
                <a:path extrusionOk="0" fill="none" h="906" w="858">
                  <a:moveTo>
                    <a:pt x="858" y="905"/>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26"/>
            <p:cNvSpPr/>
            <p:nvPr/>
          </p:nvSpPr>
          <p:spPr>
            <a:xfrm>
              <a:off x="2130875" y="2569295"/>
              <a:ext cx="72261" cy="46144"/>
            </a:xfrm>
            <a:custGeom>
              <a:rect b="b" l="l" r="r" t="t"/>
              <a:pathLst>
                <a:path extrusionOk="0" h="1341" w="2100">
                  <a:moveTo>
                    <a:pt x="433" y="1"/>
                  </a:moveTo>
                  <a:cubicBezTo>
                    <a:pt x="268" y="1"/>
                    <a:pt x="145" y="48"/>
                    <a:pt x="112" y="172"/>
                  </a:cubicBezTo>
                  <a:cubicBezTo>
                    <a:pt x="0" y="588"/>
                    <a:pt x="917" y="1341"/>
                    <a:pt x="1707" y="1341"/>
                  </a:cubicBezTo>
                  <a:cubicBezTo>
                    <a:pt x="1844" y="1341"/>
                    <a:pt x="1977" y="1318"/>
                    <a:pt x="2100" y="1267"/>
                  </a:cubicBezTo>
                  <a:cubicBezTo>
                    <a:pt x="2100" y="958"/>
                    <a:pt x="1957" y="672"/>
                    <a:pt x="1731" y="469"/>
                  </a:cubicBezTo>
                  <a:cubicBezTo>
                    <a:pt x="1560" y="315"/>
                    <a:pt x="858" y="1"/>
                    <a:pt x="433"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26"/>
            <p:cNvSpPr/>
            <p:nvPr/>
          </p:nvSpPr>
          <p:spPr>
            <a:xfrm>
              <a:off x="2161741" y="2587085"/>
              <a:ext cx="41395" cy="25842"/>
            </a:xfrm>
            <a:custGeom>
              <a:rect b="b" l="l" r="r" t="t"/>
              <a:pathLst>
                <a:path extrusionOk="0" fill="none" h="751" w="1203">
                  <a:moveTo>
                    <a:pt x="1203" y="750"/>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26"/>
            <p:cNvSpPr/>
            <p:nvPr/>
          </p:nvSpPr>
          <p:spPr>
            <a:xfrm>
              <a:off x="2173613" y="2414170"/>
              <a:ext cx="29145" cy="26255"/>
            </a:xfrm>
            <a:custGeom>
              <a:rect b="b" l="l" r="r" t="t"/>
              <a:pathLst>
                <a:path extrusionOk="0" fill="none" h="763" w="847">
                  <a:moveTo>
                    <a:pt x="846" y="763"/>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26"/>
            <p:cNvSpPr/>
            <p:nvPr/>
          </p:nvSpPr>
          <p:spPr>
            <a:xfrm>
              <a:off x="2111192" y="2380654"/>
              <a:ext cx="72295" cy="46178"/>
            </a:xfrm>
            <a:custGeom>
              <a:rect b="b" l="l" r="r" t="t"/>
              <a:pathLst>
                <a:path extrusionOk="0" h="1342" w="2101">
                  <a:moveTo>
                    <a:pt x="436" y="1"/>
                  </a:moveTo>
                  <a:cubicBezTo>
                    <a:pt x="270" y="1"/>
                    <a:pt x="146" y="50"/>
                    <a:pt x="112" y="177"/>
                  </a:cubicBezTo>
                  <a:cubicBezTo>
                    <a:pt x="0" y="585"/>
                    <a:pt x="927" y="1342"/>
                    <a:pt x="1718" y="1342"/>
                  </a:cubicBezTo>
                  <a:cubicBezTo>
                    <a:pt x="1851" y="1342"/>
                    <a:pt x="1981" y="1320"/>
                    <a:pt x="2101" y="1272"/>
                  </a:cubicBezTo>
                  <a:cubicBezTo>
                    <a:pt x="2101" y="963"/>
                    <a:pt x="1958" y="677"/>
                    <a:pt x="1731" y="475"/>
                  </a:cubicBezTo>
                  <a:cubicBezTo>
                    <a:pt x="1560" y="321"/>
                    <a:pt x="860" y="1"/>
                    <a:pt x="436"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26"/>
            <p:cNvSpPr/>
            <p:nvPr/>
          </p:nvSpPr>
          <p:spPr>
            <a:xfrm>
              <a:off x="2142058" y="2398617"/>
              <a:ext cx="41430" cy="25842"/>
            </a:xfrm>
            <a:custGeom>
              <a:rect b="b" l="l" r="r" t="t"/>
              <a:pathLst>
                <a:path extrusionOk="0" fill="none" h="751" w="1204">
                  <a:moveTo>
                    <a:pt x="1204" y="75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26"/>
            <p:cNvSpPr/>
            <p:nvPr/>
          </p:nvSpPr>
          <p:spPr>
            <a:xfrm>
              <a:off x="2181803" y="2491595"/>
              <a:ext cx="29145" cy="31175"/>
            </a:xfrm>
            <a:custGeom>
              <a:rect b="b" l="l" r="r" t="t"/>
              <a:pathLst>
                <a:path extrusionOk="0" fill="none" h="906" w="847">
                  <a:moveTo>
                    <a:pt x="846" y="906"/>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26"/>
            <p:cNvSpPr/>
            <p:nvPr/>
          </p:nvSpPr>
          <p:spPr>
            <a:xfrm>
              <a:off x="2118969" y="2458285"/>
              <a:ext cx="72708" cy="45972"/>
            </a:xfrm>
            <a:custGeom>
              <a:rect b="b" l="l" r="r" t="t"/>
              <a:pathLst>
                <a:path extrusionOk="0" h="1336" w="2113">
                  <a:moveTo>
                    <a:pt x="434" y="0"/>
                  </a:moveTo>
                  <a:cubicBezTo>
                    <a:pt x="269" y="0"/>
                    <a:pt x="146" y="48"/>
                    <a:pt x="112" y="171"/>
                  </a:cubicBezTo>
                  <a:cubicBezTo>
                    <a:pt x="0" y="579"/>
                    <a:pt x="936" y="1336"/>
                    <a:pt x="1730" y="1336"/>
                  </a:cubicBezTo>
                  <a:cubicBezTo>
                    <a:pt x="1863" y="1336"/>
                    <a:pt x="1993" y="1315"/>
                    <a:pt x="2113" y="1267"/>
                  </a:cubicBezTo>
                  <a:cubicBezTo>
                    <a:pt x="2101" y="957"/>
                    <a:pt x="1970" y="671"/>
                    <a:pt x="1732" y="469"/>
                  </a:cubicBezTo>
                  <a:cubicBezTo>
                    <a:pt x="1560" y="315"/>
                    <a:pt x="858" y="0"/>
                    <a:pt x="434"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26"/>
            <p:cNvSpPr/>
            <p:nvPr/>
          </p:nvSpPr>
          <p:spPr>
            <a:xfrm>
              <a:off x="2150282" y="2475628"/>
              <a:ext cx="41395" cy="25842"/>
            </a:xfrm>
            <a:custGeom>
              <a:rect b="b" l="l" r="r" t="t"/>
              <a:pathLst>
                <a:path extrusionOk="0" fill="none" h="751" w="1203">
                  <a:moveTo>
                    <a:pt x="1203" y="751"/>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26"/>
            <p:cNvSpPr/>
            <p:nvPr/>
          </p:nvSpPr>
          <p:spPr>
            <a:xfrm>
              <a:off x="2160503" y="2288399"/>
              <a:ext cx="29524" cy="29937"/>
            </a:xfrm>
            <a:custGeom>
              <a:rect b="b" l="l" r="r" t="t"/>
              <a:pathLst>
                <a:path extrusionOk="0" fill="none" h="870" w="858">
                  <a:moveTo>
                    <a:pt x="858" y="87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26"/>
            <p:cNvSpPr/>
            <p:nvPr/>
          </p:nvSpPr>
          <p:spPr>
            <a:xfrm>
              <a:off x="2097737" y="2255123"/>
              <a:ext cx="72640" cy="46075"/>
            </a:xfrm>
            <a:custGeom>
              <a:rect b="b" l="l" r="r" t="t"/>
              <a:pathLst>
                <a:path extrusionOk="0" h="1339" w="2111">
                  <a:moveTo>
                    <a:pt x="437" y="1"/>
                  </a:moveTo>
                  <a:cubicBezTo>
                    <a:pt x="275" y="1"/>
                    <a:pt x="155" y="48"/>
                    <a:pt x="122" y="170"/>
                  </a:cubicBezTo>
                  <a:cubicBezTo>
                    <a:pt x="0" y="586"/>
                    <a:pt x="925" y="1339"/>
                    <a:pt x="1716" y="1339"/>
                  </a:cubicBezTo>
                  <a:cubicBezTo>
                    <a:pt x="1854" y="1339"/>
                    <a:pt x="1987" y="1316"/>
                    <a:pt x="2111" y="1265"/>
                  </a:cubicBezTo>
                  <a:cubicBezTo>
                    <a:pt x="2111" y="967"/>
                    <a:pt x="1980" y="670"/>
                    <a:pt x="1741" y="479"/>
                  </a:cubicBezTo>
                  <a:cubicBezTo>
                    <a:pt x="1569" y="324"/>
                    <a:pt x="861" y="1"/>
                    <a:pt x="43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26"/>
            <p:cNvSpPr/>
            <p:nvPr/>
          </p:nvSpPr>
          <p:spPr>
            <a:xfrm>
              <a:off x="2128948" y="2272845"/>
              <a:ext cx="41430" cy="25842"/>
            </a:xfrm>
            <a:custGeom>
              <a:rect b="b" l="l" r="r" t="t"/>
              <a:pathLst>
                <a:path extrusionOk="0" fill="none" h="751" w="1204">
                  <a:moveTo>
                    <a:pt x="1204" y="750"/>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26"/>
            <p:cNvSpPr/>
            <p:nvPr/>
          </p:nvSpPr>
          <p:spPr>
            <a:xfrm>
              <a:off x="2147392" y="2162214"/>
              <a:ext cx="28319" cy="21747"/>
            </a:xfrm>
            <a:custGeom>
              <a:rect b="b" l="l" r="r" t="t"/>
              <a:pathLst>
                <a:path extrusionOk="0" fill="none" h="632" w="823">
                  <a:moveTo>
                    <a:pt x="822" y="631"/>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26"/>
            <p:cNvSpPr/>
            <p:nvPr/>
          </p:nvSpPr>
          <p:spPr>
            <a:xfrm>
              <a:off x="2084558" y="2129111"/>
              <a:ext cx="72708" cy="45903"/>
            </a:xfrm>
            <a:custGeom>
              <a:rect b="b" l="l" r="r" t="t"/>
              <a:pathLst>
                <a:path extrusionOk="0" h="1334" w="2113">
                  <a:moveTo>
                    <a:pt x="436" y="0"/>
                  </a:moveTo>
                  <a:cubicBezTo>
                    <a:pt x="270" y="0"/>
                    <a:pt x="146" y="49"/>
                    <a:pt x="112" y="177"/>
                  </a:cubicBezTo>
                  <a:cubicBezTo>
                    <a:pt x="1" y="582"/>
                    <a:pt x="926" y="1334"/>
                    <a:pt x="1718" y="1334"/>
                  </a:cubicBezTo>
                  <a:cubicBezTo>
                    <a:pt x="1856" y="1334"/>
                    <a:pt x="1989" y="1311"/>
                    <a:pt x="2113" y="1260"/>
                  </a:cubicBezTo>
                  <a:cubicBezTo>
                    <a:pt x="2113" y="962"/>
                    <a:pt x="1970" y="665"/>
                    <a:pt x="1743" y="474"/>
                  </a:cubicBezTo>
                  <a:cubicBezTo>
                    <a:pt x="1564" y="320"/>
                    <a:pt x="861" y="0"/>
                    <a:pt x="43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26"/>
            <p:cNvSpPr/>
            <p:nvPr/>
          </p:nvSpPr>
          <p:spPr>
            <a:xfrm>
              <a:off x="2115837" y="2146626"/>
              <a:ext cx="41430" cy="25842"/>
            </a:xfrm>
            <a:custGeom>
              <a:rect b="b" l="l" r="r" t="t"/>
              <a:pathLst>
                <a:path extrusionOk="0" fill="none" h="751" w="1204">
                  <a:moveTo>
                    <a:pt x="1204" y="75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26"/>
            <p:cNvSpPr/>
            <p:nvPr/>
          </p:nvSpPr>
          <p:spPr>
            <a:xfrm>
              <a:off x="2219930" y="2551023"/>
              <a:ext cx="24603" cy="40191"/>
            </a:xfrm>
            <a:custGeom>
              <a:rect b="b" l="l" r="r" t="t"/>
              <a:pathLst>
                <a:path extrusionOk="0" fill="none" h="1168" w="715">
                  <a:moveTo>
                    <a:pt x="0" y="1167"/>
                  </a:moveTo>
                  <a:lnTo>
                    <a:pt x="71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26"/>
            <p:cNvSpPr/>
            <p:nvPr/>
          </p:nvSpPr>
          <p:spPr>
            <a:xfrm>
              <a:off x="2235071" y="2507975"/>
              <a:ext cx="68786" cy="55503"/>
            </a:xfrm>
            <a:custGeom>
              <a:rect b="b" l="l" r="r" t="t"/>
              <a:pathLst>
                <a:path extrusionOk="0" h="1613" w="1999">
                  <a:moveTo>
                    <a:pt x="1560" y="1"/>
                  </a:moveTo>
                  <a:cubicBezTo>
                    <a:pt x="1157" y="1"/>
                    <a:pt x="415" y="542"/>
                    <a:pt x="263" y="751"/>
                  </a:cubicBezTo>
                  <a:cubicBezTo>
                    <a:pt x="72" y="989"/>
                    <a:pt x="1" y="1299"/>
                    <a:pt x="60" y="1597"/>
                  </a:cubicBezTo>
                  <a:cubicBezTo>
                    <a:pt x="117" y="1607"/>
                    <a:pt x="174" y="1612"/>
                    <a:pt x="232" y="1612"/>
                  </a:cubicBezTo>
                  <a:cubicBezTo>
                    <a:pt x="1073" y="1612"/>
                    <a:pt x="1998" y="533"/>
                    <a:pt x="1787" y="120"/>
                  </a:cubicBezTo>
                  <a:cubicBezTo>
                    <a:pt x="1743" y="36"/>
                    <a:pt x="1663" y="1"/>
                    <a:pt x="1560"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26"/>
            <p:cNvSpPr/>
            <p:nvPr/>
          </p:nvSpPr>
          <p:spPr>
            <a:xfrm>
              <a:off x="2237136" y="2535847"/>
              <a:ext cx="29111" cy="27081"/>
            </a:xfrm>
            <a:custGeom>
              <a:rect b="b" l="l" r="r" t="t"/>
              <a:pathLst>
                <a:path extrusionOk="0" fill="none" h="787" w="846">
                  <a:moveTo>
                    <a:pt x="0" y="787"/>
                  </a:moveTo>
                  <a:lnTo>
                    <a:pt x="846"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26"/>
            <p:cNvSpPr/>
            <p:nvPr/>
          </p:nvSpPr>
          <p:spPr>
            <a:xfrm>
              <a:off x="2199008" y="2347792"/>
              <a:ext cx="24225" cy="39778"/>
            </a:xfrm>
            <a:custGeom>
              <a:rect b="b" l="l" r="r" t="t"/>
              <a:pathLst>
                <a:path extrusionOk="0" fill="none" h="1156" w="704">
                  <a:moveTo>
                    <a:pt x="1" y="1156"/>
                  </a:moveTo>
                  <a:lnTo>
                    <a:pt x="703"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26"/>
            <p:cNvSpPr/>
            <p:nvPr/>
          </p:nvSpPr>
          <p:spPr>
            <a:xfrm>
              <a:off x="2213771" y="2308736"/>
              <a:ext cx="60114" cy="51581"/>
            </a:xfrm>
            <a:custGeom>
              <a:rect b="b" l="l" r="r" t="t"/>
              <a:pathLst>
                <a:path extrusionOk="0" h="1499" w="1747">
                  <a:moveTo>
                    <a:pt x="1304" y="0"/>
                  </a:moveTo>
                  <a:cubicBezTo>
                    <a:pt x="963" y="0"/>
                    <a:pt x="409" y="432"/>
                    <a:pt x="263" y="624"/>
                  </a:cubicBezTo>
                  <a:cubicBezTo>
                    <a:pt x="72" y="874"/>
                    <a:pt x="1" y="1183"/>
                    <a:pt x="60" y="1481"/>
                  </a:cubicBezTo>
                  <a:cubicBezTo>
                    <a:pt x="123" y="1493"/>
                    <a:pt x="185" y="1499"/>
                    <a:pt x="247" y="1499"/>
                  </a:cubicBezTo>
                  <a:cubicBezTo>
                    <a:pt x="1053" y="1499"/>
                    <a:pt x="1747" y="545"/>
                    <a:pt x="1536" y="136"/>
                  </a:cubicBezTo>
                  <a:cubicBezTo>
                    <a:pt x="1490" y="39"/>
                    <a:pt x="1407" y="0"/>
                    <a:pt x="1304"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26"/>
            <p:cNvSpPr/>
            <p:nvPr/>
          </p:nvSpPr>
          <p:spPr>
            <a:xfrm>
              <a:off x="2215835" y="2324048"/>
              <a:ext cx="37300" cy="35683"/>
            </a:xfrm>
            <a:custGeom>
              <a:rect b="b" l="l" r="r" t="t"/>
              <a:pathLst>
                <a:path extrusionOk="0" fill="none" h="1037" w="1084">
                  <a:moveTo>
                    <a:pt x="0" y="1036"/>
                  </a:moveTo>
                  <a:lnTo>
                    <a:pt x="1084"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26"/>
            <p:cNvSpPr/>
            <p:nvPr/>
          </p:nvSpPr>
          <p:spPr>
            <a:xfrm>
              <a:off x="2189614" y="2258083"/>
              <a:ext cx="24603" cy="40191"/>
            </a:xfrm>
            <a:custGeom>
              <a:rect b="b" l="l" r="r" t="t"/>
              <a:pathLst>
                <a:path extrusionOk="0" fill="none" h="1168" w="715">
                  <a:moveTo>
                    <a:pt x="0" y="1167"/>
                  </a:moveTo>
                  <a:lnTo>
                    <a:pt x="714"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26"/>
            <p:cNvSpPr/>
            <p:nvPr/>
          </p:nvSpPr>
          <p:spPr>
            <a:xfrm>
              <a:off x="2204342" y="2215241"/>
              <a:ext cx="68820" cy="55641"/>
            </a:xfrm>
            <a:custGeom>
              <a:rect b="b" l="l" r="r" t="t"/>
              <a:pathLst>
                <a:path extrusionOk="0" h="1617" w="2000">
                  <a:moveTo>
                    <a:pt x="1558" y="1"/>
                  </a:moveTo>
                  <a:cubicBezTo>
                    <a:pt x="1156" y="1"/>
                    <a:pt x="414" y="538"/>
                    <a:pt x="263" y="745"/>
                  </a:cubicBezTo>
                  <a:cubicBezTo>
                    <a:pt x="72" y="983"/>
                    <a:pt x="1" y="1305"/>
                    <a:pt x="60" y="1603"/>
                  </a:cubicBezTo>
                  <a:lnTo>
                    <a:pt x="72" y="1603"/>
                  </a:lnTo>
                  <a:cubicBezTo>
                    <a:pt x="125" y="1612"/>
                    <a:pt x="179" y="1616"/>
                    <a:pt x="233" y="1616"/>
                  </a:cubicBezTo>
                  <a:cubicBezTo>
                    <a:pt x="1076" y="1616"/>
                    <a:pt x="1999" y="540"/>
                    <a:pt x="1787" y="126"/>
                  </a:cubicBezTo>
                  <a:cubicBezTo>
                    <a:pt x="1745" y="37"/>
                    <a:pt x="1663" y="1"/>
                    <a:pt x="1558"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26"/>
            <p:cNvSpPr/>
            <p:nvPr/>
          </p:nvSpPr>
          <p:spPr>
            <a:xfrm>
              <a:off x="2206407" y="2234718"/>
              <a:ext cx="37300" cy="35683"/>
            </a:xfrm>
            <a:custGeom>
              <a:rect b="b" l="l" r="r" t="t"/>
              <a:pathLst>
                <a:path extrusionOk="0" fill="none" h="1037" w="1084">
                  <a:moveTo>
                    <a:pt x="0" y="1037"/>
                  </a:moveTo>
                  <a:lnTo>
                    <a:pt x="1084"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26"/>
            <p:cNvSpPr/>
            <p:nvPr/>
          </p:nvSpPr>
          <p:spPr>
            <a:xfrm>
              <a:off x="2175678" y="2127390"/>
              <a:ext cx="24603" cy="39778"/>
            </a:xfrm>
            <a:custGeom>
              <a:rect b="b" l="l" r="r" t="t"/>
              <a:pathLst>
                <a:path extrusionOk="0" fill="none" h="1156" w="715">
                  <a:moveTo>
                    <a:pt x="0" y="1155"/>
                  </a:moveTo>
                  <a:lnTo>
                    <a:pt x="71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26"/>
            <p:cNvSpPr/>
            <p:nvPr/>
          </p:nvSpPr>
          <p:spPr>
            <a:xfrm>
              <a:off x="2190818" y="2084136"/>
              <a:ext cx="68820" cy="55641"/>
            </a:xfrm>
            <a:custGeom>
              <a:rect b="b" l="l" r="r" t="t"/>
              <a:pathLst>
                <a:path extrusionOk="0" h="1617" w="2000">
                  <a:moveTo>
                    <a:pt x="1566" y="0"/>
                  </a:moveTo>
                  <a:cubicBezTo>
                    <a:pt x="1165" y="0"/>
                    <a:pt x="415" y="545"/>
                    <a:pt x="263" y="745"/>
                  </a:cubicBezTo>
                  <a:cubicBezTo>
                    <a:pt x="72" y="995"/>
                    <a:pt x="1" y="1305"/>
                    <a:pt x="60" y="1603"/>
                  </a:cubicBezTo>
                  <a:cubicBezTo>
                    <a:pt x="114" y="1612"/>
                    <a:pt x="167" y="1616"/>
                    <a:pt x="222" y="1616"/>
                  </a:cubicBezTo>
                  <a:cubicBezTo>
                    <a:pt x="1066" y="1616"/>
                    <a:pt x="1999" y="539"/>
                    <a:pt x="1787" y="114"/>
                  </a:cubicBezTo>
                  <a:cubicBezTo>
                    <a:pt x="1744" y="34"/>
                    <a:pt x="1666" y="0"/>
                    <a:pt x="156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26"/>
            <p:cNvSpPr/>
            <p:nvPr/>
          </p:nvSpPr>
          <p:spPr>
            <a:xfrm>
              <a:off x="2192883" y="2103612"/>
              <a:ext cx="37300" cy="35683"/>
            </a:xfrm>
            <a:custGeom>
              <a:rect b="b" l="l" r="r" t="t"/>
              <a:pathLst>
                <a:path extrusionOk="0" fill="none" h="1037" w="1084">
                  <a:moveTo>
                    <a:pt x="0" y="1037"/>
                  </a:moveTo>
                  <a:lnTo>
                    <a:pt x="1084"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26"/>
            <p:cNvSpPr/>
            <p:nvPr/>
          </p:nvSpPr>
          <p:spPr>
            <a:xfrm>
              <a:off x="2163393" y="2028218"/>
              <a:ext cx="68751" cy="55503"/>
            </a:xfrm>
            <a:custGeom>
              <a:rect b="b" l="l" r="r" t="t"/>
              <a:pathLst>
                <a:path extrusionOk="0" h="1613" w="1998">
                  <a:moveTo>
                    <a:pt x="1559" y="0"/>
                  </a:moveTo>
                  <a:cubicBezTo>
                    <a:pt x="1156" y="0"/>
                    <a:pt x="414" y="542"/>
                    <a:pt x="262" y="751"/>
                  </a:cubicBezTo>
                  <a:cubicBezTo>
                    <a:pt x="72" y="989"/>
                    <a:pt x="0" y="1299"/>
                    <a:pt x="60" y="1596"/>
                  </a:cubicBezTo>
                  <a:cubicBezTo>
                    <a:pt x="116" y="1607"/>
                    <a:pt x="173" y="1612"/>
                    <a:pt x="231" y="1612"/>
                  </a:cubicBezTo>
                  <a:cubicBezTo>
                    <a:pt x="1073" y="1612"/>
                    <a:pt x="1998" y="532"/>
                    <a:pt x="1786" y="120"/>
                  </a:cubicBezTo>
                  <a:cubicBezTo>
                    <a:pt x="1743" y="36"/>
                    <a:pt x="1662" y="0"/>
                    <a:pt x="1559"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26"/>
            <p:cNvSpPr/>
            <p:nvPr/>
          </p:nvSpPr>
          <p:spPr>
            <a:xfrm>
              <a:off x="2165423" y="2047488"/>
              <a:ext cx="37335" cy="35683"/>
            </a:xfrm>
            <a:custGeom>
              <a:rect b="b" l="l" r="r" t="t"/>
              <a:pathLst>
                <a:path extrusionOk="0" fill="none" h="1037" w="1085">
                  <a:moveTo>
                    <a:pt x="1" y="1036"/>
                  </a:moveTo>
                  <a:lnTo>
                    <a:pt x="1084"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26"/>
            <p:cNvSpPr/>
            <p:nvPr/>
          </p:nvSpPr>
          <p:spPr>
            <a:xfrm>
              <a:off x="2108473" y="2019822"/>
              <a:ext cx="67444" cy="65207"/>
            </a:xfrm>
            <a:custGeom>
              <a:rect b="b" l="l" r="r" t="t"/>
              <a:pathLst>
                <a:path extrusionOk="0" h="1895" w="1960">
                  <a:moveTo>
                    <a:pt x="532" y="1"/>
                  </a:moveTo>
                  <a:cubicBezTo>
                    <a:pt x="495" y="1"/>
                    <a:pt x="461" y="7"/>
                    <a:pt x="429" y="19"/>
                  </a:cubicBezTo>
                  <a:cubicBezTo>
                    <a:pt x="1" y="185"/>
                    <a:pt x="656" y="1388"/>
                    <a:pt x="894" y="1602"/>
                  </a:cubicBezTo>
                  <a:cubicBezTo>
                    <a:pt x="1081" y="1789"/>
                    <a:pt x="1340" y="1895"/>
                    <a:pt x="1601" y="1895"/>
                  </a:cubicBezTo>
                  <a:cubicBezTo>
                    <a:pt x="1639" y="1895"/>
                    <a:pt x="1677" y="1893"/>
                    <a:pt x="1715" y="1888"/>
                  </a:cubicBezTo>
                  <a:cubicBezTo>
                    <a:pt x="1959" y="1089"/>
                    <a:pt x="1035" y="1"/>
                    <a:pt x="532"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26"/>
            <p:cNvSpPr/>
            <p:nvPr/>
          </p:nvSpPr>
          <p:spPr>
            <a:xfrm>
              <a:off x="2135933" y="2044219"/>
              <a:ext cx="31588" cy="40604"/>
            </a:xfrm>
            <a:custGeom>
              <a:rect b="b" l="l" r="r" t="t"/>
              <a:pathLst>
                <a:path extrusionOk="0" fill="none" h="1180" w="918">
                  <a:moveTo>
                    <a:pt x="917" y="1179"/>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26"/>
            <p:cNvSpPr/>
            <p:nvPr/>
          </p:nvSpPr>
          <p:spPr>
            <a:xfrm>
              <a:off x="2272372" y="1903685"/>
              <a:ext cx="34" cy="741983"/>
            </a:xfrm>
            <a:custGeom>
              <a:rect b="b" l="l" r="r" t="t"/>
              <a:pathLst>
                <a:path extrusionOk="0" fill="none" h="21563" w="1">
                  <a:moveTo>
                    <a:pt x="0" y="0"/>
                  </a:moveTo>
                  <a:lnTo>
                    <a:pt x="0" y="2156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26"/>
            <p:cNvSpPr/>
            <p:nvPr/>
          </p:nvSpPr>
          <p:spPr>
            <a:xfrm>
              <a:off x="2304306" y="2180658"/>
              <a:ext cx="48793" cy="462574"/>
            </a:xfrm>
            <a:custGeom>
              <a:rect b="b" l="l" r="r" t="t"/>
              <a:pathLst>
                <a:path extrusionOk="0" fill="none" h="13443" w="1418">
                  <a:moveTo>
                    <a:pt x="1418" y="0"/>
                  </a:moveTo>
                  <a:lnTo>
                    <a:pt x="1" y="13442"/>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26"/>
            <p:cNvSpPr/>
            <p:nvPr/>
          </p:nvSpPr>
          <p:spPr>
            <a:xfrm>
              <a:off x="2293260" y="2507183"/>
              <a:ext cx="24190" cy="20095"/>
            </a:xfrm>
            <a:custGeom>
              <a:rect b="b" l="l" r="r" t="t"/>
              <a:pathLst>
                <a:path extrusionOk="0" fill="none" h="584" w="703">
                  <a:moveTo>
                    <a:pt x="703" y="584"/>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26"/>
            <p:cNvSpPr/>
            <p:nvPr/>
          </p:nvSpPr>
          <p:spPr>
            <a:xfrm>
              <a:off x="2233935" y="2459214"/>
              <a:ext cx="68786" cy="55503"/>
            </a:xfrm>
            <a:custGeom>
              <a:rect b="b" l="l" r="r" t="t"/>
              <a:pathLst>
                <a:path extrusionOk="0" h="1613" w="1999">
                  <a:moveTo>
                    <a:pt x="439" y="1"/>
                  </a:moveTo>
                  <a:cubicBezTo>
                    <a:pt x="336" y="1"/>
                    <a:pt x="256" y="36"/>
                    <a:pt x="212" y="120"/>
                  </a:cubicBezTo>
                  <a:cubicBezTo>
                    <a:pt x="1" y="533"/>
                    <a:pt x="926" y="1613"/>
                    <a:pt x="1767" y="1613"/>
                  </a:cubicBezTo>
                  <a:cubicBezTo>
                    <a:pt x="1825" y="1613"/>
                    <a:pt x="1882" y="1607"/>
                    <a:pt x="1939" y="1597"/>
                  </a:cubicBezTo>
                  <a:cubicBezTo>
                    <a:pt x="1998" y="1299"/>
                    <a:pt x="1927" y="990"/>
                    <a:pt x="1736" y="751"/>
                  </a:cubicBezTo>
                  <a:cubicBezTo>
                    <a:pt x="1584" y="543"/>
                    <a:pt x="842" y="1"/>
                    <a:pt x="439"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26"/>
            <p:cNvSpPr/>
            <p:nvPr/>
          </p:nvSpPr>
          <p:spPr>
            <a:xfrm>
              <a:off x="2265387" y="2480549"/>
              <a:ext cx="35270" cy="33619"/>
            </a:xfrm>
            <a:custGeom>
              <a:rect b="b" l="l" r="r" t="t"/>
              <a:pathLst>
                <a:path extrusionOk="0" fill="none" h="977" w="1025">
                  <a:moveTo>
                    <a:pt x="1025" y="977"/>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26"/>
            <p:cNvSpPr/>
            <p:nvPr/>
          </p:nvSpPr>
          <p:spPr>
            <a:xfrm>
              <a:off x="2285070" y="2579687"/>
              <a:ext cx="23364" cy="33240"/>
            </a:xfrm>
            <a:custGeom>
              <a:rect b="b" l="l" r="r" t="t"/>
              <a:pathLst>
                <a:path extrusionOk="0" fill="none" h="966" w="679">
                  <a:moveTo>
                    <a:pt x="679" y="965"/>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26"/>
            <p:cNvSpPr/>
            <p:nvPr/>
          </p:nvSpPr>
          <p:spPr>
            <a:xfrm>
              <a:off x="2226158" y="2536673"/>
              <a:ext cx="68751" cy="55469"/>
            </a:xfrm>
            <a:custGeom>
              <a:rect b="b" l="l" r="r" t="t"/>
              <a:pathLst>
                <a:path extrusionOk="0" h="1612" w="1998">
                  <a:moveTo>
                    <a:pt x="435" y="0"/>
                  </a:moveTo>
                  <a:cubicBezTo>
                    <a:pt x="333" y="0"/>
                    <a:pt x="253" y="35"/>
                    <a:pt x="212" y="120"/>
                  </a:cubicBezTo>
                  <a:cubicBezTo>
                    <a:pt x="0" y="532"/>
                    <a:pt x="915" y="1612"/>
                    <a:pt x="1765" y="1612"/>
                  </a:cubicBezTo>
                  <a:cubicBezTo>
                    <a:pt x="1823" y="1612"/>
                    <a:pt x="1881" y="1607"/>
                    <a:pt x="1938" y="1596"/>
                  </a:cubicBezTo>
                  <a:cubicBezTo>
                    <a:pt x="1998" y="1298"/>
                    <a:pt x="1915" y="989"/>
                    <a:pt x="1736" y="739"/>
                  </a:cubicBezTo>
                  <a:cubicBezTo>
                    <a:pt x="1584" y="540"/>
                    <a:pt x="835" y="0"/>
                    <a:pt x="435"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26"/>
            <p:cNvSpPr/>
            <p:nvPr/>
          </p:nvSpPr>
          <p:spPr>
            <a:xfrm>
              <a:off x="2257610" y="2557974"/>
              <a:ext cx="35270" cy="33653"/>
            </a:xfrm>
            <a:custGeom>
              <a:rect b="b" l="l" r="r" t="t"/>
              <a:pathLst>
                <a:path extrusionOk="0" fill="none" h="978" w="1025">
                  <a:moveTo>
                    <a:pt x="1024" y="977"/>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26"/>
            <p:cNvSpPr/>
            <p:nvPr/>
          </p:nvSpPr>
          <p:spPr>
            <a:xfrm>
              <a:off x="2306370" y="2376904"/>
              <a:ext cx="23399" cy="26668"/>
            </a:xfrm>
            <a:custGeom>
              <a:rect b="b" l="l" r="r" t="t"/>
              <a:pathLst>
                <a:path extrusionOk="0" fill="none" h="775" w="680">
                  <a:moveTo>
                    <a:pt x="679" y="774"/>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26"/>
            <p:cNvSpPr/>
            <p:nvPr/>
          </p:nvSpPr>
          <p:spPr>
            <a:xfrm>
              <a:off x="2247011" y="2333821"/>
              <a:ext cx="68820" cy="55469"/>
            </a:xfrm>
            <a:custGeom>
              <a:rect b="b" l="l" r="r" t="t"/>
              <a:pathLst>
                <a:path extrusionOk="0" h="1612" w="2000">
                  <a:moveTo>
                    <a:pt x="439" y="0"/>
                  </a:moveTo>
                  <a:cubicBezTo>
                    <a:pt x="335" y="0"/>
                    <a:pt x="255" y="36"/>
                    <a:pt x="213" y="121"/>
                  </a:cubicBezTo>
                  <a:cubicBezTo>
                    <a:pt x="1" y="535"/>
                    <a:pt x="934" y="1611"/>
                    <a:pt x="1778" y="1611"/>
                  </a:cubicBezTo>
                  <a:cubicBezTo>
                    <a:pt x="1833" y="1611"/>
                    <a:pt x="1887" y="1607"/>
                    <a:pt x="1940" y="1597"/>
                  </a:cubicBezTo>
                  <a:cubicBezTo>
                    <a:pt x="1999" y="1300"/>
                    <a:pt x="1928" y="978"/>
                    <a:pt x="1737" y="740"/>
                  </a:cubicBezTo>
                  <a:cubicBezTo>
                    <a:pt x="1586" y="532"/>
                    <a:pt x="840" y="0"/>
                    <a:pt x="439"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26"/>
            <p:cNvSpPr/>
            <p:nvPr/>
          </p:nvSpPr>
          <p:spPr>
            <a:xfrm>
              <a:off x="2278497" y="2354777"/>
              <a:ext cx="35270" cy="34031"/>
            </a:xfrm>
            <a:custGeom>
              <a:rect b="b" l="l" r="r" t="t"/>
              <a:pathLst>
                <a:path extrusionOk="0" fill="none" h="989" w="1025">
                  <a:moveTo>
                    <a:pt x="1025" y="988"/>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26"/>
            <p:cNvSpPr/>
            <p:nvPr/>
          </p:nvSpPr>
          <p:spPr>
            <a:xfrm>
              <a:off x="2319481" y="2250719"/>
              <a:ext cx="22573" cy="34857"/>
            </a:xfrm>
            <a:custGeom>
              <a:rect b="b" l="l" r="r" t="t"/>
              <a:pathLst>
                <a:path extrusionOk="0" fill="none" h="1013" w="656">
                  <a:moveTo>
                    <a:pt x="655" y="1012"/>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26"/>
            <p:cNvSpPr/>
            <p:nvPr/>
          </p:nvSpPr>
          <p:spPr>
            <a:xfrm>
              <a:off x="2260122" y="2207636"/>
              <a:ext cx="68820" cy="55469"/>
            </a:xfrm>
            <a:custGeom>
              <a:rect b="b" l="l" r="r" t="t"/>
              <a:pathLst>
                <a:path extrusionOk="0" h="1612" w="2000">
                  <a:moveTo>
                    <a:pt x="443" y="0"/>
                  </a:moveTo>
                  <a:cubicBezTo>
                    <a:pt x="339" y="0"/>
                    <a:pt x="257" y="36"/>
                    <a:pt x="213" y="121"/>
                  </a:cubicBezTo>
                  <a:cubicBezTo>
                    <a:pt x="1" y="535"/>
                    <a:pt x="934" y="1611"/>
                    <a:pt x="1778" y="1611"/>
                  </a:cubicBezTo>
                  <a:cubicBezTo>
                    <a:pt x="1833" y="1611"/>
                    <a:pt x="1887" y="1607"/>
                    <a:pt x="1940" y="1597"/>
                  </a:cubicBezTo>
                  <a:cubicBezTo>
                    <a:pt x="1999" y="1300"/>
                    <a:pt x="1928" y="990"/>
                    <a:pt x="1737" y="740"/>
                  </a:cubicBezTo>
                  <a:cubicBezTo>
                    <a:pt x="1586" y="532"/>
                    <a:pt x="848" y="0"/>
                    <a:pt x="443"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26"/>
            <p:cNvSpPr/>
            <p:nvPr/>
          </p:nvSpPr>
          <p:spPr>
            <a:xfrm>
              <a:off x="2291608" y="2229006"/>
              <a:ext cx="35270" cy="33619"/>
            </a:xfrm>
            <a:custGeom>
              <a:rect b="b" l="l" r="r" t="t"/>
              <a:pathLst>
                <a:path extrusionOk="0" fill="none" h="977" w="1025">
                  <a:moveTo>
                    <a:pt x="1025" y="976"/>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26"/>
            <p:cNvSpPr/>
            <p:nvPr/>
          </p:nvSpPr>
          <p:spPr>
            <a:xfrm>
              <a:off x="2323576" y="2447377"/>
              <a:ext cx="32001" cy="34031"/>
            </a:xfrm>
            <a:custGeom>
              <a:rect b="b" l="l" r="r" t="t"/>
              <a:pathLst>
                <a:path extrusionOk="0" fill="none" h="989" w="930">
                  <a:moveTo>
                    <a:pt x="0" y="988"/>
                  </a:moveTo>
                  <a:lnTo>
                    <a:pt x="929"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26"/>
            <p:cNvSpPr/>
            <p:nvPr/>
          </p:nvSpPr>
          <p:spPr>
            <a:xfrm>
              <a:off x="2346115" y="2414102"/>
              <a:ext cx="72295" cy="46075"/>
            </a:xfrm>
            <a:custGeom>
              <a:rect b="b" l="l" r="r" t="t"/>
              <a:pathLst>
                <a:path extrusionOk="0" h="1339" w="2101">
                  <a:moveTo>
                    <a:pt x="1674" y="0"/>
                  </a:moveTo>
                  <a:cubicBezTo>
                    <a:pt x="1250" y="0"/>
                    <a:pt x="542" y="324"/>
                    <a:pt x="369" y="479"/>
                  </a:cubicBezTo>
                  <a:cubicBezTo>
                    <a:pt x="131" y="669"/>
                    <a:pt x="0" y="967"/>
                    <a:pt x="0" y="1265"/>
                  </a:cubicBezTo>
                  <a:cubicBezTo>
                    <a:pt x="124" y="1316"/>
                    <a:pt x="257" y="1338"/>
                    <a:pt x="394" y="1338"/>
                  </a:cubicBezTo>
                  <a:cubicBezTo>
                    <a:pt x="1183" y="1338"/>
                    <a:pt x="2100" y="585"/>
                    <a:pt x="1989" y="169"/>
                  </a:cubicBezTo>
                  <a:cubicBezTo>
                    <a:pt x="1956" y="48"/>
                    <a:pt x="1836" y="0"/>
                    <a:pt x="1674"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26"/>
            <p:cNvSpPr/>
            <p:nvPr/>
          </p:nvSpPr>
          <p:spPr>
            <a:xfrm>
              <a:off x="2345702" y="2430550"/>
              <a:ext cx="43873" cy="27081"/>
            </a:xfrm>
            <a:custGeom>
              <a:rect b="b" l="l" r="r" t="t"/>
              <a:pathLst>
                <a:path extrusionOk="0" fill="none" h="787" w="1275">
                  <a:moveTo>
                    <a:pt x="0" y="787"/>
                  </a:moveTo>
                  <a:lnTo>
                    <a:pt x="1274"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26"/>
            <p:cNvSpPr/>
            <p:nvPr/>
          </p:nvSpPr>
          <p:spPr>
            <a:xfrm>
              <a:off x="2332591" y="2358046"/>
              <a:ext cx="32380" cy="34031"/>
            </a:xfrm>
            <a:custGeom>
              <a:rect b="b" l="l" r="r" t="t"/>
              <a:pathLst>
                <a:path extrusionOk="0" fill="none" h="989" w="941">
                  <a:moveTo>
                    <a:pt x="0" y="989"/>
                  </a:moveTo>
                  <a:lnTo>
                    <a:pt x="94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26"/>
            <p:cNvSpPr/>
            <p:nvPr/>
          </p:nvSpPr>
          <p:spPr>
            <a:xfrm>
              <a:off x="2355130" y="2324702"/>
              <a:ext cx="72295" cy="46041"/>
            </a:xfrm>
            <a:custGeom>
              <a:rect b="b" l="l" r="r" t="t"/>
              <a:pathLst>
                <a:path extrusionOk="0" h="1338" w="2101">
                  <a:moveTo>
                    <a:pt x="1667" y="1"/>
                  </a:moveTo>
                  <a:cubicBezTo>
                    <a:pt x="1242" y="1"/>
                    <a:pt x="541" y="315"/>
                    <a:pt x="369" y="469"/>
                  </a:cubicBezTo>
                  <a:cubicBezTo>
                    <a:pt x="143" y="672"/>
                    <a:pt x="0" y="958"/>
                    <a:pt x="0" y="1267"/>
                  </a:cubicBezTo>
                  <a:cubicBezTo>
                    <a:pt x="121" y="1316"/>
                    <a:pt x="252" y="1337"/>
                    <a:pt x="386" y="1337"/>
                  </a:cubicBezTo>
                  <a:cubicBezTo>
                    <a:pt x="1177" y="1337"/>
                    <a:pt x="2101" y="589"/>
                    <a:pt x="1989" y="172"/>
                  </a:cubicBezTo>
                  <a:cubicBezTo>
                    <a:pt x="1955" y="48"/>
                    <a:pt x="1832" y="1"/>
                    <a:pt x="166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26"/>
            <p:cNvSpPr/>
            <p:nvPr/>
          </p:nvSpPr>
          <p:spPr>
            <a:xfrm>
              <a:off x="2355130" y="2341254"/>
              <a:ext cx="43873" cy="27081"/>
            </a:xfrm>
            <a:custGeom>
              <a:rect b="b" l="l" r="r" t="t"/>
              <a:pathLst>
                <a:path extrusionOk="0" fill="none" h="787" w="1275">
                  <a:moveTo>
                    <a:pt x="0" y="786"/>
                  </a:moveTo>
                  <a:lnTo>
                    <a:pt x="1274"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26"/>
            <p:cNvSpPr/>
            <p:nvPr/>
          </p:nvSpPr>
          <p:spPr>
            <a:xfrm>
              <a:off x="2346115" y="2226941"/>
              <a:ext cx="32380" cy="27494"/>
            </a:xfrm>
            <a:custGeom>
              <a:rect b="b" l="l" r="r" t="t"/>
              <a:pathLst>
                <a:path extrusionOk="0" fill="none" h="799" w="941">
                  <a:moveTo>
                    <a:pt x="0" y="798"/>
                  </a:moveTo>
                  <a:lnTo>
                    <a:pt x="94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26"/>
            <p:cNvSpPr/>
            <p:nvPr/>
          </p:nvSpPr>
          <p:spPr>
            <a:xfrm>
              <a:off x="2368654" y="2193597"/>
              <a:ext cx="72330" cy="46144"/>
            </a:xfrm>
            <a:custGeom>
              <a:rect b="b" l="l" r="r" t="t"/>
              <a:pathLst>
                <a:path extrusionOk="0" h="1341" w="2102">
                  <a:moveTo>
                    <a:pt x="1671" y="1"/>
                  </a:moveTo>
                  <a:cubicBezTo>
                    <a:pt x="1242" y="1"/>
                    <a:pt x="541" y="315"/>
                    <a:pt x="369" y="469"/>
                  </a:cubicBezTo>
                  <a:cubicBezTo>
                    <a:pt x="143" y="672"/>
                    <a:pt x="0" y="958"/>
                    <a:pt x="0" y="1267"/>
                  </a:cubicBezTo>
                  <a:cubicBezTo>
                    <a:pt x="123" y="1318"/>
                    <a:pt x="257" y="1341"/>
                    <a:pt x="394" y="1341"/>
                  </a:cubicBezTo>
                  <a:cubicBezTo>
                    <a:pt x="1183" y="1341"/>
                    <a:pt x="2102" y="588"/>
                    <a:pt x="2000" y="172"/>
                  </a:cubicBezTo>
                  <a:cubicBezTo>
                    <a:pt x="1964" y="48"/>
                    <a:pt x="1838" y="1"/>
                    <a:pt x="1671"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26"/>
            <p:cNvSpPr/>
            <p:nvPr/>
          </p:nvSpPr>
          <p:spPr>
            <a:xfrm>
              <a:off x="2368654" y="2210148"/>
              <a:ext cx="43873" cy="27081"/>
            </a:xfrm>
            <a:custGeom>
              <a:rect b="b" l="l" r="r" t="t"/>
              <a:pathLst>
                <a:path extrusionOk="0" fill="none" h="787" w="1275">
                  <a:moveTo>
                    <a:pt x="0" y="786"/>
                  </a:moveTo>
                  <a:lnTo>
                    <a:pt x="1274"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26"/>
            <p:cNvSpPr/>
            <p:nvPr/>
          </p:nvSpPr>
          <p:spPr>
            <a:xfrm>
              <a:off x="2353479" y="2133378"/>
              <a:ext cx="72295" cy="46006"/>
            </a:xfrm>
            <a:custGeom>
              <a:rect b="b" l="l" r="r" t="t"/>
              <a:pathLst>
                <a:path extrusionOk="0" h="1337" w="2101">
                  <a:moveTo>
                    <a:pt x="1667" y="0"/>
                  </a:moveTo>
                  <a:cubicBezTo>
                    <a:pt x="1243" y="0"/>
                    <a:pt x="541" y="315"/>
                    <a:pt x="370" y="469"/>
                  </a:cubicBezTo>
                  <a:cubicBezTo>
                    <a:pt x="132" y="672"/>
                    <a:pt x="1" y="957"/>
                    <a:pt x="1" y="1267"/>
                  </a:cubicBezTo>
                  <a:cubicBezTo>
                    <a:pt x="122" y="1315"/>
                    <a:pt x="252" y="1337"/>
                    <a:pt x="386" y="1337"/>
                  </a:cubicBezTo>
                  <a:cubicBezTo>
                    <a:pt x="1177" y="1337"/>
                    <a:pt x="2101" y="589"/>
                    <a:pt x="1989" y="172"/>
                  </a:cubicBezTo>
                  <a:cubicBezTo>
                    <a:pt x="1956" y="48"/>
                    <a:pt x="1832" y="0"/>
                    <a:pt x="166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26"/>
            <p:cNvSpPr/>
            <p:nvPr/>
          </p:nvSpPr>
          <p:spPr>
            <a:xfrm>
              <a:off x="2353066" y="2149929"/>
              <a:ext cx="43873" cy="27046"/>
            </a:xfrm>
            <a:custGeom>
              <a:rect b="b" l="l" r="r" t="t"/>
              <a:pathLst>
                <a:path extrusionOk="0" fill="none" h="786" w="1275">
                  <a:moveTo>
                    <a:pt x="1" y="786"/>
                  </a:moveTo>
                  <a:lnTo>
                    <a:pt x="127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26"/>
            <p:cNvSpPr/>
            <p:nvPr/>
          </p:nvSpPr>
          <p:spPr>
            <a:xfrm>
              <a:off x="2309226" y="2106400"/>
              <a:ext cx="60321" cy="72227"/>
            </a:xfrm>
            <a:custGeom>
              <a:rect b="b" l="l" r="r" t="t"/>
              <a:pathLst>
                <a:path extrusionOk="0" h="2099" w="1753">
                  <a:moveTo>
                    <a:pt x="491" y="0"/>
                  </a:moveTo>
                  <a:cubicBezTo>
                    <a:pt x="478" y="0"/>
                    <a:pt x="466" y="1"/>
                    <a:pt x="453" y="3"/>
                  </a:cubicBezTo>
                  <a:cubicBezTo>
                    <a:pt x="1" y="75"/>
                    <a:pt x="394" y="1384"/>
                    <a:pt x="584" y="1646"/>
                  </a:cubicBezTo>
                  <a:cubicBezTo>
                    <a:pt x="763" y="1908"/>
                    <a:pt x="1025" y="2063"/>
                    <a:pt x="1334" y="2099"/>
                  </a:cubicBezTo>
                  <a:cubicBezTo>
                    <a:pt x="1752" y="1332"/>
                    <a:pt x="993" y="0"/>
                    <a:pt x="491"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26"/>
            <p:cNvSpPr/>
            <p:nvPr/>
          </p:nvSpPr>
          <p:spPr>
            <a:xfrm>
              <a:off x="2332591" y="2132311"/>
              <a:ext cx="22573" cy="46316"/>
            </a:xfrm>
            <a:custGeom>
              <a:rect b="b" l="l" r="r" t="t"/>
              <a:pathLst>
                <a:path extrusionOk="0" fill="none" h="1346" w="656">
                  <a:moveTo>
                    <a:pt x="655" y="1346"/>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26"/>
            <p:cNvSpPr/>
            <p:nvPr/>
          </p:nvSpPr>
          <p:spPr>
            <a:xfrm>
              <a:off x="2244499" y="2596892"/>
              <a:ext cx="26668" cy="35683"/>
            </a:xfrm>
            <a:custGeom>
              <a:rect b="b" l="l" r="r" t="t"/>
              <a:pathLst>
                <a:path extrusionOk="0" fill="none" h="1037" w="775">
                  <a:moveTo>
                    <a:pt x="774" y="1037"/>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26"/>
            <p:cNvSpPr/>
            <p:nvPr/>
          </p:nvSpPr>
          <p:spPr>
            <a:xfrm>
              <a:off x="2183248" y="2558834"/>
              <a:ext cx="71125" cy="50858"/>
            </a:xfrm>
            <a:custGeom>
              <a:rect b="b" l="l" r="r" t="t"/>
              <a:pathLst>
                <a:path extrusionOk="0" h="1478" w="2067">
                  <a:moveTo>
                    <a:pt x="427" y="0"/>
                  </a:moveTo>
                  <a:cubicBezTo>
                    <a:pt x="298" y="0"/>
                    <a:pt x="201" y="41"/>
                    <a:pt x="161" y="142"/>
                  </a:cubicBezTo>
                  <a:cubicBezTo>
                    <a:pt x="1" y="560"/>
                    <a:pt x="946" y="1477"/>
                    <a:pt x="1762" y="1477"/>
                  </a:cubicBezTo>
                  <a:cubicBezTo>
                    <a:pt x="1854" y="1477"/>
                    <a:pt x="1944" y="1466"/>
                    <a:pt x="2031" y="1440"/>
                  </a:cubicBezTo>
                  <a:cubicBezTo>
                    <a:pt x="2066" y="1131"/>
                    <a:pt x="1959" y="833"/>
                    <a:pt x="1745" y="607"/>
                  </a:cubicBezTo>
                  <a:cubicBezTo>
                    <a:pt x="1581" y="425"/>
                    <a:pt x="842" y="0"/>
                    <a:pt x="427"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26"/>
            <p:cNvSpPr/>
            <p:nvPr/>
          </p:nvSpPr>
          <p:spPr>
            <a:xfrm>
              <a:off x="2214596" y="2578482"/>
              <a:ext cx="38539" cy="29937"/>
            </a:xfrm>
            <a:custGeom>
              <a:rect b="b" l="l" r="r" t="t"/>
              <a:pathLst>
                <a:path extrusionOk="0" fill="none" h="870" w="1120">
                  <a:moveTo>
                    <a:pt x="1120" y="869"/>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26"/>
            <p:cNvSpPr/>
            <p:nvPr/>
          </p:nvSpPr>
          <p:spPr>
            <a:xfrm>
              <a:off x="2244499" y="2435471"/>
              <a:ext cx="27494" cy="25842"/>
            </a:xfrm>
            <a:custGeom>
              <a:rect b="b" l="l" r="r" t="t"/>
              <a:pathLst>
                <a:path extrusionOk="0" fill="none" h="751" w="799">
                  <a:moveTo>
                    <a:pt x="798" y="75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26"/>
            <p:cNvSpPr/>
            <p:nvPr/>
          </p:nvSpPr>
          <p:spPr>
            <a:xfrm>
              <a:off x="2183283" y="2397412"/>
              <a:ext cx="71091" cy="50548"/>
            </a:xfrm>
            <a:custGeom>
              <a:rect b="b" l="l" r="r" t="t"/>
              <a:pathLst>
                <a:path extrusionOk="0" h="1469" w="2066">
                  <a:moveTo>
                    <a:pt x="426" y="0"/>
                  </a:moveTo>
                  <a:cubicBezTo>
                    <a:pt x="297" y="0"/>
                    <a:pt x="200" y="41"/>
                    <a:pt x="160" y="142"/>
                  </a:cubicBezTo>
                  <a:cubicBezTo>
                    <a:pt x="1" y="558"/>
                    <a:pt x="936" y="1469"/>
                    <a:pt x="1749" y="1469"/>
                  </a:cubicBezTo>
                  <a:cubicBezTo>
                    <a:pt x="1845" y="1469"/>
                    <a:pt x="1939" y="1456"/>
                    <a:pt x="2030" y="1428"/>
                  </a:cubicBezTo>
                  <a:cubicBezTo>
                    <a:pt x="2065" y="1131"/>
                    <a:pt x="1958" y="833"/>
                    <a:pt x="1744" y="607"/>
                  </a:cubicBezTo>
                  <a:cubicBezTo>
                    <a:pt x="1580" y="425"/>
                    <a:pt x="841" y="0"/>
                    <a:pt x="426"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26"/>
            <p:cNvSpPr/>
            <p:nvPr/>
          </p:nvSpPr>
          <p:spPr>
            <a:xfrm>
              <a:off x="2214596" y="2416648"/>
              <a:ext cx="38539" cy="29937"/>
            </a:xfrm>
            <a:custGeom>
              <a:rect b="b" l="l" r="r" t="t"/>
              <a:pathLst>
                <a:path extrusionOk="0" fill="none" h="870" w="1120">
                  <a:moveTo>
                    <a:pt x="1120" y="869"/>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26"/>
            <p:cNvSpPr/>
            <p:nvPr/>
          </p:nvSpPr>
          <p:spPr>
            <a:xfrm>
              <a:off x="2244499" y="2245798"/>
              <a:ext cx="28319" cy="37300"/>
            </a:xfrm>
            <a:custGeom>
              <a:rect b="b" l="l" r="r" t="t"/>
              <a:pathLst>
                <a:path extrusionOk="0" fill="none" h="1084" w="823">
                  <a:moveTo>
                    <a:pt x="822" y="1084"/>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26"/>
            <p:cNvSpPr/>
            <p:nvPr/>
          </p:nvSpPr>
          <p:spPr>
            <a:xfrm>
              <a:off x="2183248" y="2207705"/>
              <a:ext cx="71125" cy="50858"/>
            </a:xfrm>
            <a:custGeom>
              <a:rect b="b" l="l" r="r" t="t"/>
              <a:pathLst>
                <a:path extrusionOk="0" h="1478" w="2067">
                  <a:moveTo>
                    <a:pt x="427" y="1"/>
                  </a:moveTo>
                  <a:cubicBezTo>
                    <a:pt x="298" y="1"/>
                    <a:pt x="201" y="41"/>
                    <a:pt x="161" y="143"/>
                  </a:cubicBezTo>
                  <a:cubicBezTo>
                    <a:pt x="1" y="560"/>
                    <a:pt x="946" y="1478"/>
                    <a:pt x="1762" y="1478"/>
                  </a:cubicBezTo>
                  <a:cubicBezTo>
                    <a:pt x="1854" y="1478"/>
                    <a:pt x="1944" y="1466"/>
                    <a:pt x="2031" y="1441"/>
                  </a:cubicBezTo>
                  <a:lnTo>
                    <a:pt x="2031" y="1429"/>
                  </a:lnTo>
                  <a:cubicBezTo>
                    <a:pt x="2066" y="1131"/>
                    <a:pt x="1959" y="833"/>
                    <a:pt x="1745" y="607"/>
                  </a:cubicBezTo>
                  <a:cubicBezTo>
                    <a:pt x="1581" y="425"/>
                    <a:pt x="842" y="1"/>
                    <a:pt x="42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26"/>
            <p:cNvSpPr/>
            <p:nvPr/>
          </p:nvSpPr>
          <p:spPr>
            <a:xfrm>
              <a:off x="2214596" y="2226941"/>
              <a:ext cx="38539" cy="29937"/>
            </a:xfrm>
            <a:custGeom>
              <a:rect b="b" l="l" r="r" t="t"/>
              <a:pathLst>
                <a:path extrusionOk="0" fill="none" h="870" w="1120">
                  <a:moveTo>
                    <a:pt x="1120" y="870"/>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26"/>
            <p:cNvSpPr/>
            <p:nvPr/>
          </p:nvSpPr>
          <p:spPr>
            <a:xfrm>
              <a:off x="2244499" y="2119613"/>
              <a:ext cx="26668" cy="24190"/>
            </a:xfrm>
            <a:custGeom>
              <a:rect b="b" l="l" r="r" t="t"/>
              <a:pathLst>
                <a:path extrusionOk="0" fill="none" h="703" w="775">
                  <a:moveTo>
                    <a:pt x="774" y="703"/>
                  </a:moveTo>
                  <a:lnTo>
                    <a:pt x="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26"/>
            <p:cNvSpPr/>
            <p:nvPr/>
          </p:nvSpPr>
          <p:spPr>
            <a:xfrm>
              <a:off x="2183248" y="2081349"/>
              <a:ext cx="71125" cy="50617"/>
            </a:xfrm>
            <a:custGeom>
              <a:rect b="b" l="l" r="r" t="t"/>
              <a:pathLst>
                <a:path extrusionOk="0" h="1471" w="2067">
                  <a:moveTo>
                    <a:pt x="430" y="1"/>
                  </a:moveTo>
                  <a:cubicBezTo>
                    <a:pt x="300" y="1"/>
                    <a:pt x="201" y="43"/>
                    <a:pt x="161" y="148"/>
                  </a:cubicBezTo>
                  <a:cubicBezTo>
                    <a:pt x="1" y="565"/>
                    <a:pt x="944" y="1471"/>
                    <a:pt x="1759" y="1471"/>
                  </a:cubicBezTo>
                  <a:cubicBezTo>
                    <a:pt x="1852" y="1471"/>
                    <a:pt x="1943" y="1459"/>
                    <a:pt x="2031" y="1434"/>
                  </a:cubicBezTo>
                  <a:cubicBezTo>
                    <a:pt x="2066" y="1136"/>
                    <a:pt x="1959" y="826"/>
                    <a:pt x="1745" y="612"/>
                  </a:cubicBezTo>
                  <a:cubicBezTo>
                    <a:pt x="1582" y="431"/>
                    <a:pt x="845" y="1"/>
                    <a:pt x="430"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26"/>
            <p:cNvSpPr/>
            <p:nvPr/>
          </p:nvSpPr>
          <p:spPr>
            <a:xfrm>
              <a:off x="2214596" y="2100756"/>
              <a:ext cx="38539" cy="29937"/>
            </a:xfrm>
            <a:custGeom>
              <a:rect b="b" l="l" r="r" t="t"/>
              <a:pathLst>
                <a:path extrusionOk="0" fill="none" h="870" w="1120">
                  <a:moveTo>
                    <a:pt x="1120" y="870"/>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26"/>
            <p:cNvSpPr/>
            <p:nvPr/>
          </p:nvSpPr>
          <p:spPr>
            <a:xfrm>
              <a:off x="2244912" y="1997111"/>
              <a:ext cx="27907" cy="20095"/>
            </a:xfrm>
            <a:custGeom>
              <a:rect b="b" l="l" r="r" t="t"/>
              <a:pathLst>
                <a:path extrusionOk="0" fill="none" h="584" w="811">
                  <a:moveTo>
                    <a:pt x="810" y="584"/>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26"/>
            <p:cNvSpPr/>
            <p:nvPr/>
          </p:nvSpPr>
          <p:spPr>
            <a:xfrm>
              <a:off x="2183248" y="1954510"/>
              <a:ext cx="71125" cy="50858"/>
            </a:xfrm>
            <a:custGeom>
              <a:rect b="b" l="l" r="r" t="t"/>
              <a:pathLst>
                <a:path extrusionOk="0" h="1478" w="2067">
                  <a:moveTo>
                    <a:pt x="427" y="1"/>
                  </a:moveTo>
                  <a:cubicBezTo>
                    <a:pt x="298" y="1"/>
                    <a:pt x="201" y="41"/>
                    <a:pt x="161" y="143"/>
                  </a:cubicBezTo>
                  <a:cubicBezTo>
                    <a:pt x="1" y="560"/>
                    <a:pt x="946" y="1477"/>
                    <a:pt x="1762" y="1477"/>
                  </a:cubicBezTo>
                  <a:cubicBezTo>
                    <a:pt x="1854" y="1477"/>
                    <a:pt x="1944" y="1466"/>
                    <a:pt x="2031" y="1441"/>
                  </a:cubicBezTo>
                  <a:cubicBezTo>
                    <a:pt x="2066" y="1131"/>
                    <a:pt x="1959" y="833"/>
                    <a:pt x="1745" y="607"/>
                  </a:cubicBezTo>
                  <a:cubicBezTo>
                    <a:pt x="1581" y="425"/>
                    <a:pt x="842" y="1"/>
                    <a:pt x="427"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26"/>
            <p:cNvSpPr/>
            <p:nvPr/>
          </p:nvSpPr>
          <p:spPr>
            <a:xfrm>
              <a:off x="2214596" y="1974159"/>
              <a:ext cx="38539" cy="29937"/>
            </a:xfrm>
            <a:custGeom>
              <a:rect b="b" l="l" r="r" t="t"/>
              <a:pathLst>
                <a:path extrusionOk="0" fill="none" h="870" w="1120">
                  <a:moveTo>
                    <a:pt x="1120" y="870"/>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26"/>
            <p:cNvSpPr/>
            <p:nvPr/>
          </p:nvSpPr>
          <p:spPr>
            <a:xfrm>
              <a:off x="2272372" y="2389601"/>
              <a:ext cx="28285" cy="36888"/>
            </a:xfrm>
            <a:custGeom>
              <a:rect b="b" l="l" r="r" t="t"/>
              <a:pathLst>
                <a:path extrusionOk="0" fill="none" h="1072" w="822">
                  <a:moveTo>
                    <a:pt x="0" y="1072"/>
                  </a:moveTo>
                  <a:lnTo>
                    <a:pt x="822"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26"/>
            <p:cNvSpPr/>
            <p:nvPr/>
          </p:nvSpPr>
          <p:spPr>
            <a:xfrm>
              <a:off x="2291195" y="2351164"/>
              <a:ext cx="70747" cy="50824"/>
            </a:xfrm>
            <a:custGeom>
              <a:rect b="b" l="l" r="r" t="t"/>
              <a:pathLst>
                <a:path extrusionOk="0" h="1477" w="2056">
                  <a:moveTo>
                    <a:pt x="1645" y="0"/>
                  </a:moveTo>
                  <a:cubicBezTo>
                    <a:pt x="1231" y="0"/>
                    <a:pt x="487" y="435"/>
                    <a:pt x="322" y="617"/>
                  </a:cubicBezTo>
                  <a:cubicBezTo>
                    <a:pt x="108" y="832"/>
                    <a:pt x="1" y="1141"/>
                    <a:pt x="37" y="1439"/>
                  </a:cubicBezTo>
                  <a:cubicBezTo>
                    <a:pt x="124" y="1464"/>
                    <a:pt x="215" y="1476"/>
                    <a:pt x="308" y="1476"/>
                  </a:cubicBezTo>
                  <a:cubicBezTo>
                    <a:pt x="1121" y="1476"/>
                    <a:pt x="2056" y="569"/>
                    <a:pt x="1906" y="141"/>
                  </a:cubicBezTo>
                  <a:cubicBezTo>
                    <a:pt x="1867" y="41"/>
                    <a:pt x="1771" y="0"/>
                    <a:pt x="1645"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26"/>
            <p:cNvSpPr/>
            <p:nvPr/>
          </p:nvSpPr>
          <p:spPr>
            <a:xfrm>
              <a:off x="2292021" y="2369092"/>
              <a:ext cx="41017" cy="31588"/>
            </a:xfrm>
            <a:custGeom>
              <a:rect b="b" l="l" r="r" t="t"/>
              <a:pathLst>
                <a:path extrusionOk="0" fill="none" h="918" w="1192">
                  <a:moveTo>
                    <a:pt x="1" y="918"/>
                  </a:moveTo>
                  <a:lnTo>
                    <a:pt x="119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26"/>
            <p:cNvSpPr/>
            <p:nvPr/>
          </p:nvSpPr>
          <p:spPr>
            <a:xfrm>
              <a:off x="2272372" y="2262591"/>
              <a:ext cx="28285" cy="37300"/>
            </a:xfrm>
            <a:custGeom>
              <a:rect b="b" l="l" r="r" t="t"/>
              <a:pathLst>
                <a:path extrusionOk="0" fill="none" h="1084" w="822">
                  <a:moveTo>
                    <a:pt x="0" y="1084"/>
                  </a:moveTo>
                  <a:lnTo>
                    <a:pt x="822"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26"/>
            <p:cNvSpPr/>
            <p:nvPr/>
          </p:nvSpPr>
          <p:spPr>
            <a:xfrm>
              <a:off x="2291195" y="2224498"/>
              <a:ext cx="70713" cy="50583"/>
            </a:xfrm>
            <a:custGeom>
              <a:rect b="b" l="l" r="r" t="t"/>
              <a:pathLst>
                <a:path extrusionOk="0" h="1470" w="2055">
                  <a:moveTo>
                    <a:pt x="1640" y="1"/>
                  </a:moveTo>
                  <a:cubicBezTo>
                    <a:pt x="1226" y="1"/>
                    <a:pt x="486" y="425"/>
                    <a:pt x="322" y="607"/>
                  </a:cubicBezTo>
                  <a:cubicBezTo>
                    <a:pt x="108" y="834"/>
                    <a:pt x="1" y="1131"/>
                    <a:pt x="37" y="1429"/>
                  </a:cubicBezTo>
                  <a:cubicBezTo>
                    <a:pt x="127" y="1456"/>
                    <a:pt x="221" y="1469"/>
                    <a:pt x="317" y="1469"/>
                  </a:cubicBezTo>
                  <a:cubicBezTo>
                    <a:pt x="1127" y="1469"/>
                    <a:pt x="2055" y="558"/>
                    <a:pt x="1906" y="143"/>
                  </a:cubicBezTo>
                  <a:cubicBezTo>
                    <a:pt x="1866" y="42"/>
                    <a:pt x="1769" y="1"/>
                    <a:pt x="1640"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26"/>
            <p:cNvSpPr/>
            <p:nvPr/>
          </p:nvSpPr>
          <p:spPr>
            <a:xfrm>
              <a:off x="2292021" y="2242116"/>
              <a:ext cx="41017" cy="31554"/>
            </a:xfrm>
            <a:custGeom>
              <a:rect b="b" l="l" r="r" t="t"/>
              <a:pathLst>
                <a:path extrusionOk="0" fill="none" h="917" w="1192">
                  <a:moveTo>
                    <a:pt x="1" y="917"/>
                  </a:moveTo>
                  <a:lnTo>
                    <a:pt x="11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26"/>
            <p:cNvSpPr/>
            <p:nvPr/>
          </p:nvSpPr>
          <p:spPr>
            <a:xfrm>
              <a:off x="2272372" y="2095010"/>
              <a:ext cx="28285" cy="37335"/>
            </a:xfrm>
            <a:custGeom>
              <a:rect b="b" l="l" r="r" t="t"/>
              <a:pathLst>
                <a:path extrusionOk="0" fill="none" h="1085" w="822">
                  <a:moveTo>
                    <a:pt x="0" y="1084"/>
                  </a:moveTo>
                  <a:lnTo>
                    <a:pt x="822"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26"/>
            <p:cNvSpPr/>
            <p:nvPr/>
          </p:nvSpPr>
          <p:spPr>
            <a:xfrm>
              <a:off x="2291195" y="2056951"/>
              <a:ext cx="70747" cy="50445"/>
            </a:xfrm>
            <a:custGeom>
              <a:rect b="b" l="l" r="r" t="t"/>
              <a:pathLst>
                <a:path extrusionOk="0" h="1466" w="2056">
                  <a:moveTo>
                    <a:pt x="1640" y="0"/>
                  </a:moveTo>
                  <a:cubicBezTo>
                    <a:pt x="1226" y="0"/>
                    <a:pt x="486" y="425"/>
                    <a:pt x="322" y="607"/>
                  </a:cubicBezTo>
                  <a:cubicBezTo>
                    <a:pt x="108" y="833"/>
                    <a:pt x="1" y="1131"/>
                    <a:pt x="37" y="1428"/>
                  </a:cubicBezTo>
                  <a:cubicBezTo>
                    <a:pt x="124" y="1454"/>
                    <a:pt x="215" y="1465"/>
                    <a:pt x="308" y="1465"/>
                  </a:cubicBezTo>
                  <a:cubicBezTo>
                    <a:pt x="1121" y="1465"/>
                    <a:pt x="2056" y="559"/>
                    <a:pt x="1906" y="142"/>
                  </a:cubicBezTo>
                  <a:cubicBezTo>
                    <a:pt x="1866" y="41"/>
                    <a:pt x="1769" y="0"/>
                    <a:pt x="164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26"/>
            <p:cNvSpPr/>
            <p:nvPr/>
          </p:nvSpPr>
          <p:spPr>
            <a:xfrm>
              <a:off x="2292021" y="2074535"/>
              <a:ext cx="41017" cy="31588"/>
            </a:xfrm>
            <a:custGeom>
              <a:rect b="b" l="l" r="r" t="t"/>
              <a:pathLst>
                <a:path extrusionOk="0" fill="none" h="918" w="1192">
                  <a:moveTo>
                    <a:pt x="1" y="917"/>
                  </a:moveTo>
                  <a:lnTo>
                    <a:pt x="11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26"/>
            <p:cNvSpPr/>
            <p:nvPr/>
          </p:nvSpPr>
          <p:spPr>
            <a:xfrm>
              <a:off x="2273577" y="1965969"/>
              <a:ext cx="27907" cy="21747"/>
            </a:xfrm>
            <a:custGeom>
              <a:rect b="b" l="l" r="r" t="t"/>
              <a:pathLst>
                <a:path extrusionOk="0" fill="none" h="632" w="811">
                  <a:moveTo>
                    <a:pt x="1" y="631"/>
                  </a:moveTo>
                  <a:lnTo>
                    <a:pt x="81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26"/>
            <p:cNvSpPr/>
            <p:nvPr/>
          </p:nvSpPr>
          <p:spPr>
            <a:xfrm>
              <a:off x="2291195" y="1925020"/>
              <a:ext cx="70747" cy="50858"/>
            </a:xfrm>
            <a:custGeom>
              <a:rect b="b" l="l" r="r" t="t"/>
              <a:pathLst>
                <a:path extrusionOk="0" h="1478" w="2056">
                  <a:moveTo>
                    <a:pt x="1640" y="0"/>
                  </a:moveTo>
                  <a:cubicBezTo>
                    <a:pt x="1226" y="0"/>
                    <a:pt x="486" y="425"/>
                    <a:pt x="322" y="607"/>
                  </a:cubicBezTo>
                  <a:cubicBezTo>
                    <a:pt x="108" y="833"/>
                    <a:pt x="1" y="1131"/>
                    <a:pt x="37" y="1440"/>
                  </a:cubicBezTo>
                  <a:cubicBezTo>
                    <a:pt x="123" y="1466"/>
                    <a:pt x="213" y="1477"/>
                    <a:pt x="305" y="1477"/>
                  </a:cubicBezTo>
                  <a:cubicBezTo>
                    <a:pt x="1119" y="1477"/>
                    <a:pt x="2056" y="560"/>
                    <a:pt x="1906" y="142"/>
                  </a:cubicBezTo>
                  <a:cubicBezTo>
                    <a:pt x="1866" y="41"/>
                    <a:pt x="1769" y="0"/>
                    <a:pt x="1640"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26"/>
            <p:cNvSpPr/>
            <p:nvPr/>
          </p:nvSpPr>
          <p:spPr>
            <a:xfrm>
              <a:off x="2292021" y="1943017"/>
              <a:ext cx="41017" cy="31588"/>
            </a:xfrm>
            <a:custGeom>
              <a:rect b="b" l="l" r="r" t="t"/>
              <a:pathLst>
                <a:path extrusionOk="0" fill="none" h="918" w="1192">
                  <a:moveTo>
                    <a:pt x="1" y="917"/>
                  </a:moveTo>
                  <a:lnTo>
                    <a:pt x="1191"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26"/>
            <p:cNvSpPr/>
            <p:nvPr/>
          </p:nvSpPr>
          <p:spPr>
            <a:xfrm>
              <a:off x="2269895" y="1866487"/>
              <a:ext cx="70713" cy="50789"/>
            </a:xfrm>
            <a:custGeom>
              <a:rect b="b" l="l" r="r" t="t"/>
              <a:pathLst>
                <a:path extrusionOk="0" h="1476" w="2055">
                  <a:moveTo>
                    <a:pt x="1635" y="0"/>
                  </a:moveTo>
                  <a:cubicBezTo>
                    <a:pt x="1223" y="0"/>
                    <a:pt x="484" y="435"/>
                    <a:pt x="310" y="617"/>
                  </a:cubicBezTo>
                  <a:cubicBezTo>
                    <a:pt x="108" y="831"/>
                    <a:pt x="1" y="1141"/>
                    <a:pt x="25" y="1439"/>
                  </a:cubicBezTo>
                  <a:cubicBezTo>
                    <a:pt x="112" y="1464"/>
                    <a:pt x="203" y="1476"/>
                    <a:pt x="296" y="1476"/>
                  </a:cubicBezTo>
                  <a:cubicBezTo>
                    <a:pt x="1111" y="1476"/>
                    <a:pt x="2054" y="568"/>
                    <a:pt x="1894" y="141"/>
                  </a:cubicBezTo>
                  <a:cubicBezTo>
                    <a:pt x="1855" y="41"/>
                    <a:pt x="1760" y="0"/>
                    <a:pt x="1635"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26"/>
            <p:cNvSpPr/>
            <p:nvPr/>
          </p:nvSpPr>
          <p:spPr>
            <a:xfrm>
              <a:off x="2270721" y="1884415"/>
              <a:ext cx="40604" cy="31588"/>
            </a:xfrm>
            <a:custGeom>
              <a:rect b="b" l="l" r="r" t="t"/>
              <a:pathLst>
                <a:path extrusionOk="0" fill="none" h="918" w="1180">
                  <a:moveTo>
                    <a:pt x="1" y="918"/>
                  </a:moveTo>
                  <a:lnTo>
                    <a:pt x="1179"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26"/>
            <p:cNvSpPr/>
            <p:nvPr/>
          </p:nvSpPr>
          <p:spPr>
            <a:xfrm>
              <a:off x="2219930" y="1848869"/>
              <a:ext cx="63796" cy="68786"/>
            </a:xfrm>
            <a:custGeom>
              <a:rect b="b" l="l" r="r" t="t"/>
              <a:pathLst>
                <a:path extrusionOk="0" h="1999" w="1854">
                  <a:moveTo>
                    <a:pt x="513" y="1"/>
                  </a:moveTo>
                  <a:cubicBezTo>
                    <a:pt x="488" y="1"/>
                    <a:pt x="464" y="4"/>
                    <a:pt x="441" y="10"/>
                  </a:cubicBezTo>
                  <a:cubicBezTo>
                    <a:pt x="0" y="129"/>
                    <a:pt x="524" y="1391"/>
                    <a:pt x="738" y="1629"/>
                  </a:cubicBezTo>
                  <a:cubicBezTo>
                    <a:pt x="941" y="1867"/>
                    <a:pt x="1227" y="1998"/>
                    <a:pt x="1536" y="1998"/>
                  </a:cubicBezTo>
                  <a:cubicBezTo>
                    <a:pt x="1854" y="1205"/>
                    <a:pt x="1016" y="1"/>
                    <a:pt x="513"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26"/>
            <p:cNvSpPr/>
            <p:nvPr/>
          </p:nvSpPr>
          <p:spPr>
            <a:xfrm>
              <a:off x="2245325" y="1873782"/>
              <a:ext cx="27494" cy="43873"/>
            </a:xfrm>
            <a:custGeom>
              <a:rect b="b" l="l" r="r" t="t"/>
              <a:pathLst>
                <a:path extrusionOk="0" fill="none" h="1275" w="799">
                  <a:moveTo>
                    <a:pt x="798" y="1274"/>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26"/>
            <p:cNvSpPr/>
            <p:nvPr/>
          </p:nvSpPr>
          <p:spPr>
            <a:xfrm>
              <a:off x="2688606" y="2420743"/>
              <a:ext cx="574853" cy="224938"/>
            </a:xfrm>
            <a:custGeom>
              <a:rect b="b" l="l" r="r" t="t"/>
              <a:pathLst>
                <a:path extrusionOk="0" h="6537" w="16706">
                  <a:moveTo>
                    <a:pt x="15098" y="0"/>
                  </a:moveTo>
                  <a:lnTo>
                    <a:pt x="2644" y="95"/>
                  </a:lnTo>
                  <a:cubicBezTo>
                    <a:pt x="1989" y="1191"/>
                    <a:pt x="596" y="4906"/>
                    <a:pt x="1" y="6537"/>
                  </a:cubicBezTo>
                  <a:lnTo>
                    <a:pt x="16705" y="6537"/>
                  </a:lnTo>
                  <a:lnTo>
                    <a:pt x="15098" y="0"/>
                  </a:ln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26"/>
            <p:cNvSpPr/>
            <p:nvPr/>
          </p:nvSpPr>
          <p:spPr>
            <a:xfrm>
              <a:off x="3519904" y="2309286"/>
              <a:ext cx="171706" cy="46729"/>
            </a:xfrm>
            <a:custGeom>
              <a:rect b="b" l="l" r="r" t="t"/>
              <a:pathLst>
                <a:path extrusionOk="0" h="1358" w="4990">
                  <a:moveTo>
                    <a:pt x="572" y="1"/>
                  </a:moveTo>
                  <a:lnTo>
                    <a:pt x="1" y="786"/>
                  </a:lnTo>
                  <a:cubicBezTo>
                    <a:pt x="1" y="786"/>
                    <a:pt x="608" y="1358"/>
                    <a:pt x="1096" y="1358"/>
                  </a:cubicBezTo>
                  <a:cubicBezTo>
                    <a:pt x="1584" y="1358"/>
                    <a:pt x="3001" y="953"/>
                    <a:pt x="3001" y="953"/>
                  </a:cubicBezTo>
                  <a:lnTo>
                    <a:pt x="4989" y="977"/>
                  </a:lnTo>
                  <a:cubicBezTo>
                    <a:pt x="4989" y="977"/>
                    <a:pt x="3823" y="24"/>
                    <a:pt x="3656" y="24"/>
                  </a:cubicBezTo>
                  <a:cubicBezTo>
                    <a:pt x="3489" y="24"/>
                    <a:pt x="1525" y="167"/>
                    <a:pt x="1525" y="167"/>
                  </a:cubicBezTo>
                  <a:lnTo>
                    <a:pt x="572"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26"/>
            <p:cNvSpPr/>
            <p:nvPr/>
          </p:nvSpPr>
          <p:spPr>
            <a:xfrm>
              <a:off x="3538761" y="2327008"/>
              <a:ext cx="102439" cy="30143"/>
            </a:xfrm>
            <a:custGeom>
              <a:rect b="b" l="l" r="r" t="t"/>
              <a:pathLst>
                <a:path extrusionOk="0" h="876" w="2977">
                  <a:moveTo>
                    <a:pt x="2867" y="0"/>
                  </a:moveTo>
                  <a:cubicBezTo>
                    <a:pt x="2730" y="0"/>
                    <a:pt x="2498" y="116"/>
                    <a:pt x="2370" y="141"/>
                  </a:cubicBezTo>
                  <a:cubicBezTo>
                    <a:pt x="2338" y="144"/>
                    <a:pt x="2262" y="146"/>
                    <a:pt x="2158" y="146"/>
                  </a:cubicBezTo>
                  <a:cubicBezTo>
                    <a:pt x="1637" y="146"/>
                    <a:pt x="405" y="105"/>
                    <a:pt x="405" y="105"/>
                  </a:cubicBezTo>
                  <a:lnTo>
                    <a:pt x="0" y="652"/>
                  </a:lnTo>
                  <a:cubicBezTo>
                    <a:pt x="167" y="760"/>
                    <a:pt x="346" y="831"/>
                    <a:pt x="548" y="843"/>
                  </a:cubicBezTo>
                  <a:cubicBezTo>
                    <a:pt x="739" y="857"/>
                    <a:pt x="846" y="876"/>
                    <a:pt x="970" y="876"/>
                  </a:cubicBezTo>
                  <a:cubicBezTo>
                    <a:pt x="1053" y="876"/>
                    <a:pt x="1144" y="867"/>
                    <a:pt x="1274" y="843"/>
                  </a:cubicBezTo>
                  <a:cubicBezTo>
                    <a:pt x="1608" y="795"/>
                    <a:pt x="1989" y="676"/>
                    <a:pt x="1989" y="676"/>
                  </a:cubicBezTo>
                  <a:cubicBezTo>
                    <a:pt x="2155" y="617"/>
                    <a:pt x="2310" y="533"/>
                    <a:pt x="2453" y="438"/>
                  </a:cubicBezTo>
                  <a:cubicBezTo>
                    <a:pt x="2703" y="271"/>
                    <a:pt x="2977" y="355"/>
                    <a:pt x="2977" y="105"/>
                  </a:cubicBezTo>
                  <a:cubicBezTo>
                    <a:pt x="2977" y="27"/>
                    <a:pt x="2933" y="0"/>
                    <a:pt x="28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26"/>
            <p:cNvSpPr/>
            <p:nvPr/>
          </p:nvSpPr>
          <p:spPr>
            <a:xfrm>
              <a:off x="3538761" y="2322397"/>
              <a:ext cx="102439" cy="35683"/>
            </a:xfrm>
            <a:custGeom>
              <a:rect b="b" l="l" r="r" t="t"/>
              <a:pathLst>
                <a:path extrusionOk="0" fill="none" h="1037" w="2977">
                  <a:moveTo>
                    <a:pt x="405" y="239"/>
                  </a:moveTo>
                  <a:cubicBezTo>
                    <a:pt x="405" y="239"/>
                    <a:pt x="2179" y="298"/>
                    <a:pt x="2370" y="275"/>
                  </a:cubicBezTo>
                  <a:cubicBezTo>
                    <a:pt x="2560" y="239"/>
                    <a:pt x="2977" y="1"/>
                    <a:pt x="2977" y="239"/>
                  </a:cubicBezTo>
                  <a:cubicBezTo>
                    <a:pt x="2977" y="489"/>
                    <a:pt x="2703" y="405"/>
                    <a:pt x="2453" y="572"/>
                  </a:cubicBezTo>
                  <a:cubicBezTo>
                    <a:pt x="2310" y="667"/>
                    <a:pt x="2155" y="751"/>
                    <a:pt x="1989" y="810"/>
                  </a:cubicBezTo>
                  <a:cubicBezTo>
                    <a:pt x="1989" y="810"/>
                    <a:pt x="1608" y="929"/>
                    <a:pt x="1274" y="977"/>
                  </a:cubicBezTo>
                  <a:cubicBezTo>
                    <a:pt x="953" y="1037"/>
                    <a:pt x="870" y="1001"/>
                    <a:pt x="548" y="977"/>
                  </a:cubicBezTo>
                  <a:cubicBezTo>
                    <a:pt x="346" y="965"/>
                    <a:pt x="167" y="894"/>
                    <a:pt x="0" y="78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26"/>
            <p:cNvSpPr/>
            <p:nvPr/>
          </p:nvSpPr>
          <p:spPr>
            <a:xfrm>
              <a:off x="2746382" y="1849144"/>
              <a:ext cx="800996" cy="651657"/>
            </a:xfrm>
            <a:custGeom>
              <a:rect b="b" l="l" r="r" t="t"/>
              <a:pathLst>
                <a:path extrusionOk="0" h="18938" w="23278">
                  <a:moveTo>
                    <a:pt x="14959" y="1"/>
                  </a:moveTo>
                  <a:cubicBezTo>
                    <a:pt x="13128" y="1"/>
                    <a:pt x="10061" y="252"/>
                    <a:pt x="10061" y="252"/>
                  </a:cubicBezTo>
                  <a:cubicBezTo>
                    <a:pt x="10061" y="252"/>
                    <a:pt x="8668" y="395"/>
                    <a:pt x="7430" y="609"/>
                  </a:cubicBezTo>
                  <a:cubicBezTo>
                    <a:pt x="6204" y="823"/>
                    <a:pt x="3477" y="835"/>
                    <a:pt x="3334" y="1264"/>
                  </a:cubicBezTo>
                  <a:cubicBezTo>
                    <a:pt x="3203" y="1693"/>
                    <a:pt x="2561" y="11468"/>
                    <a:pt x="2561" y="11468"/>
                  </a:cubicBezTo>
                  <a:lnTo>
                    <a:pt x="1" y="17230"/>
                  </a:lnTo>
                  <a:cubicBezTo>
                    <a:pt x="1" y="17230"/>
                    <a:pt x="2080" y="18937"/>
                    <a:pt x="6394" y="18937"/>
                  </a:cubicBezTo>
                  <a:cubicBezTo>
                    <a:pt x="6708" y="18937"/>
                    <a:pt x="7033" y="18928"/>
                    <a:pt x="7371" y="18909"/>
                  </a:cubicBezTo>
                  <a:cubicBezTo>
                    <a:pt x="12347" y="18623"/>
                    <a:pt x="14086" y="17087"/>
                    <a:pt x="14086" y="17087"/>
                  </a:cubicBezTo>
                  <a:lnTo>
                    <a:pt x="12693" y="12099"/>
                  </a:lnTo>
                  <a:cubicBezTo>
                    <a:pt x="12693" y="12099"/>
                    <a:pt x="15003" y="10039"/>
                    <a:pt x="15062" y="9408"/>
                  </a:cubicBezTo>
                  <a:cubicBezTo>
                    <a:pt x="15122" y="8777"/>
                    <a:pt x="15145" y="8289"/>
                    <a:pt x="15145" y="8289"/>
                  </a:cubicBezTo>
                  <a:cubicBezTo>
                    <a:pt x="15145" y="8289"/>
                    <a:pt x="16574" y="10491"/>
                    <a:pt x="16860" y="10670"/>
                  </a:cubicBezTo>
                  <a:cubicBezTo>
                    <a:pt x="17146" y="10837"/>
                    <a:pt x="22527" y="14611"/>
                    <a:pt x="22527" y="14611"/>
                  </a:cubicBezTo>
                  <a:lnTo>
                    <a:pt x="23277" y="13301"/>
                  </a:lnTo>
                  <a:lnTo>
                    <a:pt x="18717" y="8039"/>
                  </a:lnTo>
                  <a:lnTo>
                    <a:pt x="18527" y="7634"/>
                  </a:lnTo>
                  <a:lnTo>
                    <a:pt x="17170" y="4824"/>
                  </a:lnTo>
                  <a:cubicBezTo>
                    <a:pt x="17170" y="4824"/>
                    <a:pt x="17229" y="1681"/>
                    <a:pt x="17170" y="1228"/>
                  </a:cubicBezTo>
                  <a:cubicBezTo>
                    <a:pt x="17122" y="764"/>
                    <a:pt x="17062" y="335"/>
                    <a:pt x="16169" y="85"/>
                  </a:cubicBezTo>
                  <a:cubicBezTo>
                    <a:pt x="15963" y="24"/>
                    <a:pt x="15519" y="1"/>
                    <a:pt x="14959" y="1"/>
                  </a:cubicBezTo>
                  <a:close/>
                </a:path>
              </a:pathLst>
            </a:custGeom>
            <a:solidFill>
              <a:srgbClr val="8585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26"/>
            <p:cNvSpPr/>
            <p:nvPr/>
          </p:nvSpPr>
          <p:spPr>
            <a:xfrm>
              <a:off x="2746382" y="1843053"/>
              <a:ext cx="800996" cy="666591"/>
            </a:xfrm>
            <a:custGeom>
              <a:rect b="b" l="l" r="r" t="t"/>
              <a:pathLst>
                <a:path extrusionOk="0" fill="none" h="19372" w="23278">
                  <a:moveTo>
                    <a:pt x="18527" y="7811"/>
                  </a:moveTo>
                  <a:lnTo>
                    <a:pt x="17170" y="5001"/>
                  </a:lnTo>
                  <a:cubicBezTo>
                    <a:pt x="17170" y="5001"/>
                    <a:pt x="17229" y="1858"/>
                    <a:pt x="17170" y="1405"/>
                  </a:cubicBezTo>
                  <a:cubicBezTo>
                    <a:pt x="17122" y="941"/>
                    <a:pt x="17062" y="512"/>
                    <a:pt x="16169" y="262"/>
                  </a:cubicBezTo>
                  <a:cubicBezTo>
                    <a:pt x="15288" y="0"/>
                    <a:pt x="10061" y="429"/>
                    <a:pt x="10061" y="429"/>
                  </a:cubicBezTo>
                  <a:cubicBezTo>
                    <a:pt x="10061" y="429"/>
                    <a:pt x="8668" y="572"/>
                    <a:pt x="7430" y="786"/>
                  </a:cubicBezTo>
                  <a:cubicBezTo>
                    <a:pt x="6204" y="1000"/>
                    <a:pt x="3477" y="1012"/>
                    <a:pt x="3334" y="1441"/>
                  </a:cubicBezTo>
                  <a:cubicBezTo>
                    <a:pt x="3203" y="1870"/>
                    <a:pt x="2561" y="11645"/>
                    <a:pt x="2561" y="11645"/>
                  </a:cubicBezTo>
                  <a:lnTo>
                    <a:pt x="1" y="17407"/>
                  </a:lnTo>
                  <a:cubicBezTo>
                    <a:pt x="1" y="17407"/>
                    <a:pt x="2394" y="19372"/>
                    <a:pt x="7371" y="19086"/>
                  </a:cubicBezTo>
                  <a:cubicBezTo>
                    <a:pt x="12347" y="18800"/>
                    <a:pt x="14086" y="17264"/>
                    <a:pt x="14086" y="17264"/>
                  </a:cubicBezTo>
                  <a:lnTo>
                    <a:pt x="12693" y="12276"/>
                  </a:lnTo>
                  <a:cubicBezTo>
                    <a:pt x="12693" y="12276"/>
                    <a:pt x="15003" y="10216"/>
                    <a:pt x="15062" y="9585"/>
                  </a:cubicBezTo>
                  <a:cubicBezTo>
                    <a:pt x="15122" y="8954"/>
                    <a:pt x="15145" y="8466"/>
                    <a:pt x="15145" y="8466"/>
                  </a:cubicBezTo>
                  <a:cubicBezTo>
                    <a:pt x="15145" y="8466"/>
                    <a:pt x="16574" y="10668"/>
                    <a:pt x="16860" y="10847"/>
                  </a:cubicBezTo>
                  <a:cubicBezTo>
                    <a:pt x="17146" y="11014"/>
                    <a:pt x="22527" y="14788"/>
                    <a:pt x="22527" y="14788"/>
                  </a:cubicBezTo>
                  <a:lnTo>
                    <a:pt x="23277" y="13478"/>
                  </a:lnTo>
                  <a:lnTo>
                    <a:pt x="18717" y="8216"/>
                  </a:lnTo>
                  <a:lnTo>
                    <a:pt x="18527" y="781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26"/>
            <p:cNvSpPr/>
            <p:nvPr/>
          </p:nvSpPr>
          <p:spPr>
            <a:xfrm>
              <a:off x="3267535" y="1975776"/>
              <a:ext cx="16826" cy="158183"/>
            </a:xfrm>
            <a:custGeom>
              <a:rect b="b" l="l" r="r" t="t"/>
              <a:pathLst>
                <a:path extrusionOk="0" fill="none" h="4597" w="489">
                  <a:moveTo>
                    <a:pt x="0" y="4597"/>
                  </a:moveTo>
                  <a:lnTo>
                    <a:pt x="489"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26"/>
            <p:cNvSpPr/>
            <p:nvPr/>
          </p:nvSpPr>
          <p:spPr>
            <a:xfrm>
              <a:off x="3280232" y="1964730"/>
              <a:ext cx="43047" cy="62729"/>
            </a:xfrm>
            <a:custGeom>
              <a:rect b="b" l="l" r="r" t="t"/>
              <a:pathLst>
                <a:path extrusionOk="0" fill="none" h="1823" w="1251">
                  <a:moveTo>
                    <a:pt x="1" y="1822"/>
                  </a:moveTo>
                  <a:cubicBezTo>
                    <a:pt x="1" y="1822"/>
                    <a:pt x="894" y="1013"/>
                    <a:pt x="1251"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26"/>
            <p:cNvSpPr/>
            <p:nvPr/>
          </p:nvSpPr>
          <p:spPr>
            <a:xfrm>
              <a:off x="3310548" y="2030283"/>
              <a:ext cx="14796" cy="5368"/>
            </a:xfrm>
            <a:custGeom>
              <a:rect b="b" l="l" r="r" t="t"/>
              <a:pathLst>
                <a:path extrusionOk="0" fill="none" h="156" w="430">
                  <a:moveTo>
                    <a:pt x="1" y="155"/>
                  </a:moveTo>
                  <a:cubicBezTo>
                    <a:pt x="155" y="120"/>
                    <a:pt x="298" y="72"/>
                    <a:pt x="429"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26"/>
            <p:cNvSpPr/>
            <p:nvPr/>
          </p:nvSpPr>
          <p:spPr>
            <a:xfrm>
              <a:off x="3276963" y="2038886"/>
              <a:ext cx="22573" cy="4955"/>
            </a:xfrm>
            <a:custGeom>
              <a:rect b="b" l="l" r="r" t="t"/>
              <a:pathLst>
                <a:path extrusionOk="0" fill="none" h="144" w="656">
                  <a:moveTo>
                    <a:pt x="0" y="143"/>
                  </a:moveTo>
                  <a:cubicBezTo>
                    <a:pt x="0" y="143"/>
                    <a:pt x="310" y="84"/>
                    <a:pt x="655"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26"/>
            <p:cNvSpPr/>
            <p:nvPr/>
          </p:nvSpPr>
          <p:spPr>
            <a:xfrm>
              <a:off x="3012688" y="1852895"/>
              <a:ext cx="258970" cy="381435"/>
            </a:xfrm>
            <a:custGeom>
              <a:rect b="b" l="l" r="r" t="t"/>
              <a:pathLst>
                <a:path extrusionOk="0" h="11085" w="7526">
                  <a:moveTo>
                    <a:pt x="6275" y="0"/>
                  </a:moveTo>
                  <a:lnTo>
                    <a:pt x="1144" y="36"/>
                  </a:lnTo>
                  <a:lnTo>
                    <a:pt x="120" y="3715"/>
                  </a:lnTo>
                  <a:lnTo>
                    <a:pt x="1239" y="4655"/>
                  </a:lnTo>
                  <a:lnTo>
                    <a:pt x="1" y="5858"/>
                  </a:lnTo>
                  <a:cubicBezTo>
                    <a:pt x="1" y="5858"/>
                    <a:pt x="465" y="7656"/>
                    <a:pt x="1120" y="9061"/>
                  </a:cubicBezTo>
                  <a:cubicBezTo>
                    <a:pt x="1775" y="10454"/>
                    <a:pt x="2203" y="11085"/>
                    <a:pt x="2203" y="11085"/>
                  </a:cubicBezTo>
                  <a:cubicBezTo>
                    <a:pt x="2203" y="11085"/>
                    <a:pt x="4859" y="9835"/>
                    <a:pt x="5549" y="8715"/>
                  </a:cubicBezTo>
                  <a:cubicBezTo>
                    <a:pt x="6240" y="7608"/>
                    <a:pt x="7145" y="5858"/>
                    <a:pt x="7145" y="5858"/>
                  </a:cubicBezTo>
                  <a:lnTo>
                    <a:pt x="6347" y="5060"/>
                  </a:lnTo>
                  <a:lnTo>
                    <a:pt x="7526" y="4441"/>
                  </a:lnTo>
                  <a:cubicBezTo>
                    <a:pt x="7526" y="4441"/>
                    <a:pt x="7133" y="2786"/>
                    <a:pt x="6894" y="1750"/>
                  </a:cubicBezTo>
                  <a:cubicBezTo>
                    <a:pt x="6764" y="1143"/>
                    <a:pt x="6549" y="560"/>
                    <a:pt x="6275" y="0"/>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26"/>
            <p:cNvSpPr/>
            <p:nvPr/>
          </p:nvSpPr>
          <p:spPr>
            <a:xfrm>
              <a:off x="3074146" y="1870513"/>
              <a:ext cx="143421" cy="340487"/>
            </a:xfrm>
            <a:custGeom>
              <a:rect b="b" l="l" r="r" t="t"/>
              <a:pathLst>
                <a:path extrusionOk="0" h="9895" w="4168">
                  <a:moveTo>
                    <a:pt x="215" y="0"/>
                  </a:moveTo>
                  <a:lnTo>
                    <a:pt x="227" y="3"/>
                  </a:lnTo>
                  <a:lnTo>
                    <a:pt x="227" y="3"/>
                  </a:lnTo>
                  <a:cubicBezTo>
                    <a:pt x="227" y="1"/>
                    <a:pt x="227" y="0"/>
                    <a:pt x="227" y="0"/>
                  </a:cubicBezTo>
                  <a:close/>
                  <a:moveTo>
                    <a:pt x="227" y="3"/>
                  </a:moveTo>
                  <a:cubicBezTo>
                    <a:pt x="226" y="115"/>
                    <a:pt x="190" y="3306"/>
                    <a:pt x="96" y="4441"/>
                  </a:cubicBezTo>
                  <a:cubicBezTo>
                    <a:pt x="1" y="5596"/>
                    <a:pt x="96" y="7322"/>
                    <a:pt x="251" y="8061"/>
                  </a:cubicBezTo>
                  <a:cubicBezTo>
                    <a:pt x="394" y="8787"/>
                    <a:pt x="691" y="9894"/>
                    <a:pt x="691" y="9894"/>
                  </a:cubicBezTo>
                  <a:cubicBezTo>
                    <a:pt x="691" y="9894"/>
                    <a:pt x="2703" y="8251"/>
                    <a:pt x="2977" y="7561"/>
                  </a:cubicBezTo>
                  <a:cubicBezTo>
                    <a:pt x="3239" y="6870"/>
                    <a:pt x="3727" y="4143"/>
                    <a:pt x="3727" y="4143"/>
                  </a:cubicBezTo>
                  <a:lnTo>
                    <a:pt x="4168" y="1000"/>
                  </a:lnTo>
                  <a:lnTo>
                    <a:pt x="227" y="3"/>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26"/>
            <p:cNvSpPr/>
            <p:nvPr/>
          </p:nvSpPr>
          <p:spPr>
            <a:xfrm>
              <a:off x="3077415" y="1850004"/>
              <a:ext cx="138948" cy="177865"/>
            </a:xfrm>
            <a:custGeom>
              <a:rect b="b" l="l" r="r" t="t"/>
              <a:pathLst>
                <a:path extrusionOk="0" h="5169" w="4038">
                  <a:moveTo>
                    <a:pt x="227" y="1"/>
                  </a:moveTo>
                  <a:lnTo>
                    <a:pt x="1" y="4620"/>
                  </a:lnTo>
                  <a:lnTo>
                    <a:pt x="1965" y="3346"/>
                  </a:lnTo>
                  <a:lnTo>
                    <a:pt x="3620" y="5168"/>
                  </a:lnTo>
                  <a:lnTo>
                    <a:pt x="4037" y="1382"/>
                  </a:lnTo>
                  <a:lnTo>
                    <a:pt x="227"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26"/>
            <p:cNvSpPr/>
            <p:nvPr/>
          </p:nvSpPr>
          <p:spPr>
            <a:xfrm>
              <a:off x="3109795" y="1904098"/>
              <a:ext cx="79522" cy="128659"/>
            </a:xfrm>
            <a:custGeom>
              <a:rect b="b" l="l" r="r" t="t"/>
              <a:pathLst>
                <a:path extrusionOk="0" h="3739" w="2311">
                  <a:moveTo>
                    <a:pt x="1" y="0"/>
                  </a:moveTo>
                  <a:lnTo>
                    <a:pt x="810" y="3739"/>
                  </a:lnTo>
                  <a:lnTo>
                    <a:pt x="2310" y="691"/>
                  </a:lnTo>
                  <a:cubicBezTo>
                    <a:pt x="2310" y="691"/>
                    <a:pt x="536" y="620"/>
                    <a:pt x="1"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26"/>
            <p:cNvSpPr/>
            <p:nvPr/>
          </p:nvSpPr>
          <p:spPr>
            <a:xfrm>
              <a:off x="3020086" y="1574270"/>
              <a:ext cx="301156" cy="217196"/>
            </a:xfrm>
            <a:custGeom>
              <a:rect b="b" l="l" r="r" t="t"/>
              <a:pathLst>
                <a:path extrusionOk="0" h="6312" w="8752">
                  <a:moveTo>
                    <a:pt x="3742" y="0"/>
                  </a:moveTo>
                  <a:cubicBezTo>
                    <a:pt x="3694" y="0"/>
                    <a:pt x="3667" y="1"/>
                    <a:pt x="3667" y="1"/>
                  </a:cubicBezTo>
                  <a:cubicBezTo>
                    <a:pt x="3215" y="37"/>
                    <a:pt x="2774" y="156"/>
                    <a:pt x="2358" y="334"/>
                  </a:cubicBezTo>
                  <a:cubicBezTo>
                    <a:pt x="1643" y="644"/>
                    <a:pt x="572" y="2430"/>
                    <a:pt x="310" y="3049"/>
                  </a:cubicBezTo>
                  <a:cubicBezTo>
                    <a:pt x="48" y="3668"/>
                    <a:pt x="0" y="3906"/>
                    <a:pt x="262" y="4501"/>
                  </a:cubicBezTo>
                  <a:cubicBezTo>
                    <a:pt x="464" y="4942"/>
                    <a:pt x="703" y="5359"/>
                    <a:pt x="953" y="5764"/>
                  </a:cubicBezTo>
                  <a:lnTo>
                    <a:pt x="1334" y="6109"/>
                  </a:lnTo>
                  <a:lnTo>
                    <a:pt x="1476" y="5573"/>
                  </a:lnTo>
                  <a:cubicBezTo>
                    <a:pt x="1476" y="5573"/>
                    <a:pt x="1572" y="5359"/>
                    <a:pt x="1929" y="5025"/>
                  </a:cubicBezTo>
                  <a:cubicBezTo>
                    <a:pt x="2286" y="4692"/>
                    <a:pt x="3310" y="3954"/>
                    <a:pt x="3310" y="3954"/>
                  </a:cubicBezTo>
                  <a:cubicBezTo>
                    <a:pt x="3679" y="4323"/>
                    <a:pt x="4060" y="4668"/>
                    <a:pt x="4477" y="5002"/>
                  </a:cubicBezTo>
                  <a:cubicBezTo>
                    <a:pt x="5358" y="5740"/>
                    <a:pt x="6358" y="6311"/>
                    <a:pt x="6549" y="6311"/>
                  </a:cubicBezTo>
                  <a:lnTo>
                    <a:pt x="7025" y="6311"/>
                  </a:lnTo>
                  <a:cubicBezTo>
                    <a:pt x="7025" y="6311"/>
                    <a:pt x="7215" y="6240"/>
                    <a:pt x="7441" y="6168"/>
                  </a:cubicBezTo>
                  <a:cubicBezTo>
                    <a:pt x="7894" y="6014"/>
                    <a:pt x="8263" y="5692"/>
                    <a:pt x="8465" y="5263"/>
                  </a:cubicBezTo>
                  <a:cubicBezTo>
                    <a:pt x="8751" y="4692"/>
                    <a:pt x="8727" y="2501"/>
                    <a:pt x="7525" y="1215"/>
                  </a:cubicBezTo>
                  <a:cubicBezTo>
                    <a:pt x="6432" y="58"/>
                    <a:pt x="4182" y="0"/>
                    <a:pt x="3742"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26"/>
            <p:cNvSpPr/>
            <p:nvPr/>
          </p:nvSpPr>
          <p:spPr>
            <a:xfrm>
              <a:off x="2985641" y="1787204"/>
              <a:ext cx="110663" cy="102301"/>
            </a:xfrm>
            <a:custGeom>
              <a:rect b="b" l="l" r="r" t="t"/>
              <a:pathLst>
                <a:path extrusionOk="0" h="2973" w="3216">
                  <a:moveTo>
                    <a:pt x="2336" y="0"/>
                  </a:moveTo>
                  <a:cubicBezTo>
                    <a:pt x="2144" y="0"/>
                    <a:pt x="1930" y="52"/>
                    <a:pt x="1930" y="52"/>
                  </a:cubicBezTo>
                  <a:cubicBezTo>
                    <a:pt x="1930" y="52"/>
                    <a:pt x="1806" y="32"/>
                    <a:pt x="1625" y="32"/>
                  </a:cubicBezTo>
                  <a:cubicBezTo>
                    <a:pt x="1323" y="32"/>
                    <a:pt x="861" y="87"/>
                    <a:pt x="549" y="385"/>
                  </a:cubicBezTo>
                  <a:cubicBezTo>
                    <a:pt x="49" y="861"/>
                    <a:pt x="1" y="2052"/>
                    <a:pt x="477" y="2409"/>
                  </a:cubicBezTo>
                  <a:cubicBezTo>
                    <a:pt x="869" y="2703"/>
                    <a:pt x="1680" y="2973"/>
                    <a:pt x="2234" y="2973"/>
                  </a:cubicBezTo>
                  <a:cubicBezTo>
                    <a:pt x="2353" y="2973"/>
                    <a:pt x="2460" y="2960"/>
                    <a:pt x="2549" y="2933"/>
                  </a:cubicBezTo>
                  <a:cubicBezTo>
                    <a:pt x="3061" y="2778"/>
                    <a:pt x="3216" y="2290"/>
                    <a:pt x="3216" y="1790"/>
                  </a:cubicBezTo>
                  <a:cubicBezTo>
                    <a:pt x="3216" y="1278"/>
                    <a:pt x="2716" y="290"/>
                    <a:pt x="2620" y="99"/>
                  </a:cubicBezTo>
                  <a:cubicBezTo>
                    <a:pt x="2582" y="23"/>
                    <a:pt x="2464" y="0"/>
                    <a:pt x="2336" y="0"/>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26"/>
            <p:cNvSpPr/>
            <p:nvPr/>
          </p:nvSpPr>
          <p:spPr>
            <a:xfrm>
              <a:off x="3029102" y="1772717"/>
              <a:ext cx="48346" cy="62592"/>
            </a:xfrm>
            <a:custGeom>
              <a:rect b="b" l="l" r="r" t="t"/>
              <a:pathLst>
                <a:path extrusionOk="0" h="1819" w="1405">
                  <a:moveTo>
                    <a:pt x="630" y="0"/>
                  </a:moveTo>
                  <a:cubicBezTo>
                    <a:pt x="528" y="0"/>
                    <a:pt x="420" y="61"/>
                    <a:pt x="321" y="235"/>
                  </a:cubicBezTo>
                  <a:cubicBezTo>
                    <a:pt x="0" y="830"/>
                    <a:pt x="488" y="1390"/>
                    <a:pt x="845" y="1580"/>
                  </a:cubicBezTo>
                  <a:cubicBezTo>
                    <a:pt x="1024" y="1687"/>
                    <a:pt x="1203" y="1771"/>
                    <a:pt x="1405" y="1818"/>
                  </a:cubicBezTo>
                  <a:lnTo>
                    <a:pt x="1083" y="342"/>
                  </a:lnTo>
                  <a:cubicBezTo>
                    <a:pt x="1083" y="342"/>
                    <a:pt x="872" y="0"/>
                    <a:pt x="630"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26"/>
            <p:cNvSpPr/>
            <p:nvPr/>
          </p:nvSpPr>
          <p:spPr>
            <a:xfrm>
              <a:off x="3250742" y="1787170"/>
              <a:ext cx="37300" cy="62041"/>
            </a:xfrm>
            <a:custGeom>
              <a:rect b="b" l="l" r="r" t="t"/>
              <a:pathLst>
                <a:path extrusionOk="0" h="1803" w="1084">
                  <a:moveTo>
                    <a:pt x="723" y="0"/>
                  </a:moveTo>
                  <a:cubicBezTo>
                    <a:pt x="534" y="0"/>
                    <a:pt x="322" y="124"/>
                    <a:pt x="322" y="124"/>
                  </a:cubicBezTo>
                  <a:lnTo>
                    <a:pt x="0" y="1803"/>
                  </a:lnTo>
                  <a:cubicBezTo>
                    <a:pt x="0" y="1803"/>
                    <a:pt x="155" y="1660"/>
                    <a:pt x="393" y="1505"/>
                  </a:cubicBezTo>
                  <a:cubicBezTo>
                    <a:pt x="619" y="1339"/>
                    <a:pt x="1084" y="815"/>
                    <a:pt x="1012" y="291"/>
                  </a:cubicBezTo>
                  <a:cubicBezTo>
                    <a:pt x="987" y="66"/>
                    <a:pt x="861" y="0"/>
                    <a:pt x="723"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26"/>
            <p:cNvSpPr/>
            <p:nvPr/>
          </p:nvSpPr>
          <p:spPr>
            <a:xfrm>
              <a:off x="3063926" y="1677950"/>
              <a:ext cx="197892" cy="267159"/>
            </a:xfrm>
            <a:custGeom>
              <a:rect b="b" l="l" r="r" t="t"/>
              <a:pathLst>
                <a:path extrusionOk="0" h="7764" w="5751">
                  <a:moveTo>
                    <a:pt x="2072" y="0"/>
                  </a:moveTo>
                  <a:cubicBezTo>
                    <a:pt x="2072" y="0"/>
                    <a:pt x="2060" y="7"/>
                    <a:pt x="2050" y="28"/>
                  </a:cubicBezTo>
                  <a:lnTo>
                    <a:pt x="2050" y="28"/>
                  </a:lnTo>
                  <a:cubicBezTo>
                    <a:pt x="2064" y="10"/>
                    <a:pt x="2072" y="0"/>
                    <a:pt x="2072" y="0"/>
                  </a:cubicBezTo>
                  <a:close/>
                  <a:moveTo>
                    <a:pt x="2050" y="28"/>
                  </a:moveTo>
                  <a:lnTo>
                    <a:pt x="2050" y="28"/>
                  </a:lnTo>
                  <a:cubicBezTo>
                    <a:pt x="1871" y="259"/>
                    <a:pt x="608" y="1867"/>
                    <a:pt x="0" y="2143"/>
                  </a:cubicBezTo>
                  <a:cubicBezTo>
                    <a:pt x="0" y="2143"/>
                    <a:pt x="393" y="5310"/>
                    <a:pt x="786" y="5953"/>
                  </a:cubicBezTo>
                  <a:cubicBezTo>
                    <a:pt x="1191" y="6608"/>
                    <a:pt x="1905" y="7763"/>
                    <a:pt x="2834" y="7763"/>
                  </a:cubicBezTo>
                  <a:cubicBezTo>
                    <a:pt x="3751" y="7763"/>
                    <a:pt x="4774" y="6751"/>
                    <a:pt x="5167" y="5787"/>
                  </a:cubicBezTo>
                  <a:cubicBezTo>
                    <a:pt x="5560" y="4834"/>
                    <a:pt x="5751" y="3298"/>
                    <a:pt x="5751" y="3298"/>
                  </a:cubicBezTo>
                  <a:cubicBezTo>
                    <a:pt x="5751" y="3298"/>
                    <a:pt x="4215" y="2667"/>
                    <a:pt x="2989" y="1417"/>
                  </a:cubicBezTo>
                  <a:cubicBezTo>
                    <a:pt x="2018" y="418"/>
                    <a:pt x="2013" y="111"/>
                    <a:pt x="2050" y="28"/>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26"/>
            <p:cNvSpPr/>
            <p:nvPr/>
          </p:nvSpPr>
          <p:spPr>
            <a:xfrm>
              <a:off x="3149540" y="1851243"/>
              <a:ext cx="38539" cy="16414"/>
            </a:xfrm>
            <a:custGeom>
              <a:rect b="b" l="l" r="r" t="t"/>
              <a:pathLst>
                <a:path extrusionOk="0" fill="none" h="477" w="1120">
                  <a:moveTo>
                    <a:pt x="0" y="0"/>
                  </a:moveTo>
                  <a:cubicBezTo>
                    <a:pt x="0" y="0"/>
                    <a:pt x="596" y="477"/>
                    <a:pt x="1120" y="48"/>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26"/>
            <p:cNvSpPr/>
            <p:nvPr/>
          </p:nvSpPr>
          <p:spPr>
            <a:xfrm>
              <a:off x="3137255" y="1874195"/>
              <a:ext cx="63934" cy="27872"/>
            </a:xfrm>
            <a:custGeom>
              <a:rect b="b" l="l" r="r" t="t"/>
              <a:pathLst>
                <a:path extrusionOk="0" fill="none" h="810" w="1858">
                  <a:moveTo>
                    <a:pt x="0" y="24"/>
                  </a:moveTo>
                  <a:cubicBezTo>
                    <a:pt x="0" y="24"/>
                    <a:pt x="810" y="810"/>
                    <a:pt x="1858" y="0"/>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26"/>
            <p:cNvSpPr/>
            <p:nvPr/>
          </p:nvSpPr>
          <p:spPr>
            <a:xfrm>
              <a:off x="3115129" y="1787755"/>
              <a:ext cx="18065" cy="16964"/>
            </a:xfrm>
            <a:custGeom>
              <a:rect b="b" l="l" r="r" t="t"/>
              <a:pathLst>
                <a:path extrusionOk="0" h="493" w="525">
                  <a:moveTo>
                    <a:pt x="262" y="0"/>
                  </a:moveTo>
                  <a:cubicBezTo>
                    <a:pt x="155" y="0"/>
                    <a:pt x="48" y="83"/>
                    <a:pt x="24" y="191"/>
                  </a:cubicBezTo>
                  <a:cubicBezTo>
                    <a:pt x="0" y="333"/>
                    <a:pt x="84" y="452"/>
                    <a:pt x="215" y="488"/>
                  </a:cubicBezTo>
                  <a:cubicBezTo>
                    <a:pt x="230" y="491"/>
                    <a:pt x="244" y="492"/>
                    <a:pt x="259" y="492"/>
                  </a:cubicBezTo>
                  <a:cubicBezTo>
                    <a:pt x="374" y="492"/>
                    <a:pt x="479" y="412"/>
                    <a:pt x="500" y="286"/>
                  </a:cubicBezTo>
                  <a:lnTo>
                    <a:pt x="500" y="298"/>
                  </a:lnTo>
                  <a:cubicBezTo>
                    <a:pt x="524" y="143"/>
                    <a:pt x="417" y="12"/>
                    <a:pt x="262"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26"/>
            <p:cNvSpPr/>
            <p:nvPr/>
          </p:nvSpPr>
          <p:spPr>
            <a:xfrm>
              <a:off x="3199539" y="1792641"/>
              <a:ext cx="17618" cy="16999"/>
            </a:xfrm>
            <a:custGeom>
              <a:rect b="b" l="l" r="r" t="t"/>
              <a:pathLst>
                <a:path extrusionOk="0" h="494" w="512">
                  <a:moveTo>
                    <a:pt x="262" y="1"/>
                  </a:moveTo>
                  <a:cubicBezTo>
                    <a:pt x="143" y="1"/>
                    <a:pt x="48" y="84"/>
                    <a:pt x="24" y="203"/>
                  </a:cubicBezTo>
                  <a:cubicBezTo>
                    <a:pt x="0" y="334"/>
                    <a:pt x="83" y="465"/>
                    <a:pt x="214" y="489"/>
                  </a:cubicBezTo>
                  <a:cubicBezTo>
                    <a:pt x="229" y="492"/>
                    <a:pt x="244" y="493"/>
                    <a:pt x="259" y="493"/>
                  </a:cubicBezTo>
                  <a:cubicBezTo>
                    <a:pt x="374" y="493"/>
                    <a:pt x="479" y="415"/>
                    <a:pt x="500" y="299"/>
                  </a:cubicBezTo>
                  <a:cubicBezTo>
                    <a:pt x="512" y="156"/>
                    <a:pt x="405" y="25"/>
                    <a:pt x="262" y="1"/>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26"/>
            <p:cNvSpPr/>
            <p:nvPr/>
          </p:nvSpPr>
          <p:spPr>
            <a:xfrm>
              <a:off x="3105287" y="1757818"/>
              <a:ext cx="41017" cy="9876"/>
            </a:xfrm>
            <a:custGeom>
              <a:rect b="b" l="l" r="r" t="t"/>
              <a:pathLst>
                <a:path extrusionOk="0" fill="none" h="287" w="1192">
                  <a:moveTo>
                    <a:pt x="1" y="287"/>
                  </a:moveTo>
                  <a:cubicBezTo>
                    <a:pt x="1" y="287"/>
                    <a:pt x="453" y="1"/>
                    <a:pt x="1191" y="23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26"/>
            <p:cNvSpPr/>
            <p:nvPr/>
          </p:nvSpPr>
          <p:spPr>
            <a:xfrm>
              <a:off x="3196235" y="1760295"/>
              <a:ext cx="47555" cy="23777"/>
            </a:xfrm>
            <a:custGeom>
              <a:rect b="b" l="l" r="r" t="t"/>
              <a:pathLst>
                <a:path extrusionOk="0" fill="none" h="691" w="1382">
                  <a:moveTo>
                    <a:pt x="1" y="334"/>
                  </a:moveTo>
                  <a:cubicBezTo>
                    <a:pt x="1" y="334"/>
                    <a:pt x="334" y="0"/>
                    <a:pt x="1382" y="69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26"/>
            <p:cNvSpPr/>
            <p:nvPr/>
          </p:nvSpPr>
          <p:spPr>
            <a:xfrm>
              <a:off x="3089321" y="1773406"/>
              <a:ext cx="76218" cy="50824"/>
            </a:xfrm>
            <a:custGeom>
              <a:rect b="b" l="l" r="r" t="t"/>
              <a:pathLst>
                <a:path extrusionOk="0" fill="none" h="1477" w="2215">
                  <a:moveTo>
                    <a:pt x="12" y="941"/>
                  </a:moveTo>
                  <a:lnTo>
                    <a:pt x="36" y="417"/>
                  </a:lnTo>
                  <a:cubicBezTo>
                    <a:pt x="48" y="179"/>
                    <a:pt x="250" y="0"/>
                    <a:pt x="488" y="12"/>
                  </a:cubicBezTo>
                  <a:lnTo>
                    <a:pt x="1798" y="84"/>
                  </a:lnTo>
                  <a:cubicBezTo>
                    <a:pt x="2036" y="96"/>
                    <a:pt x="2215" y="298"/>
                    <a:pt x="2203" y="536"/>
                  </a:cubicBezTo>
                  <a:lnTo>
                    <a:pt x="2179" y="1060"/>
                  </a:lnTo>
                  <a:cubicBezTo>
                    <a:pt x="2167" y="1298"/>
                    <a:pt x="1965" y="1477"/>
                    <a:pt x="1727" y="1465"/>
                  </a:cubicBezTo>
                  <a:lnTo>
                    <a:pt x="417" y="1393"/>
                  </a:lnTo>
                  <a:cubicBezTo>
                    <a:pt x="179" y="1381"/>
                    <a:pt x="0" y="1179"/>
                    <a:pt x="12" y="941"/>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26"/>
            <p:cNvSpPr/>
            <p:nvPr/>
          </p:nvSpPr>
          <p:spPr>
            <a:xfrm>
              <a:off x="3182712" y="1775436"/>
              <a:ext cx="76253" cy="50445"/>
            </a:xfrm>
            <a:custGeom>
              <a:rect b="b" l="l" r="r" t="t"/>
              <a:pathLst>
                <a:path extrusionOk="0" fill="none" h="1466" w="2216">
                  <a:moveTo>
                    <a:pt x="13" y="941"/>
                  </a:moveTo>
                  <a:lnTo>
                    <a:pt x="37" y="418"/>
                  </a:lnTo>
                  <a:cubicBezTo>
                    <a:pt x="48" y="179"/>
                    <a:pt x="251" y="1"/>
                    <a:pt x="489" y="13"/>
                  </a:cubicBezTo>
                  <a:lnTo>
                    <a:pt x="1799" y="72"/>
                  </a:lnTo>
                  <a:cubicBezTo>
                    <a:pt x="2037" y="84"/>
                    <a:pt x="2215" y="287"/>
                    <a:pt x="2204" y="525"/>
                  </a:cubicBezTo>
                  <a:lnTo>
                    <a:pt x="2180" y="1049"/>
                  </a:lnTo>
                  <a:cubicBezTo>
                    <a:pt x="2168" y="1287"/>
                    <a:pt x="1965" y="1465"/>
                    <a:pt x="1727" y="1453"/>
                  </a:cubicBezTo>
                  <a:lnTo>
                    <a:pt x="418" y="1394"/>
                  </a:lnTo>
                  <a:cubicBezTo>
                    <a:pt x="179" y="1382"/>
                    <a:pt x="1" y="1180"/>
                    <a:pt x="13" y="941"/>
                  </a:cubicBezTo>
                  <a:close/>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26"/>
            <p:cNvSpPr/>
            <p:nvPr/>
          </p:nvSpPr>
          <p:spPr>
            <a:xfrm>
              <a:off x="3165093" y="1788133"/>
              <a:ext cx="16448" cy="860"/>
            </a:xfrm>
            <a:custGeom>
              <a:rect b="b" l="l" r="r" t="t"/>
              <a:pathLst>
                <a:path extrusionOk="0" fill="none" h="25" w="478">
                  <a:moveTo>
                    <a:pt x="1" y="1"/>
                  </a:moveTo>
                  <a:lnTo>
                    <a:pt x="477" y="25"/>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26"/>
            <p:cNvSpPr/>
            <p:nvPr/>
          </p:nvSpPr>
          <p:spPr>
            <a:xfrm>
              <a:off x="3065130" y="1779531"/>
              <a:ext cx="25429" cy="7845"/>
            </a:xfrm>
            <a:custGeom>
              <a:rect b="b" l="l" r="r" t="t"/>
              <a:pathLst>
                <a:path extrusionOk="0" fill="none" h="228" w="739">
                  <a:moveTo>
                    <a:pt x="739" y="227"/>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26"/>
            <p:cNvSpPr/>
            <p:nvPr/>
          </p:nvSpPr>
          <p:spPr>
            <a:xfrm>
              <a:off x="3254424" y="1791437"/>
              <a:ext cx="7398" cy="5334"/>
            </a:xfrm>
            <a:custGeom>
              <a:rect b="b" l="l" r="r" t="t"/>
              <a:pathLst>
                <a:path extrusionOk="0" fill="none" h="155" w="215">
                  <a:moveTo>
                    <a:pt x="0" y="155"/>
                  </a:moveTo>
                  <a:lnTo>
                    <a:pt x="215"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26"/>
            <p:cNvSpPr/>
            <p:nvPr/>
          </p:nvSpPr>
          <p:spPr>
            <a:xfrm>
              <a:off x="2514487" y="1952377"/>
              <a:ext cx="184816" cy="177074"/>
            </a:xfrm>
            <a:custGeom>
              <a:rect b="b" l="l" r="r" t="t"/>
              <a:pathLst>
                <a:path extrusionOk="0" h="5146" w="5371">
                  <a:moveTo>
                    <a:pt x="2855" y="1"/>
                  </a:moveTo>
                  <a:cubicBezTo>
                    <a:pt x="2698" y="1"/>
                    <a:pt x="2536" y="181"/>
                    <a:pt x="2596" y="514"/>
                  </a:cubicBezTo>
                  <a:cubicBezTo>
                    <a:pt x="2692" y="967"/>
                    <a:pt x="2882" y="1110"/>
                    <a:pt x="2977" y="1288"/>
                  </a:cubicBezTo>
                  <a:cubicBezTo>
                    <a:pt x="3061" y="1455"/>
                    <a:pt x="3263" y="1907"/>
                    <a:pt x="3263" y="1907"/>
                  </a:cubicBezTo>
                  <a:cubicBezTo>
                    <a:pt x="3263" y="1907"/>
                    <a:pt x="1406" y="1598"/>
                    <a:pt x="1287" y="1562"/>
                  </a:cubicBezTo>
                  <a:cubicBezTo>
                    <a:pt x="1168" y="1538"/>
                    <a:pt x="834" y="1169"/>
                    <a:pt x="751" y="943"/>
                  </a:cubicBezTo>
                  <a:cubicBezTo>
                    <a:pt x="668" y="747"/>
                    <a:pt x="684" y="31"/>
                    <a:pt x="465" y="31"/>
                  </a:cubicBezTo>
                  <a:cubicBezTo>
                    <a:pt x="431" y="31"/>
                    <a:pt x="392" y="48"/>
                    <a:pt x="346" y="86"/>
                  </a:cubicBezTo>
                  <a:cubicBezTo>
                    <a:pt x="1" y="371"/>
                    <a:pt x="203" y="967"/>
                    <a:pt x="263" y="1110"/>
                  </a:cubicBezTo>
                  <a:cubicBezTo>
                    <a:pt x="322" y="1252"/>
                    <a:pt x="263" y="2253"/>
                    <a:pt x="406" y="2776"/>
                  </a:cubicBezTo>
                  <a:cubicBezTo>
                    <a:pt x="548" y="3288"/>
                    <a:pt x="1025" y="3800"/>
                    <a:pt x="1751" y="4146"/>
                  </a:cubicBezTo>
                  <a:cubicBezTo>
                    <a:pt x="2465" y="4479"/>
                    <a:pt x="3858" y="4598"/>
                    <a:pt x="3858" y="4598"/>
                  </a:cubicBezTo>
                  <a:lnTo>
                    <a:pt x="4406" y="5146"/>
                  </a:lnTo>
                  <a:lnTo>
                    <a:pt x="5370" y="3943"/>
                  </a:lnTo>
                  <a:lnTo>
                    <a:pt x="5085" y="3110"/>
                  </a:lnTo>
                  <a:cubicBezTo>
                    <a:pt x="5085" y="3110"/>
                    <a:pt x="4859" y="2312"/>
                    <a:pt x="4597" y="1967"/>
                  </a:cubicBezTo>
                  <a:cubicBezTo>
                    <a:pt x="4347" y="1622"/>
                    <a:pt x="3858" y="1514"/>
                    <a:pt x="3656" y="1252"/>
                  </a:cubicBezTo>
                  <a:cubicBezTo>
                    <a:pt x="3454" y="1002"/>
                    <a:pt x="3204" y="288"/>
                    <a:pt x="3025" y="86"/>
                  </a:cubicBezTo>
                  <a:cubicBezTo>
                    <a:pt x="2978" y="29"/>
                    <a:pt x="2917" y="1"/>
                    <a:pt x="2855"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26"/>
            <p:cNvSpPr/>
            <p:nvPr/>
          </p:nvSpPr>
          <p:spPr>
            <a:xfrm>
              <a:off x="2503441" y="1971027"/>
              <a:ext cx="40191" cy="80210"/>
            </a:xfrm>
            <a:custGeom>
              <a:rect b="b" l="l" r="r" t="t"/>
              <a:pathLst>
                <a:path extrusionOk="0" h="2331" w="1168">
                  <a:moveTo>
                    <a:pt x="220" y="1"/>
                  </a:moveTo>
                  <a:cubicBezTo>
                    <a:pt x="29" y="1"/>
                    <a:pt x="0" y="408"/>
                    <a:pt x="0" y="853"/>
                  </a:cubicBezTo>
                  <a:cubicBezTo>
                    <a:pt x="0" y="1342"/>
                    <a:pt x="381" y="2008"/>
                    <a:pt x="381" y="2008"/>
                  </a:cubicBezTo>
                  <a:cubicBezTo>
                    <a:pt x="381" y="2008"/>
                    <a:pt x="671" y="2331"/>
                    <a:pt x="905" y="2331"/>
                  </a:cubicBezTo>
                  <a:cubicBezTo>
                    <a:pt x="913" y="2331"/>
                    <a:pt x="921" y="2331"/>
                    <a:pt x="929" y="2330"/>
                  </a:cubicBezTo>
                  <a:cubicBezTo>
                    <a:pt x="1167" y="2318"/>
                    <a:pt x="905" y="1639"/>
                    <a:pt x="869" y="1592"/>
                  </a:cubicBezTo>
                  <a:cubicBezTo>
                    <a:pt x="727" y="1270"/>
                    <a:pt x="631" y="925"/>
                    <a:pt x="572" y="580"/>
                  </a:cubicBezTo>
                  <a:cubicBezTo>
                    <a:pt x="500" y="127"/>
                    <a:pt x="548" y="139"/>
                    <a:pt x="298" y="20"/>
                  </a:cubicBezTo>
                  <a:cubicBezTo>
                    <a:pt x="269" y="7"/>
                    <a:pt x="243" y="1"/>
                    <a:pt x="220"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26"/>
            <p:cNvSpPr/>
            <p:nvPr/>
          </p:nvSpPr>
          <p:spPr>
            <a:xfrm>
              <a:off x="2507536" y="1997661"/>
              <a:ext cx="61078" cy="84683"/>
            </a:xfrm>
            <a:custGeom>
              <a:rect b="b" l="l" r="r" t="t"/>
              <a:pathLst>
                <a:path extrusionOk="0" h="2461" w="1775">
                  <a:moveTo>
                    <a:pt x="329" y="0"/>
                  </a:moveTo>
                  <a:cubicBezTo>
                    <a:pt x="305" y="0"/>
                    <a:pt x="283" y="10"/>
                    <a:pt x="262" y="32"/>
                  </a:cubicBezTo>
                  <a:cubicBezTo>
                    <a:pt x="0" y="282"/>
                    <a:pt x="36" y="603"/>
                    <a:pt x="262" y="1234"/>
                  </a:cubicBezTo>
                  <a:cubicBezTo>
                    <a:pt x="489" y="1865"/>
                    <a:pt x="977" y="2342"/>
                    <a:pt x="1370" y="2401"/>
                  </a:cubicBezTo>
                  <a:lnTo>
                    <a:pt x="1774" y="2461"/>
                  </a:lnTo>
                  <a:lnTo>
                    <a:pt x="1036" y="1234"/>
                  </a:lnTo>
                  <a:cubicBezTo>
                    <a:pt x="1036" y="1234"/>
                    <a:pt x="595" y="0"/>
                    <a:pt x="329" y="0"/>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26"/>
            <p:cNvSpPr/>
            <p:nvPr/>
          </p:nvSpPr>
          <p:spPr>
            <a:xfrm>
              <a:off x="2532931" y="2001309"/>
              <a:ext cx="118026" cy="109733"/>
            </a:xfrm>
            <a:custGeom>
              <a:rect b="b" l="l" r="r" t="t"/>
              <a:pathLst>
                <a:path extrusionOk="0" h="3189" w="3430">
                  <a:moveTo>
                    <a:pt x="259" y="1"/>
                  </a:moveTo>
                  <a:cubicBezTo>
                    <a:pt x="238" y="1"/>
                    <a:pt x="219" y="14"/>
                    <a:pt x="203" y="45"/>
                  </a:cubicBezTo>
                  <a:cubicBezTo>
                    <a:pt x="1" y="414"/>
                    <a:pt x="60" y="783"/>
                    <a:pt x="262" y="1354"/>
                  </a:cubicBezTo>
                  <a:cubicBezTo>
                    <a:pt x="465" y="1926"/>
                    <a:pt x="751" y="2438"/>
                    <a:pt x="1203" y="2724"/>
                  </a:cubicBezTo>
                  <a:cubicBezTo>
                    <a:pt x="1656" y="3009"/>
                    <a:pt x="3310" y="3188"/>
                    <a:pt x="3310" y="3188"/>
                  </a:cubicBezTo>
                  <a:lnTo>
                    <a:pt x="3430" y="2236"/>
                  </a:lnTo>
                  <a:cubicBezTo>
                    <a:pt x="3430" y="2236"/>
                    <a:pt x="2810" y="1724"/>
                    <a:pt x="2406" y="1724"/>
                  </a:cubicBezTo>
                  <a:cubicBezTo>
                    <a:pt x="2001" y="1724"/>
                    <a:pt x="1060" y="1866"/>
                    <a:pt x="1060" y="1866"/>
                  </a:cubicBezTo>
                  <a:cubicBezTo>
                    <a:pt x="1060" y="1866"/>
                    <a:pt x="505" y="1"/>
                    <a:pt x="2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26"/>
            <p:cNvSpPr/>
            <p:nvPr/>
          </p:nvSpPr>
          <p:spPr>
            <a:xfrm>
              <a:off x="2532931" y="1989712"/>
              <a:ext cx="118026" cy="121330"/>
            </a:xfrm>
            <a:custGeom>
              <a:rect b="b" l="l" r="r" t="t"/>
              <a:pathLst>
                <a:path extrusionOk="0" fill="none" h="3526" w="3430">
                  <a:moveTo>
                    <a:pt x="3430" y="2573"/>
                  </a:moveTo>
                  <a:cubicBezTo>
                    <a:pt x="3430" y="2573"/>
                    <a:pt x="2810" y="2061"/>
                    <a:pt x="2406" y="2061"/>
                  </a:cubicBezTo>
                  <a:cubicBezTo>
                    <a:pt x="2001" y="2061"/>
                    <a:pt x="1060" y="2203"/>
                    <a:pt x="1060" y="2203"/>
                  </a:cubicBezTo>
                  <a:cubicBezTo>
                    <a:pt x="1060" y="2203"/>
                    <a:pt x="405" y="1"/>
                    <a:pt x="203" y="382"/>
                  </a:cubicBezTo>
                  <a:cubicBezTo>
                    <a:pt x="1" y="751"/>
                    <a:pt x="60" y="1120"/>
                    <a:pt x="262" y="1691"/>
                  </a:cubicBezTo>
                  <a:cubicBezTo>
                    <a:pt x="465" y="2263"/>
                    <a:pt x="751" y="2775"/>
                    <a:pt x="1203" y="3061"/>
                  </a:cubicBezTo>
                  <a:cubicBezTo>
                    <a:pt x="1656" y="3346"/>
                    <a:pt x="3310" y="3525"/>
                    <a:pt x="3310" y="3525"/>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26"/>
            <p:cNvSpPr/>
            <p:nvPr/>
          </p:nvSpPr>
          <p:spPr>
            <a:xfrm>
              <a:off x="2649275" y="2079456"/>
              <a:ext cx="72571" cy="67616"/>
            </a:xfrm>
            <a:custGeom>
              <a:rect b="b" l="l" r="r" t="t"/>
              <a:pathLst>
                <a:path extrusionOk="0" h="1965" w="2109">
                  <a:moveTo>
                    <a:pt x="1453" y="0"/>
                  </a:moveTo>
                  <a:lnTo>
                    <a:pt x="1" y="1393"/>
                  </a:lnTo>
                  <a:lnTo>
                    <a:pt x="715" y="1965"/>
                  </a:lnTo>
                  <a:lnTo>
                    <a:pt x="2108" y="655"/>
                  </a:lnTo>
                  <a:lnTo>
                    <a:pt x="1453" y="0"/>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26"/>
            <p:cNvSpPr/>
            <p:nvPr/>
          </p:nvSpPr>
          <p:spPr>
            <a:xfrm>
              <a:off x="2654195" y="1876225"/>
              <a:ext cx="296236" cy="477645"/>
            </a:xfrm>
            <a:custGeom>
              <a:rect b="b" l="l" r="r" t="t"/>
              <a:pathLst>
                <a:path extrusionOk="0" h="13881" w="8609">
                  <a:moveTo>
                    <a:pt x="8585" y="1"/>
                  </a:moveTo>
                  <a:cubicBezTo>
                    <a:pt x="8585" y="1"/>
                    <a:pt x="6537" y="72"/>
                    <a:pt x="6061" y="298"/>
                  </a:cubicBezTo>
                  <a:cubicBezTo>
                    <a:pt x="5573" y="525"/>
                    <a:pt x="5513" y="870"/>
                    <a:pt x="5490" y="1013"/>
                  </a:cubicBezTo>
                  <a:cubicBezTo>
                    <a:pt x="5454" y="1168"/>
                    <a:pt x="4597" y="8788"/>
                    <a:pt x="4597" y="8788"/>
                  </a:cubicBezTo>
                  <a:lnTo>
                    <a:pt x="1799" y="6132"/>
                  </a:lnTo>
                  <a:lnTo>
                    <a:pt x="1" y="7871"/>
                  </a:lnTo>
                  <a:cubicBezTo>
                    <a:pt x="1" y="7871"/>
                    <a:pt x="2489" y="11133"/>
                    <a:pt x="3061" y="12014"/>
                  </a:cubicBezTo>
                  <a:cubicBezTo>
                    <a:pt x="3632" y="12895"/>
                    <a:pt x="4144" y="13729"/>
                    <a:pt x="4632" y="13812"/>
                  </a:cubicBezTo>
                  <a:cubicBezTo>
                    <a:pt x="4859" y="13852"/>
                    <a:pt x="5019" y="13881"/>
                    <a:pt x="5188" y="13881"/>
                  </a:cubicBezTo>
                  <a:cubicBezTo>
                    <a:pt x="5374" y="13881"/>
                    <a:pt x="5571" y="13846"/>
                    <a:pt x="5882" y="13752"/>
                  </a:cubicBezTo>
                  <a:cubicBezTo>
                    <a:pt x="6490" y="13586"/>
                    <a:pt x="7264" y="12252"/>
                    <a:pt x="7287" y="12133"/>
                  </a:cubicBezTo>
                  <a:cubicBezTo>
                    <a:pt x="7323" y="12026"/>
                    <a:pt x="8609" y="4823"/>
                    <a:pt x="8609" y="4823"/>
                  </a:cubicBezTo>
                  <a:lnTo>
                    <a:pt x="8585" y="1"/>
                  </a:lnTo>
                  <a:close/>
                </a:path>
              </a:pathLst>
            </a:custGeom>
            <a:solidFill>
              <a:srgbClr val="8585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26"/>
            <p:cNvSpPr/>
            <p:nvPr/>
          </p:nvSpPr>
          <p:spPr>
            <a:xfrm>
              <a:off x="2654195" y="1876225"/>
              <a:ext cx="296236" cy="479400"/>
            </a:xfrm>
            <a:custGeom>
              <a:rect b="b" l="l" r="r" t="t"/>
              <a:pathLst>
                <a:path extrusionOk="0" fill="none" h="13932" w="8609">
                  <a:moveTo>
                    <a:pt x="8585" y="1"/>
                  </a:moveTo>
                  <a:cubicBezTo>
                    <a:pt x="8585" y="1"/>
                    <a:pt x="6537" y="72"/>
                    <a:pt x="6061" y="298"/>
                  </a:cubicBezTo>
                  <a:cubicBezTo>
                    <a:pt x="5573" y="525"/>
                    <a:pt x="5513" y="870"/>
                    <a:pt x="5490" y="1013"/>
                  </a:cubicBezTo>
                  <a:cubicBezTo>
                    <a:pt x="5454" y="1168"/>
                    <a:pt x="4597" y="8788"/>
                    <a:pt x="4597" y="8788"/>
                  </a:cubicBezTo>
                  <a:lnTo>
                    <a:pt x="1799" y="6132"/>
                  </a:lnTo>
                  <a:lnTo>
                    <a:pt x="1" y="7871"/>
                  </a:lnTo>
                  <a:cubicBezTo>
                    <a:pt x="1" y="7871"/>
                    <a:pt x="2489" y="11133"/>
                    <a:pt x="3061" y="12014"/>
                  </a:cubicBezTo>
                  <a:cubicBezTo>
                    <a:pt x="3632" y="12895"/>
                    <a:pt x="4144" y="13729"/>
                    <a:pt x="4632" y="13812"/>
                  </a:cubicBezTo>
                  <a:cubicBezTo>
                    <a:pt x="5109" y="13895"/>
                    <a:pt x="5287" y="13931"/>
                    <a:pt x="5882" y="13752"/>
                  </a:cubicBezTo>
                  <a:cubicBezTo>
                    <a:pt x="6490" y="13586"/>
                    <a:pt x="7264" y="12252"/>
                    <a:pt x="7287" y="12133"/>
                  </a:cubicBezTo>
                  <a:cubicBezTo>
                    <a:pt x="7323" y="12026"/>
                    <a:pt x="8609" y="4823"/>
                    <a:pt x="8609" y="4823"/>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26"/>
            <p:cNvSpPr/>
            <p:nvPr/>
          </p:nvSpPr>
          <p:spPr>
            <a:xfrm>
              <a:off x="2861934" y="2207292"/>
              <a:ext cx="13145" cy="7811"/>
            </a:xfrm>
            <a:custGeom>
              <a:rect b="b" l="l" r="r" t="t"/>
              <a:pathLst>
                <a:path extrusionOk="0" fill="none" h="227" w="382">
                  <a:moveTo>
                    <a:pt x="0" y="0"/>
                  </a:moveTo>
                  <a:lnTo>
                    <a:pt x="381" y="226"/>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26"/>
            <p:cNvSpPr/>
            <p:nvPr/>
          </p:nvSpPr>
          <p:spPr>
            <a:xfrm>
              <a:off x="2812348" y="2178594"/>
              <a:ext cx="41843" cy="24225"/>
            </a:xfrm>
            <a:custGeom>
              <a:rect b="b" l="l" r="r" t="t"/>
              <a:pathLst>
                <a:path extrusionOk="0" fill="none" h="704" w="1216">
                  <a:moveTo>
                    <a:pt x="1" y="1"/>
                  </a:moveTo>
                  <a:lnTo>
                    <a:pt x="1215" y="703"/>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26"/>
            <p:cNvSpPr/>
            <p:nvPr/>
          </p:nvSpPr>
          <p:spPr>
            <a:xfrm>
              <a:off x="2950438" y="2308873"/>
              <a:ext cx="21334" cy="8224"/>
            </a:xfrm>
            <a:custGeom>
              <a:rect b="b" l="l" r="r" t="t"/>
              <a:pathLst>
                <a:path extrusionOk="0" fill="none" h="239" w="620">
                  <a:moveTo>
                    <a:pt x="619" y="1"/>
                  </a:moveTo>
                  <a:cubicBezTo>
                    <a:pt x="393" y="96"/>
                    <a:pt x="179" y="179"/>
                    <a:pt x="0" y="239"/>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26"/>
            <p:cNvSpPr/>
            <p:nvPr/>
          </p:nvSpPr>
          <p:spPr>
            <a:xfrm>
              <a:off x="2995895" y="2242495"/>
              <a:ext cx="120882" cy="56192"/>
            </a:xfrm>
            <a:custGeom>
              <a:rect b="b" l="l" r="r" t="t"/>
              <a:pathLst>
                <a:path extrusionOk="0" fill="none" h="1633" w="3513">
                  <a:moveTo>
                    <a:pt x="3513" y="1"/>
                  </a:moveTo>
                  <a:cubicBezTo>
                    <a:pt x="3513" y="1"/>
                    <a:pt x="1572" y="942"/>
                    <a:pt x="1" y="163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26"/>
            <p:cNvSpPr/>
            <p:nvPr/>
          </p:nvSpPr>
          <p:spPr>
            <a:xfrm>
              <a:off x="3066369" y="2247002"/>
              <a:ext cx="83616" cy="44286"/>
            </a:xfrm>
            <a:custGeom>
              <a:rect b="b" l="l" r="r" t="t"/>
              <a:pathLst>
                <a:path extrusionOk="0" fill="none" h="1287" w="2430">
                  <a:moveTo>
                    <a:pt x="2429" y="1"/>
                  </a:moveTo>
                  <a:lnTo>
                    <a:pt x="0" y="1287"/>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26"/>
            <p:cNvSpPr/>
            <p:nvPr/>
          </p:nvSpPr>
          <p:spPr>
            <a:xfrm>
              <a:off x="3500668" y="2329761"/>
              <a:ext cx="469112" cy="315918"/>
            </a:xfrm>
            <a:custGeom>
              <a:rect b="b" l="l" r="r" t="t"/>
              <a:pathLst>
                <a:path extrusionOk="0" h="9181" w="13633">
                  <a:moveTo>
                    <a:pt x="2167" y="1"/>
                  </a:moveTo>
                  <a:cubicBezTo>
                    <a:pt x="1833" y="1"/>
                    <a:pt x="1558" y="247"/>
                    <a:pt x="1500" y="584"/>
                  </a:cubicBezTo>
                  <a:lnTo>
                    <a:pt x="0" y="9181"/>
                  </a:lnTo>
                  <a:lnTo>
                    <a:pt x="12371" y="9181"/>
                  </a:lnTo>
                  <a:cubicBezTo>
                    <a:pt x="12371" y="9181"/>
                    <a:pt x="12454" y="8300"/>
                    <a:pt x="12537" y="6835"/>
                  </a:cubicBezTo>
                  <a:cubicBezTo>
                    <a:pt x="12621" y="5359"/>
                    <a:pt x="13299" y="1465"/>
                    <a:pt x="13466" y="751"/>
                  </a:cubicBezTo>
                  <a:cubicBezTo>
                    <a:pt x="13633" y="37"/>
                    <a:pt x="13168" y="37"/>
                    <a:pt x="13168" y="37"/>
                  </a:cubicBezTo>
                  <a:lnTo>
                    <a:pt x="9978" y="37"/>
                  </a:lnTo>
                  <a:lnTo>
                    <a:pt x="2191" y="1"/>
                  </a:lnTo>
                  <a:cubicBezTo>
                    <a:pt x="2183" y="1"/>
                    <a:pt x="2175" y="1"/>
                    <a:pt x="2167"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26"/>
            <p:cNvSpPr/>
            <p:nvPr/>
          </p:nvSpPr>
          <p:spPr>
            <a:xfrm>
              <a:off x="2931994" y="2112215"/>
              <a:ext cx="907495" cy="533045"/>
            </a:xfrm>
            <a:custGeom>
              <a:rect b="b" l="l" r="r" t="t"/>
              <a:pathLst>
                <a:path extrusionOk="0" h="15491" w="26373">
                  <a:moveTo>
                    <a:pt x="21753" y="1"/>
                  </a:moveTo>
                  <a:lnTo>
                    <a:pt x="16550" y="775"/>
                  </a:lnTo>
                  <a:cubicBezTo>
                    <a:pt x="16550" y="775"/>
                    <a:pt x="12930" y="1787"/>
                    <a:pt x="12871" y="2132"/>
                  </a:cubicBezTo>
                  <a:cubicBezTo>
                    <a:pt x="12811" y="2489"/>
                    <a:pt x="11275" y="10978"/>
                    <a:pt x="11275" y="10978"/>
                  </a:cubicBezTo>
                  <a:cubicBezTo>
                    <a:pt x="11275" y="10978"/>
                    <a:pt x="3691" y="9002"/>
                    <a:pt x="3251" y="9002"/>
                  </a:cubicBezTo>
                  <a:cubicBezTo>
                    <a:pt x="2810" y="9002"/>
                    <a:pt x="1131" y="10419"/>
                    <a:pt x="905" y="10597"/>
                  </a:cubicBezTo>
                  <a:cubicBezTo>
                    <a:pt x="667" y="10764"/>
                    <a:pt x="346" y="10919"/>
                    <a:pt x="322" y="11264"/>
                  </a:cubicBezTo>
                  <a:cubicBezTo>
                    <a:pt x="286" y="11609"/>
                    <a:pt x="0" y="12157"/>
                    <a:pt x="322" y="12419"/>
                  </a:cubicBezTo>
                  <a:cubicBezTo>
                    <a:pt x="573" y="12623"/>
                    <a:pt x="751" y="12813"/>
                    <a:pt x="868" y="12813"/>
                  </a:cubicBezTo>
                  <a:cubicBezTo>
                    <a:pt x="901" y="12813"/>
                    <a:pt x="929" y="12798"/>
                    <a:pt x="953" y="12764"/>
                  </a:cubicBezTo>
                  <a:cubicBezTo>
                    <a:pt x="1072" y="12621"/>
                    <a:pt x="929" y="12133"/>
                    <a:pt x="905" y="12038"/>
                  </a:cubicBezTo>
                  <a:cubicBezTo>
                    <a:pt x="869" y="11943"/>
                    <a:pt x="2727" y="11002"/>
                    <a:pt x="2727" y="11002"/>
                  </a:cubicBezTo>
                  <a:lnTo>
                    <a:pt x="3477" y="10824"/>
                  </a:lnTo>
                  <a:lnTo>
                    <a:pt x="3477" y="10824"/>
                  </a:lnTo>
                  <a:cubicBezTo>
                    <a:pt x="3215" y="11062"/>
                    <a:pt x="2917" y="11276"/>
                    <a:pt x="2608" y="11466"/>
                  </a:cubicBezTo>
                  <a:cubicBezTo>
                    <a:pt x="2120" y="11752"/>
                    <a:pt x="1941" y="12240"/>
                    <a:pt x="2203" y="12276"/>
                  </a:cubicBezTo>
                  <a:cubicBezTo>
                    <a:pt x="2225" y="12278"/>
                    <a:pt x="2245" y="12279"/>
                    <a:pt x="2265" y="12279"/>
                  </a:cubicBezTo>
                  <a:cubicBezTo>
                    <a:pt x="2474" y="12279"/>
                    <a:pt x="2553" y="12162"/>
                    <a:pt x="3251" y="11955"/>
                  </a:cubicBezTo>
                  <a:cubicBezTo>
                    <a:pt x="4001" y="11716"/>
                    <a:pt x="4632" y="10966"/>
                    <a:pt x="4632" y="10966"/>
                  </a:cubicBezTo>
                  <a:cubicBezTo>
                    <a:pt x="4632" y="10966"/>
                    <a:pt x="11966" y="14383"/>
                    <a:pt x="12371" y="14383"/>
                  </a:cubicBezTo>
                  <a:cubicBezTo>
                    <a:pt x="12480" y="14383"/>
                    <a:pt x="12555" y="14390"/>
                    <a:pt x="12614" y="14390"/>
                  </a:cubicBezTo>
                  <a:cubicBezTo>
                    <a:pt x="12774" y="14390"/>
                    <a:pt x="12812" y="14345"/>
                    <a:pt x="13073" y="14014"/>
                  </a:cubicBezTo>
                  <a:cubicBezTo>
                    <a:pt x="13419" y="13550"/>
                    <a:pt x="14550" y="10240"/>
                    <a:pt x="14550" y="10240"/>
                  </a:cubicBezTo>
                  <a:lnTo>
                    <a:pt x="14978" y="14526"/>
                  </a:lnTo>
                  <a:lnTo>
                    <a:pt x="14978" y="15491"/>
                  </a:lnTo>
                  <a:lnTo>
                    <a:pt x="26373" y="15491"/>
                  </a:lnTo>
                  <a:cubicBezTo>
                    <a:pt x="26373" y="15491"/>
                    <a:pt x="26313" y="3144"/>
                    <a:pt x="26254" y="2977"/>
                  </a:cubicBezTo>
                  <a:cubicBezTo>
                    <a:pt x="26194" y="2799"/>
                    <a:pt x="21753" y="1"/>
                    <a:pt x="21753" y="1"/>
                  </a:cubicBezTo>
                  <a:close/>
                </a:path>
              </a:pathLst>
            </a:custGeom>
            <a:solidFill>
              <a:srgbClr val="6453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26"/>
            <p:cNvSpPr/>
            <p:nvPr/>
          </p:nvSpPr>
          <p:spPr>
            <a:xfrm>
              <a:off x="3386768" y="2406394"/>
              <a:ext cx="9050" cy="11080"/>
            </a:xfrm>
            <a:custGeom>
              <a:rect b="b" l="l" r="r" t="t"/>
              <a:pathLst>
                <a:path extrusionOk="0" fill="none" h="322" w="263">
                  <a:moveTo>
                    <a:pt x="262" y="322"/>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26"/>
            <p:cNvSpPr/>
            <p:nvPr/>
          </p:nvSpPr>
          <p:spPr>
            <a:xfrm>
              <a:off x="3403148" y="2427281"/>
              <a:ext cx="29524" cy="37748"/>
            </a:xfrm>
            <a:custGeom>
              <a:rect b="b" l="l" r="r" t="t"/>
              <a:pathLst>
                <a:path extrusionOk="0" fill="none" h="1097" w="858">
                  <a:moveTo>
                    <a:pt x="858" y="1096"/>
                  </a:moveTo>
                  <a:lnTo>
                    <a:pt x="0"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26"/>
            <p:cNvSpPr/>
            <p:nvPr/>
          </p:nvSpPr>
          <p:spPr>
            <a:xfrm>
              <a:off x="3390450" y="2328556"/>
              <a:ext cx="4542" cy="14762"/>
            </a:xfrm>
            <a:custGeom>
              <a:rect b="b" l="l" r="r" t="t"/>
              <a:pathLst>
                <a:path extrusionOk="0" fill="none" h="429" w="132">
                  <a:moveTo>
                    <a:pt x="131" y="429"/>
                  </a:moveTo>
                  <a:lnTo>
                    <a:pt x="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26"/>
            <p:cNvSpPr/>
            <p:nvPr/>
          </p:nvSpPr>
          <p:spPr>
            <a:xfrm>
              <a:off x="3399466" y="2330999"/>
              <a:ext cx="33206" cy="134027"/>
            </a:xfrm>
            <a:custGeom>
              <a:rect b="b" l="l" r="r" t="t"/>
              <a:pathLst>
                <a:path extrusionOk="0" fill="none" h="3895" w="965">
                  <a:moveTo>
                    <a:pt x="381" y="1"/>
                  </a:moveTo>
                  <a:lnTo>
                    <a:pt x="965" y="3894"/>
                  </a:lnTo>
                  <a:lnTo>
                    <a:pt x="0" y="79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26"/>
            <p:cNvSpPr/>
            <p:nvPr/>
          </p:nvSpPr>
          <p:spPr>
            <a:xfrm>
              <a:off x="3501081" y="2112215"/>
              <a:ext cx="211002" cy="207355"/>
            </a:xfrm>
            <a:custGeom>
              <a:rect b="b" l="l" r="r" t="t"/>
              <a:pathLst>
                <a:path extrusionOk="0" h="6026" w="6132">
                  <a:moveTo>
                    <a:pt x="5215" y="1"/>
                  </a:moveTo>
                  <a:lnTo>
                    <a:pt x="0" y="775"/>
                  </a:lnTo>
                  <a:lnTo>
                    <a:pt x="2441" y="6025"/>
                  </a:lnTo>
                  <a:lnTo>
                    <a:pt x="6132" y="584"/>
                  </a:lnTo>
                  <a:lnTo>
                    <a:pt x="5215"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26"/>
            <p:cNvSpPr/>
            <p:nvPr/>
          </p:nvSpPr>
          <p:spPr>
            <a:xfrm>
              <a:off x="3434703" y="1843191"/>
              <a:ext cx="292554" cy="428439"/>
            </a:xfrm>
            <a:custGeom>
              <a:rect b="b" l="l" r="r" t="t"/>
              <a:pathLst>
                <a:path extrusionOk="0" h="12451" w="8502">
                  <a:moveTo>
                    <a:pt x="4449" y="1"/>
                  </a:moveTo>
                  <a:cubicBezTo>
                    <a:pt x="3624" y="1"/>
                    <a:pt x="2852" y="304"/>
                    <a:pt x="2036" y="651"/>
                  </a:cubicBezTo>
                  <a:cubicBezTo>
                    <a:pt x="1917" y="711"/>
                    <a:pt x="1786" y="770"/>
                    <a:pt x="1679" y="854"/>
                  </a:cubicBezTo>
                  <a:cubicBezTo>
                    <a:pt x="988" y="1330"/>
                    <a:pt x="0" y="2378"/>
                    <a:pt x="215" y="3044"/>
                  </a:cubicBezTo>
                  <a:cubicBezTo>
                    <a:pt x="453" y="3735"/>
                    <a:pt x="798" y="3890"/>
                    <a:pt x="798" y="3890"/>
                  </a:cubicBezTo>
                  <a:cubicBezTo>
                    <a:pt x="798" y="3890"/>
                    <a:pt x="488" y="4866"/>
                    <a:pt x="762" y="5176"/>
                  </a:cubicBezTo>
                  <a:cubicBezTo>
                    <a:pt x="929" y="5366"/>
                    <a:pt x="1060" y="5568"/>
                    <a:pt x="1155" y="5807"/>
                  </a:cubicBezTo>
                  <a:cubicBezTo>
                    <a:pt x="1155" y="5807"/>
                    <a:pt x="572" y="7438"/>
                    <a:pt x="846" y="7628"/>
                  </a:cubicBezTo>
                  <a:lnTo>
                    <a:pt x="1107" y="7819"/>
                  </a:lnTo>
                  <a:cubicBezTo>
                    <a:pt x="1107" y="7819"/>
                    <a:pt x="1584" y="9688"/>
                    <a:pt x="1929" y="9795"/>
                  </a:cubicBezTo>
                  <a:cubicBezTo>
                    <a:pt x="1985" y="9814"/>
                    <a:pt x="2059" y="9822"/>
                    <a:pt x="2144" y="9822"/>
                  </a:cubicBezTo>
                  <a:cubicBezTo>
                    <a:pt x="2585" y="9822"/>
                    <a:pt x="3322" y="9605"/>
                    <a:pt x="3322" y="9605"/>
                  </a:cubicBezTo>
                  <a:lnTo>
                    <a:pt x="4382" y="12450"/>
                  </a:lnTo>
                  <a:lnTo>
                    <a:pt x="7144" y="7819"/>
                  </a:lnTo>
                  <a:lnTo>
                    <a:pt x="6870" y="6878"/>
                  </a:lnTo>
                  <a:cubicBezTo>
                    <a:pt x="6870" y="6878"/>
                    <a:pt x="8501" y="4199"/>
                    <a:pt x="7846" y="2306"/>
                  </a:cubicBezTo>
                  <a:cubicBezTo>
                    <a:pt x="7465" y="1211"/>
                    <a:pt x="6477" y="449"/>
                    <a:pt x="5394" y="139"/>
                  </a:cubicBezTo>
                  <a:cubicBezTo>
                    <a:pt x="5068" y="43"/>
                    <a:pt x="4755" y="1"/>
                    <a:pt x="4449" y="1"/>
                  </a:cubicBezTo>
                  <a:close/>
                </a:path>
              </a:pathLst>
            </a:custGeom>
            <a:solidFill>
              <a:srgbClr val="C2C2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26"/>
            <p:cNvSpPr/>
            <p:nvPr/>
          </p:nvSpPr>
          <p:spPr>
            <a:xfrm>
              <a:off x="3434703" y="1843191"/>
              <a:ext cx="290902" cy="249817"/>
            </a:xfrm>
            <a:custGeom>
              <a:rect b="b" l="l" r="r" t="t"/>
              <a:pathLst>
                <a:path extrusionOk="0" h="7260" w="8454">
                  <a:moveTo>
                    <a:pt x="4444" y="1"/>
                  </a:moveTo>
                  <a:cubicBezTo>
                    <a:pt x="3624" y="1"/>
                    <a:pt x="2852" y="304"/>
                    <a:pt x="2036" y="651"/>
                  </a:cubicBezTo>
                  <a:cubicBezTo>
                    <a:pt x="1905" y="699"/>
                    <a:pt x="1786" y="770"/>
                    <a:pt x="1679" y="854"/>
                  </a:cubicBezTo>
                  <a:cubicBezTo>
                    <a:pt x="988" y="1330"/>
                    <a:pt x="0" y="2378"/>
                    <a:pt x="226" y="3044"/>
                  </a:cubicBezTo>
                  <a:cubicBezTo>
                    <a:pt x="453" y="3735"/>
                    <a:pt x="810" y="3902"/>
                    <a:pt x="810" y="3902"/>
                  </a:cubicBezTo>
                  <a:cubicBezTo>
                    <a:pt x="836" y="3904"/>
                    <a:pt x="863" y="3906"/>
                    <a:pt x="890" y="3906"/>
                  </a:cubicBezTo>
                  <a:cubicBezTo>
                    <a:pt x="1103" y="3906"/>
                    <a:pt x="1318" y="3822"/>
                    <a:pt x="1477" y="3663"/>
                  </a:cubicBezTo>
                  <a:cubicBezTo>
                    <a:pt x="1742" y="3398"/>
                    <a:pt x="2406" y="2928"/>
                    <a:pt x="2986" y="2928"/>
                  </a:cubicBezTo>
                  <a:cubicBezTo>
                    <a:pt x="3031" y="2928"/>
                    <a:pt x="3076" y="2931"/>
                    <a:pt x="3120" y="2937"/>
                  </a:cubicBezTo>
                  <a:cubicBezTo>
                    <a:pt x="3739" y="3021"/>
                    <a:pt x="3739" y="3747"/>
                    <a:pt x="3524" y="4104"/>
                  </a:cubicBezTo>
                  <a:cubicBezTo>
                    <a:pt x="3322" y="4449"/>
                    <a:pt x="3274" y="4854"/>
                    <a:pt x="3786" y="4973"/>
                  </a:cubicBezTo>
                  <a:cubicBezTo>
                    <a:pt x="4310" y="5080"/>
                    <a:pt x="4453" y="5080"/>
                    <a:pt x="4453" y="5485"/>
                  </a:cubicBezTo>
                  <a:cubicBezTo>
                    <a:pt x="4453" y="5853"/>
                    <a:pt x="4433" y="6162"/>
                    <a:pt x="4671" y="6162"/>
                  </a:cubicBezTo>
                  <a:cubicBezTo>
                    <a:pt x="4695" y="6162"/>
                    <a:pt x="4721" y="6158"/>
                    <a:pt x="4751" y="6152"/>
                  </a:cubicBezTo>
                  <a:cubicBezTo>
                    <a:pt x="5060" y="6092"/>
                    <a:pt x="5096" y="5949"/>
                    <a:pt x="5239" y="5640"/>
                  </a:cubicBezTo>
                  <a:cubicBezTo>
                    <a:pt x="5319" y="5460"/>
                    <a:pt x="5555" y="5225"/>
                    <a:pt x="5808" y="5225"/>
                  </a:cubicBezTo>
                  <a:cubicBezTo>
                    <a:pt x="6008" y="5225"/>
                    <a:pt x="6218" y="5371"/>
                    <a:pt x="6370" y="5807"/>
                  </a:cubicBezTo>
                  <a:cubicBezTo>
                    <a:pt x="6715" y="6795"/>
                    <a:pt x="6025" y="7259"/>
                    <a:pt x="6025" y="7259"/>
                  </a:cubicBezTo>
                  <a:cubicBezTo>
                    <a:pt x="6322" y="7152"/>
                    <a:pt x="6620" y="7009"/>
                    <a:pt x="6894" y="6842"/>
                  </a:cubicBezTo>
                  <a:cubicBezTo>
                    <a:pt x="7096" y="6485"/>
                    <a:pt x="8454" y="4056"/>
                    <a:pt x="7835" y="2306"/>
                  </a:cubicBezTo>
                  <a:cubicBezTo>
                    <a:pt x="7454" y="1211"/>
                    <a:pt x="6477" y="449"/>
                    <a:pt x="5382" y="139"/>
                  </a:cubicBezTo>
                  <a:cubicBezTo>
                    <a:pt x="5060" y="43"/>
                    <a:pt x="4749" y="1"/>
                    <a:pt x="4444" y="1"/>
                  </a:cubicBezTo>
                  <a:close/>
                </a:path>
              </a:pathLst>
            </a:custGeom>
            <a:solidFill>
              <a:srgbClr val="263238"/>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26"/>
            <p:cNvSpPr/>
            <p:nvPr/>
          </p:nvSpPr>
          <p:spPr>
            <a:xfrm>
              <a:off x="3486319" y="2024123"/>
              <a:ext cx="47968" cy="13145"/>
            </a:xfrm>
            <a:custGeom>
              <a:rect b="b" l="l" r="r" t="t"/>
              <a:pathLst>
                <a:path extrusionOk="0" fill="none" h="382" w="1394">
                  <a:moveTo>
                    <a:pt x="0" y="382"/>
                  </a:moveTo>
                  <a:cubicBezTo>
                    <a:pt x="0" y="382"/>
                    <a:pt x="846" y="1"/>
                    <a:pt x="1393" y="382"/>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26"/>
            <p:cNvSpPr/>
            <p:nvPr/>
          </p:nvSpPr>
          <p:spPr>
            <a:xfrm>
              <a:off x="3485493" y="2117136"/>
              <a:ext cx="50824" cy="21747"/>
            </a:xfrm>
            <a:custGeom>
              <a:rect b="b" l="l" r="r" t="t"/>
              <a:pathLst>
                <a:path extrusionOk="0" fill="none" h="632" w="1477">
                  <a:moveTo>
                    <a:pt x="1" y="286"/>
                  </a:moveTo>
                  <a:cubicBezTo>
                    <a:pt x="1" y="286"/>
                    <a:pt x="894" y="632"/>
                    <a:pt x="1477" y="1"/>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26"/>
            <p:cNvSpPr/>
            <p:nvPr/>
          </p:nvSpPr>
          <p:spPr>
            <a:xfrm>
              <a:off x="3473208" y="2112215"/>
              <a:ext cx="16001" cy="2925"/>
            </a:xfrm>
            <a:custGeom>
              <a:rect b="b" l="l" r="r" t="t"/>
              <a:pathLst>
                <a:path extrusionOk="0" fill="none" h="85" w="465">
                  <a:moveTo>
                    <a:pt x="0" y="1"/>
                  </a:moveTo>
                  <a:lnTo>
                    <a:pt x="465" y="84"/>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26"/>
            <p:cNvSpPr/>
            <p:nvPr/>
          </p:nvSpPr>
          <p:spPr>
            <a:xfrm>
              <a:off x="3508032" y="2049553"/>
              <a:ext cx="14383" cy="20508"/>
            </a:xfrm>
            <a:custGeom>
              <a:rect b="b" l="l" r="r" t="t"/>
              <a:pathLst>
                <a:path extrusionOk="0" h="596" w="418">
                  <a:moveTo>
                    <a:pt x="203" y="0"/>
                  </a:moveTo>
                  <a:cubicBezTo>
                    <a:pt x="96" y="0"/>
                    <a:pt x="0" y="131"/>
                    <a:pt x="0" y="298"/>
                  </a:cubicBezTo>
                  <a:cubicBezTo>
                    <a:pt x="0" y="464"/>
                    <a:pt x="84" y="595"/>
                    <a:pt x="203" y="595"/>
                  </a:cubicBezTo>
                  <a:cubicBezTo>
                    <a:pt x="322" y="595"/>
                    <a:pt x="417" y="464"/>
                    <a:pt x="417" y="298"/>
                  </a:cubicBezTo>
                  <a:cubicBezTo>
                    <a:pt x="417" y="131"/>
                    <a:pt x="322" y="0"/>
                    <a:pt x="203" y="0"/>
                  </a:cubicBez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26"/>
            <p:cNvSpPr/>
            <p:nvPr/>
          </p:nvSpPr>
          <p:spPr>
            <a:xfrm>
              <a:off x="3549394" y="2140914"/>
              <a:ext cx="61491" cy="64760"/>
            </a:xfrm>
            <a:custGeom>
              <a:rect b="b" l="l" r="r" t="t"/>
              <a:pathLst>
                <a:path extrusionOk="0" h="1882" w="1787">
                  <a:moveTo>
                    <a:pt x="1787" y="0"/>
                  </a:moveTo>
                  <a:cubicBezTo>
                    <a:pt x="1787" y="0"/>
                    <a:pt x="1620" y="143"/>
                    <a:pt x="1323" y="345"/>
                  </a:cubicBezTo>
                  <a:cubicBezTo>
                    <a:pt x="1037" y="548"/>
                    <a:pt x="1" y="953"/>
                    <a:pt x="1" y="953"/>
                  </a:cubicBezTo>
                  <a:lnTo>
                    <a:pt x="370" y="1881"/>
                  </a:lnTo>
                  <a:lnTo>
                    <a:pt x="1787" y="0"/>
                  </a:lnTo>
                  <a:close/>
                </a:path>
              </a:pathLst>
            </a:custGeom>
            <a:solidFill>
              <a:srgbClr val="2632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26"/>
            <p:cNvSpPr/>
            <p:nvPr/>
          </p:nvSpPr>
          <p:spPr>
            <a:xfrm>
              <a:off x="2931994" y="2421947"/>
              <a:ext cx="205290" cy="131205"/>
            </a:xfrm>
            <a:custGeom>
              <a:rect b="b" l="l" r="r" t="t"/>
              <a:pathLst>
                <a:path extrusionOk="0" h="3813" w="5966">
                  <a:moveTo>
                    <a:pt x="3251" y="1"/>
                  </a:moveTo>
                  <a:cubicBezTo>
                    <a:pt x="2810" y="1"/>
                    <a:pt x="1131" y="1418"/>
                    <a:pt x="905" y="1596"/>
                  </a:cubicBezTo>
                  <a:cubicBezTo>
                    <a:pt x="667" y="1763"/>
                    <a:pt x="357" y="1918"/>
                    <a:pt x="322" y="2263"/>
                  </a:cubicBezTo>
                  <a:cubicBezTo>
                    <a:pt x="298" y="2608"/>
                    <a:pt x="0" y="3156"/>
                    <a:pt x="322" y="3418"/>
                  </a:cubicBezTo>
                  <a:cubicBezTo>
                    <a:pt x="573" y="3622"/>
                    <a:pt x="751" y="3812"/>
                    <a:pt x="874" y="3812"/>
                  </a:cubicBezTo>
                  <a:cubicBezTo>
                    <a:pt x="908" y="3812"/>
                    <a:pt x="938" y="3797"/>
                    <a:pt x="965" y="3763"/>
                  </a:cubicBezTo>
                  <a:cubicBezTo>
                    <a:pt x="1072" y="3620"/>
                    <a:pt x="929" y="3132"/>
                    <a:pt x="905" y="3037"/>
                  </a:cubicBezTo>
                  <a:cubicBezTo>
                    <a:pt x="869" y="2942"/>
                    <a:pt x="2727" y="2001"/>
                    <a:pt x="2727" y="2001"/>
                  </a:cubicBezTo>
                  <a:lnTo>
                    <a:pt x="3477" y="1823"/>
                  </a:lnTo>
                  <a:lnTo>
                    <a:pt x="3477" y="1823"/>
                  </a:lnTo>
                  <a:cubicBezTo>
                    <a:pt x="3215" y="2061"/>
                    <a:pt x="2917" y="2275"/>
                    <a:pt x="2608" y="2465"/>
                  </a:cubicBezTo>
                  <a:cubicBezTo>
                    <a:pt x="2120" y="2751"/>
                    <a:pt x="1941" y="3239"/>
                    <a:pt x="2203" y="3275"/>
                  </a:cubicBezTo>
                  <a:cubicBezTo>
                    <a:pt x="2225" y="3277"/>
                    <a:pt x="2245" y="3278"/>
                    <a:pt x="2265" y="3278"/>
                  </a:cubicBezTo>
                  <a:cubicBezTo>
                    <a:pt x="2476" y="3278"/>
                    <a:pt x="2564" y="3161"/>
                    <a:pt x="3251" y="2954"/>
                  </a:cubicBezTo>
                  <a:cubicBezTo>
                    <a:pt x="4001" y="2715"/>
                    <a:pt x="4632" y="1965"/>
                    <a:pt x="4632" y="1965"/>
                  </a:cubicBezTo>
                  <a:cubicBezTo>
                    <a:pt x="4632" y="1965"/>
                    <a:pt x="4977" y="2120"/>
                    <a:pt x="5513" y="2370"/>
                  </a:cubicBezTo>
                  <a:cubicBezTo>
                    <a:pt x="5846" y="1846"/>
                    <a:pt x="5965" y="1203"/>
                    <a:pt x="5822" y="584"/>
                  </a:cubicBezTo>
                  <a:cubicBezTo>
                    <a:pt x="4489" y="263"/>
                    <a:pt x="3405" y="1"/>
                    <a:pt x="3251" y="1"/>
                  </a:cubicBezTo>
                  <a:close/>
                </a:path>
              </a:pathLst>
            </a:custGeom>
            <a:solidFill>
              <a:srgbClr val="C2C2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26"/>
            <p:cNvSpPr/>
            <p:nvPr/>
          </p:nvSpPr>
          <p:spPr>
            <a:xfrm>
              <a:off x="3091764" y="2463757"/>
              <a:ext cx="10702" cy="25842"/>
            </a:xfrm>
            <a:custGeom>
              <a:rect b="b" l="l" r="r" t="t"/>
              <a:pathLst>
                <a:path extrusionOk="0" fill="none" h="751" w="311">
                  <a:moveTo>
                    <a:pt x="1" y="750"/>
                  </a:moveTo>
                  <a:lnTo>
                    <a:pt x="310" y="0"/>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26"/>
            <p:cNvSpPr/>
            <p:nvPr/>
          </p:nvSpPr>
          <p:spPr>
            <a:xfrm>
              <a:off x="2896345" y="2478897"/>
              <a:ext cx="129485" cy="62523"/>
            </a:xfrm>
            <a:custGeom>
              <a:rect b="b" l="l" r="r" t="t"/>
              <a:pathLst>
                <a:path extrusionOk="0" h="1817" w="3763">
                  <a:moveTo>
                    <a:pt x="2834" y="1"/>
                  </a:moveTo>
                  <a:cubicBezTo>
                    <a:pt x="2834" y="1"/>
                    <a:pt x="1417" y="894"/>
                    <a:pt x="1155" y="1072"/>
                  </a:cubicBezTo>
                  <a:cubicBezTo>
                    <a:pt x="893" y="1239"/>
                    <a:pt x="0" y="1441"/>
                    <a:pt x="84" y="1620"/>
                  </a:cubicBezTo>
                  <a:cubicBezTo>
                    <a:pt x="141" y="1735"/>
                    <a:pt x="256" y="1816"/>
                    <a:pt x="454" y="1816"/>
                  </a:cubicBezTo>
                  <a:cubicBezTo>
                    <a:pt x="543" y="1816"/>
                    <a:pt x="649" y="1800"/>
                    <a:pt x="774" y="1763"/>
                  </a:cubicBezTo>
                  <a:cubicBezTo>
                    <a:pt x="1239" y="1656"/>
                    <a:pt x="1703" y="1501"/>
                    <a:pt x="2144" y="1334"/>
                  </a:cubicBezTo>
                  <a:cubicBezTo>
                    <a:pt x="2608" y="1132"/>
                    <a:pt x="3763" y="346"/>
                    <a:pt x="3763" y="346"/>
                  </a:cubicBezTo>
                  <a:lnTo>
                    <a:pt x="2834" y="1"/>
                  </a:lnTo>
                  <a:close/>
                </a:path>
              </a:pathLst>
            </a:custGeom>
            <a:solidFill>
              <a:srgbClr val="C2C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26"/>
            <p:cNvSpPr/>
            <p:nvPr/>
          </p:nvSpPr>
          <p:spPr>
            <a:xfrm>
              <a:off x="2896345" y="2478897"/>
              <a:ext cx="129485" cy="64794"/>
            </a:xfrm>
            <a:custGeom>
              <a:rect b="b" l="l" r="r" t="t"/>
              <a:pathLst>
                <a:path extrusionOk="0" fill="none" h="1883" w="3763">
                  <a:moveTo>
                    <a:pt x="2834" y="1"/>
                  </a:moveTo>
                  <a:cubicBezTo>
                    <a:pt x="2834" y="1"/>
                    <a:pt x="1417" y="894"/>
                    <a:pt x="1155" y="1072"/>
                  </a:cubicBezTo>
                  <a:cubicBezTo>
                    <a:pt x="893" y="1239"/>
                    <a:pt x="0" y="1441"/>
                    <a:pt x="84" y="1620"/>
                  </a:cubicBezTo>
                  <a:cubicBezTo>
                    <a:pt x="167" y="1787"/>
                    <a:pt x="369" y="1882"/>
                    <a:pt x="774" y="1763"/>
                  </a:cubicBezTo>
                  <a:cubicBezTo>
                    <a:pt x="1239" y="1656"/>
                    <a:pt x="1703" y="1501"/>
                    <a:pt x="2144" y="1334"/>
                  </a:cubicBezTo>
                  <a:cubicBezTo>
                    <a:pt x="2608" y="1132"/>
                    <a:pt x="3763" y="346"/>
                    <a:pt x="3763" y="346"/>
                  </a:cubicBez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26"/>
            <p:cNvSpPr/>
            <p:nvPr/>
          </p:nvSpPr>
          <p:spPr>
            <a:xfrm>
              <a:off x="3478542" y="2182689"/>
              <a:ext cx="416258" cy="460922"/>
            </a:xfrm>
            <a:custGeom>
              <a:rect b="b" l="l" r="r" t="t"/>
              <a:pathLst>
                <a:path extrusionOk="0" h="13395" w="12097">
                  <a:moveTo>
                    <a:pt x="9037" y="1"/>
                  </a:moveTo>
                  <a:lnTo>
                    <a:pt x="7418" y="4549"/>
                  </a:lnTo>
                  <a:lnTo>
                    <a:pt x="8406" y="10716"/>
                  </a:lnTo>
                  <a:cubicBezTo>
                    <a:pt x="8406" y="10716"/>
                    <a:pt x="5918" y="11240"/>
                    <a:pt x="4810" y="11419"/>
                  </a:cubicBezTo>
                  <a:cubicBezTo>
                    <a:pt x="4491" y="11467"/>
                    <a:pt x="4205" y="11485"/>
                    <a:pt x="3960" y="11485"/>
                  </a:cubicBezTo>
                  <a:cubicBezTo>
                    <a:pt x="3365" y="11485"/>
                    <a:pt x="3012" y="11383"/>
                    <a:pt x="3012" y="11383"/>
                  </a:cubicBezTo>
                  <a:cubicBezTo>
                    <a:pt x="3012" y="11383"/>
                    <a:pt x="2286" y="10347"/>
                    <a:pt x="1858" y="10169"/>
                  </a:cubicBezTo>
                  <a:cubicBezTo>
                    <a:pt x="1765" y="10127"/>
                    <a:pt x="1666" y="10107"/>
                    <a:pt x="1567" y="10107"/>
                  </a:cubicBezTo>
                  <a:cubicBezTo>
                    <a:pt x="1410" y="10107"/>
                    <a:pt x="1255" y="10157"/>
                    <a:pt x="1131" y="10252"/>
                  </a:cubicBezTo>
                  <a:cubicBezTo>
                    <a:pt x="1036" y="10246"/>
                    <a:pt x="944" y="10243"/>
                    <a:pt x="851" y="10243"/>
                  </a:cubicBezTo>
                  <a:cubicBezTo>
                    <a:pt x="759" y="10243"/>
                    <a:pt x="667" y="10246"/>
                    <a:pt x="572" y="10252"/>
                  </a:cubicBezTo>
                  <a:cubicBezTo>
                    <a:pt x="465" y="10288"/>
                    <a:pt x="226" y="10288"/>
                    <a:pt x="107" y="10573"/>
                  </a:cubicBezTo>
                  <a:cubicBezTo>
                    <a:pt x="0" y="10871"/>
                    <a:pt x="107" y="11359"/>
                    <a:pt x="107" y="11538"/>
                  </a:cubicBezTo>
                  <a:cubicBezTo>
                    <a:pt x="84" y="11871"/>
                    <a:pt x="72" y="12205"/>
                    <a:pt x="84" y="12550"/>
                  </a:cubicBezTo>
                  <a:cubicBezTo>
                    <a:pt x="107" y="13014"/>
                    <a:pt x="405" y="12955"/>
                    <a:pt x="774" y="13121"/>
                  </a:cubicBezTo>
                  <a:cubicBezTo>
                    <a:pt x="1155" y="13300"/>
                    <a:pt x="1798" y="13359"/>
                    <a:pt x="2048" y="13359"/>
                  </a:cubicBezTo>
                  <a:cubicBezTo>
                    <a:pt x="2250" y="13359"/>
                    <a:pt x="7770" y="13395"/>
                    <a:pt x="10372" y="13395"/>
                  </a:cubicBezTo>
                  <a:cubicBezTo>
                    <a:pt x="11153" y="13395"/>
                    <a:pt x="11671" y="13391"/>
                    <a:pt x="11704" y="13383"/>
                  </a:cubicBezTo>
                  <a:cubicBezTo>
                    <a:pt x="11930" y="13359"/>
                    <a:pt x="12097" y="13157"/>
                    <a:pt x="12073" y="12919"/>
                  </a:cubicBezTo>
                  <a:cubicBezTo>
                    <a:pt x="12049" y="12609"/>
                    <a:pt x="11525" y="1858"/>
                    <a:pt x="11263" y="1370"/>
                  </a:cubicBezTo>
                  <a:cubicBezTo>
                    <a:pt x="11002" y="870"/>
                    <a:pt x="9037" y="1"/>
                    <a:pt x="9037" y="1"/>
                  </a:cubicBezTo>
                  <a:close/>
                </a:path>
              </a:pathLst>
            </a:custGeom>
            <a:solidFill>
              <a:srgbClr val="645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26"/>
            <p:cNvSpPr/>
            <p:nvPr/>
          </p:nvSpPr>
          <p:spPr>
            <a:xfrm>
              <a:off x="3478542" y="2182689"/>
              <a:ext cx="416258" cy="461748"/>
            </a:xfrm>
            <a:custGeom>
              <a:rect b="b" l="l" r="r" t="t"/>
              <a:pathLst>
                <a:path extrusionOk="0" fill="none" h="13419" w="12097">
                  <a:moveTo>
                    <a:pt x="9037" y="1"/>
                  </a:moveTo>
                  <a:cubicBezTo>
                    <a:pt x="9037" y="1"/>
                    <a:pt x="11002" y="870"/>
                    <a:pt x="11263" y="1370"/>
                  </a:cubicBezTo>
                  <a:cubicBezTo>
                    <a:pt x="11525" y="1858"/>
                    <a:pt x="12049" y="12609"/>
                    <a:pt x="12073" y="12919"/>
                  </a:cubicBezTo>
                  <a:cubicBezTo>
                    <a:pt x="12097" y="13157"/>
                    <a:pt x="11930" y="13359"/>
                    <a:pt x="11704" y="13383"/>
                  </a:cubicBezTo>
                  <a:cubicBezTo>
                    <a:pt x="11561" y="13419"/>
                    <a:pt x="2310" y="13359"/>
                    <a:pt x="2048" y="13359"/>
                  </a:cubicBezTo>
                  <a:cubicBezTo>
                    <a:pt x="1798" y="13359"/>
                    <a:pt x="1155" y="13300"/>
                    <a:pt x="774" y="13121"/>
                  </a:cubicBezTo>
                  <a:cubicBezTo>
                    <a:pt x="405" y="12955"/>
                    <a:pt x="107" y="13014"/>
                    <a:pt x="84" y="12550"/>
                  </a:cubicBezTo>
                  <a:cubicBezTo>
                    <a:pt x="72" y="12205"/>
                    <a:pt x="84" y="11871"/>
                    <a:pt x="107" y="11538"/>
                  </a:cubicBezTo>
                  <a:cubicBezTo>
                    <a:pt x="107" y="11359"/>
                    <a:pt x="0" y="10871"/>
                    <a:pt x="107" y="10573"/>
                  </a:cubicBezTo>
                  <a:cubicBezTo>
                    <a:pt x="226" y="10288"/>
                    <a:pt x="465" y="10288"/>
                    <a:pt x="572" y="10252"/>
                  </a:cubicBezTo>
                  <a:cubicBezTo>
                    <a:pt x="762" y="10240"/>
                    <a:pt x="941" y="10240"/>
                    <a:pt x="1131" y="10252"/>
                  </a:cubicBezTo>
                  <a:cubicBezTo>
                    <a:pt x="1334" y="10097"/>
                    <a:pt x="1619" y="10061"/>
                    <a:pt x="1858" y="10169"/>
                  </a:cubicBezTo>
                  <a:cubicBezTo>
                    <a:pt x="2286" y="10347"/>
                    <a:pt x="3012" y="11383"/>
                    <a:pt x="3012" y="11383"/>
                  </a:cubicBezTo>
                  <a:cubicBezTo>
                    <a:pt x="3012" y="11383"/>
                    <a:pt x="3715" y="11585"/>
                    <a:pt x="4810" y="11419"/>
                  </a:cubicBezTo>
                  <a:cubicBezTo>
                    <a:pt x="5918" y="11240"/>
                    <a:pt x="8406" y="10716"/>
                    <a:pt x="8406" y="10716"/>
                  </a:cubicBezTo>
                  <a:lnTo>
                    <a:pt x="7418" y="4549"/>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26"/>
            <p:cNvSpPr/>
            <p:nvPr/>
          </p:nvSpPr>
          <p:spPr>
            <a:xfrm>
              <a:off x="3767387" y="2551435"/>
              <a:ext cx="4921" cy="36062"/>
            </a:xfrm>
            <a:custGeom>
              <a:rect b="b" l="l" r="r" t="t"/>
              <a:pathLst>
                <a:path extrusionOk="0" fill="none" h="1048" w="143">
                  <a:moveTo>
                    <a:pt x="0" y="0"/>
                  </a:moveTo>
                  <a:lnTo>
                    <a:pt x="143" y="1048"/>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26"/>
            <p:cNvSpPr/>
            <p:nvPr/>
          </p:nvSpPr>
          <p:spPr>
            <a:xfrm>
              <a:off x="3478129" y="2530445"/>
              <a:ext cx="133167" cy="112383"/>
            </a:xfrm>
            <a:custGeom>
              <a:rect b="b" l="l" r="r" t="t"/>
              <a:pathLst>
                <a:path extrusionOk="0" h="3266" w="3870">
                  <a:moveTo>
                    <a:pt x="1570" y="1"/>
                  </a:moveTo>
                  <a:cubicBezTo>
                    <a:pt x="1416" y="1"/>
                    <a:pt x="1263" y="51"/>
                    <a:pt x="1131" y="146"/>
                  </a:cubicBezTo>
                  <a:cubicBezTo>
                    <a:pt x="1042" y="140"/>
                    <a:pt x="950" y="137"/>
                    <a:pt x="858" y="137"/>
                  </a:cubicBezTo>
                  <a:cubicBezTo>
                    <a:pt x="765" y="137"/>
                    <a:pt x="673" y="140"/>
                    <a:pt x="584" y="146"/>
                  </a:cubicBezTo>
                  <a:cubicBezTo>
                    <a:pt x="465" y="182"/>
                    <a:pt x="238" y="182"/>
                    <a:pt x="119" y="467"/>
                  </a:cubicBezTo>
                  <a:cubicBezTo>
                    <a:pt x="0" y="753"/>
                    <a:pt x="119" y="1253"/>
                    <a:pt x="119" y="1432"/>
                  </a:cubicBezTo>
                  <a:cubicBezTo>
                    <a:pt x="96" y="1765"/>
                    <a:pt x="84" y="2099"/>
                    <a:pt x="96" y="2444"/>
                  </a:cubicBezTo>
                  <a:cubicBezTo>
                    <a:pt x="119" y="2908"/>
                    <a:pt x="405" y="2849"/>
                    <a:pt x="786" y="3015"/>
                  </a:cubicBezTo>
                  <a:cubicBezTo>
                    <a:pt x="1167" y="3194"/>
                    <a:pt x="1798" y="3253"/>
                    <a:pt x="2060" y="3253"/>
                  </a:cubicBezTo>
                  <a:lnTo>
                    <a:pt x="3691" y="3265"/>
                  </a:lnTo>
                  <a:cubicBezTo>
                    <a:pt x="3382" y="2253"/>
                    <a:pt x="3632" y="1682"/>
                    <a:pt x="3870" y="1384"/>
                  </a:cubicBezTo>
                  <a:cubicBezTo>
                    <a:pt x="3584" y="1384"/>
                    <a:pt x="3298" y="1348"/>
                    <a:pt x="3024" y="1277"/>
                  </a:cubicBezTo>
                  <a:cubicBezTo>
                    <a:pt x="3024" y="1277"/>
                    <a:pt x="2298" y="241"/>
                    <a:pt x="1858" y="63"/>
                  </a:cubicBezTo>
                  <a:cubicBezTo>
                    <a:pt x="1765" y="21"/>
                    <a:pt x="1668" y="1"/>
                    <a:pt x="1570" y="1"/>
                  </a:cubicBezTo>
                  <a:close/>
                </a:path>
              </a:pathLst>
            </a:custGeom>
            <a:solidFill>
              <a:srgbClr val="C2C2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26"/>
            <p:cNvSpPr/>
            <p:nvPr/>
          </p:nvSpPr>
          <p:spPr>
            <a:xfrm>
              <a:off x="2518169" y="2329761"/>
              <a:ext cx="492923" cy="297062"/>
            </a:xfrm>
            <a:custGeom>
              <a:rect b="b" l="l" r="r" t="t"/>
              <a:pathLst>
                <a:path extrusionOk="0" h="8633" w="14325">
                  <a:moveTo>
                    <a:pt x="1" y="1"/>
                  </a:moveTo>
                  <a:lnTo>
                    <a:pt x="2108" y="8633"/>
                  </a:lnTo>
                  <a:lnTo>
                    <a:pt x="14324" y="8633"/>
                  </a:lnTo>
                  <a:lnTo>
                    <a:pt x="12217"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26"/>
            <p:cNvSpPr/>
            <p:nvPr/>
          </p:nvSpPr>
          <p:spPr>
            <a:xfrm>
              <a:off x="2693527" y="2467026"/>
              <a:ext cx="121330" cy="33619"/>
            </a:xfrm>
            <a:custGeom>
              <a:rect b="b" l="l" r="r" t="t"/>
              <a:pathLst>
                <a:path extrusionOk="0" h="977" w="3526">
                  <a:moveTo>
                    <a:pt x="1763" y="1"/>
                  </a:moveTo>
                  <a:cubicBezTo>
                    <a:pt x="787" y="1"/>
                    <a:pt x="1" y="215"/>
                    <a:pt x="1" y="489"/>
                  </a:cubicBezTo>
                  <a:cubicBezTo>
                    <a:pt x="1" y="763"/>
                    <a:pt x="787" y="977"/>
                    <a:pt x="1763" y="977"/>
                  </a:cubicBezTo>
                  <a:cubicBezTo>
                    <a:pt x="2739" y="977"/>
                    <a:pt x="3525" y="751"/>
                    <a:pt x="3525" y="489"/>
                  </a:cubicBezTo>
                  <a:cubicBezTo>
                    <a:pt x="3525" y="227"/>
                    <a:pt x="2739" y="1"/>
                    <a:pt x="1763" y="1"/>
                  </a:cubicBez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26"/>
            <p:cNvSpPr/>
            <p:nvPr/>
          </p:nvSpPr>
          <p:spPr>
            <a:xfrm>
              <a:off x="2590707" y="2626795"/>
              <a:ext cx="688303" cy="18891"/>
            </a:xfrm>
            <a:custGeom>
              <a:rect b="b" l="l" r="r" t="t"/>
              <a:pathLst>
                <a:path extrusionOk="0" h="549" w="20003">
                  <a:moveTo>
                    <a:pt x="0" y="1"/>
                  </a:moveTo>
                  <a:lnTo>
                    <a:pt x="0" y="549"/>
                  </a:lnTo>
                  <a:lnTo>
                    <a:pt x="20003" y="549"/>
                  </a:lnTo>
                  <a:lnTo>
                    <a:pt x="20003" y="1"/>
                  </a:lnTo>
                  <a:close/>
                </a:path>
              </a:pathLst>
            </a:custGeom>
            <a:solidFill>
              <a:srgbClr val="C2C2C2"/>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26"/>
            <p:cNvSpPr/>
            <p:nvPr/>
          </p:nvSpPr>
          <p:spPr>
            <a:xfrm>
              <a:off x="3016783" y="2626795"/>
              <a:ext cx="262239" cy="18891"/>
            </a:xfrm>
            <a:custGeom>
              <a:rect b="b" l="l" r="r" t="t"/>
              <a:pathLst>
                <a:path extrusionOk="0" h="549" w="7621">
                  <a:moveTo>
                    <a:pt x="1" y="1"/>
                  </a:moveTo>
                  <a:lnTo>
                    <a:pt x="1" y="549"/>
                  </a:lnTo>
                  <a:lnTo>
                    <a:pt x="7621" y="549"/>
                  </a:lnTo>
                  <a:lnTo>
                    <a:pt x="7621"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26"/>
            <p:cNvSpPr/>
            <p:nvPr/>
          </p:nvSpPr>
          <p:spPr>
            <a:xfrm>
              <a:off x="3037292" y="2632129"/>
              <a:ext cx="22539" cy="4129"/>
            </a:xfrm>
            <a:custGeom>
              <a:rect b="b" l="l" r="r" t="t"/>
              <a:pathLst>
                <a:path extrusionOk="0" h="120" w="655">
                  <a:moveTo>
                    <a:pt x="0" y="1"/>
                  </a:moveTo>
                  <a:lnTo>
                    <a:pt x="0" y="120"/>
                  </a:lnTo>
                  <a:lnTo>
                    <a:pt x="655" y="120"/>
                  </a:lnTo>
                  <a:lnTo>
                    <a:pt x="655"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26"/>
            <p:cNvSpPr/>
            <p:nvPr/>
          </p:nvSpPr>
          <p:spPr>
            <a:xfrm>
              <a:off x="3095033" y="2632129"/>
              <a:ext cx="22573" cy="4129"/>
            </a:xfrm>
            <a:custGeom>
              <a:rect b="b" l="l" r="r" t="t"/>
              <a:pathLst>
                <a:path extrusionOk="0" h="120" w="656">
                  <a:moveTo>
                    <a:pt x="1" y="1"/>
                  </a:moveTo>
                  <a:lnTo>
                    <a:pt x="1" y="120"/>
                  </a:lnTo>
                  <a:lnTo>
                    <a:pt x="656" y="120"/>
                  </a:lnTo>
                  <a:lnTo>
                    <a:pt x="656" y="1"/>
                  </a:lnTo>
                  <a:close/>
                </a:path>
              </a:pathLst>
            </a:custGeom>
            <a:solidFill>
              <a:srgbClr val="FFFFFF"/>
            </a:solid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26"/>
            <p:cNvSpPr/>
            <p:nvPr/>
          </p:nvSpPr>
          <p:spPr>
            <a:xfrm>
              <a:off x="2107234" y="2645652"/>
              <a:ext cx="2101384" cy="34"/>
            </a:xfrm>
            <a:custGeom>
              <a:rect b="b" l="l" r="r" t="t"/>
              <a:pathLst>
                <a:path extrusionOk="0" fill="none" h="1" w="61069">
                  <a:moveTo>
                    <a:pt x="61068" y="1"/>
                  </a:moveTo>
                  <a:lnTo>
                    <a:pt x="1" y="1"/>
                  </a:lnTo>
                </a:path>
              </a:pathLst>
            </a:custGeom>
            <a:noFill/>
            <a:ln cap="rnd" cmpd="sng" w="952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98" name="Google Shape;2698;p26"/>
          <p:cNvSpPr txBox="1"/>
          <p:nvPr>
            <p:ph idx="1" type="body"/>
          </p:nvPr>
        </p:nvSpPr>
        <p:spPr>
          <a:xfrm>
            <a:off x="713100" y="1333100"/>
            <a:ext cx="3076500" cy="3219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de"/>
              <a:t>Hier ist eine Auswahl an alternativen Ressourcen im gleichen Stil wie diese Vorlage</a:t>
            </a:r>
            <a:endParaRPr/>
          </a:p>
          <a:p>
            <a:pPr indent="0" lvl="0" marL="0" rtl="0" algn="l">
              <a:lnSpc>
                <a:spcPct val="100000"/>
              </a:lnSpc>
              <a:spcBef>
                <a:spcPts val="1200"/>
              </a:spcBef>
              <a:spcAft>
                <a:spcPts val="0"/>
              </a:spcAft>
              <a:buSzPts val="1400"/>
              <a:buNone/>
            </a:pPr>
            <a:r>
              <a:rPr b="1" lang="de" sz="2000">
                <a:solidFill>
                  <a:schemeClr val="accent1"/>
                </a:solidFill>
                <a:latin typeface="Space Grotesk"/>
                <a:ea typeface="Space Grotesk"/>
                <a:cs typeface="Space Grotesk"/>
                <a:sym typeface="Space Grotesk"/>
              </a:rPr>
              <a:t>Vektoren:</a:t>
            </a:r>
            <a:endParaRPr b="1" sz="2000">
              <a:solidFill>
                <a:schemeClr val="accent1"/>
              </a:solidFill>
              <a:latin typeface="Space Grotesk"/>
              <a:ea typeface="Space Grotesk"/>
              <a:cs typeface="Space Grotesk"/>
              <a:sym typeface="Space Grotesk"/>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3"/>
              </a:rPr>
              <a:t>Documents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4"/>
              </a:rPr>
              <a:t>Shared workspace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5"/>
              </a:rPr>
              <a:t>Internship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6"/>
              </a:rPr>
              <a:t>Content team Cartoon Illustrations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2" name="Shape 2702"/>
        <p:cNvGrpSpPr/>
        <p:nvPr/>
      </p:nvGrpSpPr>
      <p:grpSpPr>
        <a:xfrm>
          <a:off x="0" y="0"/>
          <a:ext cx="0" cy="0"/>
          <a:chOff x="0" y="0"/>
          <a:chExt cx="0" cy="0"/>
        </a:xfrm>
      </p:grpSpPr>
      <p:sp>
        <p:nvSpPr>
          <p:cNvPr id="2703" name="Google Shape;2703;p27"/>
          <p:cNvSpPr txBox="1"/>
          <p:nvPr>
            <p:ph type="title"/>
          </p:nvPr>
        </p:nvSpPr>
        <p:spPr>
          <a:xfrm>
            <a:off x="713100" y="426151"/>
            <a:ext cx="7717800" cy="51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de"/>
              <a:t>Ressourcen</a:t>
            </a:r>
            <a:endParaRPr/>
          </a:p>
        </p:txBody>
      </p:sp>
      <p:sp>
        <p:nvSpPr>
          <p:cNvPr id="2704" name="Google Shape;2704;p27"/>
          <p:cNvSpPr txBox="1"/>
          <p:nvPr>
            <p:ph idx="2" type="body"/>
          </p:nvPr>
        </p:nvSpPr>
        <p:spPr>
          <a:xfrm>
            <a:off x="4572000" y="1333100"/>
            <a:ext cx="3858900" cy="30009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de">
                <a:solidFill>
                  <a:schemeClr val="hlink"/>
                </a:solidFill>
                <a:uFill>
                  <a:noFill/>
                </a:uFill>
                <a:hlinkClick r:id="rId3"/>
              </a:rPr>
              <a:t>Digital transformation Cartoon Illustrations</a:t>
            </a:r>
            <a:endParaRPr/>
          </a:p>
          <a:p>
            <a:pPr indent="-317500" lvl="0" marL="457200" rtl="0" algn="l">
              <a:lnSpc>
                <a:spcPct val="125000"/>
              </a:lnSpc>
              <a:spcBef>
                <a:spcPts val="0"/>
              </a:spcBef>
              <a:spcAft>
                <a:spcPts val="0"/>
              </a:spcAft>
              <a:buSzPts val="1400"/>
              <a:buChar char="●"/>
            </a:pPr>
            <a:r>
              <a:rPr lang="de">
                <a:solidFill>
                  <a:schemeClr val="hlink"/>
                </a:solidFill>
                <a:uFill>
                  <a:noFill/>
                </a:uFill>
                <a:hlinkClick r:id="rId4"/>
              </a:rPr>
              <a:t>Digital tools Cartoon Illustrations</a:t>
            </a:r>
            <a:endParaRPr>
              <a:solidFill>
                <a:schemeClr val="accent1"/>
              </a:solidFill>
            </a:endParaRPr>
          </a:p>
          <a:p>
            <a:pPr indent="-317500" lvl="0" marL="457200" rtl="0" algn="l">
              <a:lnSpc>
                <a:spcPct val="125000"/>
              </a:lnSpc>
              <a:spcBef>
                <a:spcPts val="0"/>
              </a:spcBef>
              <a:spcAft>
                <a:spcPts val="0"/>
              </a:spcAft>
              <a:buSzPts val="1400"/>
              <a:buChar char="●"/>
            </a:pPr>
            <a:r>
              <a:rPr lang="de">
                <a:solidFill>
                  <a:schemeClr val="hlink"/>
                </a:solidFill>
                <a:uFill>
                  <a:noFill/>
                </a:uFill>
                <a:hlinkClick r:id="rId5"/>
              </a:rPr>
              <a:t>Digital lifestyle Cartoon Illustrations</a:t>
            </a:r>
            <a:endParaRPr/>
          </a:p>
          <a:p>
            <a:pPr indent="0" lvl="0" marL="0" rtl="0" algn="l">
              <a:lnSpc>
                <a:spcPct val="100000"/>
              </a:lnSpc>
              <a:spcBef>
                <a:spcPts val="600"/>
              </a:spcBef>
              <a:spcAft>
                <a:spcPts val="0"/>
              </a:spcAft>
              <a:buClr>
                <a:schemeClr val="dk1"/>
              </a:buClr>
              <a:buSzPts val="1100"/>
              <a:buFont typeface="Arial"/>
              <a:buNone/>
            </a:pPr>
            <a:r>
              <a:rPr b="1" lang="de" sz="2000">
                <a:solidFill>
                  <a:schemeClr val="accent1"/>
                </a:solidFill>
                <a:latin typeface="Space Grotesk"/>
                <a:ea typeface="Space Grotesk"/>
                <a:cs typeface="Space Grotesk"/>
                <a:sym typeface="Space Grotesk"/>
              </a:rPr>
              <a:t>Photos:</a:t>
            </a:r>
            <a:endParaRPr b="1" sz="2000">
              <a:solidFill>
                <a:schemeClr val="accent1"/>
              </a:solidFill>
              <a:latin typeface="Space Grotesk"/>
              <a:ea typeface="Space Grotesk"/>
              <a:cs typeface="Space Grotesk"/>
              <a:sym typeface="Space Grotesk"/>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6"/>
              </a:rPr>
              <a:t>Medium shot people working together</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7"/>
              </a:rPr>
              <a:t>Industrial designer working on 3d model</a:t>
            </a:r>
            <a:endParaRPr/>
          </a:p>
        </p:txBody>
      </p:sp>
      <p:sp>
        <p:nvSpPr>
          <p:cNvPr id="2705" name="Google Shape;2705;p27"/>
          <p:cNvSpPr txBox="1"/>
          <p:nvPr>
            <p:ph idx="1" type="body"/>
          </p:nvPr>
        </p:nvSpPr>
        <p:spPr>
          <a:xfrm>
            <a:off x="713100" y="1333100"/>
            <a:ext cx="3858900" cy="3000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de"/>
              <a:t>Haben dir die Ressourcen auf dieser Vorlage gefallen? Erhalte sie kostenlos auf unseren anderen Webseiten:</a:t>
            </a:r>
            <a:endParaRPr/>
          </a:p>
          <a:p>
            <a:pPr indent="0" lvl="0" marL="0" rtl="0" algn="l">
              <a:lnSpc>
                <a:spcPct val="100000"/>
              </a:lnSpc>
              <a:spcBef>
                <a:spcPts val="1200"/>
              </a:spcBef>
              <a:spcAft>
                <a:spcPts val="0"/>
              </a:spcAft>
              <a:buSzPts val="1400"/>
              <a:buNone/>
            </a:pPr>
            <a:r>
              <a:rPr b="1" lang="de" sz="2000">
                <a:solidFill>
                  <a:schemeClr val="accent1"/>
                </a:solidFill>
                <a:latin typeface="Space Grotesk"/>
                <a:ea typeface="Space Grotesk"/>
                <a:cs typeface="Space Grotesk"/>
                <a:sym typeface="Space Grotesk"/>
              </a:rPr>
              <a:t>Vektoren:</a:t>
            </a:r>
            <a:endParaRPr b="1" sz="2000">
              <a:solidFill>
                <a:schemeClr val="accent1"/>
              </a:solidFill>
              <a:latin typeface="Space Grotesk"/>
              <a:ea typeface="Space Grotesk"/>
              <a:cs typeface="Space Grotesk"/>
              <a:sym typeface="Space Grotesk"/>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8"/>
              </a:rPr>
              <a:t>Business analytics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9"/>
              </a:rPr>
              <a:t>Team spirit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0"/>
              </a:rPr>
              <a:t>Good team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1"/>
              </a:rPr>
              <a:t>Collab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2"/>
              </a:rPr>
              <a:t>Co-workers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3"/>
              </a:rPr>
              <a:t>Smart home Cartoon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4"/>
              </a:rPr>
              <a:t>Data report Isometric Illustrations</a:t>
            </a:r>
            <a:endParaRPr/>
          </a:p>
          <a:p>
            <a:pPr indent="-317500" lvl="0" marL="457200" rtl="0" algn="l">
              <a:lnSpc>
                <a:spcPct val="100000"/>
              </a:lnSpc>
              <a:spcBef>
                <a:spcPts val="0"/>
              </a:spcBef>
              <a:spcAft>
                <a:spcPts val="0"/>
              </a:spcAft>
              <a:buSzPts val="1400"/>
              <a:buChar char="●"/>
            </a:pPr>
            <a:r>
              <a:rPr lang="de">
                <a:solidFill>
                  <a:schemeClr val="hlink"/>
                </a:solidFill>
                <a:uFill>
                  <a:noFill/>
                </a:uFill>
                <a:hlinkClick r:id="rId15"/>
              </a:rPr>
              <a:t>Developer activity Cartoon Illustrations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09" name="Shape 2709"/>
        <p:cNvGrpSpPr/>
        <p:nvPr/>
      </p:nvGrpSpPr>
      <p:grpSpPr>
        <a:xfrm>
          <a:off x="0" y="0"/>
          <a:ext cx="0" cy="0"/>
          <a:chOff x="0" y="0"/>
          <a:chExt cx="0" cy="0"/>
        </a:xfrm>
      </p:grpSpPr>
      <p:sp>
        <p:nvSpPr>
          <p:cNvPr id="2710" name="Google Shape;2710;p2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For more information about editing slides, please read</a:t>
            </a:r>
            <a:r>
              <a:rPr b="0" i="0" lang="de" sz="900" u="none" cap="none" strike="noStrike">
                <a:solidFill>
                  <a:srgbClr val="FFFFFF"/>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our FAQs or visit Slidesgo School:</a:t>
            </a:r>
            <a:endParaRPr b="0" i="0" sz="10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000"/>
              <a:buFont typeface="Arial"/>
              <a:buNone/>
            </a:pPr>
            <a:r>
              <a:rPr b="0" i="0" lang="de" sz="1000" u="sng" cap="none" strike="noStrike">
                <a:solidFill>
                  <a:srgbClr val="869FB2"/>
                </a:solidFill>
                <a:latin typeface="Arial"/>
                <a:ea typeface="Arial"/>
                <a:cs typeface="Arial"/>
                <a:sym typeface="Arial"/>
                <a:hlinkClick r:id="rId3">
                  <a:extLst>
                    <a:ext uri="{A12FA001-AC4F-418D-AE19-62706E023703}">
                      <ahyp:hlinkClr val="tx"/>
                    </a:ext>
                  </a:extLst>
                </a:hlinkClick>
              </a:rPr>
              <a:t>https://slidesgo.com/faqs</a:t>
            </a:r>
            <a:r>
              <a:rPr b="0" i="0" lang="de" sz="1200" u="none" cap="none" strike="noStrike">
                <a:solidFill>
                  <a:srgbClr val="FFFFFF"/>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and</a:t>
            </a:r>
            <a:r>
              <a:rPr b="0" i="0" lang="de" sz="1200" u="none" cap="none" strike="noStrike">
                <a:solidFill>
                  <a:srgbClr val="FFFFFF"/>
                </a:solidFill>
                <a:latin typeface="Arial"/>
                <a:ea typeface="Arial"/>
                <a:cs typeface="Arial"/>
                <a:sym typeface="Arial"/>
              </a:rPr>
              <a:t> </a:t>
            </a:r>
            <a:r>
              <a:rPr b="0" i="0" lang="de" sz="1000" u="sng" cap="none" strike="noStrike">
                <a:solidFill>
                  <a:srgbClr val="869FB2"/>
                </a:solidFill>
                <a:latin typeface="Arial"/>
                <a:ea typeface="Arial"/>
                <a:cs typeface="Arial"/>
                <a:sym typeface="Arial"/>
                <a:hlinkClick r:id="rId4">
                  <a:extLst>
                    <a:ext uri="{A12FA001-AC4F-418D-AE19-62706E023703}">
                      <ahyp:hlinkClr val="tx"/>
                    </a:ext>
                  </a:extLst>
                </a:hlinkClick>
              </a:rPr>
              <a:t>https://slidesgo.com/slidesgo-school</a:t>
            </a:r>
            <a:endParaRPr b="0" i="0" sz="1000" u="sng" cap="none" strike="noStrike">
              <a:solidFill>
                <a:srgbClr val="869FB2"/>
              </a:solidFill>
              <a:latin typeface="Arial"/>
              <a:ea typeface="Arial"/>
              <a:cs typeface="Arial"/>
              <a:sym typeface="Arial"/>
            </a:endParaRPr>
          </a:p>
        </p:txBody>
      </p:sp>
      <p:sp>
        <p:nvSpPr>
          <p:cNvPr id="2711" name="Google Shape;2711;p28"/>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de"/>
              <a:t>Instructions for use</a:t>
            </a:r>
            <a:endParaRPr/>
          </a:p>
        </p:txBody>
      </p:sp>
      <p:sp>
        <p:nvSpPr>
          <p:cNvPr id="2712" name="Google Shape;2712;p28"/>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If you have a free account, in order to use this template, you must credit </a:t>
            </a:r>
            <a:r>
              <a:rPr b="1" i="0" lang="de" sz="1000" u="sng" cap="none" strike="noStrike">
                <a:solidFill>
                  <a:srgbClr val="869FB2"/>
                </a:solidFill>
                <a:latin typeface="Arial"/>
                <a:ea typeface="Arial"/>
                <a:cs typeface="Arial"/>
                <a:sym typeface="Arial"/>
                <a:hlinkClick r:id="rId5">
                  <a:extLst>
                    <a:ext uri="{A12FA001-AC4F-418D-AE19-62706E023703}">
                      <ahyp:hlinkClr val="tx"/>
                    </a:ext>
                  </a:extLst>
                </a:hlinkClick>
              </a:rPr>
              <a:t>Slidesgo</a:t>
            </a:r>
            <a:r>
              <a:rPr b="0" i="0" lang="de" sz="1000" u="none" cap="none" strike="noStrike">
                <a:solidFill>
                  <a:srgbClr val="435D74"/>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by keeping the </a:t>
            </a:r>
            <a:r>
              <a:rPr b="1" i="0" lang="de" sz="1000" u="sng" cap="none" strike="noStrike">
                <a:solidFill>
                  <a:schemeClr val="hlink"/>
                </a:solidFill>
                <a:latin typeface="Arial"/>
                <a:ea typeface="Arial"/>
                <a:cs typeface="Arial"/>
                <a:sym typeface="Arial"/>
                <a:hlinkClick action="ppaction://hlinksldjump" r:id="rId6"/>
              </a:rPr>
              <a:t>Thanks</a:t>
            </a:r>
            <a:r>
              <a:rPr b="0" i="0" lang="de" sz="1000" u="none" cap="none" strike="noStrike">
                <a:solidFill>
                  <a:srgbClr val="869FB2"/>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slide. Please refer to the next slide to read the instructions for premium users.</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100"/>
              <a:buFont typeface="Arial"/>
              <a:buNone/>
            </a:pPr>
            <a:r>
              <a:rPr b="1" i="0" lang="de" sz="1000" u="none" cap="none" strike="noStrike">
                <a:solidFill>
                  <a:srgbClr val="869FB2"/>
                </a:solidFill>
                <a:latin typeface="Arial"/>
                <a:ea typeface="Arial"/>
                <a:cs typeface="Arial"/>
                <a:sym typeface="Arial"/>
              </a:rPr>
              <a:t>As a Free user, you are allowed to:</a:t>
            </a:r>
            <a:endParaRPr b="1" i="0" sz="1000" u="none" cap="none" strike="noStrike">
              <a:solidFill>
                <a:srgbClr val="869FB2"/>
              </a:solidFill>
              <a:latin typeface="Arial"/>
              <a:ea typeface="Arial"/>
              <a:cs typeface="Arial"/>
              <a:sym typeface="Arial"/>
            </a:endParaRPr>
          </a:p>
          <a:p>
            <a:pPr indent="0" lvl="0" marL="0" marR="0" rtl="0" algn="l">
              <a:lnSpc>
                <a:spcPct val="115000"/>
              </a:lnSpc>
              <a:spcBef>
                <a:spcPts val="40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Modify this template.</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Use it for both personal and commercial projects.</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100"/>
              <a:buFont typeface="Arial"/>
              <a:buNone/>
            </a:pPr>
            <a:r>
              <a:rPr b="1" i="0" lang="de" sz="1000" u="none" cap="none" strike="noStrike">
                <a:solidFill>
                  <a:srgbClr val="869FB2"/>
                </a:solidFill>
                <a:latin typeface="Arial"/>
                <a:ea typeface="Arial"/>
                <a:cs typeface="Arial"/>
                <a:sym typeface="Arial"/>
              </a:rPr>
              <a:t>You are not allowed to:</a:t>
            </a:r>
            <a:endParaRPr b="1" i="0" sz="1000" u="none" cap="none" strike="noStrike">
              <a:solidFill>
                <a:srgbClr val="869FB2"/>
              </a:solidFill>
              <a:latin typeface="Arial"/>
              <a:ea typeface="Arial"/>
              <a:cs typeface="Arial"/>
              <a:sym typeface="Arial"/>
            </a:endParaRPr>
          </a:p>
          <a:p>
            <a:pPr indent="0" lvl="0" marL="0" marR="0" rtl="0" algn="l">
              <a:lnSpc>
                <a:spcPct val="115000"/>
              </a:lnSpc>
              <a:spcBef>
                <a:spcPts val="40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Sublicense, sell or rent any of Slidesgo Content (or a modified version of Slidesgo Content).</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Distribute Slidesgo Content unless it has been expressly authorized by Slidesgo.</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Include Slidesgo Content in an online or offline database or file.</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Offer Slidesgo templates (or modified versions of Slidesgo templates) for download.</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100"/>
              <a:buFont typeface="Arial"/>
              <a:buNone/>
            </a:pPr>
            <a:r>
              <a:rPr b="0" i="0" lang="de" sz="1000" u="none" cap="none" strike="noStrike">
                <a:solidFill>
                  <a:srgbClr val="FFFFFF"/>
                </a:solidFill>
                <a:latin typeface="Arial"/>
                <a:ea typeface="Arial"/>
                <a:cs typeface="Arial"/>
                <a:sym typeface="Arial"/>
              </a:rPr>
              <a:t>- Acquire the copyright of Slidesgo Content.</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16" name="Shape 2716"/>
        <p:cNvGrpSpPr/>
        <p:nvPr/>
      </p:nvGrpSpPr>
      <p:grpSpPr>
        <a:xfrm>
          <a:off x="0" y="0"/>
          <a:ext cx="0" cy="0"/>
          <a:chOff x="0" y="0"/>
          <a:chExt cx="0" cy="0"/>
        </a:xfrm>
      </p:grpSpPr>
      <p:sp>
        <p:nvSpPr>
          <p:cNvPr id="2717" name="Google Shape;2717;p2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Clr>
                <a:schemeClr val="dk1"/>
              </a:buClr>
              <a:buSzPts val="1100"/>
              <a:buFont typeface="Arial"/>
              <a:buNone/>
            </a:pPr>
            <a:r>
              <a:rPr b="0" i="0" lang="de" sz="1000" u="none" cap="none" strike="noStrike">
                <a:solidFill>
                  <a:schemeClr val="lt1"/>
                </a:solidFill>
                <a:latin typeface="Arial"/>
                <a:ea typeface="Arial"/>
                <a:cs typeface="Arial"/>
                <a:sym typeface="Arial"/>
              </a:rPr>
              <a:t>As a Premium user, you can use this template without attributing </a:t>
            </a:r>
            <a:r>
              <a:rPr b="1" i="0" lang="de" sz="1000" u="sng" cap="none" strike="noStrike">
                <a:solidFill>
                  <a:schemeClr val="hlink"/>
                </a:solidFill>
                <a:latin typeface="Arial"/>
                <a:ea typeface="Arial"/>
                <a:cs typeface="Arial"/>
                <a:sym typeface="Arial"/>
                <a:hlinkClick r:id="rId3"/>
              </a:rPr>
              <a:t>Slidesgo</a:t>
            </a:r>
            <a:r>
              <a:rPr b="0" i="0" lang="de" sz="1000" u="none" cap="none" strike="noStrike">
                <a:solidFill>
                  <a:schemeClr val="lt1"/>
                </a:solidFill>
                <a:latin typeface="Arial"/>
                <a:ea typeface="Arial"/>
                <a:cs typeface="Arial"/>
                <a:sym typeface="Arial"/>
              </a:rPr>
              <a:t> or keeping the "</a:t>
            </a:r>
            <a:r>
              <a:rPr b="1" i="0" lang="de" sz="1000" u="sng" cap="none" strike="noStrike">
                <a:solidFill>
                  <a:schemeClr val="hlink"/>
                </a:solidFill>
                <a:latin typeface="Arial"/>
                <a:ea typeface="Arial"/>
                <a:cs typeface="Arial"/>
                <a:sym typeface="Arial"/>
                <a:hlinkClick action="ppaction://hlinksldjump" r:id="rId4"/>
              </a:rPr>
              <a:t>Thanks</a:t>
            </a:r>
            <a:r>
              <a:rPr b="0" i="0" lang="de" sz="1000" u="none" cap="none" strike="noStrike">
                <a:solidFill>
                  <a:schemeClr val="lt1"/>
                </a:solidFill>
                <a:latin typeface="Arial"/>
                <a:ea typeface="Arial"/>
                <a:cs typeface="Arial"/>
                <a:sym typeface="Arial"/>
              </a:rPr>
              <a:t>" slide.</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de" sz="1000" u="none" cap="none" strike="noStrike">
                <a:solidFill>
                  <a:srgbClr val="869FB2"/>
                </a:solidFill>
                <a:latin typeface="Arial"/>
                <a:ea typeface="Arial"/>
                <a:cs typeface="Arial"/>
                <a:sym typeface="Arial"/>
              </a:rPr>
              <a:t>You are allowed to:</a:t>
            </a:r>
            <a:endParaRPr b="1" i="0" sz="1000" u="none" cap="none" strike="noStrike">
              <a:solidFill>
                <a:srgbClr val="869FB2"/>
              </a:solidFill>
              <a:latin typeface="Arial"/>
              <a:ea typeface="Arial"/>
              <a:cs typeface="Arial"/>
              <a:sym typeface="Arial"/>
            </a:endParaRPr>
          </a:p>
          <a:p>
            <a:pPr indent="-292100" lvl="0" marL="457200" marR="0" rtl="0" algn="l">
              <a:lnSpc>
                <a:spcPct val="115000"/>
              </a:lnSpc>
              <a:spcBef>
                <a:spcPts val="40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Modify this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Use it for both personal and commercial purposes.</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Hide or delete the “Thanks” slide and the mention to Slidesgo in the credits.</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Share this template in an editable format with people who are not part of your team.</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1400"/>
              </a:spcBef>
              <a:spcAft>
                <a:spcPts val="0"/>
              </a:spcAft>
              <a:buClr>
                <a:srgbClr val="000000"/>
              </a:buClr>
              <a:buSzPts val="1000"/>
              <a:buFont typeface="Arial"/>
              <a:buNone/>
            </a:pPr>
            <a:r>
              <a:rPr b="1" i="0" lang="de" sz="1000" u="none" cap="none" strike="noStrike">
                <a:solidFill>
                  <a:srgbClr val="869FB2"/>
                </a:solidFill>
                <a:latin typeface="Arial"/>
                <a:ea typeface="Arial"/>
                <a:cs typeface="Arial"/>
                <a:sym typeface="Arial"/>
              </a:rPr>
              <a:t>You are not allowed to:</a:t>
            </a:r>
            <a:endParaRPr b="1" i="0" sz="1000" u="none" cap="none" strike="noStrike">
              <a:solidFill>
                <a:srgbClr val="869FB2"/>
              </a:solidFill>
              <a:latin typeface="Arial"/>
              <a:ea typeface="Arial"/>
              <a:cs typeface="Arial"/>
              <a:sym typeface="Arial"/>
            </a:endParaRPr>
          </a:p>
          <a:p>
            <a:pPr indent="-292100" lvl="0" marL="457200" marR="0" rtl="0" algn="l">
              <a:lnSpc>
                <a:spcPct val="115000"/>
              </a:lnSpc>
              <a:spcBef>
                <a:spcPts val="40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Sublicense, sell or rent this Slidesgo Template (or a modified version of this Slidesgo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Use any of the elements that are part of this Slidesgo Template in an isolated and separated way from this Template.</a:t>
            </a:r>
            <a:endParaRPr b="0" i="0" sz="1000" u="none" cap="none" strike="noStrike">
              <a:solidFill>
                <a:srgbClr val="FFFFFF"/>
              </a:solidFill>
              <a:latin typeface="Arial"/>
              <a:ea typeface="Arial"/>
              <a:cs typeface="Arial"/>
              <a:sym typeface="Arial"/>
            </a:endParaRPr>
          </a:p>
          <a:p>
            <a:pPr indent="-292100" lvl="0" marL="457200" marR="0" rtl="0" algn="l">
              <a:lnSpc>
                <a:spcPct val="115000"/>
              </a:lnSpc>
              <a:spcBef>
                <a:spcPts val="0"/>
              </a:spcBef>
              <a:spcAft>
                <a:spcPts val="0"/>
              </a:spcAft>
              <a:buClr>
                <a:srgbClr val="FFFFFF"/>
              </a:buClr>
              <a:buSzPts val="1000"/>
              <a:buFont typeface="Arial"/>
              <a:buChar char="●"/>
            </a:pPr>
            <a:r>
              <a:rPr b="0" i="0" lang="de" sz="1000" u="none" cap="none" strike="noStrike">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t/>
            </a:r>
            <a:endParaRPr b="0" i="0" sz="10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000"/>
              <a:buFont typeface="Arial"/>
              <a:buNone/>
            </a:pPr>
            <a:r>
              <a:t/>
            </a:r>
            <a:endParaRPr b="0" i="0" sz="1000" u="none" cap="none" strike="noStrike">
              <a:solidFill>
                <a:srgbClr val="FFFFFF"/>
              </a:solidFill>
              <a:latin typeface="Arial"/>
              <a:ea typeface="Arial"/>
              <a:cs typeface="Arial"/>
              <a:sym typeface="Arial"/>
            </a:endParaRPr>
          </a:p>
        </p:txBody>
      </p:sp>
      <p:sp>
        <p:nvSpPr>
          <p:cNvPr id="2718" name="Google Shape;2718;p2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For more information about editing slides, please read</a:t>
            </a:r>
            <a:r>
              <a:rPr b="0" i="0" lang="de" sz="900" u="none" cap="none" strike="noStrike">
                <a:solidFill>
                  <a:srgbClr val="FFFFFF"/>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our FAQs or visit Slidesgo School:</a:t>
            </a:r>
            <a:endParaRPr b="0" i="0" sz="10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000"/>
              <a:buFont typeface="Arial"/>
              <a:buNone/>
            </a:pPr>
            <a:r>
              <a:rPr b="0" i="0" lang="de" sz="1000" u="sng" cap="none" strike="noStrike">
                <a:solidFill>
                  <a:srgbClr val="869FB2"/>
                </a:solidFill>
                <a:latin typeface="Arial"/>
                <a:ea typeface="Arial"/>
                <a:cs typeface="Arial"/>
                <a:sym typeface="Arial"/>
                <a:hlinkClick r:id="rId5">
                  <a:extLst>
                    <a:ext uri="{A12FA001-AC4F-418D-AE19-62706E023703}">
                      <ahyp:hlinkClr val="tx"/>
                    </a:ext>
                  </a:extLst>
                </a:hlinkClick>
              </a:rPr>
              <a:t>https://slidesgo.com/faqs</a:t>
            </a:r>
            <a:r>
              <a:rPr b="0" i="0" lang="de" sz="1200" u="none" cap="none" strike="noStrike">
                <a:solidFill>
                  <a:srgbClr val="FFFFFF"/>
                </a:solidFill>
                <a:latin typeface="Arial"/>
                <a:ea typeface="Arial"/>
                <a:cs typeface="Arial"/>
                <a:sym typeface="Arial"/>
              </a:rPr>
              <a:t> </a:t>
            </a:r>
            <a:r>
              <a:rPr b="0" i="0" lang="de" sz="1000" u="none" cap="none" strike="noStrike">
                <a:solidFill>
                  <a:srgbClr val="FFFFFF"/>
                </a:solidFill>
                <a:latin typeface="Arial"/>
                <a:ea typeface="Arial"/>
                <a:cs typeface="Arial"/>
                <a:sym typeface="Arial"/>
              </a:rPr>
              <a:t>and</a:t>
            </a:r>
            <a:r>
              <a:rPr b="0" i="0" lang="de" sz="1200" u="none" cap="none" strike="noStrike">
                <a:solidFill>
                  <a:srgbClr val="FFFFFF"/>
                </a:solidFill>
                <a:latin typeface="Arial"/>
                <a:ea typeface="Arial"/>
                <a:cs typeface="Arial"/>
                <a:sym typeface="Arial"/>
              </a:rPr>
              <a:t> </a:t>
            </a:r>
            <a:r>
              <a:rPr b="0" i="0" lang="de" sz="1000" u="sng" cap="none" strike="noStrike">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b="0" i="0" sz="1000" u="sng" cap="none" strike="noStrike">
              <a:solidFill>
                <a:srgbClr val="869FB2"/>
              </a:solidFill>
              <a:latin typeface="Arial"/>
              <a:ea typeface="Arial"/>
              <a:cs typeface="Arial"/>
              <a:sym typeface="Arial"/>
            </a:endParaRPr>
          </a:p>
        </p:txBody>
      </p:sp>
      <p:sp>
        <p:nvSpPr>
          <p:cNvPr id="2719" name="Google Shape;2719;p29"/>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de">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23" name="Shape 2723"/>
        <p:cNvGrpSpPr/>
        <p:nvPr/>
      </p:nvGrpSpPr>
      <p:grpSpPr>
        <a:xfrm>
          <a:off x="0" y="0"/>
          <a:ext cx="0" cy="0"/>
          <a:chOff x="0" y="0"/>
          <a:chExt cx="0" cy="0"/>
        </a:xfrm>
      </p:grpSpPr>
      <p:sp>
        <p:nvSpPr>
          <p:cNvPr id="2724" name="Google Shape;2724;p30"/>
          <p:cNvSpPr txBox="1"/>
          <p:nvPr>
            <p:ph idx="4294967295" type="body"/>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de">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300">
              <a:solidFill>
                <a:srgbClr val="435D74"/>
              </a:solidFill>
              <a:latin typeface="Arial"/>
              <a:ea typeface="Arial"/>
              <a:cs typeface="Arial"/>
              <a:sym typeface="Arial"/>
            </a:endParaRPr>
          </a:p>
        </p:txBody>
      </p:sp>
      <p:sp>
        <p:nvSpPr>
          <p:cNvPr id="2725" name="Google Shape;2725;p30"/>
          <p:cNvSpPr txBox="1"/>
          <p:nvPr>
            <p:ph idx="4294967295" type="body"/>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b="1" lang="de">
                <a:solidFill>
                  <a:srgbClr val="EFEFEF"/>
                </a:solidFill>
                <a:latin typeface="Arial"/>
                <a:ea typeface="Arial"/>
                <a:cs typeface="Arial"/>
                <a:sym typeface="Arial"/>
              </a:rPr>
              <a:t>Fira Sans Extra Condensed</a:t>
            </a:r>
            <a:endParaRPr b="1">
              <a:solidFill>
                <a:srgbClr val="EFEFEF"/>
              </a:solidFill>
              <a:latin typeface="Arial"/>
              <a:ea typeface="Arial"/>
              <a:cs typeface="Arial"/>
              <a:sym typeface="Arial"/>
            </a:endParaRPr>
          </a:p>
          <a:p>
            <a:pPr indent="0" lvl="0" marL="0" rtl="0" algn="ctr">
              <a:lnSpc>
                <a:spcPct val="115000"/>
              </a:lnSpc>
              <a:spcBef>
                <a:spcPts val="0"/>
              </a:spcBef>
              <a:spcAft>
                <a:spcPts val="0"/>
              </a:spcAft>
              <a:buSzPts val="1100"/>
              <a:buNone/>
            </a:pPr>
            <a:r>
              <a:rPr lang="de">
                <a:solidFill>
                  <a:srgbClr val="FFFFFF"/>
                </a:solidFill>
                <a:latin typeface="Arial"/>
                <a:ea typeface="Arial"/>
                <a:cs typeface="Arial"/>
                <a:sym typeface="Arial"/>
              </a:rPr>
              <a:t>(</a:t>
            </a:r>
            <a:r>
              <a:rPr lang="de">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https://fonts.google.com/specimen/Space+Grotesk</a:t>
            </a:r>
            <a:r>
              <a:rPr lang="de">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800">
              <a:solidFill>
                <a:srgbClr val="435D74"/>
              </a:solidFill>
              <a:latin typeface="Arial"/>
              <a:ea typeface="Arial"/>
              <a:cs typeface="Arial"/>
              <a:sym typeface="Arial"/>
            </a:endParaRPr>
          </a:p>
          <a:p>
            <a:pPr indent="0" lvl="0" marL="0" rtl="0" algn="ctr">
              <a:lnSpc>
                <a:spcPct val="115000"/>
              </a:lnSpc>
              <a:spcBef>
                <a:spcPts val="0"/>
              </a:spcBef>
              <a:spcAft>
                <a:spcPts val="0"/>
              </a:spcAft>
              <a:buSzPts val="1100"/>
              <a:buNone/>
            </a:pPr>
            <a:r>
              <a:rPr b="1" lang="de">
                <a:solidFill>
                  <a:schemeClr val="lt1"/>
                </a:solidFill>
                <a:latin typeface="Arial"/>
                <a:ea typeface="Arial"/>
                <a:cs typeface="Arial"/>
                <a:sym typeface="Arial"/>
              </a:rPr>
              <a:t>Archivo</a:t>
            </a:r>
            <a:endParaRPr b="1">
              <a:solidFill>
                <a:srgbClr val="FFFFFF"/>
              </a:solidFill>
              <a:latin typeface="Arial"/>
              <a:ea typeface="Arial"/>
              <a:cs typeface="Arial"/>
              <a:sym typeface="Arial"/>
            </a:endParaRPr>
          </a:p>
          <a:p>
            <a:pPr indent="0" lvl="0" marL="0" rtl="0" algn="ctr">
              <a:lnSpc>
                <a:spcPct val="115000"/>
              </a:lnSpc>
              <a:spcBef>
                <a:spcPts val="0"/>
              </a:spcBef>
              <a:spcAft>
                <a:spcPts val="0"/>
              </a:spcAft>
              <a:buClr>
                <a:schemeClr val="dk1"/>
              </a:buClr>
              <a:buSzPts val="1100"/>
              <a:buFont typeface="Arial"/>
              <a:buNone/>
            </a:pPr>
            <a:r>
              <a:rPr lang="de">
                <a:solidFill>
                  <a:schemeClr val="lt1"/>
                </a:solidFill>
                <a:latin typeface="Arial"/>
                <a:ea typeface="Arial"/>
                <a:cs typeface="Arial"/>
                <a:sym typeface="Arial"/>
              </a:rPr>
              <a:t>(</a:t>
            </a:r>
            <a:r>
              <a:rPr lang="de">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https://fonts.google.com/specimen/Archivo</a:t>
            </a:r>
            <a:r>
              <a:rPr lang="de">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2726" name="Google Shape;2726;p30"/>
          <p:cNvSpPr/>
          <p:nvPr/>
        </p:nvSpPr>
        <p:spPr>
          <a:xfrm>
            <a:off x="2583550" y="29882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30"/>
          <p:cNvSpPr/>
          <p:nvPr/>
        </p:nvSpPr>
        <p:spPr>
          <a:xfrm>
            <a:off x="3645370"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30"/>
          <p:cNvSpPr/>
          <p:nvPr/>
        </p:nvSpPr>
        <p:spPr>
          <a:xfrm>
            <a:off x="4707189" y="2988225"/>
            <a:ext cx="791400" cy="754200"/>
          </a:xfrm>
          <a:prstGeom prst="roundRect">
            <a:avLst>
              <a:gd fmla="val 16667" name="adj"/>
            </a:avLst>
          </a:prstGeom>
          <a:solidFill>
            <a:srgbClr val="D0CB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30"/>
          <p:cNvSpPr txBox="1"/>
          <p:nvPr/>
        </p:nvSpPr>
        <p:spPr>
          <a:xfrm>
            <a:off x="2583550" y="31452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#000000</a:t>
            </a:r>
            <a:endParaRPr b="0" i="0" sz="1000" u="none" cap="none" strike="noStrike">
              <a:solidFill>
                <a:srgbClr val="FFFFFF"/>
              </a:solidFill>
              <a:latin typeface="Arial"/>
              <a:ea typeface="Arial"/>
              <a:cs typeface="Arial"/>
              <a:sym typeface="Arial"/>
            </a:endParaRPr>
          </a:p>
        </p:txBody>
      </p:sp>
      <p:sp>
        <p:nvSpPr>
          <p:cNvPr id="2730" name="Google Shape;2730;p30"/>
          <p:cNvSpPr txBox="1"/>
          <p:nvPr/>
        </p:nvSpPr>
        <p:spPr>
          <a:xfrm>
            <a:off x="3645375" y="31452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chemeClr val="dk1"/>
                </a:solidFill>
                <a:latin typeface="Arial"/>
                <a:ea typeface="Arial"/>
                <a:cs typeface="Arial"/>
                <a:sym typeface="Arial"/>
              </a:rPr>
              <a:t>#ffffff</a:t>
            </a:r>
            <a:endParaRPr b="0" i="0" sz="1000" u="none" cap="none" strike="noStrike">
              <a:solidFill>
                <a:schemeClr val="dk1"/>
              </a:solidFill>
              <a:latin typeface="Arial"/>
              <a:ea typeface="Arial"/>
              <a:cs typeface="Arial"/>
              <a:sym typeface="Arial"/>
            </a:endParaRPr>
          </a:p>
        </p:txBody>
      </p:sp>
      <p:sp>
        <p:nvSpPr>
          <p:cNvPr id="2731" name="Google Shape;2731;p30"/>
          <p:cNvSpPr txBox="1"/>
          <p:nvPr/>
        </p:nvSpPr>
        <p:spPr>
          <a:xfrm>
            <a:off x="4707200" y="31452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#d0cbed</a:t>
            </a:r>
            <a:endParaRPr b="0" i="0" sz="1000" u="none" cap="none" strike="noStrike">
              <a:solidFill>
                <a:srgbClr val="FFFFFF"/>
              </a:solidFill>
              <a:latin typeface="Arial"/>
              <a:ea typeface="Arial"/>
              <a:cs typeface="Arial"/>
              <a:sym typeface="Arial"/>
            </a:endParaRPr>
          </a:p>
        </p:txBody>
      </p:sp>
      <p:sp>
        <p:nvSpPr>
          <p:cNvPr id="2732" name="Google Shape;2732;p30"/>
          <p:cNvSpPr/>
          <p:nvPr/>
        </p:nvSpPr>
        <p:spPr>
          <a:xfrm>
            <a:off x="5769025" y="2988225"/>
            <a:ext cx="791400" cy="754200"/>
          </a:xfrm>
          <a:prstGeom prst="roundRect">
            <a:avLst>
              <a:gd fmla="val 16667" name="adj"/>
            </a:avLst>
          </a:prstGeom>
          <a:solidFill>
            <a:srgbClr val="6453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30"/>
          <p:cNvSpPr txBox="1"/>
          <p:nvPr/>
        </p:nvSpPr>
        <p:spPr>
          <a:xfrm>
            <a:off x="5769025" y="3145275"/>
            <a:ext cx="791400" cy="440100"/>
          </a:xfrm>
          <a:prstGeom prst="rect">
            <a:avLst/>
          </a:prstGeom>
          <a:solidFill>
            <a:srgbClr val="6453C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#6453c2</a:t>
            </a:r>
            <a:endParaRPr b="0" i="0" sz="1000" u="none" cap="none" strike="noStrike">
              <a:solidFill>
                <a:srgbClr val="FFFFFF"/>
              </a:solidFill>
              <a:latin typeface="Arial"/>
              <a:ea typeface="Arial"/>
              <a:cs typeface="Arial"/>
              <a:sym typeface="Arial"/>
            </a:endParaRPr>
          </a:p>
        </p:txBody>
      </p:sp>
      <p:sp>
        <p:nvSpPr>
          <p:cNvPr id="2734" name="Google Shape;2734;p30"/>
          <p:cNvSpPr/>
          <p:nvPr/>
        </p:nvSpPr>
        <p:spPr>
          <a:xfrm>
            <a:off x="2583550" y="3919325"/>
            <a:ext cx="791400" cy="754200"/>
          </a:xfrm>
          <a:prstGeom prst="roundRect">
            <a:avLst>
              <a:gd fmla="val 16667" name="adj"/>
            </a:avLst>
          </a:prstGeom>
          <a:solidFill>
            <a:srgbClr val="5042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30"/>
          <p:cNvSpPr/>
          <p:nvPr/>
        </p:nvSpPr>
        <p:spPr>
          <a:xfrm>
            <a:off x="3645370" y="3919325"/>
            <a:ext cx="791400" cy="754200"/>
          </a:xfrm>
          <a:prstGeom prst="roundRect">
            <a:avLst>
              <a:gd fmla="val 16667" name="adj"/>
            </a:avLst>
          </a:prstGeom>
          <a:solidFill>
            <a:srgbClr val="51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30"/>
          <p:cNvSpPr/>
          <p:nvPr/>
        </p:nvSpPr>
        <p:spPr>
          <a:xfrm>
            <a:off x="4707189" y="3919325"/>
            <a:ext cx="791400" cy="754200"/>
          </a:xfrm>
          <a:prstGeom prst="roundRect">
            <a:avLst>
              <a:gd fmla="val 16667" name="adj"/>
            </a:avLst>
          </a:prstGeom>
          <a:solidFill>
            <a:srgbClr val="2632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30"/>
          <p:cNvSpPr txBox="1"/>
          <p:nvPr/>
        </p:nvSpPr>
        <p:spPr>
          <a:xfrm>
            <a:off x="2583550"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#50429b</a:t>
            </a:r>
            <a:endParaRPr b="0" i="0" sz="1000" u="none" cap="none" strike="noStrike">
              <a:solidFill>
                <a:srgbClr val="FFFFFF"/>
              </a:solidFill>
              <a:latin typeface="Arial"/>
              <a:ea typeface="Arial"/>
              <a:cs typeface="Arial"/>
              <a:sym typeface="Arial"/>
            </a:endParaRPr>
          </a:p>
        </p:txBody>
      </p:sp>
      <p:sp>
        <p:nvSpPr>
          <p:cNvPr id="2738" name="Google Shape;2738;p30"/>
          <p:cNvSpPr txBox="1"/>
          <p:nvPr/>
        </p:nvSpPr>
        <p:spPr>
          <a:xfrm>
            <a:off x="3645375"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#515b60</a:t>
            </a:r>
            <a:endParaRPr b="0" i="0" sz="1000" u="none" cap="none" strike="noStrike">
              <a:solidFill>
                <a:srgbClr val="FFFFFF"/>
              </a:solidFill>
              <a:latin typeface="Arial"/>
              <a:ea typeface="Arial"/>
              <a:cs typeface="Arial"/>
              <a:sym typeface="Arial"/>
            </a:endParaRPr>
          </a:p>
        </p:txBody>
      </p:sp>
      <p:sp>
        <p:nvSpPr>
          <p:cNvPr id="2739" name="Google Shape;2739;p30"/>
          <p:cNvSpPr txBox="1"/>
          <p:nvPr/>
        </p:nvSpPr>
        <p:spPr>
          <a:xfrm>
            <a:off x="4707200"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#263238</a:t>
            </a:r>
            <a:endParaRPr b="0" i="0" sz="1000" u="none" cap="none" strike="noStrike">
              <a:solidFill>
                <a:srgbClr val="FFFFFF"/>
              </a:solidFill>
              <a:latin typeface="Arial"/>
              <a:ea typeface="Arial"/>
              <a:cs typeface="Arial"/>
              <a:sym typeface="Arial"/>
            </a:endParaRPr>
          </a:p>
        </p:txBody>
      </p:sp>
      <p:sp>
        <p:nvSpPr>
          <p:cNvPr id="2740" name="Google Shape;2740;p30"/>
          <p:cNvSpPr/>
          <p:nvPr/>
        </p:nvSpPr>
        <p:spPr>
          <a:xfrm>
            <a:off x="5769025" y="3919325"/>
            <a:ext cx="791400" cy="754200"/>
          </a:xfrm>
          <a:prstGeom prst="roundRect">
            <a:avLst>
              <a:gd fmla="val 16667" name="adj"/>
            </a:avLst>
          </a:prstGeom>
          <a:solidFill>
            <a:srgbClr val="96969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30"/>
          <p:cNvSpPr txBox="1"/>
          <p:nvPr/>
        </p:nvSpPr>
        <p:spPr>
          <a:xfrm>
            <a:off x="5769025" y="40763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de" sz="1000" u="none" cap="none" strike="noStrike">
                <a:solidFill>
                  <a:srgbClr val="FFFFFF"/>
                </a:solidFill>
                <a:latin typeface="Arial"/>
                <a:ea typeface="Arial"/>
                <a:cs typeface="Arial"/>
                <a:sym typeface="Arial"/>
              </a:rPr>
              <a:t>#969697</a:t>
            </a:r>
            <a:endParaRPr b="0" i="0" sz="1000" u="none" cap="none" strike="noStrike">
              <a:solidFill>
                <a:srgbClr val="FFFFFF"/>
              </a:solidFill>
              <a:latin typeface="Arial"/>
              <a:ea typeface="Arial"/>
              <a:cs typeface="Arial"/>
              <a:sym typeface="Arial"/>
            </a:endParaRPr>
          </a:p>
        </p:txBody>
      </p:sp>
      <p:sp>
        <p:nvSpPr>
          <p:cNvPr id="2742" name="Google Shape;2742;p30"/>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de">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46" name="Shape 2746"/>
        <p:cNvGrpSpPr/>
        <p:nvPr/>
      </p:nvGrpSpPr>
      <p:grpSpPr>
        <a:xfrm>
          <a:off x="0" y="0"/>
          <a:ext cx="0" cy="0"/>
          <a:chOff x="0" y="0"/>
          <a:chExt cx="0" cy="0"/>
        </a:xfrm>
      </p:grpSpPr>
      <p:sp>
        <p:nvSpPr>
          <p:cNvPr id="2747" name="Google Shape;2747;p31"/>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de" sz="1100" u="none" cap="none" strike="noStrike">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b="0" i="0" lang="de" sz="1100" u="none" cap="none" strike="noStrike">
                <a:solidFill>
                  <a:srgbClr val="869FB2"/>
                </a:solidFill>
                <a:latin typeface="Arial"/>
                <a:ea typeface="Arial"/>
                <a:cs typeface="Arial"/>
                <a:sym typeface="Arial"/>
              </a:rPr>
              <a:t> h</a:t>
            </a:r>
            <a:r>
              <a:rPr b="0" i="0" lang="de"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ow it works.</a:t>
            </a:r>
            <a:endParaRPr b="0" i="0" sz="1100" u="none" cap="none" strike="noStrike">
              <a:solidFill>
                <a:srgbClr val="869FB2"/>
              </a:solidFill>
              <a:latin typeface="Arial"/>
              <a:ea typeface="Arial"/>
              <a:cs typeface="Arial"/>
              <a:sym typeface="Arial"/>
            </a:endParaRPr>
          </a:p>
        </p:txBody>
      </p:sp>
      <p:pic>
        <p:nvPicPr>
          <p:cNvPr id="2748" name="Google Shape;2748;p31"/>
          <p:cNvPicPr preferRelativeResize="0"/>
          <p:nvPr/>
        </p:nvPicPr>
        <p:blipFill rotWithShape="1">
          <a:blip r:embed="rId4">
            <a:alphaModFix/>
          </a:blip>
          <a:srcRect b="16540" l="0" r="0" t="16547"/>
          <a:stretch/>
        </p:blipFill>
        <p:spPr>
          <a:xfrm>
            <a:off x="510820" y="2688639"/>
            <a:ext cx="1606720" cy="1075076"/>
          </a:xfrm>
          <a:prstGeom prst="rect">
            <a:avLst/>
          </a:prstGeom>
          <a:noFill/>
          <a:ln>
            <a:noFill/>
          </a:ln>
        </p:spPr>
      </p:pic>
      <p:sp>
        <p:nvSpPr>
          <p:cNvPr id="2749" name="Google Shape;2749;p31">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de" sz="1400" u="none" cap="none" strike="noStrike">
                <a:solidFill>
                  <a:srgbClr val="869FB2"/>
                </a:solidFill>
                <a:uFill>
                  <a:noFill/>
                </a:uFill>
                <a:latin typeface="Arial"/>
                <a:ea typeface="Arial"/>
                <a:cs typeface="Arial"/>
                <a:sym typeface="Arial"/>
                <a:hlinkClick r:id="rId6">
                  <a:extLst>
                    <a:ext uri="{A12FA001-AC4F-418D-AE19-62706E023703}">
                      <ahyp:hlinkClr val="tx"/>
                    </a:ext>
                  </a:extLst>
                </a:hlinkClick>
              </a:rPr>
              <a:t>Pana</a:t>
            </a:r>
            <a:endParaRPr b="0" i="0" sz="1400" u="none" cap="none" strike="noStrike">
              <a:solidFill>
                <a:srgbClr val="869FB2"/>
              </a:solidFill>
              <a:latin typeface="Arial"/>
              <a:ea typeface="Arial"/>
              <a:cs typeface="Arial"/>
              <a:sym typeface="Arial"/>
            </a:endParaRPr>
          </a:p>
        </p:txBody>
      </p:sp>
      <p:sp>
        <p:nvSpPr>
          <p:cNvPr id="2750" name="Google Shape;2750;p31">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de" sz="1400" u="none" cap="none" strike="noStrike">
                <a:solidFill>
                  <a:srgbClr val="869FB2"/>
                </a:solidFill>
                <a:uFill>
                  <a:noFill/>
                </a:uFill>
                <a:latin typeface="Arial"/>
                <a:ea typeface="Arial"/>
                <a:cs typeface="Arial"/>
                <a:sym typeface="Arial"/>
                <a:hlinkClick r:id="rId8">
                  <a:extLst>
                    <a:ext uri="{A12FA001-AC4F-418D-AE19-62706E023703}">
                      <ahyp:hlinkClr val="tx"/>
                    </a:ext>
                  </a:extLst>
                </a:hlinkClick>
              </a:rPr>
              <a:t>Amico</a:t>
            </a:r>
            <a:endParaRPr b="0" i="0" sz="1400" u="none" cap="none" strike="noStrike">
              <a:solidFill>
                <a:srgbClr val="869FB2"/>
              </a:solidFill>
              <a:latin typeface="Arial"/>
              <a:ea typeface="Arial"/>
              <a:cs typeface="Arial"/>
              <a:sym typeface="Arial"/>
            </a:endParaRPr>
          </a:p>
        </p:txBody>
      </p:sp>
      <p:sp>
        <p:nvSpPr>
          <p:cNvPr id="2751" name="Google Shape;2751;p31">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de" sz="1400" u="none" cap="none" strike="noStrike">
                <a:solidFill>
                  <a:srgbClr val="869FB2"/>
                </a:solidFill>
                <a:uFill>
                  <a:noFill/>
                </a:uFill>
                <a:latin typeface="Arial"/>
                <a:ea typeface="Arial"/>
                <a:cs typeface="Arial"/>
                <a:sym typeface="Arial"/>
                <a:hlinkClick r:id="rId10">
                  <a:extLst>
                    <a:ext uri="{A12FA001-AC4F-418D-AE19-62706E023703}">
                      <ahyp:hlinkClr val="tx"/>
                    </a:ext>
                  </a:extLst>
                </a:hlinkClick>
              </a:rPr>
              <a:t>Bro</a:t>
            </a:r>
            <a:endParaRPr b="0" i="0" sz="1400" u="none" cap="none" strike="noStrike">
              <a:solidFill>
                <a:srgbClr val="869FB2"/>
              </a:solidFill>
              <a:latin typeface="Arial"/>
              <a:ea typeface="Arial"/>
              <a:cs typeface="Arial"/>
              <a:sym typeface="Arial"/>
            </a:endParaRPr>
          </a:p>
        </p:txBody>
      </p:sp>
      <p:sp>
        <p:nvSpPr>
          <p:cNvPr id="2752" name="Google Shape;2752;p31">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de" sz="1400" u="none" cap="none" strike="noStrike">
                <a:solidFill>
                  <a:srgbClr val="869FB2"/>
                </a:solidFill>
                <a:uFill>
                  <a:noFill/>
                </a:uFill>
                <a:latin typeface="Arial"/>
                <a:ea typeface="Arial"/>
                <a:cs typeface="Arial"/>
                <a:sym typeface="Arial"/>
                <a:hlinkClick r:id="rId12">
                  <a:extLst>
                    <a:ext uri="{A12FA001-AC4F-418D-AE19-62706E023703}">
                      <ahyp:hlinkClr val="tx"/>
                    </a:ext>
                  </a:extLst>
                </a:hlinkClick>
              </a:rPr>
              <a:t>Rafiki</a:t>
            </a:r>
            <a:endParaRPr b="0" i="0" sz="1400" u="none" cap="none" strike="noStrike">
              <a:solidFill>
                <a:srgbClr val="869FB2"/>
              </a:solidFill>
              <a:latin typeface="Arial"/>
              <a:ea typeface="Arial"/>
              <a:cs typeface="Arial"/>
              <a:sym typeface="Arial"/>
            </a:endParaRPr>
          </a:p>
        </p:txBody>
      </p:sp>
      <p:pic>
        <p:nvPicPr>
          <p:cNvPr id="2753" name="Google Shape;2753;p31"/>
          <p:cNvPicPr preferRelativeResize="0"/>
          <p:nvPr/>
        </p:nvPicPr>
        <p:blipFill rotWithShape="1">
          <a:blip r:embed="rId13">
            <a:alphaModFix/>
          </a:blip>
          <a:srcRect b="0" l="0" r="0" t="0"/>
          <a:stretch/>
        </p:blipFill>
        <p:spPr>
          <a:xfrm>
            <a:off x="2255077" y="2410850"/>
            <a:ext cx="1340596" cy="1340604"/>
          </a:xfrm>
          <a:prstGeom prst="rect">
            <a:avLst/>
          </a:prstGeom>
          <a:noFill/>
          <a:ln>
            <a:noFill/>
          </a:ln>
        </p:spPr>
      </p:pic>
      <p:pic>
        <p:nvPicPr>
          <p:cNvPr id="2754" name="Google Shape;2754;p31"/>
          <p:cNvPicPr preferRelativeResize="0"/>
          <p:nvPr/>
        </p:nvPicPr>
        <p:blipFill rotWithShape="1">
          <a:blip r:embed="rId14">
            <a:alphaModFix/>
          </a:blip>
          <a:srcRect b="6377" l="0" r="0" t="6377"/>
          <a:stretch/>
        </p:blipFill>
        <p:spPr>
          <a:xfrm>
            <a:off x="3774275" y="2532512"/>
            <a:ext cx="1448304" cy="1263592"/>
          </a:xfrm>
          <a:prstGeom prst="rect">
            <a:avLst/>
          </a:prstGeom>
          <a:noFill/>
          <a:ln>
            <a:noFill/>
          </a:ln>
        </p:spPr>
      </p:pic>
      <p:pic>
        <p:nvPicPr>
          <p:cNvPr id="2755" name="Google Shape;2755;p31"/>
          <p:cNvPicPr preferRelativeResize="0"/>
          <p:nvPr/>
        </p:nvPicPr>
        <p:blipFill rotWithShape="1">
          <a:blip r:embed="rId15">
            <a:alphaModFix/>
          </a:blip>
          <a:srcRect b="9256" l="0" r="0" t="9256"/>
          <a:stretch/>
        </p:blipFill>
        <p:spPr>
          <a:xfrm>
            <a:off x="5347337" y="2581527"/>
            <a:ext cx="1448284" cy="1180164"/>
          </a:xfrm>
          <a:prstGeom prst="rect">
            <a:avLst/>
          </a:prstGeom>
          <a:noFill/>
          <a:ln>
            <a:noFill/>
          </a:ln>
        </p:spPr>
      </p:pic>
      <p:pic>
        <p:nvPicPr>
          <p:cNvPr id="2756" name="Google Shape;2756;p31"/>
          <p:cNvPicPr preferRelativeResize="0"/>
          <p:nvPr/>
        </p:nvPicPr>
        <p:blipFill rotWithShape="1">
          <a:blip r:embed="rId16">
            <a:alphaModFix/>
          </a:blip>
          <a:srcRect b="14844" l="0" r="0" t="14837"/>
          <a:stretch/>
        </p:blipFill>
        <p:spPr>
          <a:xfrm>
            <a:off x="6836257" y="2523903"/>
            <a:ext cx="1796924" cy="1263600"/>
          </a:xfrm>
          <a:prstGeom prst="rect">
            <a:avLst/>
          </a:prstGeom>
          <a:noFill/>
          <a:ln>
            <a:noFill/>
          </a:ln>
        </p:spPr>
      </p:pic>
      <p:sp>
        <p:nvSpPr>
          <p:cNvPr id="2757" name="Google Shape;2757;p31">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de" sz="1400" u="none" cap="none" strike="noStrike">
                <a:solidFill>
                  <a:srgbClr val="869FB2"/>
                </a:solidFill>
                <a:uFill>
                  <a:noFill/>
                </a:uFill>
                <a:latin typeface="Arial"/>
                <a:ea typeface="Arial"/>
                <a:cs typeface="Arial"/>
                <a:sym typeface="Arial"/>
                <a:hlinkClick r:id="rId18">
                  <a:extLst>
                    <a:ext uri="{A12FA001-AC4F-418D-AE19-62706E023703}">
                      <ahyp:hlinkClr val="tx"/>
                    </a:ext>
                  </a:extLst>
                </a:hlinkClick>
              </a:rPr>
              <a:t>Cuate</a:t>
            </a:r>
            <a:endParaRPr b="0" i="0" sz="1400" u="none" cap="none" strike="noStrike">
              <a:solidFill>
                <a:srgbClr val="869FB2"/>
              </a:solidFill>
              <a:latin typeface="Arial"/>
              <a:ea typeface="Arial"/>
              <a:cs typeface="Arial"/>
              <a:sym typeface="Arial"/>
            </a:endParaRPr>
          </a:p>
        </p:txBody>
      </p:sp>
      <p:sp>
        <p:nvSpPr>
          <p:cNvPr id="2758" name="Google Shape;2758;p31"/>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de">
                <a:solidFill>
                  <a:schemeClr val="lt1"/>
                </a:solidFill>
              </a:rPr>
              <a:t>Storyset</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62" name="Shape 2762"/>
        <p:cNvGrpSpPr/>
        <p:nvPr/>
      </p:nvGrpSpPr>
      <p:grpSpPr>
        <a:xfrm>
          <a:off x="0" y="0"/>
          <a:ext cx="0" cy="0"/>
          <a:chOff x="0" y="0"/>
          <a:chExt cx="0" cy="0"/>
        </a:xfrm>
      </p:grpSpPr>
      <p:sp>
        <p:nvSpPr>
          <p:cNvPr id="2763" name="Google Shape;2763;p32"/>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de" sz="1100" u="none" cap="none" strike="noStrike">
                <a:solidFill>
                  <a:srgbClr val="FFFFFF"/>
                </a:solidFill>
                <a:latin typeface="Arial"/>
                <a:ea typeface="Arial"/>
                <a:cs typeface="Arial"/>
                <a:sym typeface="Arial"/>
              </a:rPr>
              <a:t>You can easily</a:t>
            </a:r>
            <a:r>
              <a:rPr b="0" i="0" lang="de" sz="1100" u="none" cap="none" strike="noStrike">
                <a:solidFill>
                  <a:srgbClr val="435D74"/>
                </a:solidFill>
                <a:latin typeface="Arial"/>
                <a:ea typeface="Arial"/>
                <a:cs typeface="Arial"/>
                <a:sym typeface="Arial"/>
              </a:rPr>
              <a:t> </a:t>
            </a:r>
            <a:r>
              <a:rPr b="0" i="0" lang="de" sz="1100" u="none" cap="none" strike="noStrike">
                <a:solidFill>
                  <a:srgbClr val="869FB2"/>
                </a:solidFill>
                <a:latin typeface="Arial"/>
                <a:ea typeface="Arial"/>
                <a:cs typeface="Arial"/>
                <a:sym typeface="Arial"/>
              </a:rPr>
              <a:t>resize</a:t>
            </a:r>
            <a:r>
              <a:rPr b="0" i="0" lang="de" sz="1100" u="none" cap="none" strike="noStrike">
                <a:solidFill>
                  <a:srgbClr val="435D74"/>
                </a:solidFill>
                <a:latin typeface="Arial"/>
                <a:ea typeface="Arial"/>
                <a:cs typeface="Arial"/>
                <a:sym typeface="Arial"/>
              </a:rPr>
              <a:t> </a:t>
            </a:r>
            <a:r>
              <a:rPr b="0" i="0" lang="de" sz="1100" u="none" cap="none" strike="noStrike">
                <a:solidFill>
                  <a:srgbClr val="FFFFFF"/>
                </a:solidFill>
                <a:latin typeface="Arial"/>
                <a:ea typeface="Arial"/>
                <a:cs typeface="Arial"/>
                <a:sym typeface="Arial"/>
              </a:rPr>
              <a:t>these resources without losing quality. To</a:t>
            </a:r>
            <a:r>
              <a:rPr b="0" i="0" lang="de" sz="1100" u="none" cap="none" strike="noStrike">
                <a:solidFill>
                  <a:srgbClr val="435D74"/>
                </a:solidFill>
                <a:latin typeface="Arial"/>
                <a:ea typeface="Arial"/>
                <a:cs typeface="Arial"/>
                <a:sym typeface="Arial"/>
              </a:rPr>
              <a:t> </a:t>
            </a:r>
            <a:r>
              <a:rPr b="0" i="0" lang="de" sz="1100" u="none" cap="none" strike="noStrike">
                <a:solidFill>
                  <a:srgbClr val="869FB2"/>
                </a:solidFill>
                <a:latin typeface="Arial"/>
                <a:ea typeface="Arial"/>
                <a:cs typeface="Arial"/>
                <a:sym typeface="Arial"/>
              </a:rPr>
              <a:t>change the color</a:t>
            </a:r>
            <a:r>
              <a:rPr b="0" i="0" lang="de" sz="1100" u="none" cap="none" strike="noStrike">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0" i="0" lang="de"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b="0" i="0" lang="de" sz="1100" u="none" cap="none" strike="noStrike">
                <a:solidFill>
                  <a:srgbClr val="FFFFFF"/>
                </a:solidFill>
                <a:latin typeface="Arial"/>
                <a:ea typeface="Arial"/>
                <a:cs typeface="Arial"/>
                <a:sym typeface="Arial"/>
              </a:rPr>
              <a:t> on Slidesgo.</a:t>
            </a:r>
            <a:endParaRPr b="0" i="0" sz="1100" u="none" cap="none" strike="noStrike">
              <a:solidFill>
                <a:srgbClr val="FFFFFF"/>
              </a:solidFill>
              <a:latin typeface="Arial"/>
              <a:ea typeface="Arial"/>
              <a:cs typeface="Arial"/>
              <a:sym typeface="Arial"/>
            </a:endParaRPr>
          </a:p>
        </p:txBody>
      </p:sp>
      <p:grpSp>
        <p:nvGrpSpPr>
          <p:cNvPr id="2764" name="Google Shape;2764;p32"/>
          <p:cNvGrpSpPr/>
          <p:nvPr/>
        </p:nvGrpSpPr>
        <p:grpSpPr>
          <a:xfrm>
            <a:off x="5156093" y="3085731"/>
            <a:ext cx="474294" cy="551291"/>
            <a:chOff x="4727025" y="1332775"/>
            <a:chExt cx="59900" cy="69625"/>
          </a:xfrm>
        </p:grpSpPr>
        <p:sp>
          <p:nvSpPr>
            <p:cNvPr id="2765" name="Google Shape;2765;p3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3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7" name="Google Shape;2767;p32"/>
          <p:cNvGrpSpPr/>
          <p:nvPr/>
        </p:nvGrpSpPr>
        <p:grpSpPr>
          <a:xfrm>
            <a:off x="5769711" y="2314346"/>
            <a:ext cx="555653" cy="557031"/>
            <a:chOff x="4820425" y="1329900"/>
            <a:chExt cx="70175" cy="70350"/>
          </a:xfrm>
        </p:grpSpPr>
        <p:sp>
          <p:nvSpPr>
            <p:cNvPr id="2768" name="Google Shape;2768;p3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3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3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3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72" name="Google Shape;2772;p32"/>
          <p:cNvGrpSpPr/>
          <p:nvPr/>
        </p:nvGrpSpPr>
        <p:grpSpPr>
          <a:xfrm>
            <a:off x="6396117" y="2318848"/>
            <a:ext cx="582574" cy="533871"/>
            <a:chOff x="4903200" y="1331525"/>
            <a:chExt cx="73575" cy="67425"/>
          </a:xfrm>
        </p:grpSpPr>
        <p:sp>
          <p:nvSpPr>
            <p:cNvPr id="2773" name="Google Shape;2773;p3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3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75" name="Google Shape;2775;p32"/>
          <p:cNvGrpSpPr/>
          <p:nvPr/>
        </p:nvGrpSpPr>
        <p:grpSpPr>
          <a:xfrm>
            <a:off x="5755573" y="3078713"/>
            <a:ext cx="583960" cy="565345"/>
            <a:chOff x="4815575" y="1416800"/>
            <a:chExt cx="73750" cy="71400"/>
          </a:xfrm>
        </p:grpSpPr>
        <p:sp>
          <p:nvSpPr>
            <p:cNvPr id="2776" name="Google Shape;2776;p3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3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3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79" name="Google Shape;2779;p32"/>
          <p:cNvGrpSpPr/>
          <p:nvPr/>
        </p:nvGrpSpPr>
        <p:grpSpPr>
          <a:xfrm>
            <a:off x="6390392" y="3108906"/>
            <a:ext cx="589898" cy="504970"/>
            <a:chOff x="4902475" y="1418875"/>
            <a:chExt cx="74500" cy="63775"/>
          </a:xfrm>
        </p:grpSpPr>
        <p:sp>
          <p:nvSpPr>
            <p:cNvPr id="2780" name="Google Shape;2780;p3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3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82" name="Google Shape;2782;p32"/>
          <p:cNvGrpSpPr/>
          <p:nvPr/>
        </p:nvGrpSpPr>
        <p:grpSpPr>
          <a:xfrm>
            <a:off x="5765555" y="3825995"/>
            <a:ext cx="563967" cy="567127"/>
            <a:chOff x="4818100" y="1507675"/>
            <a:chExt cx="71225" cy="71625"/>
          </a:xfrm>
        </p:grpSpPr>
        <p:sp>
          <p:nvSpPr>
            <p:cNvPr id="2783" name="Google Shape;2783;p3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3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3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3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87" name="Google Shape;2787;p32"/>
          <p:cNvGrpSpPr/>
          <p:nvPr/>
        </p:nvGrpSpPr>
        <p:grpSpPr>
          <a:xfrm>
            <a:off x="5079089" y="3829468"/>
            <a:ext cx="628301" cy="588505"/>
            <a:chOff x="4721450" y="1509475"/>
            <a:chExt cx="79350" cy="74325"/>
          </a:xfrm>
        </p:grpSpPr>
        <p:sp>
          <p:nvSpPr>
            <p:cNvPr id="2788" name="Google Shape;2788;p3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3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3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3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92" name="Google Shape;2792;p32"/>
          <p:cNvGrpSpPr/>
          <p:nvPr/>
        </p:nvGrpSpPr>
        <p:grpSpPr>
          <a:xfrm>
            <a:off x="6424631" y="3814024"/>
            <a:ext cx="557038" cy="562772"/>
            <a:chOff x="4906800" y="1507500"/>
            <a:chExt cx="70350" cy="71075"/>
          </a:xfrm>
        </p:grpSpPr>
        <p:sp>
          <p:nvSpPr>
            <p:cNvPr id="2793" name="Google Shape;2793;p3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3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3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3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3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98" name="Google Shape;2798;p32"/>
          <p:cNvGrpSpPr/>
          <p:nvPr/>
        </p:nvGrpSpPr>
        <p:grpSpPr>
          <a:xfrm>
            <a:off x="4462216" y="2340963"/>
            <a:ext cx="517934" cy="517933"/>
            <a:chOff x="3736598" y="2170606"/>
            <a:chExt cx="404889" cy="404889"/>
          </a:xfrm>
        </p:grpSpPr>
        <p:sp>
          <p:nvSpPr>
            <p:cNvPr id="2799" name="Google Shape;2799;p3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3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3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3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03" name="Google Shape;2803;p32"/>
          <p:cNvGrpSpPr/>
          <p:nvPr/>
        </p:nvGrpSpPr>
        <p:grpSpPr>
          <a:xfrm>
            <a:off x="3729280" y="2341059"/>
            <a:ext cx="586986" cy="517740"/>
            <a:chOff x="3161917" y="2170682"/>
            <a:chExt cx="458870" cy="404737"/>
          </a:xfrm>
        </p:grpSpPr>
        <p:sp>
          <p:nvSpPr>
            <p:cNvPr id="2804" name="Google Shape;2804;p3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3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3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07" name="Google Shape;2807;p32"/>
          <p:cNvGrpSpPr/>
          <p:nvPr/>
        </p:nvGrpSpPr>
        <p:grpSpPr>
          <a:xfrm>
            <a:off x="3752299" y="3102394"/>
            <a:ext cx="540943" cy="517962"/>
            <a:chOff x="3179914" y="2889488"/>
            <a:chExt cx="422876" cy="404911"/>
          </a:xfrm>
        </p:grpSpPr>
        <p:sp>
          <p:nvSpPr>
            <p:cNvPr id="2808" name="Google Shape;2808;p3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3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3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3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3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3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14" name="Google Shape;2814;p32"/>
          <p:cNvGrpSpPr/>
          <p:nvPr/>
        </p:nvGrpSpPr>
        <p:grpSpPr>
          <a:xfrm>
            <a:off x="4453098" y="3102355"/>
            <a:ext cx="536180" cy="518047"/>
            <a:chOff x="3729467" y="2889422"/>
            <a:chExt cx="419152" cy="404977"/>
          </a:xfrm>
        </p:grpSpPr>
        <p:sp>
          <p:nvSpPr>
            <p:cNvPr id="2815" name="Google Shape;2815;p3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3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3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3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3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3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3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22" name="Google Shape;2822;p32"/>
          <p:cNvGrpSpPr/>
          <p:nvPr/>
        </p:nvGrpSpPr>
        <p:grpSpPr>
          <a:xfrm>
            <a:off x="1990126" y="3445777"/>
            <a:ext cx="965352" cy="134611"/>
            <a:chOff x="4411970" y="2962952"/>
            <a:chExt cx="706545" cy="104213"/>
          </a:xfrm>
        </p:grpSpPr>
        <p:sp>
          <p:nvSpPr>
            <p:cNvPr id="2823" name="Google Shape;2823;p3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3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3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3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27" name="Google Shape;2827;p32"/>
          <p:cNvGrpSpPr/>
          <p:nvPr/>
        </p:nvGrpSpPr>
        <p:grpSpPr>
          <a:xfrm>
            <a:off x="1990131" y="3041072"/>
            <a:ext cx="960158" cy="289172"/>
            <a:chOff x="4411970" y="2726085"/>
            <a:chExt cx="643107" cy="193659"/>
          </a:xfrm>
        </p:grpSpPr>
        <p:sp>
          <p:nvSpPr>
            <p:cNvPr id="2828" name="Google Shape;2828;p3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3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3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31" name="Google Shape;2831;p32"/>
          <p:cNvGrpSpPr/>
          <p:nvPr/>
        </p:nvGrpSpPr>
        <p:grpSpPr>
          <a:xfrm>
            <a:off x="998625" y="3295408"/>
            <a:ext cx="811504" cy="252584"/>
            <a:chOff x="4411970" y="4340222"/>
            <a:chExt cx="779468" cy="242682"/>
          </a:xfrm>
        </p:grpSpPr>
        <p:sp>
          <p:nvSpPr>
            <p:cNvPr id="2832" name="Google Shape;2832;p3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3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3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35" name="Google Shape;2835;p32"/>
          <p:cNvGrpSpPr/>
          <p:nvPr/>
        </p:nvGrpSpPr>
        <p:grpSpPr>
          <a:xfrm>
            <a:off x="1990125" y="2709299"/>
            <a:ext cx="965160" cy="216230"/>
            <a:chOff x="4411970" y="2468674"/>
            <a:chExt cx="747317" cy="167425"/>
          </a:xfrm>
        </p:grpSpPr>
        <p:sp>
          <p:nvSpPr>
            <p:cNvPr id="2836" name="Google Shape;2836;p3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3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38" name="Google Shape;2838;p3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39" name="Google Shape;2839;p32"/>
          <p:cNvGrpSpPr/>
          <p:nvPr/>
        </p:nvGrpSpPr>
        <p:grpSpPr>
          <a:xfrm>
            <a:off x="997694" y="2334682"/>
            <a:ext cx="1959042" cy="208784"/>
            <a:chOff x="6336019" y="3733725"/>
            <a:chExt cx="2566206" cy="351310"/>
          </a:xfrm>
        </p:grpSpPr>
        <p:sp>
          <p:nvSpPr>
            <p:cNvPr id="2840" name="Google Shape;2840;p3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3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3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3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44" name="Google Shape;2844;p32"/>
          <p:cNvGrpSpPr/>
          <p:nvPr/>
        </p:nvGrpSpPr>
        <p:grpSpPr>
          <a:xfrm>
            <a:off x="1990127" y="3950608"/>
            <a:ext cx="946551" cy="153200"/>
            <a:chOff x="4404545" y="3301592"/>
            <a:chExt cx="782403" cy="129272"/>
          </a:xfrm>
        </p:grpSpPr>
        <p:sp>
          <p:nvSpPr>
            <p:cNvPr id="2845" name="Google Shape;2845;p3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3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47" name="Google Shape;2847;p32"/>
          <p:cNvGrpSpPr/>
          <p:nvPr/>
        </p:nvGrpSpPr>
        <p:grpSpPr>
          <a:xfrm>
            <a:off x="1990127" y="3695942"/>
            <a:ext cx="962257" cy="139127"/>
            <a:chOff x="4411970" y="3131459"/>
            <a:chExt cx="710520" cy="117397"/>
          </a:xfrm>
        </p:grpSpPr>
        <p:sp>
          <p:nvSpPr>
            <p:cNvPr id="2848" name="Google Shape;2848;p3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3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2850" name="Google Shape;2850;p3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51" name="Google Shape;2851;p32"/>
          <p:cNvGrpSpPr/>
          <p:nvPr/>
        </p:nvGrpSpPr>
        <p:grpSpPr>
          <a:xfrm>
            <a:off x="990272" y="3621600"/>
            <a:ext cx="823838" cy="458988"/>
            <a:chOff x="4411970" y="1801825"/>
            <a:chExt cx="734586" cy="409262"/>
          </a:xfrm>
        </p:grpSpPr>
        <p:sp>
          <p:nvSpPr>
            <p:cNvPr id="2852" name="Google Shape;2852;p3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3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54" name="Google Shape;2854;p32"/>
          <p:cNvGrpSpPr/>
          <p:nvPr/>
        </p:nvGrpSpPr>
        <p:grpSpPr>
          <a:xfrm>
            <a:off x="3095241" y="2339172"/>
            <a:ext cx="521514" cy="521514"/>
            <a:chOff x="5681300" y="2527788"/>
            <a:chExt cx="805800" cy="805800"/>
          </a:xfrm>
        </p:grpSpPr>
        <p:sp>
          <p:nvSpPr>
            <p:cNvPr id="2855" name="Google Shape;2855;p3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3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57" name="Google Shape;2857;p32"/>
          <p:cNvGrpSpPr/>
          <p:nvPr/>
        </p:nvGrpSpPr>
        <p:grpSpPr>
          <a:xfrm>
            <a:off x="3089485" y="3094865"/>
            <a:ext cx="533033" cy="533033"/>
            <a:chOff x="4049800" y="640400"/>
            <a:chExt cx="858900" cy="858900"/>
          </a:xfrm>
        </p:grpSpPr>
        <p:sp>
          <p:nvSpPr>
            <p:cNvPr id="2858" name="Google Shape;2858;p3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3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0" name="Google Shape;2860;p32"/>
          <p:cNvGrpSpPr/>
          <p:nvPr/>
        </p:nvGrpSpPr>
        <p:grpSpPr>
          <a:xfrm>
            <a:off x="3014963" y="3772543"/>
            <a:ext cx="682068" cy="682068"/>
            <a:chOff x="5080187" y="927900"/>
            <a:chExt cx="961200" cy="961200"/>
          </a:xfrm>
        </p:grpSpPr>
        <p:sp>
          <p:nvSpPr>
            <p:cNvPr id="2861" name="Google Shape;2861;p3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3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3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3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3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3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3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3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9" name="Google Shape;2869;p32"/>
          <p:cNvGrpSpPr/>
          <p:nvPr/>
        </p:nvGrpSpPr>
        <p:grpSpPr>
          <a:xfrm>
            <a:off x="4478459" y="3869234"/>
            <a:ext cx="505650" cy="504006"/>
            <a:chOff x="6039282" y="1042577"/>
            <a:chExt cx="734316" cy="731929"/>
          </a:xfrm>
        </p:grpSpPr>
        <p:sp>
          <p:nvSpPr>
            <p:cNvPr id="2870" name="Google Shape;2870;p3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3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3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3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3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3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3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3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3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3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3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3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3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3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3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3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3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3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3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3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3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1" name="Google Shape;2891;p32"/>
          <p:cNvGrpSpPr/>
          <p:nvPr/>
        </p:nvGrpSpPr>
        <p:grpSpPr>
          <a:xfrm>
            <a:off x="5091068" y="2298863"/>
            <a:ext cx="567744" cy="602136"/>
            <a:chOff x="1825800" y="1651625"/>
            <a:chExt cx="539989" cy="571775"/>
          </a:xfrm>
        </p:grpSpPr>
        <p:sp>
          <p:nvSpPr>
            <p:cNvPr id="2892" name="Google Shape;2892;p3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3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3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3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6" name="Google Shape;2896;p32"/>
          <p:cNvGrpSpPr/>
          <p:nvPr/>
        </p:nvGrpSpPr>
        <p:grpSpPr>
          <a:xfrm>
            <a:off x="3765993" y="3855580"/>
            <a:ext cx="508122" cy="507956"/>
            <a:chOff x="1897577" y="2802432"/>
            <a:chExt cx="492176" cy="492014"/>
          </a:xfrm>
        </p:grpSpPr>
        <p:sp>
          <p:nvSpPr>
            <p:cNvPr id="2897" name="Google Shape;2897;p3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3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3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3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3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3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3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3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3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3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3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3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09" name="Google Shape;2909;p32"/>
          <p:cNvGrpSpPr/>
          <p:nvPr/>
        </p:nvGrpSpPr>
        <p:grpSpPr>
          <a:xfrm>
            <a:off x="997525" y="4169129"/>
            <a:ext cx="809227" cy="200843"/>
            <a:chOff x="2013045" y="4813233"/>
            <a:chExt cx="921986" cy="228855"/>
          </a:xfrm>
        </p:grpSpPr>
        <p:sp>
          <p:nvSpPr>
            <p:cNvPr id="2910" name="Google Shape;2910;p3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3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12" name="Google Shape;2912;p32"/>
          <p:cNvGrpSpPr/>
          <p:nvPr/>
        </p:nvGrpSpPr>
        <p:grpSpPr>
          <a:xfrm>
            <a:off x="1005986" y="2656001"/>
            <a:ext cx="792421" cy="269941"/>
            <a:chOff x="1046767" y="4756633"/>
            <a:chExt cx="859646" cy="292841"/>
          </a:xfrm>
        </p:grpSpPr>
        <p:sp>
          <p:nvSpPr>
            <p:cNvPr id="2913" name="Google Shape;2913;p3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3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3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16" name="Google Shape;2916;p3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3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3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3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20" name="Google Shape;2920;p32"/>
          <p:cNvGrpSpPr/>
          <p:nvPr/>
        </p:nvGrpSpPr>
        <p:grpSpPr>
          <a:xfrm>
            <a:off x="7141859" y="2550554"/>
            <a:ext cx="166473" cy="141497"/>
            <a:chOff x="4660325" y="1866850"/>
            <a:chExt cx="68350" cy="58100"/>
          </a:xfrm>
        </p:grpSpPr>
        <p:sp>
          <p:nvSpPr>
            <p:cNvPr id="2921" name="Google Shape;2921;p3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3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3" name="Google Shape;2923;p32"/>
          <p:cNvGrpSpPr/>
          <p:nvPr/>
        </p:nvGrpSpPr>
        <p:grpSpPr>
          <a:xfrm>
            <a:off x="7451215" y="2576282"/>
            <a:ext cx="162515" cy="90049"/>
            <a:chOff x="4791775" y="1877500"/>
            <a:chExt cx="66725" cy="36975"/>
          </a:xfrm>
        </p:grpSpPr>
        <p:sp>
          <p:nvSpPr>
            <p:cNvPr id="2924" name="Google Shape;2924;p3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3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6" name="Google Shape;2926;p32"/>
          <p:cNvGrpSpPr/>
          <p:nvPr/>
        </p:nvGrpSpPr>
        <p:grpSpPr>
          <a:xfrm>
            <a:off x="7772906" y="2576282"/>
            <a:ext cx="144979" cy="90049"/>
            <a:chOff x="4923925" y="1877500"/>
            <a:chExt cx="59525" cy="36975"/>
          </a:xfrm>
        </p:grpSpPr>
        <p:sp>
          <p:nvSpPr>
            <p:cNvPr id="2927" name="Google Shape;2927;p3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3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9" name="Google Shape;2929;p32"/>
          <p:cNvGrpSpPr/>
          <p:nvPr/>
        </p:nvGrpSpPr>
        <p:grpSpPr>
          <a:xfrm>
            <a:off x="8067431" y="2558464"/>
            <a:ext cx="141447" cy="125667"/>
            <a:chOff x="5058450" y="1870100"/>
            <a:chExt cx="58075" cy="51600"/>
          </a:xfrm>
        </p:grpSpPr>
        <p:sp>
          <p:nvSpPr>
            <p:cNvPr id="2930" name="Google Shape;2930;p3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3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2" name="Google Shape;2932;p32"/>
          <p:cNvGrpSpPr/>
          <p:nvPr/>
        </p:nvGrpSpPr>
        <p:grpSpPr>
          <a:xfrm>
            <a:off x="7481951" y="2980870"/>
            <a:ext cx="101077" cy="107645"/>
            <a:chOff x="4811425" y="2065025"/>
            <a:chExt cx="41500" cy="44200"/>
          </a:xfrm>
        </p:grpSpPr>
        <p:sp>
          <p:nvSpPr>
            <p:cNvPr id="2933" name="Google Shape;2933;p3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3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5" name="Google Shape;2935;p32"/>
          <p:cNvGrpSpPr/>
          <p:nvPr/>
        </p:nvGrpSpPr>
        <p:grpSpPr>
          <a:xfrm>
            <a:off x="7774307" y="2981121"/>
            <a:ext cx="120867" cy="107218"/>
            <a:chOff x="4929875" y="2065025"/>
            <a:chExt cx="49625" cy="44025"/>
          </a:xfrm>
        </p:grpSpPr>
        <p:sp>
          <p:nvSpPr>
            <p:cNvPr id="2936" name="Google Shape;2936;p3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3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8" name="Google Shape;2938;p32"/>
          <p:cNvGrpSpPr/>
          <p:nvPr/>
        </p:nvGrpSpPr>
        <p:grpSpPr>
          <a:xfrm>
            <a:off x="8103041" y="2984106"/>
            <a:ext cx="70206" cy="101191"/>
            <a:chOff x="5083925" y="2066350"/>
            <a:chExt cx="28825" cy="41550"/>
          </a:xfrm>
        </p:grpSpPr>
        <p:sp>
          <p:nvSpPr>
            <p:cNvPr id="2939" name="Google Shape;2939;p3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3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1" name="Google Shape;2941;p32"/>
          <p:cNvGrpSpPr/>
          <p:nvPr/>
        </p:nvGrpSpPr>
        <p:grpSpPr>
          <a:xfrm>
            <a:off x="7134563" y="2999758"/>
            <a:ext cx="181026" cy="69896"/>
            <a:chOff x="4659775" y="2072775"/>
            <a:chExt cx="74325" cy="28700"/>
          </a:xfrm>
        </p:grpSpPr>
        <p:sp>
          <p:nvSpPr>
            <p:cNvPr id="2942" name="Google Shape;2942;p3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3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3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5" name="Google Shape;2945;p32"/>
          <p:cNvGrpSpPr/>
          <p:nvPr/>
        </p:nvGrpSpPr>
        <p:grpSpPr>
          <a:xfrm>
            <a:off x="8054395" y="2790298"/>
            <a:ext cx="167387" cy="89197"/>
            <a:chOff x="4662475" y="1976500"/>
            <a:chExt cx="68725" cy="36625"/>
          </a:xfrm>
        </p:grpSpPr>
        <p:sp>
          <p:nvSpPr>
            <p:cNvPr id="2946" name="Google Shape;2946;p3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3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3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9" name="Google Shape;2949;p32"/>
          <p:cNvGrpSpPr/>
          <p:nvPr/>
        </p:nvGrpSpPr>
        <p:grpSpPr>
          <a:xfrm>
            <a:off x="7751361" y="2793736"/>
            <a:ext cx="166899" cy="82317"/>
            <a:chOff x="4920150" y="1977875"/>
            <a:chExt cx="68525" cy="33800"/>
          </a:xfrm>
        </p:grpSpPr>
        <p:sp>
          <p:nvSpPr>
            <p:cNvPr id="2950" name="Google Shape;2950;p3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3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3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53" name="Google Shape;2953;p32"/>
          <p:cNvGrpSpPr/>
          <p:nvPr/>
        </p:nvGrpSpPr>
        <p:grpSpPr>
          <a:xfrm>
            <a:off x="7162468" y="3197661"/>
            <a:ext cx="125190" cy="127859"/>
            <a:chOff x="4676550" y="2160575"/>
            <a:chExt cx="51400" cy="52500"/>
          </a:xfrm>
        </p:grpSpPr>
        <p:sp>
          <p:nvSpPr>
            <p:cNvPr id="2954" name="Google Shape;2954;p3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3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3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57" name="Google Shape;2957;p32"/>
          <p:cNvGrpSpPr/>
          <p:nvPr/>
        </p:nvGrpSpPr>
        <p:grpSpPr>
          <a:xfrm>
            <a:off x="7459767" y="3204717"/>
            <a:ext cx="145405" cy="113794"/>
            <a:chOff x="4768325" y="2163475"/>
            <a:chExt cx="59700" cy="46725"/>
          </a:xfrm>
        </p:grpSpPr>
        <p:sp>
          <p:nvSpPr>
            <p:cNvPr id="2958" name="Google Shape;2958;p3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3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60" name="Google Shape;2960;p3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3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3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3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3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3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66" name="Google Shape;2966;p32"/>
          <p:cNvGrpSpPr/>
          <p:nvPr/>
        </p:nvGrpSpPr>
        <p:grpSpPr>
          <a:xfrm>
            <a:off x="7476088" y="3459817"/>
            <a:ext cx="112768" cy="106853"/>
            <a:chOff x="4768575" y="2253950"/>
            <a:chExt cx="46300" cy="43875"/>
          </a:xfrm>
        </p:grpSpPr>
        <p:sp>
          <p:nvSpPr>
            <p:cNvPr id="2967" name="Google Shape;2967;p3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3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69" name="Google Shape;2969;p32"/>
          <p:cNvGrpSpPr/>
          <p:nvPr/>
        </p:nvGrpSpPr>
        <p:grpSpPr>
          <a:xfrm>
            <a:off x="7775732" y="3948825"/>
            <a:ext cx="118187" cy="146246"/>
            <a:chOff x="4960900" y="2433225"/>
            <a:chExt cx="48525" cy="60050"/>
          </a:xfrm>
        </p:grpSpPr>
        <p:sp>
          <p:nvSpPr>
            <p:cNvPr id="2970" name="Google Shape;2970;p3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3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72" name="Google Shape;2972;p32"/>
          <p:cNvGrpSpPr/>
          <p:nvPr/>
        </p:nvGrpSpPr>
        <p:grpSpPr>
          <a:xfrm>
            <a:off x="7464212" y="4212911"/>
            <a:ext cx="136394" cy="143810"/>
            <a:chOff x="4854075" y="2527625"/>
            <a:chExt cx="56000" cy="59050"/>
          </a:xfrm>
        </p:grpSpPr>
        <p:sp>
          <p:nvSpPr>
            <p:cNvPr id="2973" name="Google Shape;2973;p3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3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75" name="Google Shape;2975;p3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3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3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78" name="Google Shape;2978;p32"/>
          <p:cNvGrpSpPr/>
          <p:nvPr/>
        </p:nvGrpSpPr>
        <p:grpSpPr>
          <a:xfrm>
            <a:off x="8088407" y="3676649"/>
            <a:ext cx="99312" cy="160797"/>
            <a:chOff x="5059700" y="2334775"/>
            <a:chExt cx="40775" cy="66025"/>
          </a:xfrm>
        </p:grpSpPr>
        <p:sp>
          <p:nvSpPr>
            <p:cNvPr id="2979" name="Google Shape;2979;p3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3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3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3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3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3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3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3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3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88" name="Google Shape;2988;p32"/>
          <p:cNvGrpSpPr/>
          <p:nvPr/>
        </p:nvGrpSpPr>
        <p:grpSpPr>
          <a:xfrm>
            <a:off x="8045610" y="3941774"/>
            <a:ext cx="184984" cy="160371"/>
            <a:chOff x="5037700" y="2430325"/>
            <a:chExt cx="75950" cy="65850"/>
          </a:xfrm>
        </p:grpSpPr>
        <p:sp>
          <p:nvSpPr>
            <p:cNvPr id="2989" name="Google Shape;2989;p3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3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1" name="Google Shape;2991;p32"/>
          <p:cNvGrpSpPr/>
          <p:nvPr/>
        </p:nvGrpSpPr>
        <p:grpSpPr>
          <a:xfrm>
            <a:off x="7465137" y="3708240"/>
            <a:ext cx="173014" cy="97629"/>
            <a:chOff x="4756975" y="2341800"/>
            <a:chExt cx="91975" cy="51925"/>
          </a:xfrm>
        </p:grpSpPr>
        <p:sp>
          <p:nvSpPr>
            <p:cNvPr id="2992" name="Google Shape;2992;p3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3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3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3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3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3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3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3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3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3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3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3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3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3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3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3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3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3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3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3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12" name="Google Shape;3012;p32"/>
          <p:cNvGrpSpPr/>
          <p:nvPr/>
        </p:nvGrpSpPr>
        <p:grpSpPr>
          <a:xfrm>
            <a:off x="7732046" y="4196926"/>
            <a:ext cx="212497" cy="175761"/>
            <a:chOff x="4943575" y="2516350"/>
            <a:chExt cx="98675" cy="81700"/>
          </a:xfrm>
        </p:grpSpPr>
        <p:sp>
          <p:nvSpPr>
            <p:cNvPr id="3013" name="Google Shape;3013;p3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3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3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3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3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3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3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3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3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3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3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3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3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3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3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3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3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3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3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3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3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3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3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3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3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3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3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3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3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3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3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3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3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3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3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3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3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3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3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3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3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3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3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3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3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3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3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3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3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3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3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3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3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3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3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3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3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3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3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3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3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3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3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3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3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3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3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3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3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3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3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3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3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3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3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3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3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3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91" name="Google Shape;3091;p3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3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3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3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32"/>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de">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9" name="Shape 3099"/>
        <p:cNvGrpSpPr/>
        <p:nvPr/>
      </p:nvGrpSpPr>
      <p:grpSpPr>
        <a:xfrm>
          <a:off x="0" y="0"/>
          <a:ext cx="0" cy="0"/>
          <a:chOff x="0" y="0"/>
          <a:chExt cx="0" cy="0"/>
        </a:xfrm>
      </p:grpSpPr>
      <p:grpSp>
        <p:nvGrpSpPr>
          <p:cNvPr id="3100" name="Google Shape;3100;p33"/>
          <p:cNvGrpSpPr/>
          <p:nvPr/>
        </p:nvGrpSpPr>
        <p:grpSpPr>
          <a:xfrm>
            <a:off x="719115" y="2852867"/>
            <a:ext cx="2622876" cy="1333540"/>
            <a:chOff x="238125" y="1038125"/>
            <a:chExt cx="7146800" cy="3633625"/>
          </a:xfrm>
        </p:grpSpPr>
        <p:sp>
          <p:nvSpPr>
            <p:cNvPr id="3101" name="Google Shape;3101;p3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3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3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3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3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3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3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3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3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3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3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3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3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3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3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3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3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3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3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3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3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3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3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3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3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3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3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3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3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3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3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3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3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3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3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3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3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3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3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3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3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3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3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3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3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3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3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3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3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3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3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3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3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3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3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3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3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3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3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3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3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3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3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3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3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3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3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3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3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3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3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3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3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3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3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3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3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3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3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3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3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3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3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3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3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3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3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3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3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3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3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3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3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3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3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3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3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3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3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3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3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3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3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3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3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3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3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3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3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3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3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3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3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3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3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3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3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3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3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3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3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3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3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3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3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3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3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3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3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3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3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3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3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3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3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3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3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3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3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3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3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3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3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3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3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3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3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3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3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3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3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3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3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3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3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3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3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3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3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3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3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3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3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3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3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3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3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3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3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3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3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3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3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3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3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3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3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3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3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3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3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3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3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3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3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3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3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3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3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3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3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3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3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3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3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3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3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3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3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3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3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3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3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3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3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3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3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3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3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3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3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3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3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3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3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3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3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3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3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3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3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3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3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3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3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3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3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3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3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3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3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3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3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3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3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3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3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3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3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3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3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3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3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3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3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3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3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3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3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3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3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3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3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3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3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3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3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3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3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3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3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3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3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3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3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3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3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3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3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3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3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3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3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3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3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3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3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3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3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3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3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3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3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3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3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3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3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3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3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3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3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3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3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3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3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3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3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3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3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3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3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3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3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3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3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3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3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3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3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3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3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3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3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3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3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3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3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3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3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3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3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3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3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3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3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3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3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3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3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3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3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3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3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3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3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3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3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3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3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3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3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3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3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3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3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3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3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3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3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3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3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3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3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3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3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3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3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3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3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3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3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3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3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3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3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3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3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3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3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3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3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3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3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3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3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3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3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3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3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3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3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3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3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3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3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3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3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3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3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3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3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3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3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3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3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3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3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3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3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3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3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3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3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3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3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3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3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3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3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3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3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3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3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3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3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3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3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3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3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3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3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3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3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3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3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3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3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3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3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3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3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3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3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3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3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3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3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3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3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3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3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3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3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3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3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3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3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3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3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3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3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3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3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3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3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3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3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3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3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3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3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3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3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3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3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3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3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3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3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3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3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3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3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3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3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3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3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3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3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3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3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3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3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3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3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3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3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3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3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3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3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3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3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3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3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3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3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3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3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3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3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3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3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3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3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3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3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3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3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3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3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3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3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3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3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3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3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3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3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3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3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3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3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3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3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3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3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3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3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3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3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3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3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3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3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3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3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3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3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3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3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3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3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3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3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3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3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3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3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3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3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3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3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3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3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3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3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3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3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3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3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3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3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3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3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3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3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3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3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3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3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3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3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3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3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3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3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3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3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3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3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3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3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3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3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3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3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3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3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3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3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3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3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3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3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3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3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3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3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3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3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3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3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3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3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3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3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3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3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3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3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3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3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3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3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3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3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3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3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3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3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3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3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3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3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3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3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3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3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3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3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3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3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3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3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3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3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3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3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3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3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3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3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3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3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3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3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3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3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3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3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3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3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3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3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3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3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3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3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3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3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3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3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3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3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3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3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3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3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3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3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3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3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3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3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3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3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3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3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3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3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3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3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3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3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3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3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3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3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3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3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3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3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3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3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3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3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3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3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3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3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3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3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3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3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3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3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3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3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3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3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3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3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3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3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3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3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3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3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3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3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3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3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3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3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3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3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3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3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3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3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3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3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3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3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3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3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3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3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3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3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3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3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3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3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3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3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3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3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3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3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3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3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3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3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3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3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3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3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3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3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3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3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3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3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3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3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3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3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3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3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3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3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3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3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3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3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3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3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3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3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3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3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3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3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3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3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3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3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3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3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3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3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3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3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3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3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3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3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3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3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3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3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3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3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3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3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3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3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3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3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3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3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3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3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3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3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3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3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3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3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3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3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3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3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3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3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3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3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3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3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3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3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3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3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3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3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3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3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3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3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3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3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3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3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3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3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3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3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3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3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3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3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3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3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3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3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3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3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3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3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3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3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3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3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3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3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3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3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3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3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3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3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3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3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3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3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3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3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3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3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3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3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3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3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3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3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3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3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3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3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3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3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3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3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3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3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3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3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3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3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3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3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3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3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3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3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3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3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3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3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3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3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3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3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3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3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3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3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3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3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3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3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3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3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3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3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3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3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3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3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3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3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3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3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3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3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3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3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3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3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3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3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3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3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3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3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3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3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3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3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3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3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3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3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3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3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3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3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3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3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3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3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3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3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3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3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3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3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3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3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3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3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3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3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3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3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3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3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3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3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3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3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3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3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3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3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3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3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3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3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3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3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3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3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3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3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3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3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3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3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3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3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3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3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3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3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3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3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3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3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3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3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3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3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3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3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3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3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3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3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3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3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3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3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3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3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3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3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3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3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3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3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3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3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3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3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3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3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3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3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3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3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3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3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3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3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3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3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3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3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3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3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3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3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3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3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3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3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3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3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3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3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3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3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3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3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3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3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3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3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3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3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3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3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3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3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3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3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3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3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3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3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3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3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3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3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3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3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3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3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3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3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3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3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3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3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3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3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3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3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3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3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3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3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3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3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3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3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3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3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3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3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3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3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3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3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3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3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3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3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3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3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3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3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3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3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3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3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3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3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3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3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3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3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3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3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3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3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3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3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3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3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3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3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3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3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3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3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3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3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3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3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3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3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3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3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3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3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3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3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3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3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3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3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3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3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3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3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3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3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3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3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3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3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3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3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3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3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3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3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3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3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3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3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3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3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3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3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3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3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3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3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3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3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3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3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3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3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3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3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3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3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3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3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3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3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3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3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3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3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3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3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3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3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3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3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3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3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3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3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3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3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3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3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3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3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3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3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3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3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3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3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3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3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3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3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3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3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3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3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3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3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3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3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3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3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3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3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3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3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3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3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3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3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3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3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3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3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3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3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3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3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3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3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3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3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3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3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3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3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3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3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3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3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3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3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3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3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3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3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3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3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3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3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3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3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3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3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3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3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3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3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3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3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3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3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3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3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3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3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3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3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3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3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3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3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3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3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3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3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3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3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3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3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3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3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3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3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3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3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3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3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3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3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3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3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3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3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3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3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3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3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3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3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3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3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3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3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3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3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3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3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3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3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3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3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3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3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3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3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3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3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3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3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3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3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3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3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3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3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3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3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3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3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3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3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3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3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3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3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3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3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3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3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3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3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3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3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3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3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3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3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3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3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3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3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3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3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3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3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3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3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3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3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3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3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3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3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3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3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3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3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3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3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3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3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3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3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3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3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3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3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3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3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3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3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3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3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3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3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3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3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3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3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3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3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3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3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3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3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3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3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3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3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3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3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3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3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3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3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3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3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3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3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3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3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3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3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3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3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3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3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3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3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3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3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3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3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3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3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3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3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3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3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3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3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3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3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3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3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3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3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3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3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3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3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3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3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3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3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3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3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3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3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3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3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3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3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3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3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3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3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3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3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3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3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3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3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3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3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3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3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3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3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3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3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3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3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3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3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3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3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3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3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3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3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3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3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3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3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3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3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3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3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3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3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3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3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3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3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3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3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3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3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3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3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3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3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3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3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3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3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3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3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3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3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3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3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3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3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3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3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3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3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3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3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3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3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3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3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3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3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3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3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3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3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3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3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3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3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3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73" name="Google Shape;4673;p33"/>
          <p:cNvGrpSpPr/>
          <p:nvPr/>
        </p:nvGrpSpPr>
        <p:grpSpPr>
          <a:xfrm>
            <a:off x="6647587" y="3567393"/>
            <a:ext cx="560636" cy="516497"/>
            <a:chOff x="6652051" y="3714143"/>
            <a:chExt cx="560636" cy="516497"/>
          </a:xfrm>
        </p:grpSpPr>
        <p:grpSp>
          <p:nvGrpSpPr>
            <p:cNvPr id="4674" name="Google Shape;4674;p33"/>
            <p:cNvGrpSpPr/>
            <p:nvPr/>
          </p:nvGrpSpPr>
          <p:grpSpPr>
            <a:xfrm>
              <a:off x="6669656" y="3716715"/>
              <a:ext cx="466768" cy="464314"/>
              <a:chOff x="3139766" y="765669"/>
              <a:chExt cx="886380" cy="881888"/>
            </a:xfrm>
          </p:grpSpPr>
          <p:grpSp>
            <p:nvGrpSpPr>
              <p:cNvPr id="4675" name="Google Shape;4675;p33"/>
              <p:cNvGrpSpPr/>
              <p:nvPr/>
            </p:nvGrpSpPr>
            <p:grpSpPr>
              <a:xfrm>
                <a:off x="3139766" y="765669"/>
                <a:ext cx="886380" cy="881888"/>
                <a:chOff x="3139766" y="765669"/>
                <a:chExt cx="886380" cy="881888"/>
              </a:xfrm>
            </p:grpSpPr>
            <p:sp>
              <p:nvSpPr>
                <p:cNvPr id="4676" name="Google Shape;4676;p3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3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3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3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3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3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3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3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3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85" name="Google Shape;4685;p3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3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3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3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89" name="Google Shape;4689;p3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0" name="Google Shape;4690;p33"/>
          <p:cNvGrpSpPr/>
          <p:nvPr/>
        </p:nvGrpSpPr>
        <p:grpSpPr>
          <a:xfrm>
            <a:off x="7646294" y="3047981"/>
            <a:ext cx="104231" cy="320340"/>
            <a:chOff x="7564426" y="3224343"/>
            <a:chExt cx="119985" cy="368801"/>
          </a:xfrm>
        </p:grpSpPr>
        <p:sp>
          <p:nvSpPr>
            <p:cNvPr id="4691" name="Google Shape;4691;p3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3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3" name="Google Shape;4693;p33"/>
          <p:cNvGrpSpPr/>
          <p:nvPr/>
        </p:nvGrpSpPr>
        <p:grpSpPr>
          <a:xfrm>
            <a:off x="7345772" y="3042075"/>
            <a:ext cx="189489" cy="332132"/>
            <a:chOff x="8370831" y="3202002"/>
            <a:chExt cx="218129" cy="382376"/>
          </a:xfrm>
        </p:grpSpPr>
        <p:sp>
          <p:nvSpPr>
            <p:cNvPr id="4694" name="Google Shape;4694;p3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3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6" name="Google Shape;4696;p33"/>
          <p:cNvGrpSpPr/>
          <p:nvPr/>
        </p:nvGrpSpPr>
        <p:grpSpPr>
          <a:xfrm>
            <a:off x="8069177" y="3453204"/>
            <a:ext cx="309429" cy="267000"/>
            <a:chOff x="6742064" y="3750480"/>
            <a:chExt cx="399315" cy="344560"/>
          </a:xfrm>
        </p:grpSpPr>
        <p:sp>
          <p:nvSpPr>
            <p:cNvPr id="4697" name="Google Shape;4697;p3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3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9" name="Google Shape;4699;p33"/>
          <p:cNvGrpSpPr/>
          <p:nvPr/>
        </p:nvGrpSpPr>
        <p:grpSpPr>
          <a:xfrm>
            <a:off x="7608181" y="3804253"/>
            <a:ext cx="180437" cy="281608"/>
            <a:chOff x="7248525" y="3739696"/>
            <a:chExt cx="230531" cy="359790"/>
          </a:xfrm>
        </p:grpSpPr>
        <p:sp>
          <p:nvSpPr>
            <p:cNvPr id="4700" name="Google Shape;4700;p3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3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02" name="Google Shape;4702;p33"/>
          <p:cNvGrpSpPr/>
          <p:nvPr/>
        </p:nvGrpSpPr>
        <p:grpSpPr>
          <a:xfrm>
            <a:off x="7854115" y="3447478"/>
            <a:ext cx="162896" cy="278710"/>
            <a:chOff x="7601242" y="3729267"/>
            <a:chExt cx="222566" cy="380803"/>
          </a:xfrm>
        </p:grpSpPr>
        <p:sp>
          <p:nvSpPr>
            <p:cNvPr id="4703" name="Google Shape;4703;p3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3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05" name="Google Shape;4705;p33"/>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06" name="Google Shape;4706;p33"/>
          <p:cNvGrpSpPr/>
          <p:nvPr/>
        </p:nvGrpSpPr>
        <p:grpSpPr>
          <a:xfrm>
            <a:off x="7343753" y="3448623"/>
            <a:ext cx="193542" cy="275990"/>
            <a:chOff x="8304647" y="3738687"/>
            <a:chExt cx="225075" cy="320956"/>
          </a:xfrm>
        </p:grpSpPr>
        <p:sp>
          <p:nvSpPr>
            <p:cNvPr id="4707" name="Google Shape;4707;p3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3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3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10" name="Google Shape;4710;p33"/>
          <p:cNvGrpSpPr/>
          <p:nvPr/>
        </p:nvGrpSpPr>
        <p:grpSpPr>
          <a:xfrm>
            <a:off x="7616252" y="3448623"/>
            <a:ext cx="178492" cy="275990"/>
            <a:chOff x="8615101" y="3738687"/>
            <a:chExt cx="207573" cy="320956"/>
          </a:xfrm>
        </p:grpSpPr>
        <p:sp>
          <p:nvSpPr>
            <p:cNvPr id="4711" name="Google Shape;4711;p3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3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3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14" name="Google Shape;4714;p33"/>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15" name="Google Shape;4715;p33"/>
          <p:cNvGrpSpPr/>
          <p:nvPr/>
        </p:nvGrpSpPr>
        <p:grpSpPr>
          <a:xfrm>
            <a:off x="7841788" y="3851282"/>
            <a:ext cx="187557" cy="187557"/>
            <a:chOff x="8565775" y="671075"/>
            <a:chExt cx="441000" cy="441000"/>
          </a:xfrm>
        </p:grpSpPr>
        <p:sp>
          <p:nvSpPr>
            <p:cNvPr id="4716" name="Google Shape;4716;p3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3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18" name="Google Shape;4718;p33"/>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33"/>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20" name="Google Shape;4720;p33"/>
          <p:cNvGrpSpPr/>
          <p:nvPr/>
        </p:nvGrpSpPr>
        <p:grpSpPr>
          <a:xfrm>
            <a:off x="5996254" y="2923808"/>
            <a:ext cx="587865" cy="517731"/>
            <a:chOff x="6000718" y="3070557"/>
            <a:chExt cx="587865" cy="517731"/>
          </a:xfrm>
        </p:grpSpPr>
        <p:sp>
          <p:nvSpPr>
            <p:cNvPr id="4721" name="Google Shape;4721;p3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3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3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3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3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3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3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3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3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3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1" name="Google Shape;4731;p33"/>
          <p:cNvGrpSpPr/>
          <p:nvPr/>
        </p:nvGrpSpPr>
        <p:grpSpPr>
          <a:xfrm>
            <a:off x="6011059" y="3567468"/>
            <a:ext cx="557665" cy="516387"/>
            <a:chOff x="6015523" y="3714217"/>
            <a:chExt cx="557665" cy="516387"/>
          </a:xfrm>
        </p:grpSpPr>
        <p:grpSp>
          <p:nvGrpSpPr>
            <p:cNvPr id="4732" name="Google Shape;4732;p33"/>
            <p:cNvGrpSpPr/>
            <p:nvPr/>
          </p:nvGrpSpPr>
          <p:grpSpPr>
            <a:xfrm>
              <a:off x="6036093" y="3716980"/>
              <a:ext cx="529822" cy="510480"/>
              <a:chOff x="3148311" y="-545634"/>
              <a:chExt cx="1006118" cy="969573"/>
            </a:xfrm>
          </p:grpSpPr>
          <p:sp>
            <p:nvSpPr>
              <p:cNvPr id="4733" name="Google Shape;4733;p3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3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3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3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3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3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3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3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3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3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43" name="Google Shape;4743;p3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44" name="Google Shape;4744;p33"/>
          <p:cNvGrpSpPr/>
          <p:nvPr/>
        </p:nvGrpSpPr>
        <p:grpSpPr>
          <a:xfrm>
            <a:off x="6639841" y="2926879"/>
            <a:ext cx="576302" cy="511871"/>
            <a:chOff x="6644304" y="3073628"/>
            <a:chExt cx="576302" cy="511871"/>
          </a:xfrm>
        </p:grpSpPr>
        <p:grpSp>
          <p:nvGrpSpPr>
            <p:cNvPr id="4745" name="Google Shape;4745;p33"/>
            <p:cNvGrpSpPr/>
            <p:nvPr/>
          </p:nvGrpSpPr>
          <p:grpSpPr>
            <a:xfrm>
              <a:off x="6712169" y="3073651"/>
              <a:ext cx="481611" cy="506713"/>
              <a:chOff x="1833536" y="-546641"/>
              <a:chExt cx="914567" cy="962418"/>
            </a:xfrm>
          </p:grpSpPr>
          <p:grpSp>
            <p:nvGrpSpPr>
              <p:cNvPr id="4746" name="Google Shape;4746;p33"/>
              <p:cNvGrpSpPr/>
              <p:nvPr/>
            </p:nvGrpSpPr>
            <p:grpSpPr>
              <a:xfrm>
                <a:off x="1833536" y="-524249"/>
                <a:ext cx="914567" cy="940026"/>
                <a:chOff x="1833536" y="-524249"/>
                <a:chExt cx="914567" cy="940026"/>
              </a:xfrm>
            </p:grpSpPr>
            <p:sp>
              <p:nvSpPr>
                <p:cNvPr id="4747" name="Google Shape;4747;p3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3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3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3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3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52" name="Google Shape;4752;p3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3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3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3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56" name="Google Shape;4756;p3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57" name="Google Shape;4757;p33"/>
          <p:cNvGrpSpPr/>
          <p:nvPr/>
        </p:nvGrpSpPr>
        <p:grpSpPr>
          <a:xfrm>
            <a:off x="5904877" y="1016248"/>
            <a:ext cx="2435960" cy="1297725"/>
            <a:chOff x="233350" y="949250"/>
            <a:chExt cx="7137300" cy="3802300"/>
          </a:xfrm>
        </p:grpSpPr>
        <p:sp>
          <p:nvSpPr>
            <p:cNvPr id="4758" name="Google Shape;4758;p3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3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3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3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3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3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3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3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3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3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3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3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3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3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3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3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3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3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3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3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3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3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3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3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3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3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3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3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3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3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3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3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3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3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3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3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3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3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3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3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3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3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3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3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3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3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3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3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3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3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3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09" name="Google Shape;4809;p33"/>
          <p:cNvGrpSpPr/>
          <p:nvPr/>
        </p:nvGrpSpPr>
        <p:grpSpPr>
          <a:xfrm>
            <a:off x="698034" y="977939"/>
            <a:ext cx="2665073" cy="1317140"/>
            <a:chOff x="793334" y="1192826"/>
            <a:chExt cx="2665073" cy="1317140"/>
          </a:xfrm>
        </p:grpSpPr>
        <p:sp>
          <p:nvSpPr>
            <p:cNvPr id="4810" name="Google Shape;4810;p3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3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3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3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3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3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3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3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3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3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3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3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3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3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3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3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3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3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3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3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3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3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3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3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3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3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3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3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3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3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3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3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3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3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3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3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3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3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3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3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3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3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3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3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3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3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3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33"/>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3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3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3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3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3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3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3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3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3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3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3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3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3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3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3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3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3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3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3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3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3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3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3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3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3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3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3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3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3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3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3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3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3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3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3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3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3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3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3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3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3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3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3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3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3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3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3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3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3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3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3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3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3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3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3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3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3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3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3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3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3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3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3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3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3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3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3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3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3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3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3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3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3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3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3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3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3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3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3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3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3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3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3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3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3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3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3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3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3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3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3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3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3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3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3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3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3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3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3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3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3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3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3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3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3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3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3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3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3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3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3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3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3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3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3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3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3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3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3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3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3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3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3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3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3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3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3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3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3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3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3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3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3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3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3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3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3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3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3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3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3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3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3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3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3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3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3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3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3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3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3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3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3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3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3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3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3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3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3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3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3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3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3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3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3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3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3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3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3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3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3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3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3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3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3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3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3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3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3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3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3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3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3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3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3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3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3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3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3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3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3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3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3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3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3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3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3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3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3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3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3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3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3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3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3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3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3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3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3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3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3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3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3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3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3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3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3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3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3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3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3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3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3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3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3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3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3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3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3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3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3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3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3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3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3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3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3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3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3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33"/>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3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3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3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3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33"/>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3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3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33"/>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3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33"/>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3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3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3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3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3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33"/>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3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3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3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3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3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3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3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3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3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3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3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3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3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3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3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3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3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3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3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3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3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3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3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3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3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3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3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3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3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3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3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3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3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3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3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3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3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3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3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3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3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3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3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3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3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3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3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3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3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3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3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3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3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3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3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3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3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3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3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3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3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3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3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3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3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3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3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3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3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3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3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3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3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3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3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3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3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3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3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3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3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3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3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3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3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3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3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3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3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3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3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3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3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3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3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3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3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3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3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3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3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3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3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3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3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3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3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3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3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3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3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3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3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3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3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3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3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3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33"/>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33"/>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3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3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3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3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3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3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3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3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3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3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3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3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3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3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3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3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3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3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3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3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3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3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3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3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3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3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3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3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3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3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3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3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3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3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3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3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3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3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3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3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3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3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3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3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3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3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3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3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3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3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3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3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3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3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3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3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3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3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3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3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3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3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3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3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3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3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3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3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3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3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3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3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3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3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3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3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3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3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3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3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3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3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3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3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3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3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3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3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3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3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3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3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3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3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3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3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3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3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3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3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3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3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3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3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3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3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3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3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3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3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3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3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3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3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3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3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3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3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3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3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3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3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3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3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3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3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3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3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3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3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3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3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3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3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3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3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3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3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3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3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3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3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3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3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3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3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3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3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3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3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3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3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3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3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3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3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3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3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3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3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3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3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3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3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3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3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3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3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3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3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3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3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3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3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3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3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3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3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3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3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3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3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3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3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3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3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3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3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3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3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3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3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3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3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3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3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3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3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3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3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3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3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3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3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3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3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3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3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3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3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3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3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3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3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3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3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3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3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3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3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3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3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3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3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3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3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3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3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3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3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3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3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3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3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3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3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3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3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3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3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3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3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3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3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3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3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3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3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3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3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3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3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3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3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3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3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3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3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3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3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3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3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3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3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3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3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3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3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3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3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3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3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3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3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3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3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3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3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3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3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3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3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3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3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3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3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3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3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3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3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3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3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3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3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3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3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3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3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3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3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3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3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3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3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3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3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3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3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3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3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3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3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3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3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3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3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3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3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3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3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3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3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3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3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3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3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3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3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3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3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3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3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3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3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3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3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3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3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3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3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3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3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3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3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3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3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3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3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3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3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3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3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3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3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3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3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3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3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3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3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3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3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3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3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3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3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3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3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3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3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3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3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3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3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3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3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3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3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3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3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3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3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3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3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3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3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3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3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3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3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3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3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3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3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3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3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3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3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3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3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3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3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3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3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3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3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3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3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3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3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3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3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3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3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3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3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3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3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3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3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3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3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3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3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3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3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3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3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3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3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3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3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3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3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3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3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3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3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3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3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3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3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3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3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3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3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3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3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3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3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3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3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3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3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3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3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3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3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3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3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3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3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3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3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3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3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3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3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3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3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3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3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3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3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3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3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3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3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3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3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3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3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3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3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3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3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3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3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3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3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3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3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3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3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3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3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3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3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3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3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3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3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3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3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3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3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3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3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3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3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3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3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3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3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3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3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3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3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3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3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3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3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3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3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3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3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3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3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3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3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3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3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3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3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3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3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3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3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3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3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3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3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3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3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3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3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3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3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3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3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3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3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3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3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3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3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3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3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3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3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3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3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3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3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3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3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3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3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3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3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3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3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3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3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3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3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3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3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3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3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3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3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3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3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3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3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3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3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3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3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3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3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3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3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3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3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3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3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3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3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3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3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3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3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3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3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3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3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3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3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3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3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3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3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3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3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3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3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3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3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3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3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3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3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3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3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3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3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3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3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3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3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3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3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3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3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3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3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3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3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3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3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3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3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3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3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3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3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3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3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3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3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3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3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3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3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3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3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3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3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3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3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3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3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3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3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3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3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3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3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3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3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3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3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3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3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3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3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3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3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3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3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3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3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3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3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3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3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3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3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3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3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3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3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3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3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3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3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3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3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3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3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3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3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3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3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3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3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3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3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3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3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3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3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3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3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3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3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3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3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3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3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3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3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3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3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3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3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3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3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3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3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3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3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3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3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3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3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3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3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3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3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33"/>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3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3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3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3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3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3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3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3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3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3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33"/>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33"/>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3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33"/>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3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3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3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3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3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3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3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3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3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3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3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3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3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3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3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3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3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3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3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3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3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3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3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3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3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3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3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3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3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3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3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3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3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3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3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3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3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3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3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3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3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3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3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3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3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3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3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3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3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3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3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3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3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3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3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3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3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3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3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3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3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3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3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3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3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3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3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3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3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3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3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3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3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3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3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3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3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3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3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3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3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3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3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3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3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3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3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3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3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3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3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3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3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3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3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3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3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3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3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3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3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3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3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3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3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3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3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3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3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3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3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3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3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3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3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3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3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3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3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3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3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3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3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3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3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3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3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3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3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3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3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3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3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3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3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3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3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3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3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3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3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3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3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3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3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3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3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3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3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3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3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3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3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3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3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3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3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3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3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3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3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3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3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3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3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3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3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3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3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3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3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3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3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3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3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3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3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3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3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3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3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3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3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3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3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3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3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3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3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3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3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3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3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3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3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3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3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3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3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3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3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3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3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3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3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3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3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3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3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3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3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3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3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3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3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3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3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3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3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3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3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3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3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3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3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3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3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3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3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3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3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3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3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3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3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3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3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3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3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3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3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3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3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3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3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3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3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3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3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3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3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3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3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3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3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3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3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3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3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3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3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3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3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3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3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3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3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3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3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3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3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3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3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3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3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3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3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3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3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3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3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3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3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3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3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3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3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3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3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3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3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3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3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3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3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3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3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3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3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3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3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3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3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3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3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3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3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3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3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3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3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3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3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3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3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3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3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3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3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3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3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3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3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3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3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3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3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3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3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3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3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3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3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3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3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3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3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3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3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3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3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3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3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3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3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3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3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3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3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3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3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3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3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3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3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3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3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3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3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3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3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3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3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3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3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3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3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3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3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3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3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3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3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3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3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3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3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3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3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3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3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3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3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3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3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3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3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3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3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3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3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3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3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3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3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3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3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3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3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3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3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3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3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3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3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3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3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3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3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3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3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3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3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3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3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3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3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3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3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3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3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3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3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3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3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3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3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3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3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3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3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3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3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3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3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3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3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3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3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3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3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3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3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3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3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3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3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3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3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3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3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3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3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3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3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3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3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3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3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3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3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3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3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3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3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3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3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3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3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3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3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3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3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3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3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3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3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3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3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3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3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3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3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3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3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3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3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3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3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3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3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3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3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3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3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3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3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3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3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3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3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3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3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3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3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3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3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3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3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3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3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3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3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3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3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3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3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3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3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3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3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3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3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3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3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3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3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3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3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3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3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3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3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3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3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3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3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3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3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3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3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3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3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3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3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3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3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3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3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3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3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3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3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3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3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3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3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3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3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3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3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3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3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3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3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3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3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3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3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3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3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3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3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3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3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3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3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3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3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3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3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3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3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3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3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3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3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3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3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3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3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3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3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3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3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3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3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3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3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3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3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3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3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3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3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3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3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3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3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3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3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3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3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3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3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3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3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3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3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3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3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3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3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3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3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3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3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3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3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3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3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3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3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3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3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3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3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3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3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3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3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3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3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3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3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3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3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3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3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3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3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3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3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3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3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3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3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3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3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3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3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3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3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3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3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3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3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3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3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3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3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3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3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3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3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3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3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3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3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3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3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3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3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3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3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3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3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3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3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3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3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3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3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3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3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3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3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3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3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3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3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3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3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3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3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3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3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3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3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3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3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3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3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3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3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3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3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3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3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3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3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3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3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3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3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3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3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3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3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3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3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3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3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3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3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3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3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3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3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3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3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3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3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3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3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3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3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3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3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3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3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3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3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3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3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3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3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3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3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3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3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3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3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3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3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3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3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3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3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3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3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3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3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3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3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3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3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3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3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3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3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3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3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3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3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3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3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3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3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3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3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3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3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3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3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3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3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3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3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3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3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3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3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3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3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3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3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3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3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3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3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3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3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3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3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3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3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3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3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3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3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3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3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3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3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3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3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3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3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3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3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3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3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3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3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3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3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3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3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3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3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3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3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3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3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3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3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3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3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3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3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3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3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3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3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3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3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3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3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3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3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3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3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3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3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3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3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3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3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3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3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3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3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3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3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3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3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3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3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3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3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3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3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3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3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3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3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3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3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3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3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3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3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3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3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3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3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3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3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3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3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3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3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3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3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3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3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3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3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3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3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3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3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3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3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3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3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3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3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3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3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3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3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3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3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3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3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3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3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3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3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3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3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3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3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3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3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3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3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3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3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3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3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3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3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3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3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3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3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3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3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3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3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3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3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3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3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3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3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3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3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3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3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3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3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3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3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3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3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3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3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3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3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3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3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3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3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3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3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3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3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3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3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3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3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3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3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3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3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3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3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3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3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3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3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3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3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3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3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3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3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3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3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3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3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3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3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3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3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3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3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3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3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3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3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3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3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3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3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3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3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3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3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3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3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3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3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3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3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3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3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3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3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3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3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3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3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3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3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3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3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3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3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3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3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3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3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3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3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3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3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3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3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3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3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3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3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3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3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3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3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3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3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3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3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3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3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3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3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3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3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3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3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3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3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3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3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3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3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3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3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3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3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3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3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3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3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3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3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3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3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3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3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3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3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3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3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3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3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3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3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3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3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3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3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3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3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3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3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3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3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3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3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3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3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3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3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3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3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3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3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3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3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3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3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3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3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3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3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3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3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3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3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3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3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3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3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3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3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3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3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3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3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3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3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3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3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3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3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3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3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3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3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3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3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3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3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3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3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3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3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3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3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3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3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3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3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3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3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3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3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3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3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3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3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3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3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3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3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3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3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3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3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3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3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3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3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3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3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3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3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3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3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3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3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3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3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3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3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3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3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3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3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3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3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3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3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3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3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3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3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3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3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3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3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3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3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3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3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3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3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3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3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3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3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3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3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3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3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3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3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3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3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3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3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3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3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3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3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3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3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3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3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3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3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3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3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3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3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3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3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3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3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3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3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3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3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3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3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3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3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3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3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3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3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3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3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3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3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3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3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3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3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3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3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3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3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3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3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3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3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3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3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3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3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3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3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3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3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3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3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3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3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3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3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3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3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3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3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3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3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3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3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3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3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3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3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3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3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3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3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3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3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3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3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3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3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3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3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3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3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3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3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3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3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3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3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3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3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3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3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3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3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3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3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3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3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3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3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3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3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3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3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3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3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3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3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3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3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3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3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3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3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3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3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3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3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3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3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3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3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3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3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3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3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3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3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3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3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3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3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3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3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3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3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3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3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3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3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3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3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3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3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3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3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3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3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3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3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3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3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3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3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3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3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3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3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3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3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3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3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3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3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3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3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3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3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3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3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3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3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3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3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3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3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3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3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3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3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3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3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3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3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3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3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3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3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3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3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3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3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3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3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3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3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3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3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3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3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3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3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3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3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3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3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3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3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3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3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3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3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3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3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3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3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3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3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3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3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3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3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3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3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3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3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3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3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3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3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3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3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3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3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3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3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3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3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3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3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3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3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3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3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3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3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3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3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3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3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3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3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3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3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3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3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3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3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3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3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3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3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3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3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3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3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3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3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3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3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3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3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3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3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3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3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3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3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3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3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3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3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3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3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3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3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3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3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3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3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3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3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3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3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3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3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3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3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3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3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3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3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3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3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3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3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3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3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3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3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3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3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3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3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3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3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3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3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3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3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3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3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3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3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3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3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3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3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3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3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3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3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3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3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3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3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3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3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3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3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3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3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3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3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3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3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3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3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3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3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3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3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3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3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3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3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3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3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3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3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3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3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3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3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3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3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3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3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3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3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3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3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3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3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3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3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3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3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3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3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3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3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3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3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3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3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3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3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3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3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3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3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3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3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3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3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3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3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3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3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3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3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3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3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3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3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3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3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3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3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3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3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3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3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3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3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3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3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3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3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3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3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3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3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3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3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3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3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3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3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3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3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3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3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3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3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3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3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3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3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3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3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3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3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3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3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3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3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3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3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3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3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3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3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3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3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3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3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3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3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3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3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3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3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3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3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3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3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3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3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3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3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3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3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3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3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3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3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3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3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3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3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3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3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3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3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3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3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3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3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3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3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3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3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3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3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3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3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3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3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3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3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3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3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3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3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3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3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3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3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3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3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3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3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3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3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3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3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3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3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3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3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3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3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3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3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3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3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3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3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3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3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3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3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3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3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3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3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3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3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3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3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3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3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3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3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3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3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3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3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3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3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3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3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3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3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3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3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3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3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3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3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3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3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3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3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3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3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3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3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3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3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3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3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3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3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3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3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3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3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3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3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3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3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3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3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3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3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3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3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3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3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3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3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3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3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3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3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3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3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33"/>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3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3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3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3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3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3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3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3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3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3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3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3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3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3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3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3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3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3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3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3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3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3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3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3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3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3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3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3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3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3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3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3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3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3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3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3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3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3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3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3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3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3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3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3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3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3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3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3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3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3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3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3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3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3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3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3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3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3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3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3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3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3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3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3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3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3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3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3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3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3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3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3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3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3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3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3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3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3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3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3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3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3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3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3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3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3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3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3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3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3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3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3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3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3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3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3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3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3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3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3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3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3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3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3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3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3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3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3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3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3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3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3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3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3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3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3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3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3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3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3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3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3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3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3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3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3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3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3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3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3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3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3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3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3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3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3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3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3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3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3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3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3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3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3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3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3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3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3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3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3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3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3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3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3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3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3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3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3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3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3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3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3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3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3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3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3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3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3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3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3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3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3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33"/>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3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3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3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3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3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3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3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3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3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3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3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3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3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3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3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3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3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3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3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3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3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3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3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3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3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3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3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3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3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3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3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3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3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3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3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3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3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3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3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3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3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3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3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3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3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3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3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3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3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3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3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3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3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3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3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3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3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3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3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3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3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3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3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3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3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3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3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3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3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3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3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3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3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3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3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3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3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3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3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3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3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3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3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3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3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3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3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3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3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3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3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3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3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3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3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3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3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3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3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3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3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3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3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3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3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3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3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3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3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3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3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3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3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3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3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3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3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3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3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3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3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3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3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3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3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3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3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3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3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3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3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3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3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3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3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3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3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3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3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3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3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3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3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3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3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3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3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3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3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3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3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3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3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3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3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3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3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3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3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3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3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3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3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3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3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3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3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3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3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3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3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3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3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3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3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3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3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3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3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3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3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3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3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3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3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3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3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3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3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3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3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3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3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3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3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3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3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3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3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3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3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3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3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3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3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3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3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3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3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3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3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3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3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3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3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3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3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3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3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3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3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3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3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3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3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3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3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3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3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3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3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3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3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3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3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3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3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3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3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3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3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3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3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3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3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3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3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3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3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3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3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3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3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3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3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3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3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3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3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3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3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3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3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p3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3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3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3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3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3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3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3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3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3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3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3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3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3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3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3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3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3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3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3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3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3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3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3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3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3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3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3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3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3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3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3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3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3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3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3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3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3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3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3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3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3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3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3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3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3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3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3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3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3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3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3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3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3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3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3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3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3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3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3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3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3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3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3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3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3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3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3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3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3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3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3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3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3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3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3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3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3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3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3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33"/>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33"/>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3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33"/>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3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3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3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3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3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3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3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3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3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3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3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3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3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3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3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3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3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3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3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3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3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3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3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3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3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3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3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3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3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3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3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3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3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3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3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3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3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3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3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3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3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3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3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3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3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3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3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3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3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3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3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3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3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3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3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3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3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3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3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3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3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3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3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3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3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3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3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3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3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3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3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3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3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3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3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3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3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3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3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3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3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3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3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3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3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3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3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3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3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3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3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3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3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3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3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3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3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3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3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3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3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3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3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3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3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3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3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3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3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3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3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3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3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3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3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3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3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3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3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3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3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3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3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3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3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3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3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3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3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3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3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3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3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3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3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3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3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3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3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3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33"/>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3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3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3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3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3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3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3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3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3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3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3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3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3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3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3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3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3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3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3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3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3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3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3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3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3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3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3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3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3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3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3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3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3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3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3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3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3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3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3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3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3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3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3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3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3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3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3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3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3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3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3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3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3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3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3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3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3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3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3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3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3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3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3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3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3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3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3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3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3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3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3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3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3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3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3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3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3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3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3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3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3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3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3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3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3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3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3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3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3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3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3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3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3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3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3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3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3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3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3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3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3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3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3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3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3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3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3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3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3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3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3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3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3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3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3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3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3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3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3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3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3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3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3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3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3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3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3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3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3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3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3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3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3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3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3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3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3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3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3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3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3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3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3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3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3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3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3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3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3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3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3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3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3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3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3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3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3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3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3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3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3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3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3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3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3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3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3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3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3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3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3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33"/>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3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3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3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3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3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3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3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3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3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3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3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3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3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3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3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3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3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3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3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3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3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3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3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3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3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3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3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3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3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3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3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3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3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3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3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3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3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3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3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3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3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3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3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3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3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3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3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3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3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3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3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3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3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3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3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3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3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3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3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3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3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3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3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3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3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3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3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3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3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3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3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3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3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3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3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3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3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3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3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3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3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3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3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3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3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3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3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3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3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3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3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3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3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3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3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3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3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3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3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3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3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3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7" name="Google Shape;8777;p33"/>
          <p:cNvGrpSpPr/>
          <p:nvPr/>
        </p:nvGrpSpPr>
        <p:grpSpPr>
          <a:xfrm>
            <a:off x="3416804" y="902588"/>
            <a:ext cx="2310381" cy="1488888"/>
            <a:chOff x="229225" y="549050"/>
            <a:chExt cx="7161750" cy="4615275"/>
          </a:xfrm>
        </p:grpSpPr>
        <p:sp>
          <p:nvSpPr>
            <p:cNvPr id="8778" name="Google Shape;8778;p3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3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3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3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3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3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3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3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3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3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3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3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3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3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3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3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3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3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3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3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3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3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3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3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3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3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3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3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3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3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3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3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3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3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3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3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3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3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3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3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3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3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3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3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3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3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3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3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3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3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3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3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3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3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3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3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3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3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3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3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3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3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3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3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3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3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3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3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p3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3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3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3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3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3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3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3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3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3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3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3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3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3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3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3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3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3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3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3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3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3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3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p3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3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3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3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3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3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3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3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3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3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3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3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p3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3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3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3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3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3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3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3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3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3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3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3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3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3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5" name="Google Shape;8895;p33"/>
          <p:cNvGrpSpPr/>
          <p:nvPr/>
        </p:nvGrpSpPr>
        <p:grpSpPr>
          <a:xfrm>
            <a:off x="3514722" y="2832485"/>
            <a:ext cx="2310282" cy="1374222"/>
            <a:chOff x="238125" y="732525"/>
            <a:chExt cx="7130500" cy="4241425"/>
          </a:xfrm>
        </p:grpSpPr>
        <p:sp>
          <p:nvSpPr>
            <p:cNvPr id="8896" name="Google Shape;8896;p3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3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3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3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3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3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3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3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3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3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3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3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3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3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3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3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3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3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3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3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3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3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3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3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3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3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3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3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3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3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3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3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3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3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3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3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3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3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3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3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3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3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3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3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3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3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3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3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3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3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3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3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3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3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3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3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3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3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3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3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3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3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3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3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3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3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3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3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3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3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3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3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3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3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3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3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3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3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3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3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3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3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3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3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3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3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3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3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3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3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3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3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3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3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3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3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3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3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3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3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3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3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3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3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3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3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3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3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3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3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3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3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3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3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3" name="Shape 9013"/>
        <p:cNvGrpSpPr/>
        <p:nvPr/>
      </p:nvGrpSpPr>
      <p:grpSpPr>
        <a:xfrm>
          <a:off x="0" y="0"/>
          <a:ext cx="0" cy="0"/>
          <a:chOff x="0" y="0"/>
          <a:chExt cx="0" cy="0"/>
        </a:xfrm>
      </p:grpSpPr>
      <p:grpSp>
        <p:nvGrpSpPr>
          <p:cNvPr id="9014" name="Google Shape;9014;p34"/>
          <p:cNvGrpSpPr/>
          <p:nvPr/>
        </p:nvGrpSpPr>
        <p:grpSpPr>
          <a:xfrm>
            <a:off x="2100560" y="3398658"/>
            <a:ext cx="1102890" cy="760337"/>
            <a:chOff x="4967783" y="2151471"/>
            <a:chExt cx="3920691" cy="2702940"/>
          </a:xfrm>
        </p:grpSpPr>
        <p:grpSp>
          <p:nvGrpSpPr>
            <p:cNvPr id="9015" name="Google Shape;9015;p34"/>
            <p:cNvGrpSpPr/>
            <p:nvPr/>
          </p:nvGrpSpPr>
          <p:grpSpPr>
            <a:xfrm>
              <a:off x="5045709" y="2252109"/>
              <a:ext cx="3761071" cy="2501708"/>
              <a:chOff x="2691784" y="1805334"/>
              <a:chExt cx="3761071" cy="2501708"/>
            </a:xfrm>
          </p:grpSpPr>
          <p:sp>
            <p:nvSpPr>
              <p:cNvPr id="9016" name="Google Shape;9016;p3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3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3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3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3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3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3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3" name="Google Shape;9023;p34"/>
            <p:cNvGrpSpPr/>
            <p:nvPr/>
          </p:nvGrpSpPr>
          <p:grpSpPr>
            <a:xfrm>
              <a:off x="4967783" y="2151471"/>
              <a:ext cx="3920691" cy="2702940"/>
              <a:chOff x="2613858" y="1704696"/>
              <a:chExt cx="3920691" cy="2702940"/>
            </a:xfrm>
          </p:grpSpPr>
          <p:sp>
            <p:nvSpPr>
              <p:cNvPr id="9024" name="Google Shape;9024;p3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3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3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3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3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29" name="Google Shape;9029;p34"/>
          <p:cNvGrpSpPr/>
          <p:nvPr/>
        </p:nvGrpSpPr>
        <p:grpSpPr>
          <a:xfrm>
            <a:off x="3504470" y="1286935"/>
            <a:ext cx="1561911" cy="708581"/>
            <a:chOff x="3530532" y="1496185"/>
            <a:chExt cx="1561911" cy="708581"/>
          </a:xfrm>
        </p:grpSpPr>
        <p:grpSp>
          <p:nvGrpSpPr>
            <p:cNvPr id="9030" name="Google Shape;9030;p34"/>
            <p:cNvGrpSpPr/>
            <p:nvPr/>
          </p:nvGrpSpPr>
          <p:grpSpPr>
            <a:xfrm>
              <a:off x="3720318" y="1857562"/>
              <a:ext cx="1372125" cy="54"/>
              <a:chOff x="3720318" y="1857562"/>
              <a:chExt cx="1372125" cy="54"/>
            </a:xfrm>
          </p:grpSpPr>
          <p:cxnSp>
            <p:nvCxnSpPr>
              <p:cNvPr id="9031" name="Google Shape;9031;p34"/>
              <p:cNvCxnSpPr>
                <a:endCxn id="9032"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9033" name="Google Shape;9033;p34"/>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9034" name="Google Shape;9034;p34"/>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9035" name="Google Shape;9035;p34"/>
              <p:cNvCxnSpPr>
                <a:stCxn id="9032"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9036" name="Google Shape;9036;p34"/>
            <p:cNvGrpSpPr/>
            <p:nvPr/>
          </p:nvGrpSpPr>
          <p:grpSpPr>
            <a:xfrm>
              <a:off x="3567462" y="1496185"/>
              <a:ext cx="286500" cy="272915"/>
              <a:chOff x="3567462" y="1496185"/>
              <a:chExt cx="286500" cy="272915"/>
            </a:xfrm>
          </p:grpSpPr>
          <p:cxnSp>
            <p:nvCxnSpPr>
              <p:cNvPr id="9037" name="Google Shape;9037;p34"/>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9038" name="Google Shape;9038;p3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39" name="Google Shape;9039;p3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3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41" name="Google Shape;9041;p34"/>
            <p:cNvGrpSpPr/>
            <p:nvPr/>
          </p:nvGrpSpPr>
          <p:grpSpPr>
            <a:xfrm>
              <a:off x="3929014" y="1960574"/>
              <a:ext cx="286500" cy="242342"/>
              <a:chOff x="3929014" y="1960574"/>
              <a:chExt cx="286500" cy="242342"/>
            </a:xfrm>
          </p:grpSpPr>
          <p:cxnSp>
            <p:nvCxnSpPr>
              <p:cNvPr id="9042" name="Google Shape;9042;p34"/>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9043" name="Google Shape;9043;p3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4" name="Google Shape;9044;p34"/>
            <p:cNvGrpSpPr/>
            <p:nvPr/>
          </p:nvGrpSpPr>
          <p:grpSpPr>
            <a:xfrm>
              <a:off x="4290828" y="1496185"/>
              <a:ext cx="286500" cy="272915"/>
              <a:chOff x="4290828" y="1496185"/>
              <a:chExt cx="286500" cy="272915"/>
            </a:xfrm>
          </p:grpSpPr>
          <p:cxnSp>
            <p:nvCxnSpPr>
              <p:cNvPr id="9045" name="Google Shape;9045;p34"/>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9046" name="Google Shape;9046;p3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47" name="Google Shape;9047;p3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3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48" name="Google Shape;9048;p34"/>
            <p:cNvGrpSpPr/>
            <p:nvPr/>
          </p:nvGrpSpPr>
          <p:grpSpPr>
            <a:xfrm>
              <a:off x="4657726" y="1959674"/>
              <a:ext cx="286500" cy="245092"/>
              <a:chOff x="4657726" y="1959674"/>
              <a:chExt cx="286500" cy="245092"/>
            </a:xfrm>
          </p:grpSpPr>
          <p:cxnSp>
            <p:nvCxnSpPr>
              <p:cNvPr id="9049" name="Google Shape;9049;p34"/>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9050" name="Google Shape;9050;p3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51" name="Google Shape;9051;p34"/>
          <p:cNvGrpSpPr/>
          <p:nvPr/>
        </p:nvGrpSpPr>
        <p:grpSpPr>
          <a:xfrm>
            <a:off x="3486489" y="2149032"/>
            <a:ext cx="1597033" cy="378649"/>
            <a:chOff x="3512551" y="2358282"/>
            <a:chExt cx="1597033" cy="378649"/>
          </a:xfrm>
        </p:grpSpPr>
        <p:grpSp>
          <p:nvGrpSpPr>
            <p:cNvPr id="9052" name="Google Shape;9052;p34"/>
            <p:cNvGrpSpPr/>
            <p:nvPr/>
          </p:nvGrpSpPr>
          <p:grpSpPr>
            <a:xfrm>
              <a:off x="3738198" y="2553002"/>
              <a:ext cx="1145834" cy="117"/>
              <a:chOff x="3738198" y="2553002"/>
              <a:chExt cx="1145834" cy="117"/>
            </a:xfrm>
          </p:grpSpPr>
          <p:cxnSp>
            <p:nvCxnSpPr>
              <p:cNvPr id="9053" name="Google Shape;9053;p34"/>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9054" name="Google Shape;9054;p34"/>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9055" name="Google Shape;9055;p34"/>
              <p:cNvCxnSpPr>
                <a:stCxn id="9056" idx="6"/>
                <a:endCxn id="9057"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9058" name="Google Shape;9058;p34"/>
            <p:cNvGrpSpPr/>
            <p:nvPr/>
          </p:nvGrpSpPr>
          <p:grpSpPr>
            <a:xfrm>
              <a:off x="3969644" y="2440153"/>
              <a:ext cx="225900" cy="296778"/>
              <a:chOff x="3969644" y="2440153"/>
              <a:chExt cx="225900" cy="296778"/>
            </a:xfrm>
          </p:grpSpPr>
          <p:cxnSp>
            <p:nvCxnSpPr>
              <p:cNvPr id="9059" name="Google Shape;9059;p34"/>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9057" name="Google Shape;9057;p3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3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1" name="Google Shape;9061;p34"/>
            <p:cNvGrpSpPr/>
            <p:nvPr/>
          </p:nvGrpSpPr>
          <p:grpSpPr>
            <a:xfrm>
              <a:off x="4426818" y="2358282"/>
              <a:ext cx="225600" cy="307471"/>
              <a:chOff x="4426818" y="2358282"/>
              <a:chExt cx="225600" cy="307471"/>
            </a:xfrm>
          </p:grpSpPr>
          <p:cxnSp>
            <p:nvCxnSpPr>
              <p:cNvPr id="9062" name="Google Shape;9062;p34"/>
              <p:cNvCxnSpPr>
                <a:stCxn id="9063"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9064" name="Google Shape;9064;p3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3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5" name="Google Shape;9065;p34"/>
            <p:cNvGrpSpPr/>
            <p:nvPr/>
          </p:nvGrpSpPr>
          <p:grpSpPr>
            <a:xfrm>
              <a:off x="4883984" y="2440153"/>
              <a:ext cx="225600" cy="296478"/>
              <a:chOff x="4883984" y="2440153"/>
              <a:chExt cx="225600" cy="296478"/>
            </a:xfrm>
          </p:grpSpPr>
          <p:cxnSp>
            <p:nvCxnSpPr>
              <p:cNvPr id="9066" name="Google Shape;9066;p34"/>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9067" name="Google Shape;9067;p3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3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9" name="Google Shape;9069;p34"/>
            <p:cNvGrpSpPr/>
            <p:nvPr/>
          </p:nvGrpSpPr>
          <p:grpSpPr>
            <a:xfrm>
              <a:off x="3512551" y="2358356"/>
              <a:ext cx="225647" cy="307629"/>
              <a:chOff x="2182679" y="2005014"/>
              <a:chExt cx="792300" cy="1080158"/>
            </a:xfrm>
          </p:grpSpPr>
          <p:cxnSp>
            <p:nvCxnSpPr>
              <p:cNvPr id="9070" name="Google Shape;9070;p34"/>
              <p:cNvCxnSpPr>
                <a:stCxn id="9071"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9056" name="Google Shape;9056;p3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3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72" name="Google Shape;9072;p34"/>
          <p:cNvGrpSpPr/>
          <p:nvPr/>
        </p:nvGrpSpPr>
        <p:grpSpPr>
          <a:xfrm>
            <a:off x="6846571" y="972828"/>
            <a:ext cx="1559809" cy="722609"/>
            <a:chOff x="634175" y="2986275"/>
            <a:chExt cx="3147949" cy="1458344"/>
          </a:xfrm>
        </p:grpSpPr>
        <p:cxnSp>
          <p:nvCxnSpPr>
            <p:cNvPr id="9073" name="Google Shape;9073;p34"/>
            <p:cNvCxnSpPr>
              <a:stCxn id="9074" idx="4"/>
              <a:endCxn id="9075"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9076" name="Google Shape;9076;p34"/>
            <p:cNvCxnSpPr>
              <a:stCxn id="9075" idx="0"/>
              <a:endCxn id="907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9078" name="Google Shape;9078;p34"/>
            <p:cNvCxnSpPr>
              <a:stCxn id="9077" idx="4"/>
              <a:endCxn id="9079"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9080" name="Google Shape;9080;p34"/>
            <p:cNvCxnSpPr>
              <a:stCxn id="9079" idx="0"/>
              <a:endCxn id="908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9081" name="Google Shape;9081;p3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077" name="Google Shape;9077;p3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074" name="Google Shape;9074;p3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079" name="Google Shape;9079;p3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075" name="Google Shape;9075;p3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9082" name="Google Shape;9082;p34"/>
          <p:cNvGrpSpPr/>
          <p:nvPr/>
        </p:nvGrpSpPr>
        <p:grpSpPr>
          <a:xfrm>
            <a:off x="3500361" y="2682736"/>
            <a:ext cx="1570719" cy="294123"/>
            <a:chOff x="998425" y="1182125"/>
            <a:chExt cx="1065400" cy="199500"/>
          </a:xfrm>
        </p:grpSpPr>
        <p:sp>
          <p:nvSpPr>
            <p:cNvPr id="9083" name="Google Shape;9083;p3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3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3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3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3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8" name="Google Shape;9088;p34"/>
          <p:cNvGrpSpPr/>
          <p:nvPr/>
        </p:nvGrpSpPr>
        <p:grpSpPr>
          <a:xfrm>
            <a:off x="6843617" y="1800225"/>
            <a:ext cx="1565716" cy="366729"/>
            <a:chOff x="1247650" y="2075423"/>
            <a:chExt cx="6648477" cy="1557238"/>
          </a:xfrm>
        </p:grpSpPr>
        <p:sp>
          <p:nvSpPr>
            <p:cNvPr id="9089" name="Google Shape;9089;p3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3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3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3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3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3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5" name="Google Shape;9095;p34"/>
          <p:cNvGrpSpPr/>
          <p:nvPr/>
        </p:nvGrpSpPr>
        <p:grpSpPr>
          <a:xfrm>
            <a:off x="6827927" y="2949043"/>
            <a:ext cx="1597061" cy="663441"/>
            <a:chOff x="6796238" y="3158297"/>
            <a:chExt cx="1630319" cy="677257"/>
          </a:xfrm>
        </p:grpSpPr>
        <p:cxnSp>
          <p:nvCxnSpPr>
            <p:cNvPr id="9096" name="Google Shape;9096;p34"/>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097" name="Google Shape;9097;p34"/>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098" name="Google Shape;9098;p34"/>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9099" name="Google Shape;9099;p34"/>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9100" name="Google Shape;9100;p34"/>
            <p:cNvGrpSpPr/>
            <p:nvPr/>
          </p:nvGrpSpPr>
          <p:grpSpPr>
            <a:xfrm>
              <a:off x="6796238" y="3311904"/>
              <a:ext cx="1630319" cy="377697"/>
              <a:chOff x="6796238" y="3311904"/>
              <a:chExt cx="1630319" cy="377697"/>
            </a:xfrm>
          </p:grpSpPr>
          <p:sp>
            <p:nvSpPr>
              <p:cNvPr id="9101" name="Google Shape;9101;p3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3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3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04" name="Google Shape;9104;p34"/>
          <p:cNvGrpSpPr/>
          <p:nvPr/>
        </p:nvGrpSpPr>
        <p:grpSpPr>
          <a:xfrm>
            <a:off x="5349067" y="970431"/>
            <a:ext cx="1368606" cy="1593806"/>
            <a:chOff x="1839112" y="2209163"/>
            <a:chExt cx="1918159" cy="2233785"/>
          </a:xfrm>
        </p:grpSpPr>
        <p:sp>
          <p:nvSpPr>
            <p:cNvPr id="9105" name="Google Shape;9105;p3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3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3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108" name="Google Shape;9108;p34"/>
            <p:cNvCxnSpPr>
              <a:stCxn id="9105" idx="6"/>
              <a:endCxn id="9106" idx="2"/>
            </p:cNvCxnSpPr>
            <p:nvPr/>
          </p:nvCxnSpPr>
          <p:spPr>
            <a:xfrm>
              <a:off x="2414212" y="2496713"/>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9109" name="Google Shape;9109;p34"/>
            <p:cNvCxnSpPr>
              <a:stCxn id="9106" idx="4"/>
              <a:endCxn id="9110" idx="0"/>
            </p:cNvCxnSpPr>
            <p:nvPr/>
          </p:nvCxnSpPr>
          <p:spPr>
            <a:xfrm rot="5400000">
              <a:off x="2669921" y="2240963"/>
              <a:ext cx="256500" cy="1343100"/>
            </a:xfrm>
            <a:prstGeom prst="bentConnector3">
              <a:avLst>
                <a:gd fmla="val 836962" name="adj1"/>
              </a:avLst>
            </a:prstGeom>
            <a:noFill/>
            <a:ln cap="flat" cmpd="sng" w="9525">
              <a:solidFill>
                <a:srgbClr val="325D79"/>
              </a:solidFill>
              <a:prstDash val="solid"/>
              <a:round/>
              <a:headEnd len="sm" w="sm" type="none"/>
              <a:tailEnd len="sm" w="sm" type="none"/>
            </a:ln>
          </p:spPr>
        </p:cxnSp>
        <p:cxnSp>
          <p:nvCxnSpPr>
            <p:cNvPr id="9111" name="Google Shape;9111;p34"/>
            <p:cNvCxnSpPr>
              <a:stCxn id="9110" idx="6"/>
              <a:endCxn id="9107" idx="2"/>
            </p:cNvCxnSpPr>
            <p:nvPr/>
          </p:nvCxnSpPr>
          <p:spPr>
            <a:xfrm>
              <a:off x="2414212" y="3328316"/>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9112" name="Google Shape;9112;p34"/>
            <p:cNvCxnSpPr>
              <a:stCxn id="9107" idx="4"/>
              <a:endCxn id="9113" idx="0"/>
            </p:cNvCxnSpPr>
            <p:nvPr/>
          </p:nvCxnSpPr>
          <p:spPr>
            <a:xfrm rot="5400000">
              <a:off x="2672171" y="3070316"/>
              <a:ext cx="252000" cy="1343100"/>
            </a:xfrm>
            <a:prstGeom prst="bentConnector3">
              <a:avLst>
                <a:gd fmla="val 983160" name="adj1"/>
              </a:avLst>
            </a:prstGeom>
            <a:noFill/>
            <a:ln cap="flat" cmpd="sng" w="9525">
              <a:solidFill>
                <a:srgbClr val="325D79"/>
              </a:solidFill>
              <a:prstDash val="solid"/>
              <a:round/>
              <a:headEnd len="sm" w="sm" type="none"/>
              <a:tailEnd len="sm" w="sm" type="none"/>
            </a:ln>
          </p:spPr>
        </p:cxnSp>
        <p:sp>
          <p:nvSpPr>
            <p:cNvPr id="9110" name="Google Shape;9110;p3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3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3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115" name="Google Shape;9115;p34"/>
            <p:cNvCxnSpPr>
              <a:endCxn id="9114" idx="2"/>
            </p:cNvCxnSpPr>
            <p:nvPr/>
          </p:nvCxnSpPr>
          <p:spPr>
            <a:xfrm>
              <a:off x="2413871" y="4154498"/>
              <a:ext cx="768300" cy="900"/>
            </a:xfrm>
            <a:prstGeom prst="bentConnector3">
              <a:avLst>
                <a:gd fmla="val -540174" name="adj1"/>
              </a:avLst>
            </a:prstGeom>
            <a:noFill/>
            <a:ln cap="flat" cmpd="sng" w="9525">
              <a:solidFill>
                <a:srgbClr val="325D79"/>
              </a:solidFill>
              <a:prstDash val="solid"/>
              <a:round/>
              <a:headEnd len="sm" w="sm" type="none"/>
              <a:tailEnd len="sm" w="sm" type="none"/>
            </a:ln>
          </p:spPr>
        </p:cxnSp>
      </p:grpSp>
      <p:grpSp>
        <p:nvGrpSpPr>
          <p:cNvPr id="9116" name="Google Shape;9116;p34"/>
          <p:cNvGrpSpPr/>
          <p:nvPr/>
        </p:nvGrpSpPr>
        <p:grpSpPr>
          <a:xfrm>
            <a:off x="3481440" y="976666"/>
            <a:ext cx="1637968" cy="154942"/>
            <a:chOff x="238125" y="2506075"/>
            <a:chExt cx="7115411" cy="673075"/>
          </a:xfrm>
        </p:grpSpPr>
        <p:sp>
          <p:nvSpPr>
            <p:cNvPr id="9117" name="Google Shape;9117;p3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3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3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3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3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2" name="Google Shape;9122;p34"/>
          <p:cNvGrpSpPr/>
          <p:nvPr/>
        </p:nvGrpSpPr>
        <p:grpSpPr>
          <a:xfrm>
            <a:off x="720125" y="1298264"/>
            <a:ext cx="2476762" cy="91743"/>
            <a:chOff x="1464850" y="436376"/>
            <a:chExt cx="6001362" cy="222300"/>
          </a:xfrm>
        </p:grpSpPr>
        <p:sp>
          <p:nvSpPr>
            <p:cNvPr id="9123" name="Google Shape;9123;p3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3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3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3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3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128" name="Google Shape;9128;p34"/>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129" name="Google Shape;9129;p34"/>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130" name="Google Shape;9130;p34"/>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131" name="Google Shape;9131;p34"/>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9132" name="Google Shape;9132;p34"/>
          <p:cNvGrpSpPr/>
          <p:nvPr/>
        </p:nvGrpSpPr>
        <p:grpSpPr>
          <a:xfrm>
            <a:off x="706392" y="2533727"/>
            <a:ext cx="1452710" cy="651922"/>
            <a:chOff x="803162" y="2667727"/>
            <a:chExt cx="1411906" cy="633611"/>
          </a:xfrm>
        </p:grpSpPr>
        <p:cxnSp>
          <p:nvCxnSpPr>
            <p:cNvPr id="9133" name="Google Shape;9133;p34"/>
            <p:cNvCxnSpPr>
              <a:stCxn id="9134" idx="2"/>
              <a:endCxn id="9135" idx="0"/>
            </p:cNvCxnSpPr>
            <p:nvPr/>
          </p:nvCxnSpPr>
          <p:spPr>
            <a:xfrm flipH="1" rot="-5400000">
              <a:off x="1629114" y="2672827"/>
              <a:ext cx="129300" cy="369300"/>
            </a:xfrm>
            <a:prstGeom prst="bentConnector3">
              <a:avLst>
                <a:gd fmla="val 146564" name="adj1"/>
              </a:avLst>
            </a:prstGeom>
            <a:noFill/>
            <a:ln cap="flat" cmpd="sng" w="9525">
              <a:solidFill>
                <a:srgbClr val="C2C2C2"/>
              </a:solidFill>
              <a:prstDash val="solid"/>
              <a:round/>
              <a:headEnd len="sm" w="sm" type="none"/>
              <a:tailEnd len="sm" w="sm" type="none"/>
            </a:ln>
          </p:spPr>
        </p:cxnSp>
        <p:cxnSp>
          <p:nvCxnSpPr>
            <p:cNvPr id="9136" name="Google Shape;9136;p34"/>
            <p:cNvCxnSpPr>
              <a:stCxn id="9137" idx="0"/>
              <a:endCxn id="9134" idx="2"/>
            </p:cNvCxnSpPr>
            <p:nvPr/>
          </p:nvCxnSpPr>
          <p:spPr>
            <a:xfrm rot="-5400000">
              <a:off x="1259830" y="2672682"/>
              <a:ext cx="129300" cy="369300"/>
            </a:xfrm>
            <a:prstGeom prst="bentConnector3">
              <a:avLst>
                <a:gd fmla="val -46639" name="adj1"/>
              </a:avLst>
            </a:prstGeom>
            <a:noFill/>
            <a:ln cap="flat" cmpd="sng" w="9525">
              <a:solidFill>
                <a:srgbClr val="C2C2C2"/>
              </a:solidFill>
              <a:prstDash val="solid"/>
              <a:round/>
              <a:headEnd len="sm" w="sm" type="none"/>
              <a:tailEnd len="sm" w="sm" type="none"/>
            </a:ln>
          </p:spPr>
        </p:cxnSp>
        <p:cxnSp>
          <p:nvCxnSpPr>
            <p:cNvPr id="9138" name="Google Shape;9138;p34"/>
            <p:cNvCxnSpPr>
              <a:stCxn id="9137" idx="2"/>
              <a:endCxn id="9139" idx="0"/>
            </p:cNvCxnSpPr>
            <p:nvPr/>
          </p:nvCxnSpPr>
          <p:spPr>
            <a:xfrm flipH="1" rot="-5400000">
              <a:off x="1163380" y="3023532"/>
              <a:ext cx="129300" cy="176400"/>
            </a:xfrm>
            <a:prstGeom prst="bentConnector3">
              <a:avLst>
                <a:gd fmla="val 141040" name="adj1"/>
              </a:avLst>
            </a:prstGeom>
            <a:noFill/>
            <a:ln cap="flat" cmpd="sng" w="9525">
              <a:solidFill>
                <a:srgbClr val="C2C2C2"/>
              </a:solidFill>
              <a:prstDash val="solid"/>
              <a:round/>
              <a:headEnd len="sm" w="sm" type="none"/>
              <a:tailEnd len="sm" w="sm" type="none"/>
            </a:ln>
          </p:spPr>
        </p:cxnSp>
        <p:cxnSp>
          <p:nvCxnSpPr>
            <p:cNvPr id="9140" name="Google Shape;9140;p34"/>
            <p:cNvCxnSpPr>
              <a:stCxn id="9141" idx="0"/>
              <a:endCxn id="9137" idx="2"/>
            </p:cNvCxnSpPr>
            <p:nvPr/>
          </p:nvCxnSpPr>
          <p:spPr>
            <a:xfrm rot="-5400000">
              <a:off x="987062" y="3023388"/>
              <a:ext cx="129300" cy="176400"/>
            </a:xfrm>
            <a:prstGeom prst="bentConnector3">
              <a:avLst>
                <a:gd fmla="val -41115" name="adj1"/>
              </a:avLst>
            </a:prstGeom>
            <a:noFill/>
            <a:ln cap="flat" cmpd="sng" w="9525">
              <a:solidFill>
                <a:srgbClr val="C2C2C2"/>
              </a:solidFill>
              <a:prstDash val="solid"/>
              <a:round/>
              <a:headEnd len="sm" w="sm" type="none"/>
              <a:tailEnd len="sm" w="sm" type="none"/>
            </a:ln>
          </p:spPr>
        </p:cxnSp>
        <p:cxnSp>
          <p:nvCxnSpPr>
            <p:cNvPr id="9142" name="Google Shape;9142;p34"/>
            <p:cNvCxnSpPr>
              <a:stCxn id="9135" idx="2"/>
              <a:endCxn id="9143" idx="0"/>
            </p:cNvCxnSpPr>
            <p:nvPr/>
          </p:nvCxnSpPr>
          <p:spPr>
            <a:xfrm flipH="1" rot="-5400000">
              <a:off x="1901948" y="3023532"/>
              <a:ext cx="129300" cy="176400"/>
            </a:xfrm>
            <a:prstGeom prst="bentConnector3">
              <a:avLst>
                <a:gd fmla="val 141040" name="adj1"/>
              </a:avLst>
            </a:prstGeom>
            <a:noFill/>
            <a:ln cap="flat" cmpd="sng" w="9525">
              <a:solidFill>
                <a:srgbClr val="C2C2C2"/>
              </a:solidFill>
              <a:prstDash val="solid"/>
              <a:round/>
              <a:headEnd len="sm" w="sm" type="none"/>
              <a:tailEnd len="sm" w="sm" type="none"/>
            </a:ln>
          </p:spPr>
        </p:cxnSp>
        <p:cxnSp>
          <p:nvCxnSpPr>
            <p:cNvPr id="9144" name="Google Shape;9144;p34"/>
            <p:cNvCxnSpPr>
              <a:stCxn id="9145" idx="0"/>
              <a:endCxn id="9135" idx="2"/>
            </p:cNvCxnSpPr>
            <p:nvPr/>
          </p:nvCxnSpPr>
          <p:spPr>
            <a:xfrm rot="-5400000">
              <a:off x="1725631" y="3023388"/>
              <a:ext cx="129300" cy="176400"/>
            </a:xfrm>
            <a:prstGeom prst="bentConnector3">
              <a:avLst>
                <a:gd fmla="val -41115" name="adj1"/>
              </a:avLst>
            </a:prstGeom>
            <a:noFill/>
            <a:ln cap="flat" cmpd="sng" w="9525">
              <a:solidFill>
                <a:srgbClr val="C2C2C2"/>
              </a:solidFill>
              <a:prstDash val="solid"/>
              <a:round/>
              <a:headEnd len="sm" w="sm" type="none"/>
              <a:tailEnd len="sm" w="sm" type="none"/>
            </a:ln>
          </p:spPr>
        </p:cxnSp>
        <p:sp>
          <p:nvSpPr>
            <p:cNvPr id="9141" name="Google Shape;9141;p3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39" name="Google Shape;9139;p3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45" name="Google Shape;9145;p3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43" name="Google Shape;9143;p3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35" name="Google Shape;9135;p3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37" name="Google Shape;9137;p3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134" name="Google Shape;9134;p3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9146" name="Google Shape;9146;p34"/>
          <p:cNvGrpSpPr/>
          <p:nvPr/>
        </p:nvGrpSpPr>
        <p:grpSpPr>
          <a:xfrm>
            <a:off x="706393" y="969265"/>
            <a:ext cx="2518543" cy="209315"/>
            <a:chOff x="803162" y="1111963"/>
            <a:chExt cx="2447801" cy="203436"/>
          </a:xfrm>
        </p:grpSpPr>
        <p:grpSp>
          <p:nvGrpSpPr>
            <p:cNvPr id="9147" name="Google Shape;9147;p34"/>
            <p:cNvGrpSpPr/>
            <p:nvPr/>
          </p:nvGrpSpPr>
          <p:grpSpPr>
            <a:xfrm>
              <a:off x="1958181" y="1111963"/>
              <a:ext cx="588019" cy="121396"/>
              <a:chOff x="4808316" y="2800065"/>
              <a:chExt cx="1999386" cy="412910"/>
            </a:xfrm>
          </p:grpSpPr>
          <p:sp>
            <p:nvSpPr>
              <p:cNvPr id="9148" name="Google Shape;9148;p3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49" name="Google Shape;9149;p34"/>
              <p:cNvGrpSpPr/>
              <p:nvPr/>
            </p:nvGrpSpPr>
            <p:grpSpPr>
              <a:xfrm>
                <a:off x="4808316" y="2800065"/>
                <a:ext cx="92400" cy="411825"/>
                <a:chOff x="845575" y="2563700"/>
                <a:chExt cx="92400" cy="411825"/>
              </a:xfrm>
            </p:grpSpPr>
            <p:cxnSp>
              <p:nvCxnSpPr>
                <p:cNvPr id="9150" name="Google Shape;9150;p3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51" name="Google Shape;9151;p3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9152" name="Google Shape;9152;p3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153" name="Google Shape;9153;p3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54" name="Google Shape;9154;p34"/>
            <p:cNvGrpSpPr/>
            <p:nvPr/>
          </p:nvGrpSpPr>
          <p:grpSpPr>
            <a:xfrm>
              <a:off x="803162" y="1111971"/>
              <a:ext cx="591159" cy="121548"/>
              <a:chOff x="803162" y="1111971"/>
              <a:chExt cx="591159" cy="121548"/>
            </a:xfrm>
          </p:grpSpPr>
          <p:grpSp>
            <p:nvGrpSpPr>
              <p:cNvPr id="9155" name="Google Shape;9155;p34"/>
              <p:cNvGrpSpPr/>
              <p:nvPr/>
            </p:nvGrpSpPr>
            <p:grpSpPr>
              <a:xfrm>
                <a:off x="803162" y="1111971"/>
                <a:ext cx="27175" cy="121077"/>
                <a:chOff x="845575" y="2563700"/>
                <a:chExt cx="92400" cy="411825"/>
              </a:xfrm>
            </p:grpSpPr>
            <p:cxnSp>
              <p:nvCxnSpPr>
                <p:cNvPr id="9156" name="Google Shape;9156;p3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57" name="Google Shape;9157;p3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58" name="Google Shape;9158;p3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9" name="Google Shape;9159;p34"/>
            <p:cNvGrpSpPr/>
            <p:nvPr/>
          </p:nvGrpSpPr>
          <p:grpSpPr>
            <a:xfrm>
              <a:off x="1381914" y="1194219"/>
              <a:ext cx="588336" cy="121180"/>
              <a:chOff x="1381914" y="1194219"/>
              <a:chExt cx="588336" cy="121180"/>
            </a:xfrm>
          </p:grpSpPr>
          <p:grpSp>
            <p:nvGrpSpPr>
              <p:cNvPr id="9160" name="Google Shape;9160;p34"/>
              <p:cNvGrpSpPr/>
              <p:nvPr/>
            </p:nvGrpSpPr>
            <p:grpSpPr>
              <a:xfrm rot="10800000">
                <a:off x="1381914" y="1194322"/>
                <a:ext cx="27175" cy="121077"/>
                <a:chOff x="2070100" y="2563700"/>
                <a:chExt cx="92400" cy="411825"/>
              </a:xfrm>
            </p:grpSpPr>
            <p:cxnSp>
              <p:nvCxnSpPr>
                <p:cNvPr id="9161" name="Google Shape;9161;p3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62" name="Google Shape;9162;p3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63" name="Google Shape;9163;p3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4" name="Google Shape;9164;p34"/>
            <p:cNvGrpSpPr/>
            <p:nvPr/>
          </p:nvGrpSpPr>
          <p:grpSpPr>
            <a:xfrm>
              <a:off x="2532083" y="1194219"/>
              <a:ext cx="704924" cy="121180"/>
              <a:chOff x="2532083" y="1194219"/>
              <a:chExt cx="704924" cy="121180"/>
            </a:xfrm>
          </p:grpSpPr>
          <p:grpSp>
            <p:nvGrpSpPr>
              <p:cNvPr id="9165" name="Google Shape;9165;p34"/>
              <p:cNvGrpSpPr/>
              <p:nvPr/>
            </p:nvGrpSpPr>
            <p:grpSpPr>
              <a:xfrm rot="10800000">
                <a:off x="2532083" y="1194322"/>
                <a:ext cx="27175" cy="121077"/>
                <a:chOff x="2070100" y="2563700"/>
                <a:chExt cx="92400" cy="411825"/>
              </a:xfrm>
            </p:grpSpPr>
            <p:cxnSp>
              <p:nvCxnSpPr>
                <p:cNvPr id="9166" name="Google Shape;9166;p3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67" name="Google Shape;9167;p3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68" name="Google Shape;9168;p3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69" name="Google Shape;9169;p34"/>
          <p:cNvGrpSpPr/>
          <p:nvPr/>
        </p:nvGrpSpPr>
        <p:grpSpPr>
          <a:xfrm>
            <a:off x="3499404" y="3665901"/>
            <a:ext cx="1567777" cy="491677"/>
            <a:chOff x="5194708" y="3484366"/>
            <a:chExt cx="3148146" cy="987304"/>
          </a:xfrm>
        </p:grpSpPr>
        <p:grpSp>
          <p:nvGrpSpPr>
            <p:cNvPr id="9170" name="Google Shape;9170;p34"/>
            <p:cNvGrpSpPr/>
            <p:nvPr/>
          </p:nvGrpSpPr>
          <p:grpSpPr>
            <a:xfrm>
              <a:off x="7531520" y="3484366"/>
              <a:ext cx="811335" cy="987304"/>
              <a:chOff x="3379425" y="1617275"/>
              <a:chExt cx="1090650" cy="1327200"/>
            </a:xfrm>
          </p:grpSpPr>
          <p:sp>
            <p:nvSpPr>
              <p:cNvPr id="9171" name="Google Shape;9171;p3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3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3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4" name="Google Shape;9174;p34"/>
            <p:cNvGrpSpPr/>
            <p:nvPr/>
          </p:nvGrpSpPr>
          <p:grpSpPr>
            <a:xfrm>
              <a:off x="6752545" y="3484366"/>
              <a:ext cx="811428" cy="987304"/>
              <a:chOff x="2332275" y="1617275"/>
              <a:chExt cx="1090775" cy="1327200"/>
            </a:xfrm>
          </p:grpSpPr>
          <p:sp>
            <p:nvSpPr>
              <p:cNvPr id="9175" name="Google Shape;9175;p3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3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3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8" name="Google Shape;9178;p34"/>
            <p:cNvGrpSpPr/>
            <p:nvPr/>
          </p:nvGrpSpPr>
          <p:grpSpPr>
            <a:xfrm>
              <a:off x="5973663" y="3484366"/>
              <a:ext cx="811335" cy="987304"/>
              <a:chOff x="1285250" y="1617275"/>
              <a:chExt cx="1090650" cy="1327200"/>
            </a:xfrm>
          </p:grpSpPr>
          <p:sp>
            <p:nvSpPr>
              <p:cNvPr id="9179" name="Google Shape;9179;p3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3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3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2" name="Google Shape;9182;p34"/>
            <p:cNvGrpSpPr/>
            <p:nvPr/>
          </p:nvGrpSpPr>
          <p:grpSpPr>
            <a:xfrm>
              <a:off x="5194708" y="3484366"/>
              <a:ext cx="811409" cy="987304"/>
              <a:chOff x="238125" y="1617275"/>
              <a:chExt cx="1090750" cy="1327200"/>
            </a:xfrm>
          </p:grpSpPr>
          <p:sp>
            <p:nvSpPr>
              <p:cNvPr id="9183" name="Google Shape;9183;p3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3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3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86" name="Google Shape;9186;p34"/>
          <p:cNvGrpSpPr/>
          <p:nvPr/>
        </p:nvGrpSpPr>
        <p:grpSpPr>
          <a:xfrm>
            <a:off x="3460013" y="3146309"/>
            <a:ext cx="1616964" cy="346255"/>
            <a:chOff x="1808063" y="4294338"/>
            <a:chExt cx="3370782" cy="721817"/>
          </a:xfrm>
        </p:grpSpPr>
        <p:sp>
          <p:nvSpPr>
            <p:cNvPr id="9187" name="Google Shape;9187;p3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3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3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3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3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3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3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3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3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3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7" name="Google Shape;9197;p34"/>
          <p:cNvGrpSpPr/>
          <p:nvPr/>
        </p:nvGrpSpPr>
        <p:grpSpPr>
          <a:xfrm>
            <a:off x="738225" y="3432343"/>
            <a:ext cx="1295882" cy="646588"/>
            <a:chOff x="834100" y="3642869"/>
            <a:chExt cx="1259483" cy="628426"/>
          </a:xfrm>
        </p:grpSpPr>
        <p:sp>
          <p:nvSpPr>
            <p:cNvPr id="9198" name="Google Shape;9198;p3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3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3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3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3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3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3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3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3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3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3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3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3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3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3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3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3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3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3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3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3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3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3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3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3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23" name="Google Shape;9223;p34"/>
            <p:cNvGrpSpPr/>
            <p:nvPr/>
          </p:nvGrpSpPr>
          <p:grpSpPr>
            <a:xfrm>
              <a:off x="1360364" y="3847835"/>
              <a:ext cx="208119" cy="224359"/>
              <a:chOff x="1360769" y="3847100"/>
              <a:chExt cx="208119" cy="224359"/>
            </a:xfrm>
          </p:grpSpPr>
          <p:sp>
            <p:nvSpPr>
              <p:cNvPr id="9224" name="Google Shape;9224;p3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3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3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3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3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3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3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3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3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3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3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3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3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3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3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3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3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3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3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3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44" name="Google Shape;9244;p3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3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3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3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3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3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3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3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3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3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3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3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3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3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8" name="Google Shape;9258;p34"/>
          <p:cNvGrpSpPr/>
          <p:nvPr/>
        </p:nvGrpSpPr>
        <p:grpSpPr>
          <a:xfrm rot="5400000">
            <a:off x="5951344" y="3228942"/>
            <a:ext cx="164065" cy="1414914"/>
            <a:chOff x="4428249" y="1369375"/>
            <a:chExt cx="36905" cy="429569"/>
          </a:xfrm>
        </p:grpSpPr>
        <p:sp>
          <p:nvSpPr>
            <p:cNvPr id="9259" name="Google Shape;9259;p3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3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3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3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3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3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3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3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3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3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3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3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3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3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3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3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3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3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3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3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3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3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3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3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3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3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p3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3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3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3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3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3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1" name="Google Shape;9291;p34"/>
          <p:cNvGrpSpPr/>
          <p:nvPr/>
        </p:nvGrpSpPr>
        <p:grpSpPr>
          <a:xfrm flipH="1" rot="10800000">
            <a:off x="5323767" y="2817392"/>
            <a:ext cx="1419207" cy="24808"/>
            <a:chOff x="219558" y="4738465"/>
            <a:chExt cx="5852400" cy="102300"/>
          </a:xfrm>
        </p:grpSpPr>
        <p:cxnSp>
          <p:nvCxnSpPr>
            <p:cNvPr id="9292" name="Google Shape;9292;p3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93" name="Google Shape;9293;p3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3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3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3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3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8" name="Google Shape;9298;p34"/>
          <p:cNvGrpSpPr/>
          <p:nvPr/>
        </p:nvGrpSpPr>
        <p:grpSpPr>
          <a:xfrm>
            <a:off x="5335086" y="3190444"/>
            <a:ext cx="1396569" cy="385016"/>
            <a:chOff x="5286284" y="2966544"/>
            <a:chExt cx="1396569" cy="385016"/>
          </a:xfrm>
        </p:grpSpPr>
        <p:cxnSp>
          <p:nvCxnSpPr>
            <p:cNvPr id="9299" name="Google Shape;9299;p3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300" name="Google Shape;9300;p3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301" name="Google Shape;9301;p34"/>
            <p:cNvGrpSpPr/>
            <p:nvPr/>
          </p:nvGrpSpPr>
          <p:grpSpPr>
            <a:xfrm>
              <a:off x="5287688" y="3173364"/>
              <a:ext cx="1395165" cy="74100"/>
              <a:chOff x="5287688" y="3173364"/>
              <a:chExt cx="1395165" cy="74100"/>
            </a:xfrm>
          </p:grpSpPr>
          <p:cxnSp>
            <p:nvCxnSpPr>
              <p:cNvPr id="9302" name="Google Shape;9302;p34"/>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9303" name="Google Shape;9303;p34"/>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9304" name="Google Shape;9304;p34"/>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305" name="Google Shape;9305;p34"/>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306" name="Google Shape;9306;p34"/>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307" name="Google Shape;9307;p34"/>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308" name="Google Shape;9308;p34"/>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309" name="Google Shape;9309;p34"/>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9310" name="Google Shape;9310;p3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311" name="Google Shape;9311;p34"/>
          <p:cNvGrpSpPr/>
          <p:nvPr/>
        </p:nvGrpSpPr>
        <p:grpSpPr>
          <a:xfrm>
            <a:off x="2021151" y="1609220"/>
            <a:ext cx="1182276" cy="662027"/>
            <a:chOff x="2029517" y="1732295"/>
            <a:chExt cx="1149067" cy="643432"/>
          </a:xfrm>
        </p:grpSpPr>
        <p:grpSp>
          <p:nvGrpSpPr>
            <p:cNvPr id="9312" name="Google Shape;9312;p34"/>
            <p:cNvGrpSpPr/>
            <p:nvPr/>
          </p:nvGrpSpPr>
          <p:grpSpPr>
            <a:xfrm>
              <a:off x="2708660" y="1746937"/>
              <a:ext cx="455426" cy="244429"/>
              <a:chOff x="2700693" y="1746937"/>
              <a:chExt cx="455426" cy="244429"/>
            </a:xfrm>
          </p:grpSpPr>
          <p:grpSp>
            <p:nvGrpSpPr>
              <p:cNvPr id="9313" name="Google Shape;9313;p34"/>
              <p:cNvGrpSpPr/>
              <p:nvPr/>
            </p:nvGrpSpPr>
            <p:grpSpPr>
              <a:xfrm>
                <a:off x="2905682" y="1782817"/>
                <a:ext cx="250437" cy="208549"/>
                <a:chOff x="2905682" y="1782817"/>
                <a:chExt cx="250437" cy="208549"/>
              </a:xfrm>
            </p:grpSpPr>
            <p:cxnSp>
              <p:nvCxnSpPr>
                <p:cNvPr id="9314" name="Google Shape;9314;p3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315" name="Google Shape;9315;p3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6" name="Google Shape;9316;p34"/>
              <p:cNvGrpSpPr/>
              <p:nvPr/>
            </p:nvGrpSpPr>
            <p:grpSpPr>
              <a:xfrm>
                <a:off x="2700693" y="1746937"/>
                <a:ext cx="449966" cy="72374"/>
                <a:chOff x="2700693" y="1746937"/>
                <a:chExt cx="449966" cy="72374"/>
              </a:xfrm>
            </p:grpSpPr>
            <p:cxnSp>
              <p:nvCxnSpPr>
                <p:cNvPr id="9317" name="Google Shape;9317;p3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318" name="Google Shape;9318;p3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19" name="Google Shape;9319;p34"/>
            <p:cNvGrpSpPr/>
            <p:nvPr/>
          </p:nvGrpSpPr>
          <p:grpSpPr>
            <a:xfrm>
              <a:off x="2029517" y="1732295"/>
              <a:ext cx="1149067" cy="643432"/>
              <a:chOff x="2029517" y="1732295"/>
              <a:chExt cx="1149067" cy="643432"/>
            </a:xfrm>
          </p:grpSpPr>
          <p:grpSp>
            <p:nvGrpSpPr>
              <p:cNvPr id="9320" name="Google Shape;9320;p34"/>
              <p:cNvGrpSpPr/>
              <p:nvPr/>
            </p:nvGrpSpPr>
            <p:grpSpPr>
              <a:xfrm>
                <a:off x="2703618" y="2103152"/>
                <a:ext cx="474966" cy="260017"/>
                <a:chOff x="2703618" y="2103152"/>
                <a:chExt cx="474966" cy="260017"/>
              </a:xfrm>
            </p:grpSpPr>
            <p:grpSp>
              <p:nvGrpSpPr>
                <p:cNvPr id="9321" name="Google Shape;9321;p34"/>
                <p:cNvGrpSpPr/>
                <p:nvPr/>
              </p:nvGrpSpPr>
              <p:grpSpPr>
                <a:xfrm>
                  <a:off x="2703618" y="2290640"/>
                  <a:ext cx="450291" cy="72529"/>
                  <a:chOff x="2703618" y="2290640"/>
                  <a:chExt cx="450291" cy="72529"/>
                </a:xfrm>
              </p:grpSpPr>
              <p:cxnSp>
                <p:nvCxnSpPr>
                  <p:cNvPr id="9322" name="Google Shape;9322;p3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323" name="Google Shape;9323;p3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24" name="Google Shape;9324;p34"/>
                <p:cNvGrpSpPr/>
                <p:nvPr/>
              </p:nvGrpSpPr>
              <p:grpSpPr>
                <a:xfrm>
                  <a:off x="2908607" y="2103152"/>
                  <a:ext cx="269977" cy="223538"/>
                  <a:chOff x="2908607" y="2103152"/>
                  <a:chExt cx="269977" cy="223538"/>
                </a:xfrm>
              </p:grpSpPr>
              <p:cxnSp>
                <p:nvCxnSpPr>
                  <p:cNvPr id="9325" name="Google Shape;9325;p3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326" name="Google Shape;9326;p3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27" name="Google Shape;9327;p34"/>
              <p:cNvGrpSpPr/>
              <p:nvPr/>
            </p:nvGrpSpPr>
            <p:grpSpPr>
              <a:xfrm>
                <a:off x="2029517" y="1732295"/>
                <a:ext cx="685827" cy="643432"/>
                <a:chOff x="2029517" y="1732295"/>
                <a:chExt cx="685827" cy="643432"/>
              </a:xfrm>
            </p:grpSpPr>
            <p:sp>
              <p:nvSpPr>
                <p:cNvPr id="9328" name="Google Shape;9328;p3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29" name="Google Shape;9329;p34"/>
                <p:cNvGrpSpPr/>
                <p:nvPr/>
              </p:nvGrpSpPr>
              <p:grpSpPr>
                <a:xfrm>
                  <a:off x="2158948" y="1732295"/>
                  <a:ext cx="556396" cy="333108"/>
                  <a:chOff x="2158948" y="1732295"/>
                  <a:chExt cx="556396" cy="333108"/>
                </a:xfrm>
              </p:grpSpPr>
              <p:cxnSp>
                <p:nvCxnSpPr>
                  <p:cNvPr id="9330" name="Google Shape;9330;p3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331" name="Google Shape;9331;p3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2" name="Google Shape;9332;p34"/>
                <p:cNvGrpSpPr/>
                <p:nvPr/>
              </p:nvGrpSpPr>
              <p:grpSpPr>
                <a:xfrm>
                  <a:off x="2159908" y="2065057"/>
                  <a:ext cx="550885" cy="310670"/>
                  <a:chOff x="2159908" y="2065057"/>
                  <a:chExt cx="550885" cy="310670"/>
                </a:xfrm>
              </p:grpSpPr>
              <p:cxnSp>
                <p:nvCxnSpPr>
                  <p:cNvPr id="9333" name="Google Shape;9333;p3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334" name="Google Shape;9334;p3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9335" name="Google Shape;9335;p34"/>
          <p:cNvGrpSpPr/>
          <p:nvPr/>
        </p:nvGrpSpPr>
        <p:grpSpPr>
          <a:xfrm>
            <a:off x="706398" y="1556833"/>
            <a:ext cx="962653" cy="810058"/>
            <a:chOff x="732460" y="1766083"/>
            <a:chExt cx="962653" cy="810058"/>
          </a:xfrm>
        </p:grpSpPr>
        <p:grpSp>
          <p:nvGrpSpPr>
            <p:cNvPr id="9336" name="Google Shape;9336;p34"/>
            <p:cNvGrpSpPr/>
            <p:nvPr/>
          </p:nvGrpSpPr>
          <p:grpSpPr>
            <a:xfrm>
              <a:off x="732460" y="1908331"/>
              <a:ext cx="339369" cy="524755"/>
              <a:chOff x="844912" y="1819635"/>
              <a:chExt cx="329837" cy="510016"/>
            </a:xfrm>
          </p:grpSpPr>
          <p:sp>
            <p:nvSpPr>
              <p:cNvPr id="9337" name="Google Shape;9337;p3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3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3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3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3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p3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3" name="Google Shape;9343;p34"/>
            <p:cNvGrpSpPr/>
            <p:nvPr/>
          </p:nvGrpSpPr>
          <p:grpSpPr>
            <a:xfrm>
              <a:off x="1184858" y="2256650"/>
              <a:ext cx="510255" cy="319491"/>
              <a:chOff x="1284601" y="2158168"/>
              <a:chExt cx="495923" cy="310517"/>
            </a:xfrm>
          </p:grpSpPr>
          <p:sp>
            <p:nvSpPr>
              <p:cNvPr id="9344" name="Google Shape;9344;p3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45" name="Google Shape;9345;p34"/>
              <p:cNvGrpSpPr/>
              <p:nvPr/>
            </p:nvGrpSpPr>
            <p:grpSpPr>
              <a:xfrm>
                <a:off x="1507666" y="2158168"/>
                <a:ext cx="272858" cy="310517"/>
                <a:chOff x="1507666" y="2158168"/>
                <a:chExt cx="272858" cy="310517"/>
              </a:xfrm>
            </p:grpSpPr>
            <p:grpSp>
              <p:nvGrpSpPr>
                <p:cNvPr id="9346" name="Google Shape;9346;p34"/>
                <p:cNvGrpSpPr/>
                <p:nvPr/>
              </p:nvGrpSpPr>
              <p:grpSpPr>
                <a:xfrm>
                  <a:off x="1507666" y="2176104"/>
                  <a:ext cx="166395" cy="273150"/>
                  <a:chOff x="1507666" y="2176104"/>
                  <a:chExt cx="166395" cy="273150"/>
                </a:xfrm>
              </p:grpSpPr>
              <p:sp>
                <p:nvSpPr>
                  <p:cNvPr id="9347" name="Google Shape;9347;p3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3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3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3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3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3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3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54" name="Google Shape;9354;p3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3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56" name="Google Shape;9356;p34"/>
            <p:cNvGrpSpPr/>
            <p:nvPr/>
          </p:nvGrpSpPr>
          <p:grpSpPr>
            <a:xfrm>
              <a:off x="1184858" y="1766083"/>
              <a:ext cx="510255" cy="319491"/>
              <a:chOff x="1284601" y="1681380"/>
              <a:chExt cx="495923" cy="310517"/>
            </a:xfrm>
          </p:grpSpPr>
          <p:sp>
            <p:nvSpPr>
              <p:cNvPr id="9357" name="Google Shape;9357;p3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58" name="Google Shape;9358;p34"/>
              <p:cNvGrpSpPr/>
              <p:nvPr/>
            </p:nvGrpSpPr>
            <p:grpSpPr>
              <a:xfrm>
                <a:off x="1507666" y="1681380"/>
                <a:ext cx="272858" cy="310517"/>
                <a:chOff x="1507666" y="1681380"/>
                <a:chExt cx="272858" cy="310517"/>
              </a:xfrm>
            </p:grpSpPr>
            <p:grpSp>
              <p:nvGrpSpPr>
                <p:cNvPr id="9359" name="Google Shape;9359;p34"/>
                <p:cNvGrpSpPr/>
                <p:nvPr/>
              </p:nvGrpSpPr>
              <p:grpSpPr>
                <a:xfrm>
                  <a:off x="1507666" y="1700120"/>
                  <a:ext cx="166395" cy="272984"/>
                  <a:chOff x="1507666" y="1700120"/>
                  <a:chExt cx="166395" cy="272984"/>
                </a:xfrm>
              </p:grpSpPr>
              <p:sp>
                <p:nvSpPr>
                  <p:cNvPr id="9360" name="Google Shape;9360;p3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3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3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3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3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3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3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67" name="Google Shape;9367;p3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3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369" name="Google Shape;9369;p34"/>
          <p:cNvGrpSpPr/>
          <p:nvPr/>
        </p:nvGrpSpPr>
        <p:grpSpPr>
          <a:xfrm>
            <a:off x="6815342" y="2324266"/>
            <a:ext cx="1622269" cy="552444"/>
            <a:chOff x="6894650" y="2574740"/>
            <a:chExt cx="1445100" cy="492111"/>
          </a:xfrm>
        </p:grpSpPr>
        <p:sp>
          <p:nvSpPr>
            <p:cNvPr id="9370" name="Google Shape;9370;p3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3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p3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3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3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375" name="Google Shape;9375;p34"/>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9376" name="Google Shape;9376;p34"/>
          <p:cNvGrpSpPr/>
          <p:nvPr/>
        </p:nvGrpSpPr>
        <p:grpSpPr>
          <a:xfrm>
            <a:off x="6834886" y="3698518"/>
            <a:ext cx="1583206" cy="475705"/>
            <a:chOff x="6953919" y="3907920"/>
            <a:chExt cx="1377300" cy="475705"/>
          </a:xfrm>
        </p:grpSpPr>
        <p:cxnSp>
          <p:nvCxnSpPr>
            <p:cNvPr id="9377" name="Google Shape;9377;p34"/>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9378" name="Google Shape;9378;p34"/>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9379" name="Google Shape;9379;p34"/>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9380" name="Google Shape;9380;p34"/>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9381" name="Google Shape;9381;p34"/>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9382" name="Google Shape;9382;p34"/>
          <p:cNvGrpSpPr/>
          <p:nvPr/>
        </p:nvGrpSpPr>
        <p:grpSpPr>
          <a:xfrm>
            <a:off x="2338471" y="2459662"/>
            <a:ext cx="836285" cy="824529"/>
            <a:chOff x="2389399" y="2595741"/>
            <a:chExt cx="812796" cy="801369"/>
          </a:xfrm>
        </p:grpSpPr>
        <p:grpSp>
          <p:nvGrpSpPr>
            <p:cNvPr id="9383" name="Google Shape;9383;p34"/>
            <p:cNvGrpSpPr/>
            <p:nvPr/>
          </p:nvGrpSpPr>
          <p:grpSpPr>
            <a:xfrm>
              <a:off x="2492145" y="2881565"/>
              <a:ext cx="607299" cy="229751"/>
              <a:chOff x="2492145" y="2881565"/>
              <a:chExt cx="607299" cy="229751"/>
            </a:xfrm>
          </p:grpSpPr>
          <p:sp>
            <p:nvSpPr>
              <p:cNvPr id="9384" name="Google Shape;9384;p3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3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3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87" name="Google Shape;9387;p34"/>
            <p:cNvGrpSpPr/>
            <p:nvPr/>
          </p:nvGrpSpPr>
          <p:grpSpPr>
            <a:xfrm>
              <a:off x="2389399" y="2595741"/>
              <a:ext cx="812796" cy="296825"/>
              <a:chOff x="2389399" y="2595741"/>
              <a:chExt cx="812796" cy="296825"/>
            </a:xfrm>
          </p:grpSpPr>
          <p:grpSp>
            <p:nvGrpSpPr>
              <p:cNvPr id="9388" name="Google Shape;9388;p34"/>
              <p:cNvGrpSpPr/>
              <p:nvPr/>
            </p:nvGrpSpPr>
            <p:grpSpPr>
              <a:xfrm>
                <a:off x="2389399" y="2595741"/>
                <a:ext cx="363638" cy="296825"/>
                <a:chOff x="2389399" y="2595741"/>
                <a:chExt cx="363638" cy="296825"/>
              </a:xfrm>
            </p:grpSpPr>
            <p:grpSp>
              <p:nvGrpSpPr>
                <p:cNvPr id="9389" name="Google Shape;9389;p34"/>
                <p:cNvGrpSpPr/>
                <p:nvPr/>
              </p:nvGrpSpPr>
              <p:grpSpPr>
                <a:xfrm>
                  <a:off x="2493852" y="2794333"/>
                  <a:ext cx="259185" cy="98233"/>
                  <a:chOff x="2493852" y="2794333"/>
                  <a:chExt cx="259185" cy="98233"/>
                </a:xfrm>
              </p:grpSpPr>
              <p:sp>
                <p:nvSpPr>
                  <p:cNvPr id="9390" name="Google Shape;9390;p3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3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3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3" name="Google Shape;9393;p34"/>
                <p:cNvGrpSpPr/>
                <p:nvPr/>
              </p:nvGrpSpPr>
              <p:grpSpPr>
                <a:xfrm>
                  <a:off x="2389399" y="2595741"/>
                  <a:ext cx="224343" cy="182054"/>
                  <a:chOff x="2389399" y="2595741"/>
                  <a:chExt cx="224343" cy="182054"/>
                </a:xfrm>
              </p:grpSpPr>
              <p:sp>
                <p:nvSpPr>
                  <p:cNvPr id="9394" name="Google Shape;9394;p3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3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96" name="Google Shape;9396;p34"/>
              <p:cNvGrpSpPr/>
              <p:nvPr/>
            </p:nvGrpSpPr>
            <p:grpSpPr>
              <a:xfrm>
                <a:off x="2683630" y="2595741"/>
                <a:ext cx="224334" cy="296825"/>
                <a:chOff x="2683630" y="2595741"/>
                <a:chExt cx="224334" cy="296825"/>
              </a:xfrm>
            </p:grpSpPr>
            <p:grpSp>
              <p:nvGrpSpPr>
                <p:cNvPr id="9397" name="Google Shape;9397;p34"/>
                <p:cNvGrpSpPr/>
                <p:nvPr/>
              </p:nvGrpSpPr>
              <p:grpSpPr>
                <a:xfrm>
                  <a:off x="2788083" y="2794333"/>
                  <a:ext cx="15356" cy="98233"/>
                  <a:chOff x="2788083" y="2794333"/>
                  <a:chExt cx="15356" cy="98233"/>
                </a:xfrm>
              </p:grpSpPr>
              <p:sp>
                <p:nvSpPr>
                  <p:cNvPr id="9398" name="Google Shape;9398;p3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3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3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01" name="Google Shape;9401;p34"/>
                <p:cNvGrpSpPr/>
                <p:nvPr/>
              </p:nvGrpSpPr>
              <p:grpSpPr>
                <a:xfrm>
                  <a:off x="2683630" y="2595741"/>
                  <a:ext cx="224334" cy="182054"/>
                  <a:chOff x="2683630" y="2595741"/>
                  <a:chExt cx="224334" cy="182054"/>
                </a:xfrm>
              </p:grpSpPr>
              <p:sp>
                <p:nvSpPr>
                  <p:cNvPr id="9402" name="Google Shape;9402;p3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3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04" name="Google Shape;9404;p34"/>
              <p:cNvGrpSpPr/>
              <p:nvPr/>
            </p:nvGrpSpPr>
            <p:grpSpPr>
              <a:xfrm>
                <a:off x="2838475" y="2595741"/>
                <a:ext cx="363720" cy="296825"/>
                <a:chOff x="2838475" y="2595741"/>
                <a:chExt cx="363720" cy="296825"/>
              </a:xfrm>
            </p:grpSpPr>
            <p:grpSp>
              <p:nvGrpSpPr>
                <p:cNvPr id="9405" name="Google Shape;9405;p34"/>
                <p:cNvGrpSpPr/>
                <p:nvPr/>
              </p:nvGrpSpPr>
              <p:grpSpPr>
                <a:xfrm>
                  <a:off x="2838475" y="2794333"/>
                  <a:ext cx="259186" cy="98233"/>
                  <a:chOff x="2838475" y="2794333"/>
                  <a:chExt cx="259186" cy="98233"/>
                </a:xfrm>
              </p:grpSpPr>
              <p:sp>
                <p:nvSpPr>
                  <p:cNvPr id="9406" name="Google Shape;9406;p3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3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3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09" name="Google Shape;9409;p34"/>
                <p:cNvGrpSpPr/>
                <p:nvPr/>
              </p:nvGrpSpPr>
              <p:grpSpPr>
                <a:xfrm>
                  <a:off x="2977852" y="2595741"/>
                  <a:ext cx="224343" cy="182054"/>
                  <a:chOff x="2977852" y="2595741"/>
                  <a:chExt cx="224343" cy="182054"/>
                </a:xfrm>
              </p:grpSpPr>
              <p:sp>
                <p:nvSpPr>
                  <p:cNvPr id="9410" name="Google Shape;9410;p3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3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412" name="Google Shape;9412;p34"/>
            <p:cNvGrpSpPr/>
            <p:nvPr/>
          </p:nvGrpSpPr>
          <p:grpSpPr>
            <a:xfrm>
              <a:off x="2389399" y="3100241"/>
              <a:ext cx="812796" cy="296869"/>
              <a:chOff x="2389399" y="3100241"/>
              <a:chExt cx="812796" cy="296869"/>
            </a:xfrm>
          </p:grpSpPr>
          <p:grpSp>
            <p:nvGrpSpPr>
              <p:cNvPr id="9413" name="Google Shape;9413;p34"/>
              <p:cNvGrpSpPr/>
              <p:nvPr/>
            </p:nvGrpSpPr>
            <p:grpSpPr>
              <a:xfrm>
                <a:off x="2683630" y="3100241"/>
                <a:ext cx="224334" cy="296869"/>
                <a:chOff x="2683630" y="3100241"/>
                <a:chExt cx="224334" cy="296869"/>
              </a:xfrm>
            </p:grpSpPr>
            <p:grpSp>
              <p:nvGrpSpPr>
                <p:cNvPr id="9414" name="Google Shape;9414;p34"/>
                <p:cNvGrpSpPr/>
                <p:nvPr/>
              </p:nvGrpSpPr>
              <p:grpSpPr>
                <a:xfrm>
                  <a:off x="2788083" y="3100241"/>
                  <a:ext cx="15356" cy="98236"/>
                  <a:chOff x="2788083" y="3100241"/>
                  <a:chExt cx="15356" cy="98236"/>
                </a:xfrm>
              </p:grpSpPr>
              <p:sp>
                <p:nvSpPr>
                  <p:cNvPr id="9415" name="Google Shape;9415;p3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3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3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8" name="Google Shape;9418;p34"/>
                <p:cNvGrpSpPr/>
                <p:nvPr/>
              </p:nvGrpSpPr>
              <p:grpSpPr>
                <a:xfrm>
                  <a:off x="2683630" y="3215065"/>
                  <a:ext cx="224334" cy="182045"/>
                  <a:chOff x="2683630" y="3215065"/>
                  <a:chExt cx="224334" cy="182045"/>
                </a:xfrm>
              </p:grpSpPr>
              <p:sp>
                <p:nvSpPr>
                  <p:cNvPr id="9419" name="Google Shape;9419;p3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3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21" name="Google Shape;9421;p34"/>
              <p:cNvGrpSpPr/>
              <p:nvPr/>
            </p:nvGrpSpPr>
            <p:grpSpPr>
              <a:xfrm>
                <a:off x="2389399" y="3100241"/>
                <a:ext cx="363638" cy="296869"/>
                <a:chOff x="2389399" y="3100241"/>
                <a:chExt cx="363638" cy="296869"/>
              </a:xfrm>
            </p:grpSpPr>
            <p:grpSp>
              <p:nvGrpSpPr>
                <p:cNvPr id="9422" name="Google Shape;9422;p34"/>
                <p:cNvGrpSpPr/>
                <p:nvPr/>
              </p:nvGrpSpPr>
              <p:grpSpPr>
                <a:xfrm>
                  <a:off x="2493852" y="3100241"/>
                  <a:ext cx="259185" cy="98236"/>
                  <a:chOff x="2493852" y="3100241"/>
                  <a:chExt cx="259185" cy="98236"/>
                </a:xfrm>
              </p:grpSpPr>
              <p:sp>
                <p:nvSpPr>
                  <p:cNvPr id="9423" name="Google Shape;9423;p3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3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3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6" name="Google Shape;9426;p34"/>
                <p:cNvGrpSpPr/>
                <p:nvPr/>
              </p:nvGrpSpPr>
              <p:grpSpPr>
                <a:xfrm>
                  <a:off x="2389399" y="3215065"/>
                  <a:ext cx="224343" cy="182045"/>
                  <a:chOff x="2389399" y="3215065"/>
                  <a:chExt cx="224343" cy="182045"/>
                </a:xfrm>
              </p:grpSpPr>
              <p:sp>
                <p:nvSpPr>
                  <p:cNvPr id="9427" name="Google Shape;9427;p3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3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429" name="Google Shape;9429;p34"/>
              <p:cNvGrpSpPr/>
              <p:nvPr/>
            </p:nvGrpSpPr>
            <p:grpSpPr>
              <a:xfrm>
                <a:off x="2838475" y="3100241"/>
                <a:ext cx="363720" cy="296869"/>
                <a:chOff x="2838475" y="3100241"/>
                <a:chExt cx="363720" cy="296869"/>
              </a:xfrm>
            </p:grpSpPr>
            <p:grpSp>
              <p:nvGrpSpPr>
                <p:cNvPr id="9430" name="Google Shape;9430;p34"/>
                <p:cNvGrpSpPr/>
                <p:nvPr/>
              </p:nvGrpSpPr>
              <p:grpSpPr>
                <a:xfrm>
                  <a:off x="2838475" y="3100241"/>
                  <a:ext cx="259186" cy="98236"/>
                  <a:chOff x="2838475" y="3100241"/>
                  <a:chExt cx="259186" cy="98236"/>
                </a:xfrm>
              </p:grpSpPr>
              <p:sp>
                <p:nvSpPr>
                  <p:cNvPr id="9431" name="Google Shape;9431;p3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3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3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4" name="Google Shape;9434;p34"/>
                <p:cNvGrpSpPr/>
                <p:nvPr/>
              </p:nvGrpSpPr>
              <p:grpSpPr>
                <a:xfrm>
                  <a:off x="2977852" y="3215065"/>
                  <a:ext cx="224343" cy="182045"/>
                  <a:chOff x="2977852" y="3215065"/>
                  <a:chExt cx="224343" cy="182045"/>
                </a:xfrm>
              </p:grpSpPr>
              <p:sp>
                <p:nvSpPr>
                  <p:cNvPr id="9435" name="Google Shape;9435;p3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3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0" name="Shape 9440"/>
        <p:cNvGrpSpPr/>
        <p:nvPr/>
      </p:nvGrpSpPr>
      <p:grpSpPr>
        <a:xfrm>
          <a:off x="0" y="0"/>
          <a:ext cx="0" cy="0"/>
          <a:chOff x="0" y="0"/>
          <a:chExt cx="0" cy="0"/>
        </a:xfrm>
      </p:grpSpPr>
      <p:grpSp>
        <p:nvGrpSpPr>
          <p:cNvPr id="9441" name="Google Shape;9441;p35"/>
          <p:cNvGrpSpPr/>
          <p:nvPr/>
        </p:nvGrpSpPr>
        <p:grpSpPr>
          <a:xfrm>
            <a:off x="702075" y="3155925"/>
            <a:ext cx="2390414" cy="1024800"/>
            <a:chOff x="728925" y="3296613"/>
            <a:chExt cx="2390414" cy="1024800"/>
          </a:xfrm>
        </p:grpSpPr>
        <p:grpSp>
          <p:nvGrpSpPr>
            <p:cNvPr id="9442" name="Google Shape;9442;p35"/>
            <p:cNvGrpSpPr/>
            <p:nvPr/>
          </p:nvGrpSpPr>
          <p:grpSpPr>
            <a:xfrm>
              <a:off x="728925" y="3619800"/>
              <a:ext cx="2390414" cy="500893"/>
              <a:chOff x="728925" y="3619800"/>
              <a:chExt cx="2390414" cy="500893"/>
            </a:xfrm>
          </p:grpSpPr>
          <p:sp>
            <p:nvSpPr>
              <p:cNvPr id="9443" name="Google Shape;9443;p3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444" name="Google Shape;9444;p3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445" name="Google Shape;9445;p35"/>
            <p:cNvGrpSpPr/>
            <p:nvPr/>
          </p:nvGrpSpPr>
          <p:grpSpPr>
            <a:xfrm>
              <a:off x="1348050" y="3296613"/>
              <a:ext cx="1706152" cy="1024800"/>
              <a:chOff x="1348050" y="3296613"/>
              <a:chExt cx="1706152" cy="1024800"/>
            </a:xfrm>
          </p:grpSpPr>
          <p:sp>
            <p:nvSpPr>
              <p:cNvPr id="9446" name="Google Shape;9446;p3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447" name="Google Shape;9447;p3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448" name="Google Shape;9448;p3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449" name="Google Shape;9449;p3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450" name="Google Shape;9450;p3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451" name="Google Shape;9451;p35"/>
            <p:cNvGrpSpPr/>
            <p:nvPr/>
          </p:nvGrpSpPr>
          <p:grpSpPr>
            <a:xfrm>
              <a:off x="1455707" y="3654858"/>
              <a:ext cx="1491149" cy="417657"/>
              <a:chOff x="1455707" y="3654858"/>
              <a:chExt cx="1491149" cy="417657"/>
            </a:xfrm>
          </p:grpSpPr>
          <p:sp>
            <p:nvSpPr>
              <p:cNvPr id="9452" name="Google Shape;9452;p3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3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3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3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3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3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3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3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3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3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3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3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3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3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3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3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3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3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3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3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472" name="Google Shape;9472;p35"/>
          <p:cNvGraphicFramePr/>
          <p:nvPr/>
        </p:nvGraphicFramePr>
        <p:xfrm>
          <a:off x="5937775" y="2153837"/>
          <a:ext cx="3000000" cy="3000000"/>
        </p:xfrm>
        <a:graphic>
          <a:graphicData uri="http://schemas.openxmlformats.org/drawingml/2006/table">
            <a:tbl>
              <a:tblPr>
                <a:noFill/>
                <a:tableStyleId>{4525C3A9-1ED4-4DCC-A146-D03A1F910800}</a:tableStyleId>
              </a:tblPr>
              <a:tblGrid>
                <a:gridCol w="626025"/>
                <a:gridCol w="626025"/>
                <a:gridCol w="626025"/>
                <a:gridCol w="626025"/>
              </a:tblGrid>
              <a:tr h="10000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473" name="Google Shape;9473;p35"/>
          <p:cNvGrpSpPr/>
          <p:nvPr/>
        </p:nvGrpSpPr>
        <p:grpSpPr>
          <a:xfrm>
            <a:off x="710451" y="981601"/>
            <a:ext cx="2396505" cy="976502"/>
            <a:chOff x="749309" y="1112739"/>
            <a:chExt cx="2371603" cy="976502"/>
          </a:xfrm>
        </p:grpSpPr>
        <p:grpSp>
          <p:nvGrpSpPr>
            <p:cNvPr id="9474" name="Google Shape;9474;p35"/>
            <p:cNvGrpSpPr/>
            <p:nvPr/>
          </p:nvGrpSpPr>
          <p:grpSpPr>
            <a:xfrm>
              <a:off x="1092126" y="1112739"/>
              <a:ext cx="2028786" cy="975465"/>
              <a:chOff x="1092126" y="1112739"/>
              <a:chExt cx="2028786" cy="975465"/>
            </a:xfrm>
          </p:grpSpPr>
          <p:sp>
            <p:nvSpPr>
              <p:cNvPr id="9475" name="Google Shape;9475;p3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3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3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3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3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3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3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3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3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3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3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3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3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3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3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3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3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3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3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3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p3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p3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3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3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9" name="Google Shape;9499;p35"/>
            <p:cNvGrpSpPr/>
            <p:nvPr/>
          </p:nvGrpSpPr>
          <p:grpSpPr>
            <a:xfrm>
              <a:off x="749309" y="1112739"/>
              <a:ext cx="314700" cy="975465"/>
              <a:chOff x="749309" y="1112739"/>
              <a:chExt cx="314700" cy="975465"/>
            </a:xfrm>
          </p:grpSpPr>
          <p:sp>
            <p:nvSpPr>
              <p:cNvPr id="9500" name="Google Shape;9500;p3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1" name="Google Shape;9501;p3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3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3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04" name="Google Shape;9504;p3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3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3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3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9508" name="Google Shape;9508;p35"/>
          <p:cNvGraphicFramePr/>
          <p:nvPr/>
        </p:nvGraphicFramePr>
        <p:xfrm>
          <a:off x="5937800" y="981587"/>
          <a:ext cx="3000000" cy="3000000"/>
        </p:xfrm>
        <a:graphic>
          <a:graphicData uri="http://schemas.openxmlformats.org/drawingml/2006/table">
            <a:tbl>
              <a:tblPr>
                <a:noFill/>
                <a:tableStyleId>{4525C3A9-1ED4-4DCC-A146-D03A1F910800}</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509" name="Google Shape;9509;p35"/>
          <p:cNvGraphicFramePr/>
          <p:nvPr/>
        </p:nvGraphicFramePr>
        <p:xfrm>
          <a:off x="3358663" y="2153837"/>
          <a:ext cx="3000000" cy="3000000"/>
        </p:xfrm>
        <a:graphic>
          <a:graphicData uri="http://schemas.openxmlformats.org/drawingml/2006/table">
            <a:tbl>
              <a:tblPr>
                <a:noFill/>
                <a:tableStyleId>{4525C3A9-1ED4-4DCC-A146-D03A1F910800}</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510" name="Google Shape;9510;p35"/>
          <p:cNvGrpSpPr/>
          <p:nvPr/>
        </p:nvGrpSpPr>
        <p:grpSpPr>
          <a:xfrm>
            <a:off x="3360649" y="3144798"/>
            <a:ext cx="2363377" cy="1047074"/>
            <a:chOff x="3358399" y="3285485"/>
            <a:chExt cx="2363377" cy="1047074"/>
          </a:xfrm>
        </p:grpSpPr>
        <p:grpSp>
          <p:nvGrpSpPr>
            <p:cNvPr id="9511" name="Google Shape;9511;p35"/>
            <p:cNvGrpSpPr/>
            <p:nvPr/>
          </p:nvGrpSpPr>
          <p:grpSpPr>
            <a:xfrm>
              <a:off x="3358412" y="3285485"/>
              <a:ext cx="2363244" cy="139500"/>
              <a:chOff x="3358412" y="3285485"/>
              <a:chExt cx="2363244" cy="139500"/>
            </a:xfrm>
          </p:grpSpPr>
          <p:sp>
            <p:nvSpPr>
              <p:cNvPr id="9512" name="Google Shape;9512;p3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3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3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p3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3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7" name="Google Shape;9517;p35"/>
            <p:cNvGrpSpPr/>
            <p:nvPr/>
          </p:nvGrpSpPr>
          <p:grpSpPr>
            <a:xfrm>
              <a:off x="3358412" y="3466996"/>
              <a:ext cx="2363244" cy="139500"/>
              <a:chOff x="3358412" y="3466996"/>
              <a:chExt cx="2363244" cy="139500"/>
            </a:xfrm>
          </p:grpSpPr>
          <p:sp>
            <p:nvSpPr>
              <p:cNvPr id="9518" name="Google Shape;9518;p3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3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3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3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p3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3" name="Google Shape;9523;p35"/>
            <p:cNvGrpSpPr/>
            <p:nvPr/>
          </p:nvGrpSpPr>
          <p:grpSpPr>
            <a:xfrm>
              <a:off x="3358412" y="3648507"/>
              <a:ext cx="2363244" cy="139500"/>
              <a:chOff x="3358412" y="3648507"/>
              <a:chExt cx="2363244" cy="139500"/>
            </a:xfrm>
          </p:grpSpPr>
          <p:sp>
            <p:nvSpPr>
              <p:cNvPr id="9524" name="Google Shape;9524;p3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p3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p3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3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3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9" name="Google Shape;9529;p35"/>
            <p:cNvGrpSpPr/>
            <p:nvPr/>
          </p:nvGrpSpPr>
          <p:grpSpPr>
            <a:xfrm>
              <a:off x="3358412" y="3830018"/>
              <a:ext cx="2363244" cy="139500"/>
              <a:chOff x="3358412" y="3830018"/>
              <a:chExt cx="2363244" cy="139500"/>
            </a:xfrm>
          </p:grpSpPr>
          <p:sp>
            <p:nvSpPr>
              <p:cNvPr id="9530" name="Google Shape;9530;p3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3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3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3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3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5" name="Google Shape;9535;p35"/>
            <p:cNvGrpSpPr/>
            <p:nvPr/>
          </p:nvGrpSpPr>
          <p:grpSpPr>
            <a:xfrm>
              <a:off x="3358399" y="4011526"/>
              <a:ext cx="2363377" cy="139537"/>
              <a:chOff x="3294800" y="4134603"/>
              <a:chExt cx="2638876" cy="152400"/>
            </a:xfrm>
          </p:grpSpPr>
          <p:sp>
            <p:nvSpPr>
              <p:cNvPr id="9536" name="Google Shape;9536;p3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3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3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3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3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1" name="Google Shape;9541;p35"/>
            <p:cNvGrpSpPr/>
            <p:nvPr/>
          </p:nvGrpSpPr>
          <p:grpSpPr>
            <a:xfrm>
              <a:off x="3358399" y="4193022"/>
              <a:ext cx="2363377" cy="139537"/>
              <a:chOff x="3294800" y="4134603"/>
              <a:chExt cx="2638876" cy="152400"/>
            </a:xfrm>
          </p:grpSpPr>
          <p:sp>
            <p:nvSpPr>
              <p:cNvPr id="9542" name="Google Shape;9542;p3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3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4" name="Google Shape;9544;p3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5" name="Google Shape;9545;p3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p3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547" name="Google Shape;9547;p35"/>
          <p:cNvGraphicFramePr/>
          <p:nvPr/>
        </p:nvGraphicFramePr>
        <p:xfrm>
          <a:off x="711450" y="2153837"/>
          <a:ext cx="3000000" cy="3000000"/>
        </p:xfrm>
        <a:graphic>
          <a:graphicData uri="http://schemas.openxmlformats.org/drawingml/2006/table">
            <a:tbl>
              <a:tblPr>
                <a:noFill/>
                <a:tableStyleId>{4525C3A9-1ED4-4DCC-A146-D03A1F910800}</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548" name="Google Shape;9548;p35"/>
          <p:cNvGrpSpPr/>
          <p:nvPr/>
        </p:nvGrpSpPr>
        <p:grpSpPr>
          <a:xfrm>
            <a:off x="4161119" y="2557652"/>
            <a:ext cx="1302095" cy="60959"/>
            <a:chOff x="3558802" y="4011427"/>
            <a:chExt cx="1866000" cy="111300"/>
          </a:xfrm>
        </p:grpSpPr>
        <p:sp>
          <p:nvSpPr>
            <p:cNvPr id="9549" name="Google Shape;9549;p3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3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1" name="Google Shape;9551;p35"/>
          <p:cNvGrpSpPr/>
          <p:nvPr/>
        </p:nvGrpSpPr>
        <p:grpSpPr>
          <a:xfrm>
            <a:off x="4706607" y="2839811"/>
            <a:ext cx="914340" cy="60959"/>
            <a:chOff x="3558802" y="4011427"/>
            <a:chExt cx="1866000" cy="111300"/>
          </a:xfrm>
        </p:grpSpPr>
        <p:sp>
          <p:nvSpPr>
            <p:cNvPr id="9552" name="Google Shape;9552;p3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3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4" name="Google Shape;9554;p35"/>
          <p:cNvGrpSpPr/>
          <p:nvPr/>
        </p:nvGrpSpPr>
        <p:grpSpPr>
          <a:xfrm>
            <a:off x="5874450" y="3167608"/>
            <a:ext cx="2519826" cy="1001454"/>
            <a:chOff x="1906114" y="789980"/>
            <a:chExt cx="1487676" cy="606868"/>
          </a:xfrm>
        </p:grpSpPr>
        <p:cxnSp>
          <p:nvCxnSpPr>
            <p:cNvPr id="9555" name="Google Shape;9555;p35"/>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9556" name="Google Shape;9556;p35"/>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9557" name="Google Shape;9557;p35"/>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9558" name="Google Shape;9558;p3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JANUARY</a:t>
              </a:r>
              <a:endParaRPr b="0" i="0" sz="300" u="none" cap="none" strike="noStrike">
                <a:solidFill>
                  <a:srgbClr val="E3E9ED"/>
                </a:solidFill>
                <a:latin typeface="Arial"/>
                <a:ea typeface="Arial"/>
                <a:cs typeface="Arial"/>
                <a:sym typeface="Arial"/>
              </a:endParaRPr>
            </a:p>
          </p:txBody>
        </p:sp>
        <p:sp>
          <p:nvSpPr>
            <p:cNvPr id="9559" name="Google Shape;9559;p3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FEBRUARY</a:t>
              </a:r>
              <a:endParaRPr b="0" i="0" sz="300" u="none" cap="none" strike="noStrike">
                <a:solidFill>
                  <a:srgbClr val="E3E9ED"/>
                </a:solidFill>
                <a:latin typeface="Arial"/>
                <a:ea typeface="Arial"/>
                <a:cs typeface="Arial"/>
                <a:sym typeface="Arial"/>
              </a:endParaRPr>
            </a:p>
          </p:txBody>
        </p:sp>
        <p:sp>
          <p:nvSpPr>
            <p:cNvPr id="9560" name="Google Shape;9560;p3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MARCH</a:t>
              </a:r>
              <a:endParaRPr b="0" i="0" sz="300" u="none" cap="none" strike="noStrike">
                <a:solidFill>
                  <a:srgbClr val="E3E9ED"/>
                </a:solidFill>
                <a:latin typeface="Arial"/>
                <a:ea typeface="Arial"/>
                <a:cs typeface="Arial"/>
                <a:sym typeface="Arial"/>
              </a:endParaRPr>
            </a:p>
          </p:txBody>
        </p:sp>
        <p:sp>
          <p:nvSpPr>
            <p:cNvPr id="9561" name="Google Shape;9561;p3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APRIL</a:t>
              </a:r>
              <a:endParaRPr b="0" i="0" sz="300" u="none" cap="none" strike="noStrike">
                <a:solidFill>
                  <a:srgbClr val="E3E9ED"/>
                </a:solidFill>
                <a:latin typeface="Arial"/>
                <a:ea typeface="Arial"/>
                <a:cs typeface="Arial"/>
                <a:sym typeface="Arial"/>
              </a:endParaRPr>
            </a:p>
          </p:txBody>
        </p:sp>
        <p:sp>
          <p:nvSpPr>
            <p:cNvPr id="9562" name="Google Shape;9562;p3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3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3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3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6" name="Google Shape;9566;p3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3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3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PHASE 1</a:t>
              </a:r>
              <a:endParaRPr b="0" i="0" sz="300" u="none" cap="none" strike="noStrike">
                <a:solidFill>
                  <a:srgbClr val="E3E9ED"/>
                </a:solidFill>
                <a:latin typeface="Arial"/>
                <a:ea typeface="Arial"/>
                <a:cs typeface="Arial"/>
                <a:sym typeface="Arial"/>
              </a:endParaRPr>
            </a:p>
          </p:txBody>
        </p:sp>
        <p:sp>
          <p:nvSpPr>
            <p:cNvPr id="9569" name="Google Shape;9569;p3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Task 1</a:t>
              </a:r>
              <a:endParaRPr b="0" i="0" sz="300" u="none" cap="none" strike="noStrike">
                <a:solidFill>
                  <a:srgbClr val="E3E9ED"/>
                </a:solidFill>
                <a:latin typeface="Arial"/>
                <a:ea typeface="Arial"/>
                <a:cs typeface="Arial"/>
                <a:sym typeface="Arial"/>
              </a:endParaRPr>
            </a:p>
          </p:txBody>
        </p:sp>
        <p:sp>
          <p:nvSpPr>
            <p:cNvPr id="9570" name="Google Shape;9570;p3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de" sz="300" u="none" cap="none" strike="noStrike">
                  <a:solidFill>
                    <a:srgbClr val="E3E9ED"/>
                  </a:solidFill>
                  <a:latin typeface="Arial"/>
                  <a:ea typeface="Arial"/>
                  <a:cs typeface="Arial"/>
                  <a:sym typeface="Arial"/>
                </a:rPr>
                <a:t>Task 2</a:t>
              </a:r>
              <a:endParaRPr b="0" i="0" sz="300" u="none" cap="none" strike="noStrike">
                <a:solidFill>
                  <a:srgbClr val="E3E9ED"/>
                </a:solidFill>
                <a:latin typeface="Arial"/>
                <a:ea typeface="Arial"/>
                <a:cs typeface="Arial"/>
                <a:sym typeface="Arial"/>
              </a:endParaRPr>
            </a:p>
          </p:txBody>
        </p:sp>
        <p:sp>
          <p:nvSpPr>
            <p:cNvPr id="9571" name="Google Shape;9571;p3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2" name="Google Shape;9572;p35"/>
          <p:cNvGrpSpPr/>
          <p:nvPr/>
        </p:nvGrpSpPr>
        <p:grpSpPr>
          <a:xfrm>
            <a:off x="3355811" y="951645"/>
            <a:ext cx="2363392" cy="1005865"/>
            <a:chOff x="3292400" y="1193188"/>
            <a:chExt cx="2615240" cy="1131075"/>
          </a:xfrm>
        </p:grpSpPr>
        <p:sp>
          <p:nvSpPr>
            <p:cNvPr id="9573" name="Google Shape;9573;p3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74" name="Google Shape;9574;p3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75" name="Google Shape;9575;p3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JANUARY</a:t>
              </a:r>
              <a:endParaRPr b="0" i="0" sz="200" u="none" cap="none" strike="noStrike">
                <a:solidFill>
                  <a:srgbClr val="FFFFFF"/>
                </a:solidFill>
                <a:latin typeface="Arial"/>
                <a:ea typeface="Arial"/>
                <a:cs typeface="Arial"/>
                <a:sym typeface="Arial"/>
              </a:endParaRPr>
            </a:p>
          </p:txBody>
        </p:sp>
        <p:sp>
          <p:nvSpPr>
            <p:cNvPr id="9576" name="Google Shape;9576;p3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FEBRUARY</a:t>
              </a:r>
              <a:endParaRPr b="0" i="0" sz="200" u="none" cap="none" strike="noStrike">
                <a:solidFill>
                  <a:srgbClr val="FFFFFF"/>
                </a:solidFill>
                <a:latin typeface="Arial"/>
                <a:ea typeface="Arial"/>
                <a:cs typeface="Arial"/>
                <a:sym typeface="Arial"/>
              </a:endParaRPr>
            </a:p>
          </p:txBody>
        </p:sp>
        <p:sp>
          <p:nvSpPr>
            <p:cNvPr id="9577" name="Google Shape;9577;p3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MARCH</a:t>
              </a:r>
              <a:endParaRPr b="0" i="0" sz="200" u="none" cap="none" strike="noStrike">
                <a:solidFill>
                  <a:srgbClr val="FFFFFF"/>
                </a:solidFill>
                <a:latin typeface="Arial"/>
                <a:ea typeface="Arial"/>
                <a:cs typeface="Arial"/>
                <a:sym typeface="Arial"/>
              </a:endParaRPr>
            </a:p>
          </p:txBody>
        </p:sp>
        <p:sp>
          <p:nvSpPr>
            <p:cNvPr id="9578" name="Google Shape;9578;p3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APRIL</a:t>
              </a:r>
              <a:endParaRPr b="0" i="0" sz="200" u="none" cap="none" strike="noStrike">
                <a:solidFill>
                  <a:srgbClr val="FFFFFF"/>
                </a:solidFill>
                <a:latin typeface="Arial"/>
                <a:ea typeface="Arial"/>
                <a:cs typeface="Arial"/>
                <a:sym typeface="Arial"/>
              </a:endParaRPr>
            </a:p>
          </p:txBody>
        </p:sp>
        <p:sp>
          <p:nvSpPr>
            <p:cNvPr id="9579" name="Google Shape;9579;p3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MAY</a:t>
              </a:r>
              <a:endParaRPr b="0" i="0" sz="200" u="none" cap="none" strike="noStrike">
                <a:solidFill>
                  <a:srgbClr val="FFFFFF"/>
                </a:solidFill>
                <a:latin typeface="Arial"/>
                <a:ea typeface="Arial"/>
                <a:cs typeface="Arial"/>
                <a:sym typeface="Arial"/>
              </a:endParaRPr>
            </a:p>
          </p:txBody>
        </p:sp>
        <p:sp>
          <p:nvSpPr>
            <p:cNvPr id="9580" name="Google Shape;9580;p3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JUNE</a:t>
              </a:r>
              <a:endParaRPr b="0" i="0" sz="200" u="none" cap="none" strike="noStrike">
                <a:solidFill>
                  <a:srgbClr val="FFFFFF"/>
                </a:solidFill>
                <a:latin typeface="Arial"/>
                <a:ea typeface="Arial"/>
                <a:cs typeface="Arial"/>
                <a:sym typeface="Arial"/>
              </a:endParaRPr>
            </a:p>
          </p:txBody>
        </p:sp>
        <p:sp>
          <p:nvSpPr>
            <p:cNvPr id="9581" name="Google Shape;9581;p3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PHASE 1</a:t>
              </a:r>
              <a:endParaRPr b="0" i="0" sz="200" u="none" cap="none" strike="noStrike">
                <a:solidFill>
                  <a:srgbClr val="FFFFFF"/>
                </a:solidFill>
                <a:latin typeface="Arial"/>
                <a:ea typeface="Arial"/>
                <a:cs typeface="Arial"/>
                <a:sym typeface="Arial"/>
              </a:endParaRPr>
            </a:p>
          </p:txBody>
        </p:sp>
        <p:sp>
          <p:nvSpPr>
            <p:cNvPr id="9582" name="Google Shape;9582;p3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PHASE 2</a:t>
              </a:r>
              <a:endParaRPr b="0" i="0" sz="200" u="none" cap="none" strike="noStrike">
                <a:solidFill>
                  <a:srgbClr val="FFFFFF"/>
                </a:solidFill>
                <a:latin typeface="Arial"/>
                <a:ea typeface="Arial"/>
                <a:cs typeface="Arial"/>
                <a:sym typeface="Arial"/>
              </a:endParaRPr>
            </a:p>
          </p:txBody>
        </p:sp>
        <p:sp>
          <p:nvSpPr>
            <p:cNvPr id="9583" name="Google Shape;9583;p3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584" name="Google Shape;9584;p3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sp>
          <p:nvSpPr>
            <p:cNvPr id="9585" name="Google Shape;9585;p3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586" name="Google Shape;9586;p3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de"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grpSp>
          <p:nvGrpSpPr>
            <p:cNvPr id="9587" name="Google Shape;9587;p35"/>
            <p:cNvGrpSpPr/>
            <p:nvPr/>
          </p:nvGrpSpPr>
          <p:grpSpPr>
            <a:xfrm>
              <a:off x="3748438" y="1378608"/>
              <a:ext cx="2159202" cy="903971"/>
              <a:chOff x="1683525" y="2179850"/>
              <a:chExt cx="4519050" cy="2134525"/>
            </a:xfrm>
          </p:grpSpPr>
          <p:sp>
            <p:nvSpPr>
              <p:cNvPr id="9588" name="Google Shape;9588;p3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89" name="Google Shape;9589;p3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0" name="Google Shape;9590;p3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1" name="Google Shape;9591;p3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2" name="Google Shape;9592;p3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3" name="Google Shape;9593;p3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4" name="Google Shape;9594;p3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5" name="Google Shape;9595;p3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6" name="Google Shape;9596;p3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7" name="Google Shape;9597;p3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8" name="Google Shape;9598;p3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99" name="Google Shape;9599;p3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3" name="Shape 9603"/>
        <p:cNvGrpSpPr/>
        <p:nvPr/>
      </p:nvGrpSpPr>
      <p:grpSpPr>
        <a:xfrm>
          <a:off x="0" y="0"/>
          <a:ext cx="0" cy="0"/>
          <a:chOff x="0" y="0"/>
          <a:chExt cx="0" cy="0"/>
        </a:xfrm>
      </p:grpSpPr>
      <p:grpSp>
        <p:nvGrpSpPr>
          <p:cNvPr id="9604" name="Google Shape;9604;p36"/>
          <p:cNvGrpSpPr/>
          <p:nvPr/>
        </p:nvGrpSpPr>
        <p:grpSpPr>
          <a:xfrm>
            <a:off x="4796684" y="970929"/>
            <a:ext cx="745431" cy="718863"/>
            <a:chOff x="4249974" y="1201875"/>
            <a:chExt cx="1958569" cy="1888763"/>
          </a:xfrm>
        </p:grpSpPr>
        <p:sp>
          <p:nvSpPr>
            <p:cNvPr id="9605" name="Google Shape;9605;p3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06" name="Google Shape;9606;p36"/>
            <p:cNvGrpSpPr/>
            <p:nvPr/>
          </p:nvGrpSpPr>
          <p:grpSpPr>
            <a:xfrm>
              <a:off x="5853089" y="1789143"/>
              <a:ext cx="355454" cy="1047937"/>
              <a:chOff x="5576108" y="2016725"/>
              <a:chExt cx="565200" cy="1666302"/>
            </a:xfrm>
          </p:grpSpPr>
          <p:sp>
            <p:nvSpPr>
              <p:cNvPr id="9607" name="Google Shape;9607;p3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608" name="Google Shape;9608;p36"/>
              <p:cNvSpPr/>
              <p:nvPr/>
            </p:nvSpPr>
            <p:spPr>
              <a:xfrm rot="6479001">
                <a:off x="5275831" y="3050660"/>
                <a:ext cx="1119386" cy="1529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09" name="Google Shape;9609;p36"/>
            <p:cNvGrpSpPr/>
            <p:nvPr/>
          </p:nvGrpSpPr>
          <p:grpSpPr>
            <a:xfrm>
              <a:off x="4869751" y="2691676"/>
              <a:ext cx="1013602" cy="398962"/>
              <a:chOff x="4012527" y="3451825"/>
              <a:chExt cx="1611706" cy="634381"/>
            </a:xfrm>
          </p:grpSpPr>
          <p:sp>
            <p:nvSpPr>
              <p:cNvPr id="9610" name="Google Shape;9610;p3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611" name="Google Shape;9611;p36"/>
              <p:cNvSpPr/>
              <p:nvPr/>
            </p:nvSpPr>
            <p:spPr>
              <a:xfrm rot="10799079">
                <a:off x="4012527" y="3933356"/>
                <a:ext cx="1119600" cy="152700"/>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2" name="Google Shape;9612;p36"/>
            <p:cNvGrpSpPr/>
            <p:nvPr/>
          </p:nvGrpSpPr>
          <p:grpSpPr>
            <a:xfrm>
              <a:off x="4276993" y="2155757"/>
              <a:ext cx="651909" cy="891561"/>
              <a:chOff x="3069997" y="2599674"/>
              <a:chExt cx="1036586" cy="1417651"/>
            </a:xfrm>
          </p:grpSpPr>
          <p:sp>
            <p:nvSpPr>
              <p:cNvPr id="9613" name="Google Shape;9613;p3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614" name="Google Shape;9614;p36"/>
              <p:cNvSpPr/>
              <p:nvPr/>
            </p:nvSpPr>
            <p:spPr>
              <a:xfrm rot="-6478717">
                <a:off x="2755861" y="3079218"/>
                <a:ext cx="1119672" cy="153311"/>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5" name="Google Shape;9615;p36"/>
            <p:cNvGrpSpPr/>
            <p:nvPr/>
          </p:nvGrpSpPr>
          <p:grpSpPr>
            <a:xfrm>
              <a:off x="5054918" y="1201875"/>
              <a:ext cx="999520" cy="602691"/>
              <a:chOff x="4306958" y="1082925"/>
              <a:chExt cx="1589315" cy="958325"/>
            </a:xfrm>
          </p:grpSpPr>
          <p:sp>
            <p:nvSpPr>
              <p:cNvPr id="9616" name="Google Shape;9616;p3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617" name="Google Shape;9617;p36"/>
              <p:cNvSpPr/>
              <p:nvPr/>
            </p:nvSpPr>
            <p:spPr>
              <a:xfrm rot="2159678">
                <a:off x="4838858" y="1574412"/>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8" name="Google Shape;9618;p36"/>
            <p:cNvGrpSpPr/>
            <p:nvPr/>
          </p:nvGrpSpPr>
          <p:grpSpPr>
            <a:xfrm>
              <a:off x="4249974" y="1303600"/>
              <a:ext cx="799487" cy="841184"/>
              <a:chOff x="3027033" y="1244677"/>
              <a:chExt cx="1271246" cy="1337548"/>
            </a:xfrm>
          </p:grpSpPr>
          <p:sp>
            <p:nvSpPr>
              <p:cNvPr id="9619" name="Google Shape;9619;p3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620" name="Google Shape;9620;p36"/>
              <p:cNvSpPr/>
              <p:nvPr/>
            </p:nvSpPr>
            <p:spPr>
              <a:xfrm rot="-2159137">
                <a:off x="3240443" y="1559008"/>
                <a:ext cx="1119673" cy="153138"/>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21" name="Google Shape;9621;p36"/>
          <p:cNvGrpSpPr/>
          <p:nvPr/>
        </p:nvGrpSpPr>
        <p:grpSpPr>
          <a:xfrm>
            <a:off x="713056" y="1849379"/>
            <a:ext cx="761767" cy="729896"/>
            <a:chOff x="2657744" y="2337745"/>
            <a:chExt cx="832987" cy="798137"/>
          </a:xfrm>
        </p:grpSpPr>
        <p:sp>
          <p:nvSpPr>
            <p:cNvPr id="9622" name="Google Shape;9622;p3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3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3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3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3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3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8" name="Google Shape;9628;p36"/>
          <p:cNvGrpSpPr/>
          <p:nvPr/>
        </p:nvGrpSpPr>
        <p:grpSpPr>
          <a:xfrm>
            <a:off x="3224024" y="1852583"/>
            <a:ext cx="685570" cy="723586"/>
            <a:chOff x="3398134" y="2057755"/>
            <a:chExt cx="704087" cy="743130"/>
          </a:xfrm>
        </p:grpSpPr>
        <p:grpSp>
          <p:nvGrpSpPr>
            <p:cNvPr id="9629" name="Google Shape;9629;p36"/>
            <p:cNvGrpSpPr/>
            <p:nvPr/>
          </p:nvGrpSpPr>
          <p:grpSpPr>
            <a:xfrm>
              <a:off x="3398134" y="2290183"/>
              <a:ext cx="315300" cy="219900"/>
              <a:chOff x="3398134" y="2290183"/>
              <a:chExt cx="315300" cy="219900"/>
            </a:xfrm>
          </p:grpSpPr>
          <p:sp>
            <p:nvSpPr>
              <p:cNvPr id="9630" name="Google Shape;9630;p3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631" name="Google Shape;9631;p36"/>
              <p:cNvCxnSpPr>
                <a:stCxn id="9630"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9632" name="Google Shape;9632;p36"/>
            <p:cNvGrpSpPr/>
            <p:nvPr/>
          </p:nvGrpSpPr>
          <p:grpSpPr>
            <a:xfrm>
              <a:off x="3547823" y="2467358"/>
              <a:ext cx="219900" cy="333527"/>
              <a:chOff x="3547823" y="2467358"/>
              <a:chExt cx="219900" cy="333527"/>
            </a:xfrm>
          </p:grpSpPr>
          <p:sp>
            <p:nvSpPr>
              <p:cNvPr id="9633" name="Google Shape;9633;p3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634" name="Google Shape;9634;p36"/>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9635" name="Google Shape;9635;p36"/>
            <p:cNvGrpSpPr/>
            <p:nvPr/>
          </p:nvGrpSpPr>
          <p:grpSpPr>
            <a:xfrm>
              <a:off x="3734138" y="2467358"/>
              <a:ext cx="219900" cy="333527"/>
              <a:chOff x="3734138" y="2467358"/>
              <a:chExt cx="219900" cy="333527"/>
            </a:xfrm>
          </p:grpSpPr>
          <p:sp>
            <p:nvSpPr>
              <p:cNvPr id="9636" name="Google Shape;9636;p3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637" name="Google Shape;9637;p36"/>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9638" name="Google Shape;9638;p36"/>
            <p:cNvGrpSpPr/>
            <p:nvPr/>
          </p:nvGrpSpPr>
          <p:grpSpPr>
            <a:xfrm>
              <a:off x="3787560" y="2288011"/>
              <a:ext cx="314661" cy="219900"/>
              <a:chOff x="3787560" y="2288011"/>
              <a:chExt cx="314661" cy="219900"/>
            </a:xfrm>
          </p:grpSpPr>
          <p:sp>
            <p:nvSpPr>
              <p:cNvPr id="9639" name="Google Shape;9639;p3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640" name="Google Shape;9640;p36"/>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9641" name="Google Shape;9641;p36"/>
            <p:cNvGrpSpPr/>
            <p:nvPr/>
          </p:nvGrpSpPr>
          <p:grpSpPr>
            <a:xfrm>
              <a:off x="3637290" y="2057755"/>
              <a:ext cx="219900" cy="335499"/>
              <a:chOff x="3637290" y="2057755"/>
              <a:chExt cx="219900" cy="335499"/>
            </a:xfrm>
          </p:grpSpPr>
          <p:sp>
            <p:nvSpPr>
              <p:cNvPr id="9642" name="Google Shape;9642;p3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9643" name="Google Shape;9643;p36"/>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9644" name="Google Shape;9644;p36"/>
          <p:cNvGrpSpPr/>
          <p:nvPr/>
        </p:nvGrpSpPr>
        <p:grpSpPr>
          <a:xfrm>
            <a:off x="4899246" y="1859281"/>
            <a:ext cx="710153" cy="710153"/>
            <a:chOff x="5007123" y="2079403"/>
            <a:chExt cx="687600" cy="687600"/>
          </a:xfrm>
        </p:grpSpPr>
        <p:sp>
          <p:nvSpPr>
            <p:cNvPr id="9645" name="Google Shape;9645;p3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3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3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3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49" name="Google Shape;9649;p36"/>
          <p:cNvGrpSpPr/>
          <p:nvPr/>
        </p:nvGrpSpPr>
        <p:grpSpPr>
          <a:xfrm>
            <a:off x="5708678" y="1853789"/>
            <a:ext cx="720998" cy="721184"/>
            <a:chOff x="5797446" y="2063053"/>
            <a:chExt cx="698100" cy="698280"/>
          </a:xfrm>
        </p:grpSpPr>
        <p:sp>
          <p:nvSpPr>
            <p:cNvPr id="9650" name="Google Shape;9650;p3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3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3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3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4" name="Google Shape;9654;p36"/>
          <p:cNvGrpSpPr/>
          <p:nvPr/>
        </p:nvGrpSpPr>
        <p:grpSpPr>
          <a:xfrm>
            <a:off x="8153837" y="3499394"/>
            <a:ext cx="280585" cy="673164"/>
            <a:chOff x="8075075" y="3754290"/>
            <a:chExt cx="255612" cy="613194"/>
          </a:xfrm>
        </p:grpSpPr>
        <p:grpSp>
          <p:nvGrpSpPr>
            <p:cNvPr id="9655" name="Google Shape;9655;p36"/>
            <p:cNvGrpSpPr/>
            <p:nvPr/>
          </p:nvGrpSpPr>
          <p:grpSpPr>
            <a:xfrm>
              <a:off x="8075075" y="3754290"/>
              <a:ext cx="255612" cy="613194"/>
              <a:chOff x="8075075" y="3754290"/>
              <a:chExt cx="255612" cy="613194"/>
            </a:xfrm>
          </p:grpSpPr>
          <p:sp>
            <p:nvSpPr>
              <p:cNvPr id="9656" name="Google Shape;9656;p3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3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58" name="Google Shape;9658;p3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9" name="Google Shape;9659;p36"/>
          <p:cNvGrpSpPr/>
          <p:nvPr/>
        </p:nvGrpSpPr>
        <p:grpSpPr>
          <a:xfrm>
            <a:off x="5270888" y="3488187"/>
            <a:ext cx="470352" cy="683745"/>
            <a:chOff x="1697726" y="3244179"/>
            <a:chExt cx="788124" cy="1146069"/>
          </a:xfrm>
        </p:grpSpPr>
        <p:sp>
          <p:nvSpPr>
            <p:cNvPr id="9660" name="Google Shape;9660;p3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3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62" name="Google Shape;9662;p36"/>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63" name="Google Shape;9663;p36"/>
          <p:cNvGrpSpPr/>
          <p:nvPr/>
        </p:nvGrpSpPr>
        <p:grpSpPr>
          <a:xfrm>
            <a:off x="5892037" y="3499390"/>
            <a:ext cx="293891" cy="293845"/>
            <a:chOff x="6134814" y="3754290"/>
            <a:chExt cx="293891" cy="293845"/>
          </a:xfrm>
        </p:grpSpPr>
        <p:sp>
          <p:nvSpPr>
            <p:cNvPr id="9664" name="Google Shape;9664;p3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3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6" name="Google Shape;9666;p36"/>
          <p:cNvGrpSpPr/>
          <p:nvPr/>
        </p:nvGrpSpPr>
        <p:grpSpPr>
          <a:xfrm>
            <a:off x="5892037" y="3878061"/>
            <a:ext cx="293891" cy="293891"/>
            <a:chOff x="6134814" y="4086186"/>
            <a:chExt cx="293891" cy="293891"/>
          </a:xfrm>
        </p:grpSpPr>
        <p:sp>
          <p:nvSpPr>
            <p:cNvPr id="9667" name="Google Shape;9667;p3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3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69" name="Google Shape;9669;p36"/>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36"/>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71" name="Google Shape;9671;p36"/>
          <p:cNvGrpSpPr/>
          <p:nvPr/>
        </p:nvGrpSpPr>
        <p:grpSpPr>
          <a:xfrm>
            <a:off x="7817013" y="2706754"/>
            <a:ext cx="622883" cy="621944"/>
            <a:chOff x="1187048" y="238125"/>
            <a:chExt cx="5256397" cy="5248476"/>
          </a:xfrm>
        </p:grpSpPr>
        <p:sp>
          <p:nvSpPr>
            <p:cNvPr id="9672" name="Google Shape;9672;p3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3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3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3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6" name="Google Shape;9676;p36"/>
          <p:cNvGrpSpPr/>
          <p:nvPr/>
        </p:nvGrpSpPr>
        <p:grpSpPr>
          <a:xfrm>
            <a:off x="2274118" y="2716363"/>
            <a:ext cx="1310987" cy="612407"/>
            <a:chOff x="238125" y="1188750"/>
            <a:chExt cx="7140450" cy="3335550"/>
          </a:xfrm>
        </p:grpSpPr>
        <p:sp>
          <p:nvSpPr>
            <p:cNvPr id="9677" name="Google Shape;9677;p3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3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3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3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3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2" name="Google Shape;9682;p36"/>
          <p:cNvGrpSpPr/>
          <p:nvPr/>
        </p:nvGrpSpPr>
        <p:grpSpPr>
          <a:xfrm>
            <a:off x="6599990" y="2706917"/>
            <a:ext cx="1110299" cy="621702"/>
            <a:chOff x="238125" y="1335475"/>
            <a:chExt cx="5418735" cy="3034175"/>
          </a:xfrm>
        </p:grpSpPr>
        <p:sp>
          <p:nvSpPr>
            <p:cNvPr id="9683" name="Google Shape;9683;p3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3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3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6" name="Google Shape;9686;p36"/>
          <p:cNvGrpSpPr/>
          <p:nvPr/>
        </p:nvGrpSpPr>
        <p:grpSpPr>
          <a:xfrm>
            <a:off x="5417650" y="2703815"/>
            <a:ext cx="1074451" cy="627181"/>
            <a:chOff x="5359127" y="2910889"/>
            <a:chExt cx="1097723" cy="640831"/>
          </a:xfrm>
        </p:grpSpPr>
        <p:grpSp>
          <p:nvGrpSpPr>
            <p:cNvPr id="9687" name="Google Shape;9687;p36"/>
            <p:cNvGrpSpPr/>
            <p:nvPr/>
          </p:nvGrpSpPr>
          <p:grpSpPr>
            <a:xfrm>
              <a:off x="5929791" y="3263088"/>
              <a:ext cx="527059" cy="287098"/>
              <a:chOff x="5929791" y="3263088"/>
              <a:chExt cx="527059" cy="287098"/>
            </a:xfrm>
          </p:grpSpPr>
          <p:sp>
            <p:nvSpPr>
              <p:cNvPr id="9688" name="Google Shape;9688;p3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89" name="Google Shape;9689;p3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90" name="Google Shape;9690;p36"/>
            <p:cNvGrpSpPr/>
            <p:nvPr/>
          </p:nvGrpSpPr>
          <p:grpSpPr>
            <a:xfrm>
              <a:off x="5359127" y="3263089"/>
              <a:ext cx="526428" cy="288631"/>
              <a:chOff x="5359127" y="3263089"/>
              <a:chExt cx="526428" cy="288631"/>
            </a:xfrm>
          </p:grpSpPr>
          <p:sp>
            <p:nvSpPr>
              <p:cNvPr id="9691" name="Google Shape;9691;p3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92" name="Google Shape;9692;p3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93" name="Google Shape;9693;p36"/>
            <p:cNvGrpSpPr/>
            <p:nvPr/>
          </p:nvGrpSpPr>
          <p:grpSpPr>
            <a:xfrm>
              <a:off x="5551525" y="2910889"/>
              <a:ext cx="520902" cy="610282"/>
              <a:chOff x="5551525" y="2910889"/>
              <a:chExt cx="520902" cy="610282"/>
            </a:xfrm>
          </p:grpSpPr>
          <p:sp>
            <p:nvSpPr>
              <p:cNvPr id="9694" name="Google Shape;9694;p3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95" name="Google Shape;9695;p3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96" name="Google Shape;9696;p36"/>
            <p:cNvGrpSpPr/>
            <p:nvPr/>
          </p:nvGrpSpPr>
          <p:grpSpPr>
            <a:xfrm>
              <a:off x="5743962" y="2919100"/>
              <a:ext cx="623673" cy="284502"/>
              <a:chOff x="5743962" y="2919100"/>
              <a:chExt cx="623673" cy="284502"/>
            </a:xfrm>
          </p:grpSpPr>
          <p:sp>
            <p:nvSpPr>
              <p:cNvPr id="9697" name="Google Shape;9697;p3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98" name="Google Shape;9698;p3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9699" name="Google Shape;9699;p36"/>
          <p:cNvGrpSpPr/>
          <p:nvPr/>
        </p:nvGrpSpPr>
        <p:grpSpPr>
          <a:xfrm>
            <a:off x="7568860" y="1854528"/>
            <a:ext cx="874977" cy="719601"/>
            <a:chOff x="7608988" y="2093194"/>
            <a:chExt cx="817277" cy="672147"/>
          </a:xfrm>
        </p:grpSpPr>
        <p:cxnSp>
          <p:nvCxnSpPr>
            <p:cNvPr id="9700" name="Google Shape;9700;p36"/>
            <p:cNvCxnSpPr/>
            <p:nvPr/>
          </p:nvCxnSpPr>
          <p:spPr>
            <a:xfrm flipH="1" rot="5400000">
              <a:off x="7620257" y="2136491"/>
              <a:ext cx="129900" cy="111300"/>
            </a:xfrm>
            <a:prstGeom prst="bentConnector3">
              <a:avLst>
                <a:gd fmla="val -116593" name="adj1"/>
              </a:avLst>
            </a:prstGeom>
            <a:noFill/>
            <a:ln cap="flat" cmpd="sng" w="9525">
              <a:solidFill>
                <a:srgbClr val="667E92"/>
              </a:solidFill>
              <a:prstDash val="solid"/>
              <a:round/>
              <a:headEnd len="sm" w="sm" type="none"/>
              <a:tailEnd len="sm" w="sm" type="none"/>
            </a:ln>
          </p:spPr>
        </p:cxnSp>
        <p:cxnSp>
          <p:nvCxnSpPr>
            <p:cNvPr id="9701" name="Google Shape;9701;p36"/>
            <p:cNvCxnSpPr/>
            <p:nvPr/>
          </p:nvCxnSpPr>
          <p:spPr>
            <a:xfrm rot="-5400000">
              <a:off x="8285120" y="2136491"/>
              <a:ext cx="129900" cy="111300"/>
            </a:xfrm>
            <a:prstGeom prst="bentConnector3">
              <a:avLst>
                <a:gd fmla="val -116593" name="adj1"/>
              </a:avLst>
            </a:prstGeom>
            <a:noFill/>
            <a:ln cap="flat" cmpd="sng" w="9525">
              <a:solidFill>
                <a:srgbClr val="667E92"/>
              </a:solidFill>
              <a:prstDash val="solid"/>
              <a:round/>
              <a:headEnd len="sm" w="sm" type="none"/>
              <a:tailEnd len="sm" w="sm" type="none"/>
            </a:ln>
          </p:spPr>
        </p:cxnSp>
        <p:cxnSp>
          <p:nvCxnSpPr>
            <p:cNvPr id="9702" name="Google Shape;9702;p36"/>
            <p:cNvCxnSpPr/>
            <p:nvPr/>
          </p:nvCxnSpPr>
          <p:spPr>
            <a:xfrm rot="5400000">
              <a:off x="7620257" y="2644741"/>
              <a:ext cx="129900" cy="111300"/>
            </a:xfrm>
            <a:prstGeom prst="bentConnector3">
              <a:avLst>
                <a:gd fmla="val 190792" name="adj1"/>
              </a:avLst>
            </a:prstGeom>
            <a:noFill/>
            <a:ln cap="flat" cmpd="sng" w="9525">
              <a:solidFill>
                <a:srgbClr val="667E92"/>
              </a:solidFill>
              <a:prstDash val="solid"/>
              <a:round/>
              <a:headEnd len="sm" w="sm" type="none"/>
              <a:tailEnd len="sm" w="sm" type="none"/>
            </a:ln>
          </p:spPr>
        </p:cxnSp>
        <p:cxnSp>
          <p:nvCxnSpPr>
            <p:cNvPr id="9703" name="Google Shape;9703;p36"/>
            <p:cNvCxnSpPr/>
            <p:nvPr/>
          </p:nvCxnSpPr>
          <p:spPr>
            <a:xfrm flipH="1" rot="-5400000">
              <a:off x="8285120" y="2644741"/>
              <a:ext cx="129900" cy="111300"/>
            </a:xfrm>
            <a:prstGeom prst="bentConnector3">
              <a:avLst>
                <a:gd fmla="val 190792" name="adj1"/>
              </a:avLst>
            </a:prstGeom>
            <a:noFill/>
            <a:ln cap="flat" cmpd="sng" w="9525">
              <a:solidFill>
                <a:srgbClr val="667E92"/>
              </a:solidFill>
              <a:prstDash val="solid"/>
              <a:round/>
              <a:headEnd len="sm" w="sm" type="none"/>
              <a:tailEnd len="sm" w="sm" type="none"/>
            </a:ln>
          </p:spPr>
        </p:cxnSp>
        <p:cxnSp>
          <p:nvCxnSpPr>
            <p:cNvPr id="9704" name="Google Shape;9704;p36"/>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9705" name="Google Shape;9705;p36"/>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9706" name="Google Shape;9706;p36"/>
            <p:cNvGrpSpPr/>
            <p:nvPr/>
          </p:nvGrpSpPr>
          <p:grpSpPr>
            <a:xfrm>
              <a:off x="7721175" y="2093194"/>
              <a:ext cx="599587" cy="623846"/>
              <a:chOff x="7721175" y="2093194"/>
              <a:chExt cx="599587" cy="623846"/>
            </a:xfrm>
          </p:grpSpPr>
          <p:grpSp>
            <p:nvGrpSpPr>
              <p:cNvPr id="9707" name="Google Shape;9707;p36"/>
              <p:cNvGrpSpPr/>
              <p:nvPr/>
            </p:nvGrpSpPr>
            <p:grpSpPr>
              <a:xfrm>
                <a:off x="7721175" y="2093194"/>
                <a:ext cx="291605" cy="623846"/>
                <a:chOff x="9405575" y="2061418"/>
                <a:chExt cx="291605" cy="623846"/>
              </a:xfrm>
            </p:grpSpPr>
            <p:sp>
              <p:nvSpPr>
                <p:cNvPr id="9708" name="Google Shape;9708;p3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3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3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1" name="Google Shape;9711;p3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3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3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3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5" name="Google Shape;9715;p36"/>
              <p:cNvGrpSpPr/>
              <p:nvPr/>
            </p:nvGrpSpPr>
            <p:grpSpPr>
              <a:xfrm flipH="1">
                <a:off x="8029157" y="2093194"/>
                <a:ext cx="291605" cy="623846"/>
                <a:chOff x="9405575" y="2061418"/>
                <a:chExt cx="291605" cy="623846"/>
              </a:xfrm>
            </p:grpSpPr>
            <p:sp>
              <p:nvSpPr>
                <p:cNvPr id="9716" name="Google Shape;9716;p3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3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3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3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3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3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3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723" name="Google Shape;9723;p36"/>
          <p:cNvGrpSpPr/>
          <p:nvPr/>
        </p:nvGrpSpPr>
        <p:grpSpPr>
          <a:xfrm>
            <a:off x="4013299" y="970929"/>
            <a:ext cx="712556" cy="785901"/>
            <a:chOff x="4206459" y="1191441"/>
            <a:chExt cx="712556" cy="785901"/>
          </a:xfrm>
        </p:grpSpPr>
        <p:sp>
          <p:nvSpPr>
            <p:cNvPr id="9724" name="Google Shape;9724;p3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3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3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3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28" name="Google Shape;9728;p36"/>
            <p:cNvGrpSpPr/>
            <p:nvPr/>
          </p:nvGrpSpPr>
          <p:grpSpPr>
            <a:xfrm>
              <a:off x="4644280" y="1290523"/>
              <a:ext cx="143716" cy="29462"/>
              <a:chOff x="4644280" y="1290523"/>
              <a:chExt cx="143716" cy="29462"/>
            </a:xfrm>
          </p:grpSpPr>
          <p:sp>
            <p:nvSpPr>
              <p:cNvPr id="9729" name="Google Shape;9729;p3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3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3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p3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3" name="Google Shape;9733;p36"/>
            <p:cNvGrpSpPr/>
            <p:nvPr/>
          </p:nvGrpSpPr>
          <p:grpSpPr>
            <a:xfrm>
              <a:off x="4356567" y="1191441"/>
              <a:ext cx="143691" cy="29488"/>
              <a:chOff x="4356567" y="1191441"/>
              <a:chExt cx="143691" cy="29488"/>
            </a:xfrm>
          </p:grpSpPr>
          <p:sp>
            <p:nvSpPr>
              <p:cNvPr id="9734" name="Google Shape;9734;p3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3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3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3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8" name="Google Shape;9738;p36"/>
            <p:cNvGrpSpPr/>
            <p:nvPr/>
          </p:nvGrpSpPr>
          <p:grpSpPr>
            <a:xfrm>
              <a:off x="4339009" y="1863727"/>
              <a:ext cx="143704" cy="29476"/>
              <a:chOff x="4339009" y="1863727"/>
              <a:chExt cx="143704" cy="29476"/>
            </a:xfrm>
          </p:grpSpPr>
          <p:sp>
            <p:nvSpPr>
              <p:cNvPr id="9739" name="Google Shape;9739;p3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3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3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3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43" name="Google Shape;9743;p36"/>
            <p:cNvGrpSpPr/>
            <p:nvPr/>
          </p:nvGrpSpPr>
          <p:grpSpPr>
            <a:xfrm>
              <a:off x="4206459" y="1607315"/>
              <a:ext cx="29539" cy="142899"/>
              <a:chOff x="4206459" y="1607315"/>
              <a:chExt cx="29539" cy="142899"/>
            </a:xfrm>
          </p:grpSpPr>
          <p:sp>
            <p:nvSpPr>
              <p:cNvPr id="9744" name="Google Shape;9744;p3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3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3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3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48" name="Google Shape;9748;p3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3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3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3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52" name="Google Shape;9752;p36"/>
            <p:cNvGrpSpPr/>
            <p:nvPr/>
          </p:nvGrpSpPr>
          <p:grpSpPr>
            <a:xfrm>
              <a:off x="4889463" y="1423737"/>
              <a:ext cx="29552" cy="142899"/>
              <a:chOff x="4889463" y="1423737"/>
              <a:chExt cx="29552" cy="142899"/>
            </a:xfrm>
          </p:grpSpPr>
          <p:sp>
            <p:nvSpPr>
              <p:cNvPr id="9753" name="Google Shape;9753;p3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3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3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p3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7" name="Google Shape;9757;p36"/>
            <p:cNvGrpSpPr/>
            <p:nvPr/>
          </p:nvGrpSpPr>
          <p:grpSpPr>
            <a:xfrm>
              <a:off x="4771663" y="1876896"/>
              <a:ext cx="108651" cy="100446"/>
              <a:chOff x="4771663" y="1876896"/>
              <a:chExt cx="108651" cy="100446"/>
            </a:xfrm>
          </p:grpSpPr>
          <p:sp>
            <p:nvSpPr>
              <p:cNvPr id="9758" name="Google Shape;9758;p3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3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3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3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62" name="Google Shape;9762;p36"/>
          <p:cNvGrpSpPr/>
          <p:nvPr/>
        </p:nvGrpSpPr>
        <p:grpSpPr>
          <a:xfrm>
            <a:off x="4008774" y="1854150"/>
            <a:ext cx="791287" cy="720350"/>
            <a:chOff x="267375" y="1071875"/>
            <a:chExt cx="470500" cy="428550"/>
          </a:xfrm>
        </p:grpSpPr>
        <p:sp>
          <p:nvSpPr>
            <p:cNvPr id="9763" name="Google Shape;9763;p3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3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3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3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3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3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3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3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1" name="Google Shape;9771;p36"/>
          <p:cNvGrpSpPr/>
          <p:nvPr/>
        </p:nvGrpSpPr>
        <p:grpSpPr>
          <a:xfrm>
            <a:off x="709269" y="3498780"/>
            <a:ext cx="1408444" cy="673166"/>
            <a:chOff x="712664" y="3693287"/>
            <a:chExt cx="1460739" cy="698160"/>
          </a:xfrm>
        </p:grpSpPr>
        <p:grpSp>
          <p:nvGrpSpPr>
            <p:cNvPr id="9772" name="Google Shape;9772;p36"/>
            <p:cNvGrpSpPr/>
            <p:nvPr/>
          </p:nvGrpSpPr>
          <p:grpSpPr>
            <a:xfrm>
              <a:off x="1380079" y="4133090"/>
              <a:ext cx="234047" cy="258099"/>
              <a:chOff x="1380079" y="4133090"/>
              <a:chExt cx="234047" cy="258099"/>
            </a:xfrm>
          </p:grpSpPr>
          <p:sp>
            <p:nvSpPr>
              <p:cNvPr id="9773" name="Google Shape;9773;p3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3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3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6" name="Google Shape;9776;p36"/>
            <p:cNvGrpSpPr/>
            <p:nvPr/>
          </p:nvGrpSpPr>
          <p:grpSpPr>
            <a:xfrm>
              <a:off x="884611" y="3864083"/>
              <a:ext cx="1118566" cy="527275"/>
              <a:chOff x="890961" y="3865463"/>
              <a:chExt cx="1115220" cy="525698"/>
            </a:xfrm>
          </p:grpSpPr>
          <p:sp>
            <p:nvSpPr>
              <p:cNvPr id="9777" name="Google Shape;9777;p3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3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3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0" name="Google Shape;9780;p36"/>
            <p:cNvGrpSpPr/>
            <p:nvPr/>
          </p:nvGrpSpPr>
          <p:grpSpPr>
            <a:xfrm>
              <a:off x="712664" y="3693287"/>
              <a:ext cx="1460739" cy="698160"/>
              <a:chOff x="712664" y="3693025"/>
              <a:chExt cx="1460739" cy="698160"/>
            </a:xfrm>
          </p:grpSpPr>
          <p:sp>
            <p:nvSpPr>
              <p:cNvPr id="9781" name="Google Shape;9781;p3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3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3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3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3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3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87" name="Google Shape;9787;p36"/>
          <p:cNvGrpSpPr/>
          <p:nvPr/>
        </p:nvGrpSpPr>
        <p:grpSpPr>
          <a:xfrm>
            <a:off x="3146998" y="970930"/>
            <a:ext cx="795479" cy="738831"/>
            <a:chOff x="3348615" y="1236446"/>
            <a:chExt cx="749250" cy="695894"/>
          </a:xfrm>
        </p:grpSpPr>
        <p:grpSp>
          <p:nvGrpSpPr>
            <p:cNvPr id="9788" name="Google Shape;9788;p36"/>
            <p:cNvGrpSpPr/>
            <p:nvPr/>
          </p:nvGrpSpPr>
          <p:grpSpPr>
            <a:xfrm>
              <a:off x="3583784" y="1236446"/>
              <a:ext cx="293795" cy="285811"/>
              <a:chOff x="3750225" y="1774000"/>
              <a:chExt cx="149575" cy="145525"/>
            </a:xfrm>
          </p:grpSpPr>
          <p:sp>
            <p:nvSpPr>
              <p:cNvPr id="9789" name="Google Shape;9789;p3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3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91" name="Google Shape;9791;p36"/>
            <p:cNvGrpSpPr/>
            <p:nvPr/>
          </p:nvGrpSpPr>
          <p:grpSpPr>
            <a:xfrm>
              <a:off x="3775539" y="1462604"/>
              <a:ext cx="322325" cy="285958"/>
              <a:chOff x="3847850" y="1889150"/>
              <a:chExt cx="164100" cy="145600"/>
            </a:xfrm>
          </p:grpSpPr>
          <p:sp>
            <p:nvSpPr>
              <p:cNvPr id="9792" name="Google Shape;9792;p3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3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94" name="Google Shape;9794;p36"/>
            <p:cNvGrpSpPr/>
            <p:nvPr/>
          </p:nvGrpSpPr>
          <p:grpSpPr>
            <a:xfrm>
              <a:off x="3545332" y="1646529"/>
              <a:ext cx="293746" cy="285811"/>
              <a:chOff x="3730650" y="1982800"/>
              <a:chExt cx="149550" cy="145525"/>
            </a:xfrm>
          </p:grpSpPr>
          <p:sp>
            <p:nvSpPr>
              <p:cNvPr id="9795" name="Google Shape;9795;p3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3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97" name="Google Shape;9797;p36"/>
            <p:cNvGrpSpPr/>
            <p:nvPr/>
          </p:nvGrpSpPr>
          <p:grpSpPr>
            <a:xfrm>
              <a:off x="3348615" y="1415049"/>
              <a:ext cx="294384" cy="284387"/>
              <a:chOff x="3630494" y="1864938"/>
              <a:chExt cx="149875" cy="144800"/>
            </a:xfrm>
          </p:grpSpPr>
          <p:sp>
            <p:nvSpPr>
              <p:cNvPr id="9798" name="Google Shape;9798;p3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3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00" name="Google Shape;9800;p36"/>
          <p:cNvGrpSpPr/>
          <p:nvPr/>
        </p:nvGrpSpPr>
        <p:grpSpPr>
          <a:xfrm>
            <a:off x="2268511" y="3493827"/>
            <a:ext cx="1324924" cy="678083"/>
            <a:chOff x="2413923" y="3711366"/>
            <a:chExt cx="1374117" cy="703260"/>
          </a:xfrm>
        </p:grpSpPr>
        <p:grpSp>
          <p:nvGrpSpPr>
            <p:cNvPr id="9801" name="Google Shape;9801;p36"/>
            <p:cNvGrpSpPr/>
            <p:nvPr/>
          </p:nvGrpSpPr>
          <p:grpSpPr>
            <a:xfrm>
              <a:off x="2413923" y="3711366"/>
              <a:ext cx="1374117" cy="703260"/>
              <a:chOff x="2413923" y="3711366"/>
              <a:chExt cx="1374117" cy="703260"/>
            </a:xfrm>
          </p:grpSpPr>
          <p:sp>
            <p:nvSpPr>
              <p:cNvPr id="9802" name="Google Shape;9802;p3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03" name="Google Shape;9803;p36"/>
              <p:cNvGrpSpPr/>
              <p:nvPr/>
            </p:nvGrpSpPr>
            <p:grpSpPr>
              <a:xfrm>
                <a:off x="2600284" y="3808654"/>
                <a:ext cx="234506" cy="138010"/>
                <a:chOff x="2600284" y="3808654"/>
                <a:chExt cx="234506" cy="138010"/>
              </a:xfrm>
            </p:grpSpPr>
            <p:sp>
              <p:nvSpPr>
                <p:cNvPr id="9804" name="Google Shape;9804;p3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05" name="Google Shape;9805;p3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806" name="Google Shape;9806;p36"/>
              <p:cNvGrpSpPr/>
              <p:nvPr/>
            </p:nvGrpSpPr>
            <p:grpSpPr>
              <a:xfrm>
                <a:off x="3359659" y="3805664"/>
                <a:ext cx="232294" cy="141000"/>
                <a:chOff x="3359659" y="3805664"/>
                <a:chExt cx="232294" cy="141000"/>
              </a:xfrm>
            </p:grpSpPr>
            <p:sp>
              <p:nvSpPr>
                <p:cNvPr id="9807" name="Google Shape;9807;p3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08" name="Google Shape;9808;p3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809" name="Google Shape;9809;p36"/>
              <p:cNvGrpSpPr/>
              <p:nvPr/>
            </p:nvGrpSpPr>
            <p:grpSpPr>
              <a:xfrm>
                <a:off x="3067316" y="3711366"/>
                <a:ext cx="66900" cy="166810"/>
                <a:chOff x="3067316" y="3711366"/>
                <a:chExt cx="66900" cy="166810"/>
              </a:xfrm>
            </p:grpSpPr>
            <p:sp>
              <p:nvSpPr>
                <p:cNvPr id="9810" name="Google Shape;9810;p3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11" name="Google Shape;9811;p3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812" name="Google Shape;9812;p36"/>
              <p:cNvGrpSpPr/>
              <p:nvPr/>
            </p:nvGrpSpPr>
            <p:grpSpPr>
              <a:xfrm>
                <a:off x="2413923" y="4058666"/>
                <a:ext cx="224119" cy="66900"/>
                <a:chOff x="2413923" y="4058666"/>
                <a:chExt cx="224119" cy="66900"/>
              </a:xfrm>
            </p:grpSpPr>
            <p:sp>
              <p:nvSpPr>
                <p:cNvPr id="9813" name="Google Shape;9813;p3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14" name="Google Shape;9814;p3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815" name="Google Shape;9815;p36"/>
              <p:cNvGrpSpPr/>
              <p:nvPr/>
            </p:nvGrpSpPr>
            <p:grpSpPr>
              <a:xfrm>
                <a:off x="3564643" y="4058666"/>
                <a:ext cx="223397" cy="66900"/>
                <a:chOff x="3564643" y="4058666"/>
                <a:chExt cx="223397" cy="66900"/>
              </a:xfrm>
            </p:grpSpPr>
            <p:sp>
              <p:nvSpPr>
                <p:cNvPr id="9816" name="Google Shape;9816;p3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17" name="Google Shape;9817;p3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9818" name="Google Shape;9818;p36"/>
            <p:cNvGrpSpPr/>
            <p:nvPr/>
          </p:nvGrpSpPr>
          <p:grpSpPr>
            <a:xfrm>
              <a:off x="2633353" y="3965763"/>
              <a:ext cx="933975" cy="445687"/>
              <a:chOff x="2633353" y="3965763"/>
              <a:chExt cx="933975" cy="445687"/>
            </a:xfrm>
          </p:grpSpPr>
          <p:sp>
            <p:nvSpPr>
              <p:cNvPr id="9819" name="Google Shape;9819;p3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3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21" name="Google Shape;9821;p36"/>
          <p:cNvGrpSpPr/>
          <p:nvPr/>
        </p:nvGrpSpPr>
        <p:grpSpPr>
          <a:xfrm>
            <a:off x="6392784" y="1044372"/>
            <a:ext cx="1131087" cy="587383"/>
            <a:chOff x="238125" y="999450"/>
            <a:chExt cx="7140700" cy="3708225"/>
          </a:xfrm>
        </p:grpSpPr>
        <p:sp>
          <p:nvSpPr>
            <p:cNvPr id="9822" name="Google Shape;9822;p3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p3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3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3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3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3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3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3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3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31" name="Google Shape;9831;p36"/>
          <p:cNvGrpSpPr/>
          <p:nvPr/>
        </p:nvGrpSpPr>
        <p:grpSpPr>
          <a:xfrm>
            <a:off x="3744235" y="3493867"/>
            <a:ext cx="1375854" cy="678131"/>
            <a:chOff x="3913765" y="3641905"/>
            <a:chExt cx="1522804" cy="750560"/>
          </a:xfrm>
        </p:grpSpPr>
        <p:grpSp>
          <p:nvGrpSpPr>
            <p:cNvPr id="9832" name="Google Shape;9832;p36"/>
            <p:cNvGrpSpPr/>
            <p:nvPr/>
          </p:nvGrpSpPr>
          <p:grpSpPr>
            <a:xfrm>
              <a:off x="3913765" y="3997002"/>
              <a:ext cx="1522804" cy="395463"/>
              <a:chOff x="3913765" y="3997002"/>
              <a:chExt cx="1522804" cy="395463"/>
            </a:xfrm>
          </p:grpSpPr>
          <p:grpSp>
            <p:nvGrpSpPr>
              <p:cNvPr id="9833" name="Google Shape;9833;p36"/>
              <p:cNvGrpSpPr/>
              <p:nvPr/>
            </p:nvGrpSpPr>
            <p:grpSpPr>
              <a:xfrm>
                <a:off x="3913765" y="4138659"/>
                <a:ext cx="507602" cy="253806"/>
                <a:chOff x="3913765" y="4138659"/>
                <a:chExt cx="507602" cy="253806"/>
              </a:xfrm>
            </p:grpSpPr>
            <p:sp>
              <p:nvSpPr>
                <p:cNvPr id="9834" name="Google Shape;9834;p3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3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de"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9836" name="Google Shape;9836;p36"/>
              <p:cNvGrpSpPr/>
              <p:nvPr/>
            </p:nvGrpSpPr>
            <p:grpSpPr>
              <a:xfrm>
                <a:off x="4421361" y="3997002"/>
                <a:ext cx="507618" cy="395463"/>
                <a:chOff x="4421361" y="3997002"/>
                <a:chExt cx="507618" cy="395463"/>
              </a:xfrm>
            </p:grpSpPr>
            <p:sp>
              <p:nvSpPr>
                <p:cNvPr id="9837" name="Google Shape;9837;p3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3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39" name="Google Shape;9839;p36"/>
              <p:cNvGrpSpPr/>
              <p:nvPr/>
            </p:nvGrpSpPr>
            <p:grpSpPr>
              <a:xfrm>
                <a:off x="4928973" y="4189418"/>
                <a:ext cx="507596" cy="203047"/>
                <a:chOff x="4928973" y="4189418"/>
                <a:chExt cx="507596" cy="203047"/>
              </a:xfrm>
            </p:grpSpPr>
            <p:sp>
              <p:nvSpPr>
                <p:cNvPr id="9840" name="Google Shape;9840;p3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3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42" name="Google Shape;9842;p36"/>
            <p:cNvGrpSpPr/>
            <p:nvPr/>
          </p:nvGrpSpPr>
          <p:grpSpPr>
            <a:xfrm>
              <a:off x="4482186" y="3641905"/>
              <a:ext cx="397605" cy="349784"/>
              <a:chOff x="2906375" y="1159725"/>
              <a:chExt cx="1860575" cy="1636800"/>
            </a:xfrm>
          </p:grpSpPr>
          <p:sp>
            <p:nvSpPr>
              <p:cNvPr id="9843" name="Google Shape;9843;p3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3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3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3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47" name="Google Shape;9847;p36"/>
          <p:cNvGrpSpPr/>
          <p:nvPr/>
        </p:nvGrpSpPr>
        <p:grpSpPr>
          <a:xfrm>
            <a:off x="6528943" y="1853793"/>
            <a:ext cx="940737" cy="721067"/>
            <a:chOff x="6599718" y="2068734"/>
            <a:chExt cx="940737" cy="721067"/>
          </a:xfrm>
        </p:grpSpPr>
        <p:sp>
          <p:nvSpPr>
            <p:cNvPr id="9848" name="Google Shape;9848;p3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3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3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3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3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3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54" name="Google Shape;9854;p36"/>
            <p:cNvGrpSpPr/>
            <p:nvPr/>
          </p:nvGrpSpPr>
          <p:grpSpPr>
            <a:xfrm>
              <a:off x="6836957" y="2068734"/>
              <a:ext cx="461892" cy="721067"/>
              <a:chOff x="6836957" y="2068734"/>
              <a:chExt cx="461892" cy="721067"/>
            </a:xfrm>
          </p:grpSpPr>
          <p:sp>
            <p:nvSpPr>
              <p:cNvPr id="9855" name="Google Shape;9855;p3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3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3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3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3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3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61" name="Google Shape;9861;p36"/>
              <p:cNvGrpSpPr/>
              <p:nvPr/>
            </p:nvGrpSpPr>
            <p:grpSpPr>
              <a:xfrm>
                <a:off x="6836957" y="2068734"/>
                <a:ext cx="461892" cy="721067"/>
                <a:chOff x="6836957" y="2068734"/>
                <a:chExt cx="461892" cy="721067"/>
              </a:xfrm>
            </p:grpSpPr>
            <p:sp>
              <p:nvSpPr>
                <p:cNvPr id="9862" name="Google Shape;9862;p3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3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3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3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3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3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3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869" name="Google Shape;9869;p36"/>
          <p:cNvGrpSpPr/>
          <p:nvPr/>
        </p:nvGrpSpPr>
        <p:grpSpPr>
          <a:xfrm>
            <a:off x="2412263" y="1858138"/>
            <a:ext cx="712577" cy="712374"/>
            <a:chOff x="2559249" y="2069323"/>
            <a:chExt cx="685565" cy="685635"/>
          </a:xfrm>
        </p:grpSpPr>
        <p:sp>
          <p:nvSpPr>
            <p:cNvPr id="9870" name="Google Shape;9870;p3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3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3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3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3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3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3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3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3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3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3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3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3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3" name="Google Shape;9883;p36"/>
          <p:cNvGrpSpPr/>
          <p:nvPr/>
        </p:nvGrpSpPr>
        <p:grpSpPr>
          <a:xfrm>
            <a:off x="7594699" y="970929"/>
            <a:ext cx="845645" cy="711911"/>
            <a:chOff x="951975" y="315800"/>
            <a:chExt cx="5860325" cy="4933550"/>
          </a:xfrm>
        </p:grpSpPr>
        <p:sp>
          <p:nvSpPr>
            <p:cNvPr id="9884" name="Google Shape;9884;p3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3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3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3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3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3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3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3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2" name="Google Shape;9892;p36"/>
          <p:cNvGrpSpPr/>
          <p:nvPr/>
        </p:nvGrpSpPr>
        <p:grpSpPr>
          <a:xfrm>
            <a:off x="3691828" y="2707035"/>
            <a:ext cx="1617932" cy="621724"/>
            <a:chOff x="3862800" y="3038525"/>
            <a:chExt cx="1329006" cy="510698"/>
          </a:xfrm>
        </p:grpSpPr>
        <p:sp>
          <p:nvSpPr>
            <p:cNvPr id="9893" name="Google Shape;9893;p3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3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95" name="Google Shape;9895;p36"/>
            <p:cNvGrpSpPr/>
            <p:nvPr/>
          </p:nvGrpSpPr>
          <p:grpSpPr>
            <a:xfrm>
              <a:off x="3967075" y="3040337"/>
              <a:ext cx="1019927" cy="402126"/>
              <a:chOff x="3967075" y="3040337"/>
              <a:chExt cx="1019927" cy="402126"/>
            </a:xfrm>
          </p:grpSpPr>
          <p:sp>
            <p:nvSpPr>
              <p:cNvPr id="9896" name="Google Shape;9896;p3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3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8" name="Google Shape;9898;p36"/>
            <p:cNvGrpSpPr/>
            <p:nvPr/>
          </p:nvGrpSpPr>
          <p:grpSpPr>
            <a:xfrm>
              <a:off x="4186700" y="3040337"/>
              <a:ext cx="390475" cy="183289"/>
              <a:chOff x="4186700" y="3040337"/>
              <a:chExt cx="390475" cy="183289"/>
            </a:xfrm>
          </p:grpSpPr>
          <p:sp>
            <p:nvSpPr>
              <p:cNvPr id="9899" name="Google Shape;9899;p3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3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1" name="Google Shape;9901;p36"/>
            <p:cNvGrpSpPr/>
            <p:nvPr/>
          </p:nvGrpSpPr>
          <p:grpSpPr>
            <a:xfrm>
              <a:off x="4073727" y="3040337"/>
              <a:ext cx="697793" cy="296263"/>
              <a:chOff x="4073727" y="3040337"/>
              <a:chExt cx="697793" cy="296263"/>
            </a:xfrm>
          </p:grpSpPr>
          <p:sp>
            <p:nvSpPr>
              <p:cNvPr id="9902" name="Google Shape;9902;p3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3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4" name="Google Shape;9904;p36"/>
            <p:cNvGrpSpPr/>
            <p:nvPr/>
          </p:nvGrpSpPr>
          <p:grpSpPr>
            <a:xfrm>
              <a:off x="3862800" y="3038525"/>
              <a:ext cx="1329006" cy="510698"/>
              <a:chOff x="3862800" y="3038525"/>
              <a:chExt cx="1329006" cy="510698"/>
            </a:xfrm>
          </p:grpSpPr>
          <p:sp>
            <p:nvSpPr>
              <p:cNvPr id="9905" name="Google Shape;9905;p3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3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07" name="Google Shape;9907;p36"/>
          <p:cNvGrpSpPr/>
          <p:nvPr/>
        </p:nvGrpSpPr>
        <p:grpSpPr>
          <a:xfrm>
            <a:off x="700150" y="970929"/>
            <a:ext cx="883205" cy="775176"/>
            <a:chOff x="649648" y="271400"/>
            <a:chExt cx="6215377" cy="5455143"/>
          </a:xfrm>
        </p:grpSpPr>
        <p:sp>
          <p:nvSpPr>
            <p:cNvPr id="9908" name="Google Shape;9908;p3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3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3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3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3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3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3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3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3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3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3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3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20" name="Google Shape;9920;p36"/>
          <p:cNvGrpSpPr/>
          <p:nvPr/>
        </p:nvGrpSpPr>
        <p:grpSpPr>
          <a:xfrm>
            <a:off x="2308451" y="970929"/>
            <a:ext cx="767704" cy="815488"/>
            <a:chOff x="2499700" y="1135950"/>
            <a:chExt cx="732402" cy="777989"/>
          </a:xfrm>
        </p:grpSpPr>
        <p:grpSp>
          <p:nvGrpSpPr>
            <p:cNvPr id="9921" name="Google Shape;9921;p36"/>
            <p:cNvGrpSpPr/>
            <p:nvPr/>
          </p:nvGrpSpPr>
          <p:grpSpPr>
            <a:xfrm>
              <a:off x="2499700" y="1135950"/>
              <a:ext cx="732402" cy="694706"/>
              <a:chOff x="2499700" y="1135950"/>
              <a:chExt cx="732402" cy="694706"/>
            </a:xfrm>
          </p:grpSpPr>
          <p:sp>
            <p:nvSpPr>
              <p:cNvPr id="9922" name="Google Shape;9922;p3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3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3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3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3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3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3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3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3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3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3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3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3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3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3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3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3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3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3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3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3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3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3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3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3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3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3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49" name="Google Shape;9949;p36"/>
            <p:cNvGrpSpPr/>
            <p:nvPr/>
          </p:nvGrpSpPr>
          <p:grpSpPr>
            <a:xfrm>
              <a:off x="2517909" y="1188726"/>
              <a:ext cx="702702" cy="725213"/>
              <a:chOff x="2517909" y="1188726"/>
              <a:chExt cx="702702" cy="725213"/>
            </a:xfrm>
          </p:grpSpPr>
          <p:sp>
            <p:nvSpPr>
              <p:cNvPr id="9950" name="Google Shape;9950;p3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3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3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3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3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55" name="Google Shape;9955;p36"/>
          <p:cNvGrpSpPr/>
          <p:nvPr/>
        </p:nvGrpSpPr>
        <p:grpSpPr>
          <a:xfrm>
            <a:off x="1654184" y="970929"/>
            <a:ext cx="583439" cy="870229"/>
            <a:chOff x="1716825" y="1121550"/>
            <a:chExt cx="622800" cy="928938"/>
          </a:xfrm>
        </p:grpSpPr>
        <p:grpSp>
          <p:nvGrpSpPr>
            <p:cNvPr id="9956" name="Google Shape;9956;p36"/>
            <p:cNvGrpSpPr/>
            <p:nvPr/>
          </p:nvGrpSpPr>
          <p:grpSpPr>
            <a:xfrm>
              <a:off x="1716825" y="1121550"/>
              <a:ext cx="622800" cy="928938"/>
              <a:chOff x="1716825" y="1121550"/>
              <a:chExt cx="622800" cy="928938"/>
            </a:xfrm>
          </p:grpSpPr>
          <p:cxnSp>
            <p:nvCxnSpPr>
              <p:cNvPr id="9957" name="Google Shape;9957;p36"/>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9958" name="Google Shape;9958;p3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59" name="Google Shape;9959;p36"/>
            <p:cNvGrpSpPr/>
            <p:nvPr/>
          </p:nvGrpSpPr>
          <p:grpSpPr>
            <a:xfrm>
              <a:off x="1768050" y="1172775"/>
              <a:ext cx="520200" cy="832000"/>
              <a:chOff x="1768050" y="1172775"/>
              <a:chExt cx="520200" cy="832000"/>
            </a:xfrm>
          </p:grpSpPr>
          <p:cxnSp>
            <p:nvCxnSpPr>
              <p:cNvPr id="9960" name="Google Shape;9960;p36"/>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9961" name="Google Shape;9961;p3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2" name="Google Shape;9962;p36"/>
            <p:cNvGrpSpPr/>
            <p:nvPr/>
          </p:nvGrpSpPr>
          <p:grpSpPr>
            <a:xfrm>
              <a:off x="1820100" y="1225475"/>
              <a:ext cx="416400" cy="729575"/>
              <a:chOff x="1820100" y="1225475"/>
              <a:chExt cx="416400" cy="729575"/>
            </a:xfrm>
          </p:grpSpPr>
          <p:cxnSp>
            <p:nvCxnSpPr>
              <p:cNvPr id="9963" name="Google Shape;9963;p36"/>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9964" name="Google Shape;9964;p3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5" name="Google Shape;9965;p36"/>
            <p:cNvGrpSpPr/>
            <p:nvPr/>
          </p:nvGrpSpPr>
          <p:grpSpPr>
            <a:xfrm>
              <a:off x="1874250" y="1278825"/>
              <a:ext cx="308100" cy="605275"/>
              <a:chOff x="1874250" y="1278825"/>
              <a:chExt cx="308100" cy="605275"/>
            </a:xfrm>
          </p:grpSpPr>
          <p:cxnSp>
            <p:nvCxnSpPr>
              <p:cNvPr id="9966" name="Google Shape;9966;p36"/>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9967" name="Google Shape;9967;p3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68" name="Google Shape;9968;p3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9" name="Google Shape;9969;p36"/>
          <p:cNvGrpSpPr/>
          <p:nvPr/>
        </p:nvGrpSpPr>
        <p:grpSpPr>
          <a:xfrm>
            <a:off x="1574007" y="1857250"/>
            <a:ext cx="739072" cy="714152"/>
            <a:chOff x="4334725" y="1355875"/>
            <a:chExt cx="3106650" cy="3001900"/>
          </a:xfrm>
        </p:grpSpPr>
        <p:grpSp>
          <p:nvGrpSpPr>
            <p:cNvPr id="9970" name="Google Shape;9970;p36"/>
            <p:cNvGrpSpPr/>
            <p:nvPr/>
          </p:nvGrpSpPr>
          <p:grpSpPr>
            <a:xfrm>
              <a:off x="4516050" y="1724875"/>
              <a:ext cx="2693725" cy="2632900"/>
              <a:chOff x="4516050" y="1724875"/>
              <a:chExt cx="2693725" cy="2632900"/>
            </a:xfrm>
          </p:grpSpPr>
          <p:sp>
            <p:nvSpPr>
              <p:cNvPr id="9971" name="Google Shape;9971;p3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3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3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4" name="Google Shape;9974;p36"/>
            <p:cNvGrpSpPr/>
            <p:nvPr/>
          </p:nvGrpSpPr>
          <p:grpSpPr>
            <a:xfrm>
              <a:off x="4334725" y="1355875"/>
              <a:ext cx="3106650" cy="2709650"/>
              <a:chOff x="4334725" y="1355875"/>
              <a:chExt cx="3106650" cy="2709650"/>
            </a:xfrm>
          </p:grpSpPr>
          <p:sp>
            <p:nvSpPr>
              <p:cNvPr id="9975" name="Google Shape;9975;p3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3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3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78" name="Google Shape;9978;p36"/>
          <p:cNvGrpSpPr/>
          <p:nvPr/>
        </p:nvGrpSpPr>
        <p:grpSpPr>
          <a:xfrm>
            <a:off x="7690956" y="3488021"/>
            <a:ext cx="312074" cy="684173"/>
            <a:chOff x="7645573" y="3754300"/>
            <a:chExt cx="293855" cy="644170"/>
          </a:xfrm>
        </p:grpSpPr>
        <p:sp>
          <p:nvSpPr>
            <p:cNvPr id="9979" name="Google Shape;9979;p3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3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1" name="Google Shape;9981;p36"/>
          <p:cNvGrpSpPr/>
          <p:nvPr/>
        </p:nvGrpSpPr>
        <p:grpSpPr>
          <a:xfrm>
            <a:off x="5612950" y="970929"/>
            <a:ext cx="709012" cy="739359"/>
            <a:chOff x="5830645" y="1256617"/>
            <a:chExt cx="530340" cy="553040"/>
          </a:xfrm>
        </p:grpSpPr>
        <p:grpSp>
          <p:nvGrpSpPr>
            <p:cNvPr id="9982" name="Google Shape;9982;p36"/>
            <p:cNvGrpSpPr/>
            <p:nvPr/>
          </p:nvGrpSpPr>
          <p:grpSpPr>
            <a:xfrm>
              <a:off x="5830645" y="1256617"/>
              <a:ext cx="259743" cy="269908"/>
              <a:chOff x="5830645" y="1256617"/>
              <a:chExt cx="259743" cy="269908"/>
            </a:xfrm>
          </p:grpSpPr>
          <p:sp>
            <p:nvSpPr>
              <p:cNvPr id="9983" name="Google Shape;9983;p3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3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5" name="Google Shape;9985;p36"/>
            <p:cNvGrpSpPr/>
            <p:nvPr/>
          </p:nvGrpSpPr>
          <p:grpSpPr>
            <a:xfrm>
              <a:off x="6101293" y="1256617"/>
              <a:ext cx="259692" cy="269908"/>
              <a:chOff x="6101293" y="1256617"/>
              <a:chExt cx="259692" cy="269908"/>
            </a:xfrm>
          </p:grpSpPr>
          <p:sp>
            <p:nvSpPr>
              <p:cNvPr id="9986" name="Google Shape;9986;p3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3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8" name="Google Shape;9988;p36"/>
            <p:cNvGrpSpPr/>
            <p:nvPr/>
          </p:nvGrpSpPr>
          <p:grpSpPr>
            <a:xfrm>
              <a:off x="5830645" y="1539749"/>
              <a:ext cx="259692" cy="269908"/>
              <a:chOff x="5830645" y="1539749"/>
              <a:chExt cx="259692" cy="269908"/>
            </a:xfrm>
          </p:grpSpPr>
          <p:sp>
            <p:nvSpPr>
              <p:cNvPr id="9989" name="Google Shape;9989;p3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3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1" name="Google Shape;9991;p36"/>
            <p:cNvGrpSpPr/>
            <p:nvPr/>
          </p:nvGrpSpPr>
          <p:grpSpPr>
            <a:xfrm>
              <a:off x="6101293" y="1539749"/>
              <a:ext cx="259692" cy="269908"/>
              <a:chOff x="6101293" y="1539749"/>
              <a:chExt cx="259692" cy="269908"/>
            </a:xfrm>
          </p:grpSpPr>
          <p:sp>
            <p:nvSpPr>
              <p:cNvPr id="9992" name="Google Shape;9992;p3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3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94" name="Google Shape;9994;p3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5" name="Google Shape;9995;p36"/>
          <p:cNvGrpSpPr/>
          <p:nvPr/>
        </p:nvGrpSpPr>
        <p:grpSpPr>
          <a:xfrm>
            <a:off x="714438" y="2707044"/>
            <a:ext cx="1452955" cy="621361"/>
            <a:chOff x="732422" y="2990152"/>
            <a:chExt cx="1337773" cy="572103"/>
          </a:xfrm>
        </p:grpSpPr>
        <p:sp>
          <p:nvSpPr>
            <p:cNvPr id="9996" name="Google Shape;9996;p3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3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3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3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3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3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5" name="Shape 10005"/>
        <p:cNvGrpSpPr/>
        <p:nvPr/>
      </p:nvGrpSpPr>
      <p:grpSpPr>
        <a:xfrm>
          <a:off x="0" y="0"/>
          <a:ext cx="0" cy="0"/>
          <a:chOff x="0" y="0"/>
          <a:chExt cx="0" cy="0"/>
        </a:xfrm>
      </p:grpSpPr>
      <p:grpSp>
        <p:nvGrpSpPr>
          <p:cNvPr id="10006" name="Google Shape;10006;p37"/>
          <p:cNvGrpSpPr/>
          <p:nvPr/>
        </p:nvGrpSpPr>
        <p:grpSpPr>
          <a:xfrm>
            <a:off x="708575" y="965865"/>
            <a:ext cx="1636117" cy="1526144"/>
            <a:chOff x="729238" y="1179665"/>
            <a:chExt cx="1636117" cy="1526144"/>
          </a:xfrm>
        </p:grpSpPr>
        <p:grpSp>
          <p:nvGrpSpPr>
            <p:cNvPr id="10007" name="Google Shape;10007;p37"/>
            <p:cNvGrpSpPr/>
            <p:nvPr/>
          </p:nvGrpSpPr>
          <p:grpSpPr>
            <a:xfrm>
              <a:off x="729238" y="1179665"/>
              <a:ext cx="80700" cy="1526144"/>
              <a:chOff x="729238" y="1179665"/>
              <a:chExt cx="80700" cy="1526144"/>
            </a:xfrm>
          </p:grpSpPr>
          <p:sp>
            <p:nvSpPr>
              <p:cNvPr id="10008" name="Google Shape;10008;p3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3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3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3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3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3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3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3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3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3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8" name="Google Shape;10018;p37"/>
            <p:cNvGrpSpPr/>
            <p:nvPr/>
          </p:nvGrpSpPr>
          <p:grpSpPr>
            <a:xfrm>
              <a:off x="903098" y="1179665"/>
              <a:ext cx="80700" cy="1526144"/>
              <a:chOff x="903098" y="1179665"/>
              <a:chExt cx="80700" cy="1526144"/>
            </a:xfrm>
          </p:grpSpPr>
          <p:sp>
            <p:nvSpPr>
              <p:cNvPr id="10019" name="Google Shape;10019;p3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p3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3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3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p3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3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3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3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3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3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9" name="Google Shape;10029;p37"/>
            <p:cNvGrpSpPr/>
            <p:nvPr/>
          </p:nvGrpSpPr>
          <p:grpSpPr>
            <a:xfrm>
              <a:off x="1076958" y="1179665"/>
              <a:ext cx="80700" cy="1526144"/>
              <a:chOff x="1076958" y="1179665"/>
              <a:chExt cx="80700" cy="1526144"/>
            </a:xfrm>
          </p:grpSpPr>
          <p:sp>
            <p:nvSpPr>
              <p:cNvPr id="10030" name="Google Shape;10030;p3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3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3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3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3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5" name="Google Shape;10035;p3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3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3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3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3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0" name="Google Shape;10040;p37"/>
            <p:cNvGrpSpPr/>
            <p:nvPr/>
          </p:nvGrpSpPr>
          <p:grpSpPr>
            <a:xfrm>
              <a:off x="1247707" y="1179665"/>
              <a:ext cx="80700" cy="1526144"/>
              <a:chOff x="1247707" y="1179665"/>
              <a:chExt cx="80700" cy="1526144"/>
            </a:xfrm>
          </p:grpSpPr>
          <p:sp>
            <p:nvSpPr>
              <p:cNvPr id="10041" name="Google Shape;10041;p3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3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3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3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3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p3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p3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3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3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p3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1" name="Google Shape;10051;p37"/>
            <p:cNvGrpSpPr/>
            <p:nvPr/>
          </p:nvGrpSpPr>
          <p:grpSpPr>
            <a:xfrm>
              <a:off x="1421567" y="1179665"/>
              <a:ext cx="80700" cy="1526144"/>
              <a:chOff x="1421567" y="1179665"/>
              <a:chExt cx="80700" cy="1526144"/>
            </a:xfrm>
          </p:grpSpPr>
          <p:sp>
            <p:nvSpPr>
              <p:cNvPr id="10052" name="Google Shape;10052;p3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3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3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3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3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3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3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3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3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3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2" name="Google Shape;10062;p37"/>
            <p:cNvGrpSpPr/>
            <p:nvPr/>
          </p:nvGrpSpPr>
          <p:grpSpPr>
            <a:xfrm>
              <a:off x="1592327" y="1179665"/>
              <a:ext cx="80700" cy="1526144"/>
              <a:chOff x="1592327" y="1179665"/>
              <a:chExt cx="80700" cy="1526144"/>
            </a:xfrm>
          </p:grpSpPr>
          <p:sp>
            <p:nvSpPr>
              <p:cNvPr id="10063" name="Google Shape;10063;p3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3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3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3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3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3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3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3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3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3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3" name="Google Shape;10073;p37"/>
            <p:cNvGrpSpPr/>
            <p:nvPr/>
          </p:nvGrpSpPr>
          <p:grpSpPr>
            <a:xfrm>
              <a:off x="1766187" y="1179665"/>
              <a:ext cx="80700" cy="1526144"/>
              <a:chOff x="1766187" y="1179665"/>
              <a:chExt cx="80700" cy="1526144"/>
            </a:xfrm>
          </p:grpSpPr>
          <p:sp>
            <p:nvSpPr>
              <p:cNvPr id="10074" name="Google Shape;10074;p3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3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3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p3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p3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3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3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3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3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3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4" name="Google Shape;10084;p37"/>
            <p:cNvGrpSpPr/>
            <p:nvPr/>
          </p:nvGrpSpPr>
          <p:grpSpPr>
            <a:xfrm>
              <a:off x="1936935" y="1179665"/>
              <a:ext cx="80700" cy="1526144"/>
              <a:chOff x="1936935" y="1179665"/>
              <a:chExt cx="80700" cy="1526144"/>
            </a:xfrm>
          </p:grpSpPr>
          <p:sp>
            <p:nvSpPr>
              <p:cNvPr id="10085" name="Google Shape;10085;p3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3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3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3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3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3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3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3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3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3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5" name="Google Shape;10095;p37"/>
            <p:cNvGrpSpPr/>
            <p:nvPr/>
          </p:nvGrpSpPr>
          <p:grpSpPr>
            <a:xfrm>
              <a:off x="2110795" y="1179665"/>
              <a:ext cx="80700" cy="1526144"/>
              <a:chOff x="2110795" y="1179665"/>
              <a:chExt cx="80700" cy="1526144"/>
            </a:xfrm>
          </p:grpSpPr>
          <p:sp>
            <p:nvSpPr>
              <p:cNvPr id="10096" name="Google Shape;10096;p3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3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3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3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3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3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3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3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3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3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6" name="Google Shape;10106;p37"/>
            <p:cNvGrpSpPr/>
            <p:nvPr/>
          </p:nvGrpSpPr>
          <p:grpSpPr>
            <a:xfrm>
              <a:off x="2284655" y="1179665"/>
              <a:ext cx="80700" cy="1526144"/>
              <a:chOff x="2284655" y="1179665"/>
              <a:chExt cx="80700" cy="1526144"/>
            </a:xfrm>
          </p:grpSpPr>
          <p:sp>
            <p:nvSpPr>
              <p:cNvPr id="10107" name="Google Shape;10107;p3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3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3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3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1" name="Google Shape;10111;p3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3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3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3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3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3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117" name="Google Shape;10117;p37"/>
          <p:cNvGrpSpPr/>
          <p:nvPr/>
        </p:nvGrpSpPr>
        <p:grpSpPr>
          <a:xfrm>
            <a:off x="2603242" y="985003"/>
            <a:ext cx="1364248" cy="1102133"/>
            <a:chOff x="2623904" y="1198803"/>
            <a:chExt cx="1364248" cy="1102133"/>
          </a:xfrm>
        </p:grpSpPr>
        <p:grpSp>
          <p:nvGrpSpPr>
            <p:cNvPr id="10118" name="Google Shape;10118;p37"/>
            <p:cNvGrpSpPr/>
            <p:nvPr/>
          </p:nvGrpSpPr>
          <p:grpSpPr>
            <a:xfrm>
              <a:off x="2623907" y="1198803"/>
              <a:ext cx="1364245" cy="273000"/>
              <a:chOff x="2623907" y="1198803"/>
              <a:chExt cx="1364245" cy="273000"/>
            </a:xfrm>
          </p:grpSpPr>
          <p:sp>
            <p:nvSpPr>
              <p:cNvPr id="10119" name="Google Shape;10119;p3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3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3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p3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p3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4" name="Google Shape;10124;p37"/>
            <p:cNvGrpSpPr/>
            <p:nvPr/>
          </p:nvGrpSpPr>
          <p:grpSpPr>
            <a:xfrm>
              <a:off x="2623904" y="1476964"/>
              <a:ext cx="1364245" cy="273000"/>
              <a:chOff x="2623904" y="1476964"/>
              <a:chExt cx="1364245" cy="273000"/>
            </a:xfrm>
          </p:grpSpPr>
          <p:sp>
            <p:nvSpPr>
              <p:cNvPr id="10125" name="Google Shape;10125;p3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3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3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3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3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0" name="Google Shape;10130;p37"/>
            <p:cNvGrpSpPr/>
            <p:nvPr/>
          </p:nvGrpSpPr>
          <p:grpSpPr>
            <a:xfrm>
              <a:off x="2623907" y="1749775"/>
              <a:ext cx="1364245" cy="273000"/>
              <a:chOff x="2623907" y="1749775"/>
              <a:chExt cx="1364245" cy="273000"/>
            </a:xfrm>
          </p:grpSpPr>
          <p:sp>
            <p:nvSpPr>
              <p:cNvPr id="10131" name="Google Shape;10131;p3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3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3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3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3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6" name="Google Shape;10136;p37"/>
            <p:cNvGrpSpPr/>
            <p:nvPr/>
          </p:nvGrpSpPr>
          <p:grpSpPr>
            <a:xfrm>
              <a:off x="2623904" y="2027936"/>
              <a:ext cx="1364245" cy="273000"/>
              <a:chOff x="2623904" y="2027936"/>
              <a:chExt cx="1364245" cy="273000"/>
            </a:xfrm>
          </p:grpSpPr>
          <p:sp>
            <p:nvSpPr>
              <p:cNvPr id="10137" name="Google Shape;10137;p3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3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3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3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3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142" name="Google Shape;10142;p37"/>
          <p:cNvGrpSpPr/>
          <p:nvPr/>
        </p:nvGrpSpPr>
        <p:grpSpPr>
          <a:xfrm>
            <a:off x="2592704" y="2444188"/>
            <a:ext cx="1387541" cy="159124"/>
            <a:chOff x="3200660" y="2180272"/>
            <a:chExt cx="2563823" cy="378237"/>
          </a:xfrm>
        </p:grpSpPr>
        <p:sp>
          <p:nvSpPr>
            <p:cNvPr id="10143" name="Google Shape;10143;p3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3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3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3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3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3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3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0" name="Google Shape;10150;p3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1" name="Google Shape;10151;p3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3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3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3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3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3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3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3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3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3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1" name="Google Shape;10161;p37"/>
          <p:cNvGrpSpPr/>
          <p:nvPr/>
        </p:nvGrpSpPr>
        <p:grpSpPr>
          <a:xfrm>
            <a:off x="2589227" y="2722012"/>
            <a:ext cx="1390502" cy="159625"/>
            <a:chOff x="3530150" y="2790075"/>
            <a:chExt cx="1962600" cy="225300"/>
          </a:xfrm>
        </p:grpSpPr>
        <p:sp>
          <p:nvSpPr>
            <p:cNvPr id="10162" name="Google Shape;10162;p3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3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4" name="Google Shape;10164;p37"/>
          <p:cNvGrpSpPr/>
          <p:nvPr/>
        </p:nvGrpSpPr>
        <p:grpSpPr>
          <a:xfrm>
            <a:off x="2589880" y="3000335"/>
            <a:ext cx="1411629" cy="153761"/>
            <a:chOff x="3558802" y="4011427"/>
            <a:chExt cx="1866000" cy="111300"/>
          </a:xfrm>
        </p:grpSpPr>
        <p:sp>
          <p:nvSpPr>
            <p:cNvPr id="10165" name="Google Shape;10165;p3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3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7" name="Google Shape;10167;p37"/>
          <p:cNvGrpSpPr/>
          <p:nvPr/>
        </p:nvGrpSpPr>
        <p:grpSpPr>
          <a:xfrm>
            <a:off x="2589572" y="2205730"/>
            <a:ext cx="1383503" cy="119749"/>
            <a:chOff x="3465975" y="2270276"/>
            <a:chExt cx="1986365" cy="171929"/>
          </a:xfrm>
        </p:grpSpPr>
        <p:sp>
          <p:nvSpPr>
            <p:cNvPr id="10168" name="Google Shape;10168;p3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3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3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3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3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3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3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3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6" name="Google Shape;10176;p37"/>
          <p:cNvGrpSpPr/>
          <p:nvPr/>
        </p:nvGrpSpPr>
        <p:grpSpPr>
          <a:xfrm>
            <a:off x="2600580" y="3569385"/>
            <a:ext cx="1369532" cy="195460"/>
            <a:chOff x="723300" y="4253549"/>
            <a:chExt cx="2276482" cy="324900"/>
          </a:xfrm>
        </p:grpSpPr>
        <p:sp>
          <p:nvSpPr>
            <p:cNvPr id="10177" name="Google Shape;10177;p3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3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3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3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3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2" name="Google Shape;10182;p37"/>
          <p:cNvGrpSpPr/>
          <p:nvPr/>
        </p:nvGrpSpPr>
        <p:grpSpPr>
          <a:xfrm>
            <a:off x="2590141" y="3270568"/>
            <a:ext cx="1389066" cy="180119"/>
            <a:chOff x="705948" y="3788465"/>
            <a:chExt cx="2308952" cy="299400"/>
          </a:xfrm>
        </p:grpSpPr>
        <p:sp>
          <p:nvSpPr>
            <p:cNvPr id="10183" name="Google Shape;10183;p3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3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3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3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3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8" name="Google Shape;10188;p37"/>
          <p:cNvGrpSpPr/>
          <p:nvPr/>
        </p:nvGrpSpPr>
        <p:grpSpPr>
          <a:xfrm>
            <a:off x="2638090" y="3883540"/>
            <a:ext cx="1304597" cy="294073"/>
            <a:chOff x="2658753" y="4097340"/>
            <a:chExt cx="1304597" cy="294073"/>
          </a:xfrm>
        </p:grpSpPr>
        <p:grpSp>
          <p:nvGrpSpPr>
            <p:cNvPr id="10189" name="Google Shape;10189;p37"/>
            <p:cNvGrpSpPr/>
            <p:nvPr/>
          </p:nvGrpSpPr>
          <p:grpSpPr>
            <a:xfrm>
              <a:off x="2658753" y="4097340"/>
              <a:ext cx="118572" cy="294073"/>
              <a:chOff x="3343310" y="4475555"/>
              <a:chExt cx="127717" cy="316753"/>
            </a:xfrm>
          </p:grpSpPr>
          <p:sp>
            <p:nvSpPr>
              <p:cNvPr id="10190" name="Google Shape;10190;p3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3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2" name="Google Shape;10192;p37"/>
            <p:cNvGrpSpPr/>
            <p:nvPr/>
          </p:nvGrpSpPr>
          <p:grpSpPr>
            <a:xfrm>
              <a:off x="3815519" y="4098389"/>
              <a:ext cx="147831" cy="291991"/>
              <a:chOff x="3527539" y="4476677"/>
              <a:chExt cx="159232" cy="314510"/>
            </a:xfrm>
          </p:grpSpPr>
          <p:sp>
            <p:nvSpPr>
              <p:cNvPr id="10193" name="Google Shape;10193;p3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3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5" name="Google Shape;10195;p37"/>
            <p:cNvGrpSpPr/>
            <p:nvPr/>
          </p:nvGrpSpPr>
          <p:grpSpPr>
            <a:xfrm>
              <a:off x="3511696" y="4098389"/>
              <a:ext cx="147831" cy="291991"/>
              <a:chOff x="3527539" y="4476677"/>
              <a:chExt cx="159232" cy="314510"/>
            </a:xfrm>
          </p:grpSpPr>
          <p:sp>
            <p:nvSpPr>
              <p:cNvPr id="10196" name="Google Shape;10196;p3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3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8" name="Google Shape;10198;p37"/>
            <p:cNvGrpSpPr/>
            <p:nvPr/>
          </p:nvGrpSpPr>
          <p:grpSpPr>
            <a:xfrm>
              <a:off x="3207874" y="4098389"/>
              <a:ext cx="147831" cy="291991"/>
              <a:chOff x="3527539" y="4476677"/>
              <a:chExt cx="159232" cy="314510"/>
            </a:xfrm>
          </p:grpSpPr>
          <p:sp>
            <p:nvSpPr>
              <p:cNvPr id="10199" name="Google Shape;10199;p3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3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1" name="Google Shape;10201;p37"/>
            <p:cNvGrpSpPr/>
            <p:nvPr/>
          </p:nvGrpSpPr>
          <p:grpSpPr>
            <a:xfrm>
              <a:off x="2933317" y="4097340"/>
              <a:ext cx="118572" cy="294073"/>
              <a:chOff x="3343310" y="4475555"/>
              <a:chExt cx="127717" cy="316753"/>
            </a:xfrm>
          </p:grpSpPr>
          <p:sp>
            <p:nvSpPr>
              <p:cNvPr id="10202" name="Google Shape;10202;p3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p3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204" name="Google Shape;10204;p37"/>
          <p:cNvGrpSpPr/>
          <p:nvPr/>
        </p:nvGrpSpPr>
        <p:grpSpPr>
          <a:xfrm>
            <a:off x="4256908" y="1866669"/>
            <a:ext cx="1433821" cy="191500"/>
            <a:chOff x="4273350" y="2080469"/>
            <a:chExt cx="1433821" cy="191500"/>
          </a:xfrm>
        </p:grpSpPr>
        <p:grpSp>
          <p:nvGrpSpPr>
            <p:cNvPr id="10205" name="Google Shape;10205;p37"/>
            <p:cNvGrpSpPr/>
            <p:nvPr/>
          </p:nvGrpSpPr>
          <p:grpSpPr>
            <a:xfrm>
              <a:off x="4273350" y="2080469"/>
              <a:ext cx="1433821" cy="0"/>
              <a:chOff x="5224975" y="2962250"/>
              <a:chExt cx="1544400" cy="0"/>
            </a:xfrm>
          </p:grpSpPr>
          <p:cxnSp>
            <p:nvCxnSpPr>
              <p:cNvPr id="10206" name="Google Shape;10206;p37"/>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207" name="Google Shape;10207;p37"/>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10208" name="Google Shape;10208;p37"/>
            <p:cNvGrpSpPr/>
            <p:nvPr/>
          </p:nvGrpSpPr>
          <p:grpSpPr>
            <a:xfrm>
              <a:off x="4273350" y="2271969"/>
              <a:ext cx="1433821" cy="0"/>
              <a:chOff x="5224975" y="2962250"/>
              <a:chExt cx="1544400" cy="0"/>
            </a:xfrm>
          </p:grpSpPr>
          <p:cxnSp>
            <p:nvCxnSpPr>
              <p:cNvPr id="10209" name="Google Shape;10209;p37"/>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210" name="Google Shape;10210;p37"/>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10211" name="Google Shape;10211;p37"/>
          <p:cNvGrpSpPr/>
          <p:nvPr/>
        </p:nvGrpSpPr>
        <p:grpSpPr>
          <a:xfrm>
            <a:off x="4258462" y="969235"/>
            <a:ext cx="1430711" cy="743389"/>
            <a:chOff x="5159450" y="1919950"/>
            <a:chExt cx="1541050" cy="862500"/>
          </a:xfrm>
        </p:grpSpPr>
        <p:sp>
          <p:nvSpPr>
            <p:cNvPr id="10212" name="Google Shape;10212;p3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3" name="Google Shape;10213;p37"/>
            <p:cNvGrpSpPr/>
            <p:nvPr/>
          </p:nvGrpSpPr>
          <p:grpSpPr>
            <a:xfrm>
              <a:off x="5159450" y="1919950"/>
              <a:ext cx="1541050" cy="862500"/>
              <a:chOff x="5159450" y="1919950"/>
              <a:chExt cx="1541050" cy="862500"/>
            </a:xfrm>
          </p:grpSpPr>
          <p:cxnSp>
            <p:nvCxnSpPr>
              <p:cNvPr id="10214" name="Google Shape;10214;p37"/>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10215" name="Google Shape;10215;p37"/>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10216" name="Google Shape;10216;p37"/>
          <p:cNvGrpSpPr/>
          <p:nvPr/>
        </p:nvGrpSpPr>
        <p:grpSpPr>
          <a:xfrm>
            <a:off x="4248576" y="2192564"/>
            <a:ext cx="1450484" cy="1052087"/>
            <a:chOff x="5230575" y="1554475"/>
            <a:chExt cx="2137150" cy="1550150"/>
          </a:xfrm>
        </p:grpSpPr>
        <p:sp>
          <p:nvSpPr>
            <p:cNvPr id="10217" name="Google Shape;10217;p3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3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3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3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3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3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3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3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3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3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3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3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3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0" name="Google Shape;10230;p37"/>
          <p:cNvGrpSpPr/>
          <p:nvPr/>
        </p:nvGrpSpPr>
        <p:grpSpPr>
          <a:xfrm rot="10800000">
            <a:off x="4265128" y="3284753"/>
            <a:ext cx="1417383" cy="887946"/>
            <a:chOff x="5645403" y="2920021"/>
            <a:chExt cx="2650800" cy="2180614"/>
          </a:xfrm>
        </p:grpSpPr>
        <p:sp>
          <p:nvSpPr>
            <p:cNvPr id="10231" name="Google Shape;10231;p3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32" name="Google Shape;10232;p37"/>
            <p:cNvCxnSpPr>
              <a:stCxn id="10231"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10233" name="Google Shape;10233;p3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34" name="Google Shape;10234;p37"/>
            <p:cNvCxnSpPr>
              <a:endCxn id="10233"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10235" name="Google Shape;10235;p3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36" name="Google Shape;10236;p37"/>
            <p:cNvCxnSpPr>
              <a:stCxn id="10235"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10237" name="Google Shape;10237;p3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38" name="Google Shape;10238;p37"/>
            <p:cNvCxnSpPr>
              <a:endCxn id="10237"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10239" name="Google Shape;10239;p37"/>
          <p:cNvGrpSpPr/>
          <p:nvPr/>
        </p:nvGrpSpPr>
        <p:grpSpPr>
          <a:xfrm>
            <a:off x="7365486" y="2188107"/>
            <a:ext cx="1071743" cy="1021579"/>
            <a:chOff x="7189833" y="2022667"/>
            <a:chExt cx="1251159" cy="1192597"/>
          </a:xfrm>
        </p:grpSpPr>
        <p:sp>
          <p:nvSpPr>
            <p:cNvPr id="10240" name="Google Shape;10240;p3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p3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3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3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4" name="Google Shape;10244;p37"/>
          <p:cNvGrpSpPr/>
          <p:nvPr/>
        </p:nvGrpSpPr>
        <p:grpSpPr>
          <a:xfrm>
            <a:off x="706758" y="2614516"/>
            <a:ext cx="1695374" cy="1560837"/>
            <a:chOff x="727421" y="2828316"/>
            <a:chExt cx="1695374" cy="1560837"/>
          </a:xfrm>
        </p:grpSpPr>
        <p:grpSp>
          <p:nvGrpSpPr>
            <p:cNvPr id="10245" name="Google Shape;10245;p37"/>
            <p:cNvGrpSpPr/>
            <p:nvPr/>
          </p:nvGrpSpPr>
          <p:grpSpPr>
            <a:xfrm>
              <a:off x="819125" y="2882502"/>
              <a:ext cx="103104" cy="1426186"/>
              <a:chOff x="4674013" y="3100904"/>
              <a:chExt cx="122758" cy="1698043"/>
            </a:xfrm>
          </p:grpSpPr>
          <p:sp>
            <p:nvSpPr>
              <p:cNvPr id="10246" name="Google Shape;10246;p3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3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3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3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3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3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3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3" name="Google Shape;10253;p37"/>
            <p:cNvGrpSpPr/>
            <p:nvPr/>
          </p:nvGrpSpPr>
          <p:grpSpPr>
            <a:xfrm>
              <a:off x="1062493" y="2882502"/>
              <a:ext cx="103104" cy="1426186"/>
              <a:chOff x="4940438" y="3100904"/>
              <a:chExt cx="122758" cy="1698043"/>
            </a:xfrm>
          </p:grpSpPr>
          <p:sp>
            <p:nvSpPr>
              <p:cNvPr id="10254" name="Google Shape;10254;p3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3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3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3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3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3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3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1" name="Google Shape;10261;p37"/>
            <p:cNvGrpSpPr/>
            <p:nvPr/>
          </p:nvGrpSpPr>
          <p:grpSpPr>
            <a:xfrm>
              <a:off x="1299343" y="2882502"/>
              <a:ext cx="103104" cy="1426186"/>
              <a:chOff x="5206863" y="3100904"/>
              <a:chExt cx="122758" cy="1698043"/>
            </a:xfrm>
          </p:grpSpPr>
          <p:sp>
            <p:nvSpPr>
              <p:cNvPr id="10262" name="Google Shape;10262;p3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3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3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3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3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3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3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9" name="Google Shape;10269;p37"/>
            <p:cNvGrpSpPr/>
            <p:nvPr/>
          </p:nvGrpSpPr>
          <p:grpSpPr>
            <a:xfrm>
              <a:off x="1786079" y="2882502"/>
              <a:ext cx="103104" cy="1426186"/>
              <a:chOff x="6006138" y="3143629"/>
              <a:chExt cx="122758" cy="1698043"/>
            </a:xfrm>
          </p:grpSpPr>
          <p:sp>
            <p:nvSpPr>
              <p:cNvPr id="10270" name="Google Shape;10270;p3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3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3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3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3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3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3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7" name="Google Shape;10277;p37"/>
            <p:cNvGrpSpPr/>
            <p:nvPr/>
          </p:nvGrpSpPr>
          <p:grpSpPr>
            <a:xfrm>
              <a:off x="2029447" y="2882502"/>
              <a:ext cx="103104" cy="1426186"/>
              <a:chOff x="6805413" y="3100904"/>
              <a:chExt cx="122758" cy="1698043"/>
            </a:xfrm>
          </p:grpSpPr>
          <p:sp>
            <p:nvSpPr>
              <p:cNvPr id="10278" name="Google Shape;10278;p3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3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3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3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3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3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3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85" name="Google Shape;10285;p37"/>
            <p:cNvGrpSpPr/>
            <p:nvPr/>
          </p:nvGrpSpPr>
          <p:grpSpPr>
            <a:xfrm>
              <a:off x="727421" y="2828316"/>
              <a:ext cx="1695374" cy="1560837"/>
              <a:chOff x="734799" y="2782450"/>
              <a:chExt cx="1571100" cy="1577400"/>
            </a:xfrm>
          </p:grpSpPr>
          <p:cxnSp>
            <p:nvCxnSpPr>
              <p:cNvPr id="10286" name="Google Shape;10286;p37"/>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10287" name="Google Shape;10287;p37"/>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10288" name="Google Shape;10288;p37"/>
            <p:cNvGrpSpPr/>
            <p:nvPr/>
          </p:nvGrpSpPr>
          <p:grpSpPr>
            <a:xfrm>
              <a:off x="2272814" y="2882502"/>
              <a:ext cx="103104" cy="1426186"/>
              <a:chOff x="5206863" y="3100904"/>
              <a:chExt cx="122758" cy="1698043"/>
            </a:xfrm>
          </p:grpSpPr>
          <p:sp>
            <p:nvSpPr>
              <p:cNvPr id="10289" name="Google Shape;10289;p3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3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3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3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3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3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3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6" name="Google Shape;10296;p37"/>
            <p:cNvGrpSpPr/>
            <p:nvPr/>
          </p:nvGrpSpPr>
          <p:grpSpPr>
            <a:xfrm>
              <a:off x="1542716" y="2882502"/>
              <a:ext cx="103104" cy="1426186"/>
              <a:chOff x="6006138" y="3143629"/>
              <a:chExt cx="122758" cy="1698043"/>
            </a:xfrm>
          </p:grpSpPr>
          <p:sp>
            <p:nvSpPr>
              <p:cNvPr id="10297" name="Google Shape;10297;p3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3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3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3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3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3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3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04" name="Google Shape;10304;p37"/>
          <p:cNvGrpSpPr/>
          <p:nvPr/>
        </p:nvGrpSpPr>
        <p:grpSpPr>
          <a:xfrm>
            <a:off x="5915338" y="2192087"/>
            <a:ext cx="1248543" cy="1025319"/>
            <a:chOff x="5183758" y="1210600"/>
            <a:chExt cx="3605380" cy="2960783"/>
          </a:xfrm>
        </p:grpSpPr>
        <p:sp>
          <p:nvSpPr>
            <p:cNvPr id="10305" name="Google Shape;10305;p3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3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3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3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09" name="Google Shape;10309;p3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10310" name="Google Shape;10310;p3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10311" name="Google Shape;10311;p3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10312" name="Google Shape;10312;p3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10313" name="Google Shape;10313;p3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4" name="Google Shape;10314;p37"/>
          <p:cNvGrpSpPr/>
          <p:nvPr/>
        </p:nvGrpSpPr>
        <p:grpSpPr>
          <a:xfrm>
            <a:off x="5772398" y="3330405"/>
            <a:ext cx="2664832" cy="843440"/>
            <a:chOff x="5916567" y="1099697"/>
            <a:chExt cx="2556684" cy="809211"/>
          </a:xfrm>
        </p:grpSpPr>
        <p:sp>
          <p:nvSpPr>
            <p:cNvPr id="10315" name="Google Shape;10315;p3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3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3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3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37"/>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3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3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p3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3" name="Google Shape;10323;p37"/>
          <p:cNvGrpSpPr/>
          <p:nvPr/>
        </p:nvGrpSpPr>
        <p:grpSpPr>
          <a:xfrm>
            <a:off x="5879940" y="979263"/>
            <a:ext cx="1299850" cy="1023337"/>
            <a:chOff x="5900602" y="1193063"/>
            <a:chExt cx="1299850" cy="1023337"/>
          </a:xfrm>
        </p:grpSpPr>
        <p:grpSp>
          <p:nvGrpSpPr>
            <p:cNvPr id="10324" name="Google Shape;10324;p37"/>
            <p:cNvGrpSpPr/>
            <p:nvPr/>
          </p:nvGrpSpPr>
          <p:grpSpPr>
            <a:xfrm>
              <a:off x="6743564" y="1193063"/>
              <a:ext cx="456888" cy="700378"/>
              <a:chOff x="6743564" y="1193063"/>
              <a:chExt cx="456888" cy="700378"/>
            </a:xfrm>
          </p:grpSpPr>
          <p:grpSp>
            <p:nvGrpSpPr>
              <p:cNvPr id="10325" name="Google Shape;10325;p37"/>
              <p:cNvGrpSpPr/>
              <p:nvPr/>
            </p:nvGrpSpPr>
            <p:grpSpPr>
              <a:xfrm>
                <a:off x="6743564" y="1690732"/>
                <a:ext cx="214402" cy="202709"/>
                <a:chOff x="6743564" y="1690732"/>
                <a:chExt cx="214402" cy="202709"/>
              </a:xfrm>
            </p:grpSpPr>
            <p:sp>
              <p:nvSpPr>
                <p:cNvPr id="10326" name="Google Shape;10326;p3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3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8" name="Google Shape;10328;p37"/>
              <p:cNvGrpSpPr/>
              <p:nvPr/>
            </p:nvGrpSpPr>
            <p:grpSpPr>
              <a:xfrm>
                <a:off x="6915505" y="1193063"/>
                <a:ext cx="284947" cy="589637"/>
                <a:chOff x="6915505" y="1193063"/>
                <a:chExt cx="284947" cy="589637"/>
              </a:xfrm>
            </p:grpSpPr>
            <p:sp>
              <p:nvSpPr>
                <p:cNvPr id="10329" name="Google Shape;10329;p3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30" name="Google Shape;10330;p37"/>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10331" name="Google Shape;10331;p37"/>
            <p:cNvGrpSpPr/>
            <p:nvPr/>
          </p:nvGrpSpPr>
          <p:grpSpPr>
            <a:xfrm>
              <a:off x="6520337" y="1193063"/>
              <a:ext cx="341814" cy="801589"/>
              <a:chOff x="6520338" y="1193063"/>
              <a:chExt cx="341814" cy="801589"/>
            </a:xfrm>
          </p:grpSpPr>
          <p:grpSp>
            <p:nvGrpSpPr>
              <p:cNvPr id="10332" name="Google Shape;10332;p37"/>
              <p:cNvGrpSpPr/>
              <p:nvPr/>
            </p:nvGrpSpPr>
            <p:grpSpPr>
              <a:xfrm>
                <a:off x="6520338" y="1589527"/>
                <a:ext cx="213949" cy="405124"/>
                <a:chOff x="6520338" y="1589527"/>
                <a:chExt cx="213949" cy="405124"/>
              </a:xfrm>
            </p:grpSpPr>
            <p:sp>
              <p:nvSpPr>
                <p:cNvPr id="10333" name="Google Shape;10333;p3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p3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5" name="Google Shape;10335;p37"/>
              <p:cNvGrpSpPr/>
              <p:nvPr/>
            </p:nvGrpSpPr>
            <p:grpSpPr>
              <a:xfrm>
                <a:off x="6577204" y="1193063"/>
                <a:ext cx="284947" cy="453562"/>
                <a:chOff x="6577204" y="1193063"/>
                <a:chExt cx="284947" cy="453562"/>
              </a:xfrm>
            </p:grpSpPr>
            <p:sp>
              <p:nvSpPr>
                <p:cNvPr id="10336" name="Google Shape;10336;p3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37" name="Google Shape;10337;p37"/>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10338" name="Google Shape;10338;p37"/>
            <p:cNvGrpSpPr/>
            <p:nvPr/>
          </p:nvGrpSpPr>
          <p:grpSpPr>
            <a:xfrm>
              <a:off x="6238903" y="1193063"/>
              <a:ext cx="300476" cy="901783"/>
              <a:chOff x="6238903" y="1193063"/>
              <a:chExt cx="300476" cy="901783"/>
            </a:xfrm>
          </p:grpSpPr>
          <p:grpSp>
            <p:nvGrpSpPr>
              <p:cNvPr id="10339" name="Google Shape;10339;p37"/>
              <p:cNvGrpSpPr/>
              <p:nvPr/>
            </p:nvGrpSpPr>
            <p:grpSpPr>
              <a:xfrm>
                <a:off x="6290865" y="1489315"/>
                <a:ext cx="248514" cy="605530"/>
                <a:chOff x="6290865" y="1489315"/>
                <a:chExt cx="248514" cy="605530"/>
              </a:xfrm>
            </p:grpSpPr>
            <p:sp>
              <p:nvSpPr>
                <p:cNvPr id="10340" name="Google Shape;10340;p3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3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2" name="Google Shape;10342;p37"/>
              <p:cNvGrpSpPr/>
              <p:nvPr/>
            </p:nvGrpSpPr>
            <p:grpSpPr>
              <a:xfrm>
                <a:off x="6238903" y="1193063"/>
                <a:ext cx="284947" cy="327512"/>
                <a:chOff x="6238903" y="1193063"/>
                <a:chExt cx="284947" cy="327512"/>
              </a:xfrm>
            </p:grpSpPr>
            <p:sp>
              <p:nvSpPr>
                <p:cNvPr id="10343" name="Google Shape;10343;p3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44" name="Google Shape;10344;p37"/>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10345" name="Google Shape;10345;p37"/>
            <p:cNvGrpSpPr/>
            <p:nvPr/>
          </p:nvGrpSpPr>
          <p:grpSpPr>
            <a:xfrm>
              <a:off x="5900602" y="1193063"/>
              <a:ext cx="444346" cy="1023337"/>
              <a:chOff x="5900602" y="1193063"/>
              <a:chExt cx="444346" cy="1023337"/>
            </a:xfrm>
          </p:grpSpPr>
          <p:grpSp>
            <p:nvGrpSpPr>
              <p:cNvPr id="10346" name="Google Shape;10346;p37"/>
              <p:cNvGrpSpPr/>
              <p:nvPr/>
            </p:nvGrpSpPr>
            <p:grpSpPr>
              <a:xfrm>
                <a:off x="6046502" y="1367784"/>
                <a:ext cx="298446" cy="848616"/>
                <a:chOff x="6046502" y="1367784"/>
                <a:chExt cx="298446" cy="848616"/>
              </a:xfrm>
            </p:grpSpPr>
            <p:sp>
              <p:nvSpPr>
                <p:cNvPr id="10347" name="Google Shape;10347;p3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3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9" name="Google Shape;10349;p37"/>
              <p:cNvGrpSpPr/>
              <p:nvPr/>
            </p:nvGrpSpPr>
            <p:grpSpPr>
              <a:xfrm>
                <a:off x="5900602" y="1193063"/>
                <a:ext cx="284947" cy="182312"/>
                <a:chOff x="5900602" y="1193063"/>
                <a:chExt cx="284947" cy="182312"/>
              </a:xfrm>
            </p:grpSpPr>
            <p:sp>
              <p:nvSpPr>
                <p:cNvPr id="10350" name="Google Shape;10350;p3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51" name="Google Shape;10351;p37"/>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10352" name="Google Shape;10352;p37"/>
          <p:cNvGrpSpPr/>
          <p:nvPr/>
        </p:nvGrpSpPr>
        <p:grpSpPr>
          <a:xfrm>
            <a:off x="7217822" y="979408"/>
            <a:ext cx="1219413" cy="1051365"/>
            <a:chOff x="7287122" y="1165658"/>
            <a:chExt cx="1219413" cy="1051365"/>
          </a:xfrm>
        </p:grpSpPr>
        <p:grpSp>
          <p:nvGrpSpPr>
            <p:cNvPr id="10353" name="Google Shape;10353;p37"/>
            <p:cNvGrpSpPr/>
            <p:nvPr/>
          </p:nvGrpSpPr>
          <p:grpSpPr>
            <a:xfrm>
              <a:off x="7287122" y="1969723"/>
              <a:ext cx="1219413" cy="247300"/>
              <a:chOff x="7287122" y="1969723"/>
              <a:chExt cx="1219413" cy="247300"/>
            </a:xfrm>
          </p:grpSpPr>
          <p:sp>
            <p:nvSpPr>
              <p:cNvPr id="10354" name="Google Shape;10354;p3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55" name="Google Shape;10355;p37"/>
              <p:cNvGrpSpPr/>
              <p:nvPr/>
            </p:nvGrpSpPr>
            <p:grpSpPr>
              <a:xfrm>
                <a:off x="7287122" y="2063892"/>
                <a:ext cx="1151753" cy="73428"/>
                <a:chOff x="7287122" y="2063892"/>
                <a:chExt cx="1151753" cy="73428"/>
              </a:xfrm>
            </p:grpSpPr>
            <p:sp>
              <p:nvSpPr>
                <p:cNvPr id="10356" name="Google Shape;10356;p3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57" name="Google Shape;10357;p37"/>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10358" name="Google Shape;10358;p37"/>
            <p:cNvGrpSpPr/>
            <p:nvPr/>
          </p:nvGrpSpPr>
          <p:grpSpPr>
            <a:xfrm>
              <a:off x="7287122" y="1712201"/>
              <a:ext cx="1219403" cy="246767"/>
              <a:chOff x="7287122" y="1712201"/>
              <a:chExt cx="1219403" cy="246767"/>
            </a:xfrm>
          </p:grpSpPr>
          <p:sp>
            <p:nvSpPr>
              <p:cNvPr id="10359" name="Google Shape;10359;p3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60" name="Google Shape;10360;p37"/>
              <p:cNvGrpSpPr/>
              <p:nvPr/>
            </p:nvGrpSpPr>
            <p:grpSpPr>
              <a:xfrm>
                <a:off x="7287122" y="1842861"/>
                <a:ext cx="1005303" cy="73419"/>
                <a:chOff x="7287122" y="1842861"/>
                <a:chExt cx="1005303" cy="73419"/>
              </a:xfrm>
            </p:grpSpPr>
            <p:sp>
              <p:nvSpPr>
                <p:cNvPr id="10361" name="Google Shape;10361;p3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62" name="Google Shape;10362;p37"/>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10363" name="Google Shape;10363;p37"/>
            <p:cNvGrpSpPr/>
            <p:nvPr/>
          </p:nvGrpSpPr>
          <p:grpSpPr>
            <a:xfrm>
              <a:off x="7287122" y="1447520"/>
              <a:ext cx="1219403" cy="286667"/>
              <a:chOff x="7287122" y="1447520"/>
              <a:chExt cx="1219403" cy="286667"/>
            </a:xfrm>
          </p:grpSpPr>
          <p:sp>
            <p:nvSpPr>
              <p:cNvPr id="10364" name="Google Shape;10364;p3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65" name="Google Shape;10365;p37"/>
              <p:cNvGrpSpPr/>
              <p:nvPr/>
            </p:nvGrpSpPr>
            <p:grpSpPr>
              <a:xfrm>
                <a:off x="7287122" y="1581977"/>
                <a:ext cx="852803" cy="73428"/>
                <a:chOff x="7287122" y="1581977"/>
                <a:chExt cx="852803" cy="73428"/>
              </a:xfrm>
            </p:grpSpPr>
            <p:sp>
              <p:nvSpPr>
                <p:cNvPr id="10366" name="Google Shape;10366;p3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67" name="Google Shape;10367;p37"/>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10368" name="Google Shape;10368;p37"/>
            <p:cNvGrpSpPr/>
            <p:nvPr/>
          </p:nvGrpSpPr>
          <p:grpSpPr>
            <a:xfrm>
              <a:off x="7287122" y="1165658"/>
              <a:ext cx="1219403" cy="344253"/>
              <a:chOff x="7287122" y="1165658"/>
              <a:chExt cx="1219403" cy="344253"/>
            </a:xfrm>
          </p:grpSpPr>
          <p:sp>
            <p:nvSpPr>
              <p:cNvPr id="10369" name="Google Shape;10369;p3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70" name="Google Shape;10370;p37"/>
              <p:cNvGrpSpPr/>
              <p:nvPr/>
            </p:nvGrpSpPr>
            <p:grpSpPr>
              <a:xfrm>
                <a:off x="7287122" y="1341025"/>
                <a:ext cx="695703" cy="73419"/>
                <a:chOff x="7287122" y="1341025"/>
                <a:chExt cx="695703" cy="73419"/>
              </a:xfrm>
            </p:grpSpPr>
            <p:sp>
              <p:nvSpPr>
                <p:cNvPr id="10371" name="Google Shape;10371;p3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72" name="Google Shape;10372;p37"/>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76" name="Shape 10376"/>
        <p:cNvGrpSpPr/>
        <p:nvPr/>
      </p:nvGrpSpPr>
      <p:grpSpPr>
        <a:xfrm>
          <a:off x="0" y="0"/>
          <a:ext cx="0" cy="0"/>
          <a:chOff x="0" y="0"/>
          <a:chExt cx="0" cy="0"/>
        </a:xfrm>
      </p:grpSpPr>
      <p:sp>
        <p:nvSpPr>
          <p:cNvPr id="10377" name="Google Shape;10377;p38"/>
          <p:cNvSpPr txBox="1"/>
          <p:nvPr>
            <p:ph idx="4294967295" type="body"/>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lang="de">
                <a:solidFill>
                  <a:srgbClr val="FFFFFF"/>
                </a:solidFill>
                <a:latin typeface="Arial"/>
                <a:ea typeface="Arial"/>
                <a:cs typeface="Arial"/>
                <a:sym typeface="Arial"/>
              </a:rPr>
              <a:t>You can</a:t>
            </a:r>
            <a:r>
              <a:rPr lang="de">
                <a:solidFill>
                  <a:srgbClr val="435D74"/>
                </a:solidFill>
                <a:latin typeface="Arial"/>
                <a:ea typeface="Arial"/>
                <a:cs typeface="Arial"/>
                <a:sym typeface="Arial"/>
              </a:rPr>
              <a:t> </a:t>
            </a:r>
            <a:r>
              <a:rPr lang="de">
                <a:solidFill>
                  <a:srgbClr val="869FB2"/>
                </a:solidFill>
                <a:latin typeface="Arial"/>
                <a:ea typeface="Arial"/>
                <a:cs typeface="Arial"/>
                <a:sym typeface="Arial"/>
              </a:rPr>
              <a:t>resize</a:t>
            </a:r>
            <a:r>
              <a:rPr lang="de">
                <a:solidFill>
                  <a:srgbClr val="435D74"/>
                </a:solidFill>
                <a:latin typeface="Arial"/>
                <a:ea typeface="Arial"/>
                <a:cs typeface="Arial"/>
                <a:sym typeface="Arial"/>
              </a:rPr>
              <a:t> </a:t>
            </a:r>
            <a:r>
              <a:rPr lang="de">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de">
                <a:solidFill>
                  <a:srgbClr val="FFFFFF"/>
                </a:solidFill>
                <a:latin typeface="Arial"/>
                <a:ea typeface="Arial"/>
                <a:cs typeface="Arial"/>
                <a:sym typeface="Arial"/>
              </a:rPr>
              <a:t>You can </a:t>
            </a:r>
            <a:r>
              <a:rPr lang="de">
                <a:solidFill>
                  <a:srgbClr val="869FB2"/>
                </a:solidFill>
                <a:latin typeface="Arial"/>
                <a:ea typeface="Arial"/>
                <a:cs typeface="Arial"/>
                <a:sym typeface="Arial"/>
              </a:rPr>
              <a:t>change the stroke and fill color</a:t>
            </a:r>
            <a:r>
              <a:rPr lang="de">
                <a:solidFill>
                  <a:srgbClr val="FFFFFF"/>
                </a:solidFill>
                <a:latin typeface="Arial"/>
                <a:ea typeface="Arial"/>
                <a:cs typeface="Arial"/>
                <a:sym typeface="Arial"/>
              </a:rPr>
              <a:t>; just select the icon and click on the</a:t>
            </a:r>
            <a:r>
              <a:rPr lang="de">
                <a:solidFill>
                  <a:srgbClr val="435D74"/>
                </a:solidFill>
                <a:latin typeface="Arial"/>
                <a:ea typeface="Arial"/>
                <a:cs typeface="Arial"/>
                <a:sym typeface="Arial"/>
              </a:rPr>
              <a:t> </a:t>
            </a:r>
            <a:r>
              <a:rPr lang="de">
                <a:solidFill>
                  <a:srgbClr val="869FB2"/>
                </a:solidFill>
                <a:latin typeface="Arial"/>
                <a:ea typeface="Arial"/>
                <a:cs typeface="Arial"/>
                <a:sym typeface="Arial"/>
              </a:rPr>
              <a:t>paint bucket/pen</a:t>
            </a:r>
            <a:r>
              <a:rPr lang="de">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de">
                <a:solidFill>
                  <a:srgbClr val="FFFFFF"/>
                </a:solidFill>
                <a:latin typeface="Arial"/>
                <a:ea typeface="Arial"/>
                <a:cs typeface="Arial"/>
                <a:sym typeface="Arial"/>
              </a:rPr>
              <a:t>In Google Slides, you can also use </a:t>
            </a:r>
            <a:r>
              <a:rPr lang="de">
                <a:solidFill>
                  <a:schemeClr val="hlink"/>
                </a:solidFill>
                <a:uFill>
                  <a:noFill/>
                </a:uFill>
                <a:latin typeface="Arial"/>
                <a:ea typeface="Arial"/>
                <a:cs typeface="Arial"/>
                <a:sym typeface="Arial"/>
                <a:hlinkClick r:id="rId3"/>
              </a:rPr>
              <a:t>Flaticon’s extension</a:t>
            </a:r>
            <a:r>
              <a:rPr lang="de">
                <a:solidFill>
                  <a:srgbClr val="FFFFFF"/>
                </a:solidFill>
                <a:latin typeface="Arial"/>
                <a:ea typeface="Arial"/>
                <a:cs typeface="Arial"/>
                <a:sym typeface="Arial"/>
              </a:rPr>
              <a:t>, allowing you to customize and add even more icons.</a:t>
            </a:r>
            <a:br>
              <a:rPr lang="de">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378" name="Google Shape;10378;p38"/>
          <p:cNvGrpSpPr/>
          <p:nvPr/>
        </p:nvGrpSpPr>
        <p:grpSpPr>
          <a:xfrm>
            <a:off x="845856" y="2307733"/>
            <a:ext cx="340168" cy="298978"/>
            <a:chOff x="892750" y="267400"/>
            <a:chExt cx="483125" cy="424625"/>
          </a:xfrm>
        </p:grpSpPr>
        <p:sp>
          <p:nvSpPr>
            <p:cNvPr id="10379" name="Google Shape;10379;p3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0" name="Google Shape;10380;p3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1" name="Google Shape;10381;p3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82" name="Google Shape;10382;p38"/>
          <p:cNvGrpSpPr/>
          <p:nvPr/>
        </p:nvGrpSpPr>
        <p:grpSpPr>
          <a:xfrm>
            <a:off x="1284289" y="2287121"/>
            <a:ext cx="298996" cy="340204"/>
            <a:chOff x="1516475" y="238075"/>
            <a:chExt cx="424650" cy="483175"/>
          </a:xfrm>
        </p:grpSpPr>
        <p:sp>
          <p:nvSpPr>
            <p:cNvPr id="10383" name="Google Shape;10383;p3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4" name="Google Shape;10384;p3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85" name="Google Shape;10385;p38"/>
          <p:cNvGrpSpPr/>
          <p:nvPr/>
        </p:nvGrpSpPr>
        <p:grpSpPr>
          <a:xfrm>
            <a:off x="1677382" y="2367520"/>
            <a:ext cx="341488" cy="179405"/>
            <a:chOff x="2080675" y="352325"/>
            <a:chExt cx="485000" cy="254800"/>
          </a:xfrm>
        </p:grpSpPr>
        <p:sp>
          <p:nvSpPr>
            <p:cNvPr id="10386" name="Google Shape;10386;p3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7" name="Google Shape;10387;p3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88" name="Google Shape;10388;p38"/>
          <p:cNvGrpSpPr/>
          <p:nvPr/>
        </p:nvGrpSpPr>
        <p:grpSpPr>
          <a:xfrm>
            <a:off x="2126559" y="2287138"/>
            <a:ext cx="298996" cy="340168"/>
            <a:chOff x="2705375" y="238125"/>
            <a:chExt cx="424650" cy="483125"/>
          </a:xfrm>
        </p:grpSpPr>
        <p:sp>
          <p:nvSpPr>
            <p:cNvPr id="10389" name="Google Shape;10389;p3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0" name="Google Shape;10390;p3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1" name="Google Shape;10391;p3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2" name="Google Shape;10392;p3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93" name="Google Shape;10393;p38"/>
          <p:cNvGrpSpPr/>
          <p:nvPr/>
        </p:nvGrpSpPr>
        <p:grpSpPr>
          <a:xfrm>
            <a:off x="2542701" y="2287455"/>
            <a:ext cx="301161" cy="339535"/>
            <a:chOff x="3299850" y="238575"/>
            <a:chExt cx="427725" cy="482225"/>
          </a:xfrm>
        </p:grpSpPr>
        <p:sp>
          <p:nvSpPr>
            <p:cNvPr id="10394" name="Google Shape;10394;p3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5" name="Google Shape;10395;p3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6" name="Google Shape;10396;p3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7" name="Google Shape;10397;p3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8" name="Google Shape;10398;p3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99" name="Google Shape;10399;p38"/>
          <p:cNvGrpSpPr/>
          <p:nvPr/>
        </p:nvGrpSpPr>
        <p:grpSpPr>
          <a:xfrm>
            <a:off x="2929621" y="2287138"/>
            <a:ext cx="352455" cy="340168"/>
            <a:chOff x="3857225" y="238125"/>
            <a:chExt cx="500575" cy="483125"/>
          </a:xfrm>
        </p:grpSpPr>
        <p:sp>
          <p:nvSpPr>
            <p:cNvPr id="10400" name="Google Shape;10400;p3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1" name="Google Shape;10401;p3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2" name="Google Shape;10402;p3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3" name="Google Shape;10403;p3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4" name="Google Shape;10404;p3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5" name="Google Shape;10405;p3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6" name="Google Shape;10406;p3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07" name="Google Shape;10407;p38"/>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08" name="Google Shape;10408;p38"/>
          <p:cNvGrpSpPr/>
          <p:nvPr/>
        </p:nvGrpSpPr>
        <p:grpSpPr>
          <a:xfrm>
            <a:off x="3776397" y="2287165"/>
            <a:ext cx="340186" cy="340116"/>
            <a:chOff x="5053900" y="238200"/>
            <a:chExt cx="483150" cy="483050"/>
          </a:xfrm>
        </p:grpSpPr>
        <p:sp>
          <p:nvSpPr>
            <p:cNvPr id="10409" name="Google Shape;10409;p3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0" name="Google Shape;10410;p3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1" name="Google Shape;10411;p3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2" name="Google Shape;10412;p3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13" name="Google Shape;10413;p38"/>
          <p:cNvGrpSpPr/>
          <p:nvPr/>
        </p:nvGrpSpPr>
        <p:grpSpPr>
          <a:xfrm>
            <a:off x="4190352" y="2287138"/>
            <a:ext cx="340168" cy="340168"/>
            <a:chOff x="5648375" y="238125"/>
            <a:chExt cx="483125" cy="483125"/>
          </a:xfrm>
        </p:grpSpPr>
        <p:sp>
          <p:nvSpPr>
            <p:cNvPr id="10414" name="Google Shape;10414;p3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5" name="Google Shape;10415;p3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6" name="Google Shape;10416;p3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7" name="Google Shape;10417;p3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8" name="Google Shape;10418;p3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9" name="Google Shape;10419;p3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0" name="Google Shape;10420;p3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1" name="Google Shape;10421;p3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2" name="Google Shape;10422;p3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3" name="Google Shape;10423;p3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24" name="Google Shape;10424;p38"/>
          <p:cNvGrpSpPr/>
          <p:nvPr/>
        </p:nvGrpSpPr>
        <p:grpSpPr>
          <a:xfrm>
            <a:off x="4607039" y="2287138"/>
            <a:ext cx="340168" cy="340168"/>
            <a:chOff x="6242825" y="238125"/>
            <a:chExt cx="483125" cy="483125"/>
          </a:xfrm>
        </p:grpSpPr>
        <p:sp>
          <p:nvSpPr>
            <p:cNvPr id="10425" name="Google Shape;10425;p3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6" name="Google Shape;10426;p3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7" name="Google Shape;10427;p3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28" name="Google Shape;10428;p38"/>
          <p:cNvGrpSpPr/>
          <p:nvPr/>
        </p:nvGrpSpPr>
        <p:grpSpPr>
          <a:xfrm>
            <a:off x="844155" y="2727363"/>
            <a:ext cx="343566" cy="298943"/>
            <a:chOff x="889275" y="861850"/>
            <a:chExt cx="487950" cy="424575"/>
          </a:xfrm>
        </p:grpSpPr>
        <p:sp>
          <p:nvSpPr>
            <p:cNvPr id="10429" name="Google Shape;10429;p3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0" name="Google Shape;10430;p3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1" name="Google Shape;10431;p3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2" name="Google Shape;10432;p3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33" name="Google Shape;10433;p38"/>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4" name="Google Shape;10434;p38"/>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35" name="Google Shape;10435;p38"/>
          <p:cNvGrpSpPr/>
          <p:nvPr/>
        </p:nvGrpSpPr>
        <p:grpSpPr>
          <a:xfrm>
            <a:off x="2105975" y="2706750"/>
            <a:ext cx="340168" cy="340168"/>
            <a:chOff x="2676100" y="832575"/>
            <a:chExt cx="483125" cy="483125"/>
          </a:xfrm>
        </p:grpSpPr>
        <p:sp>
          <p:nvSpPr>
            <p:cNvPr id="10436" name="Google Shape;10436;p3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7" name="Google Shape;10437;p3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8" name="Google Shape;10438;p3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39" name="Google Shape;10439;p38"/>
          <p:cNvGrpSpPr/>
          <p:nvPr/>
        </p:nvGrpSpPr>
        <p:grpSpPr>
          <a:xfrm>
            <a:off x="2517477" y="2706750"/>
            <a:ext cx="351610" cy="340168"/>
            <a:chOff x="3270550" y="832575"/>
            <a:chExt cx="499375" cy="483125"/>
          </a:xfrm>
        </p:grpSpPr>
        <p:sp>
          <p:nvSpPr>
            <p:cNvPr id="10440" name="Google Shape;10440;p3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1" name="Google Shape;10441;p3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2" name="Google Shape;10442;p3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43" name="Google Shape;10443;p38"/>
          <p:cNvGrpSpPr/>
          <p:nvPr/>
        </p:nvGrpSpPr>
        <p:grpSpPr>
          <a:xfrm>
            <a:off x="2935755" y="2717382"/>
            <a:ext cx="340186" cy="318904"/>
            <a:chOff x="3865000" y="847675"/>
            <a:chExt cx="483150" cy="452925"/>
          </a:xfrm>
        </p:grpSpPr>
        <p:sp>
          <p:nvSpPr>
            <p:cNvPr id="10444" name="Google Shape;10444;p3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5" name="Google Shape;10445;p3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6" name="Google Shape;10446;p3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7" name="Google Shape;10447;p3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48" name="Google Shape;10448;p38"/>
          <p:cNvGrpSpPr/>
          <p:nvPr/>
        </p:nvGrpSpPr>
        <p:grpSpPr>
          <a:xfrm>
            <a:off x="3351437" y="2727301"/>
            <a:ext cx="344798" cy="299066"/>
            <a:chOff x="4452900" y="861750"/>
            <a:chExt cx="489700" cy="424750"/>
          </a:xfrm>
        </p:grpSpPr>
        <p:sp>
          <p:nvSpPr>
            <p:cNvPr id="10449" name="Google Shape;10449;p3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0" name="Google Shape;10450;p3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1" name="Google Shape;10451;p3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52" name="Google Shape;10452;p38"/>
          <p:cNvGrpSpPr/>
          <p:nvPr/>
        </p:nvGrpSpPr>
        <p:grpSpPr>
          <a:xfrm>
            <a:off x="3768670" y="2706757"/>
            <a:ext cx="355641" cy="340151"/>
            <a:chOff x="5049750" y="832600"/>
            <a:chExt cx="505100" cy="483100"/>
          </a:xfrm>
        </p:grpSpPr>
        <p:sp>
          <p:nvSpPr>
            <p:cNvPr id="10453" name="Google Shape;10453;p3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4" name="Google Shape;10454;p3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55" name="Google Shape;10455;p38"/>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56" name="Google Shape;10456;p38"/>
          <p:cNvGrpSpPr/>
          <p:nvPr/>
        </p:nvGrpSpPr>
        <p:grpSpPr>
          <a:xfrm>
            <a:off x="4627622" y="2706750"/>
            <a:ext cx="298996" cy="340168"/>
            <a:chOff x="6272100" y="832575"/>
            <a:chExt cx="424650" cy="483125"/>
          </a:xfrm>
        </p:grpSpPr>
        <p:sp>
          <p:nvSpPr>
            <p:cNvPr id="10457" name="Google Shape;10457;p3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8" name="Google Shape;10458;p3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59" name="Google Shape;10459;p38"/>
          <p:cNvGrpSpPr/>
          <p:nvPr/>
        </p:nvGrpSpPr>
        <p:grpSpPr>
          <a:xfrm>
            <a:off x="845828" y="3125798"/>
            <a:ext cx="340221" cy="340186"/>
            <a:chOff x="893650" y="1428000"/>
            <a:chExt cx="483200" cy="483150"/>
          </a:xfrm>
        </p:grpSpPr>
        <p:sp>
          <p:nvSpPr>
            <p:cNvPr id="10460" name="Google Shape;10460;p3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1" name="Google Shape;10461;p3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2" name="Google Shape;10462;p3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3" name="Google Shape;10463;p3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64" name="Google Shape;10464;p38"/>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5" name="Google Shape;10465;p38"/>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66" name="Google Shape;10466;p38"/>
          <p:cNvGrpSpPr/>
          <p:nvPr/>
        </p:nvGrpSpPr>
        <p:grpSpPr>
          <a:xfrm>
            <a:off x="2099643" y="3146464"/>
            <a:ext cx="352825" cy="298855"/>
            <a:chOff x="2676100" y="1456375"/>
            <a:chExt cx="501100" cy="424450"/>
          </a:xfrm>
        </p:grpSpPr>
        <p:sp>
          <p:nvSpPr>
            <p:cNvPr id="10467" name="Google Shape;10467;p3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8" name="Google Shape;10468;p3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9" name="Google Shape;10469;p3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70" name="Google Shape;10470;p38"/>
          <p:cNvGrpSpPr/>
          <p:nvPr/>
        </p:nvGrpSpPr>
        <p:grpSpPr>
          <a:xfrm>
            <a:off x="2523171" y="3125807"/>
            <a:ext cx="340221" cy="340168"/>
            <a:chOff x="3270475" y="1427025"/>
            <a:chExt cx="483200" cy="483125"/>
          </a:xfrm>
        </p:grpSpPr>
        <p:sp>
          <p:nvSpPr>
            <p:cNvPr id="10471" name="Google Shape;10471;p3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2" name="Google Shape;10472;p3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3" name="Google Shape;10473;p3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74" name="Google Shape;10474;p38"/>
          <p:cNvGrpSpPr/>
          <p:nvPr/>
        </p:nvGrpSpPr>
        <p:grpSpPr>
          <a:xfrm>
            <a:off x="2934086" y="3125780"/>
            <a:ext cx="343530" cy="340221"/>
            <a:chOff x="3860250" y="1427025"/>
            <a:chExt cx="487900" cy="483200"/>
          </a:xfrm>
        </p:grpSpPr>
        <p:sp>
          <p:nvSpPr>
            <p:cNvPr id="10475" name="Google Shape;10475;p3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6" name="Google Shape;10476;p3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7" name="Google Shape;10477;p3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78" name="Google Shape;10478;p38"/>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9" name="Google Shape;10479;p38"/>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80" name="Google Shape;10480;p38"/>
          <p:cNvGrpSpPr/>
          <p:nvPr/>
        </p:nvGrpSpPr>
        <p:grpSpPr>
          <a:xfrm>
            <a:off x="4190323" y="3125807"/>
            <a:ext cx="340221" cy="340168"/>
            <a:chOff x="5648375" y="1427025"/>
            <a:chExt cx="483200" cy="483125"/>
          </a:xfrm>
        </p:grpSpPr>
        <p:sp>
          <p:nvSpPr>
            <p:cNvPr id="10481" name="Google Shape;10481;p3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2" name="Google Shape;10482;p3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83" name="Google Shape;10483;p38"/>
          <p:cNvGrpSpPr/>
          <p:nvPr/>
        </p:nvGrpSpPr>
        <p:grpSpPr>
          <a:xfrm>
            <a:off x="4604805" y="3125788"/>
            <a:ext cx="344622" cy="340204"/>
            <a:chOff x="6238300" y="1426975"/>
            <a:chExt cx="489450" cy="483175"/>
          </a:xfrm>
        </p:grpSpPr>
        <p:sp>
          <p:nvSpPr>
            <p:cNvPr id="10484" name="Google Shape;10484;p3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5" name="Google Shape;10485;p3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6" name="Google Shape;10486;p3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87" name="Google Shape;10487;p38"/>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88" name="Google Shape;10488;p38"/>
          <p:cNvGrpSpPr/>
          <p:nvPr/>
        </p:nvGrpSpPr>
        <p:grpSpPr>
          <a:xfrm>
            <a:off x="1263704" y="3544794"/>
            <a:ext cx="340168" cy="340186"/>
            <a:chOff x="1487200" y="2021475"/>
            <a:chExt cx="483125" cy="483150"/>
          </a:xfrm>
        </p:grpSpPr>
        <p:sp>
          <p:nvSpPr>
            <p:cNvPr id="10489" name="Google Shape;10489;p3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0" name="Google Shape;10490;p3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1" name="Google Shape;10491;p3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2" name="Google Shape;10492;p3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93" name="Google Shape;10493;p38"/>
          <p:cNvGrpSpPr/>
          <p:nvPr/>
        </p:nvGrpSpPr>
        <p:grpSpPr>
          <a:xfrm>
            <a:off x="1678041" y="3565400"/>
            <a:ext cx="340168" cy="298978"/>
            <a:chOff x="2081650" y="2050750"/>
            <a:chExt cx="483125" cy="424625"/>
          </a:xfrm>
        </p:grpSpPr>
        <p:sp>
          <p:nvSpPr>
            <p:cNvPr id="10494" name="Google Shape;10494;p3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5" name="Google Shape;10495;p3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6" name="Google Shape;10496;p3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7" name="Google Shape;10497;p3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8" name="Google Shape;10498;p3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9" name="Google Shape;10499;p3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00" name="Google Shape;10500;p38"/>
          <p:cNvGrpSpPr/>
          <p:nvPr/>
        </p:nvGrpSpPr>
        <p:grpSpPr>
          <a:xfrm>
            <a:off x="2105975" y="3588720"/>
            <a:ext cx="340168" cy="252332"/>
            <a:chOff x="2676100" y="2083800"/>
            <a:chExt cx="483125" cy="358375"/>
          </a:xfrm>
        </p:grpSpPr>
        <p:sp>
          <p:nvSpPr>
            <p:cNvPr id="10501" name="Google Shape;10501;p3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2" name="Google Shape;10502;p3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03" name="Google Shape;10503;p38"/>
          <p:cNvGrpSpPr/>
          <p:nvPr/>
        </p:nvGrpSpPr>
        <p:grpSpPr>
          <a:xfrm>
            <a:off x="2531485" y="3554767"/>
            <a:ext cx="323587" cy="320242"/>
            <a:chOff x="3282325" y="2035675"/>
            <a:chExt cx="459575" cy="454825"/>
          </a:xfrm>
        </p:grpSpPr>
        <p:sp>
          <p:nvSpPr>
            <p:cNvPr id="10504" name="Google Shape;10504;p3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5" name="Google Shape;10505;p3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6" name="Google Shape;10506;p3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7" name="Google Shape;10507;p3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08" name="Google Shape;10508;p38"/>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9" name="Google Shape;10509;p38"/>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10" name="Google Shape;10510;p38"/>
          <p:cNvGrpSpPr/>
          <p:nvPr/>
        </p:nvGrpSpPr>
        <p:grpSpPr>
          <a:xfrm>
            <a:off x="3776191" y="3544804"/>
            <a:ext cx="340608" cy="340168"/>
            <a:chOff x="5053900" y="2021500"/>
            <a:chExt cx="483750" cy="483125"/>
          </a:xfrm>
        </p:grpSpPr>
        <p:sp>
          <p:nvSpPr>
            <p:cNvPr id="10511" name="Google Shape;10511;p3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2" name="Google Shape;10512;p3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3" name="Google Shape;10513;p3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4" name="Google Shape;10514;p3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5" name="Google Shape;10515;p3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6" name="Google Shape;10516;p3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7" name="Google Shape;10517;p3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8" name="Google Shape;10518;p3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19" name="Google Shape;10519;p38"/>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20" name="Google Shape;10520;p38"/>
          <p:cNvGrpSpPr/>
          <p:nvPr/>
        </p:nvGrpSpPr>
        <p:grpSpPr>
          <a:xfrm>
            <a:off x="4601283" y="3547973"/>
            <a:ext cx="351663" cy="333831"/>
            <a:chOff x="6222125" y="2025975"/>
            <a:chExt cx="499450" cy="474125"/>
          </a:xfrm>
        </p:grpSpPr>
        <p:sp>
          <p:nvSpPr>
            <p:cNvPr id="10521" name="Google Shape;10521;p3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2" name="Google Shape;10522;p3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3" name="Google Shape;10523;p3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24" name="Google Shape;10524;p38"/>
          <p:cNvGrpSpPr/>
          <p:nvPr/>
        </p:nvGrpSpPr>
        <p:grpSpPr>
          <a:xfrm>
            <a:off x="5058847" y="2364539"/>
            <a:ext cx="335504" cy="185953"/>
            <a:chOff x="896050" y="2725450"/>
            <a:chExt cx="476500" cy="264100"/>
          </a:xfrm>
        </p:grpSpPr>
        <p:sp>
          <p:nvSpPr>
            <p:cNvPr id="10525" name="Google Shape;10525;p3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6" name="Google Shape;10526;p3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7" name="Google Shape;10527;p3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28" name="Google Shape;10528;p38"/>
          <p:cNvGrpSpPr/>
          <p:nvPr/>
        </p:nvGrpSpPr>
        <p:grpSpPr>
          <a:xfrm>
            <a:off x="5489589" y="2287425"/>
            <a:ext cx="340168" cy="340186"/>
            <a:chOff x="1487200" y="2615925"/>
            <a:chExt cx="483125" cy="483150"/>
          </a:xfrm>
        </p:grpSpPr>
        <p:sp>
          <p:nvSpPr>
            <p:cNvPr id="10529" name="Google Shape;10529;p3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0" name="Google Shape;10530;p3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1" name="Google Shape;10531;p3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32" name="Google Shape;10532;p38"/>
          <p:cNvGrpSpPr/>
          <p:nvPr/>
        </p:nvGrpSpPr>
        <p:grpSpPr>
          <a:xfrm>
            <a:off x="5889536" y="2287425"/>
            <a:ext cx="353564" cy="340186"/>
            <a:chOff x="2077575" y="2615925"/>
            <a:chExt cx="502150" cy="483150"/>
          </a:xfrm>
        </p:grpSpPr>
        <p:sp>
          <p:nvSpPr>
            <p:cNvPr id="10533" name="Google Shape;10533;p3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4" name="Google Shape;10534;p3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5" name="Google Shape;10535;p3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6" name="Google Shape;10536;p3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37" name="Google Shape;10537;p38"/>
          <p:cNvGrpSpPr/>
          <p:nvPr/>
        </p:nvGrpSpPr>
        <p:grpSpPr>
          <a:xfrm>
            <a:off x="6313323" y="2303451"/>
            <a:ext cx="334536" cy="308132"/>
            <a:chOff x="2680100" y="2638725"/>
            <a:chExt cx="475125" cy="437625"/>
          </a:xfrm>
        </p:grpSpPr>
        <p:sp>
          <p:nvSpPr>
            <p:cNvPr id="10538" name="Google Shape;10538;p3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9" name="Google Shape;10539;p3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0" name="Google Shape;10540;p3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1" name="Google Shape;10541;p3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42" name="Google Shape;10542;p38"/>
          <p:cNvGrpSpPr/>
          <p:nvPr/>
        </p:nvGrpSpPr>
        <p:grpSpPr>
          <a:xfrm>
            <a:off x="6778963" y="2287425"/>
            <a:ext cx="239183" cy="340186"/>
            <a:chOff x="3342275" y="2615925"/>
            <a:chExt cx="339700" cy="483150"/>
          </a:xfrm>
        </p:grpSpPr>
        <p:sp>
          <p:nvSpPr>
            <p:cNvPr id="10543" name="Google Shape;10543;p3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4" name="Google Shape;10544;p3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45" name="Google Shape;10545;p38"/>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6" name="Google Shape;10546;p38"/>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7" name="Google Shape;10547;p38"/>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48" name="Google Shape;10548;p38"/>
          <p:cNvGrpSpPr/>
          <p:nvPr/>
        </p:nvGrpSpPr>
        <p:grpSpPr>
          <a:xfrm>
            <a:off x="6216569" y="3956424"/>
            <a:ext cx="339482" cy="339271"/>
            <a:chOff x="5648900" y="2616600"/>
            <a:chExt cx="482150" cy="481850"/>
          </a:xfrm>
        </p:grpSpPr>
        <p:sp>
          <p:nvSpPr>
            <p:cNvPr id="10549" name="Google Shape;10549;p3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0" name="Google Shape;10550;p3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51" name="Google Shape;10551;p38"/>
          <p:cNvGrpSpPr/>
          <p:nvPr/>
        </p:nvGrpSpPr>
        <p:grpSpPr>
          <a:xfrm>
            <a:off x="4535858" y="3963140"/>
            <a:ext cx="325626" cy="325694"/>
            <a:chOff x="6242825" y="2615925"/>
            <a:chExt cx="483125" cy="483225"/>
          </a:xfrm>
        </p:grpSpPr>
        <p:sp>
          <p:nvSpPr>
            <p:cNvPr id="10552" name="Google Shape;10552;p3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3" name="Google Shape;10553;p3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4" name="Google Shape;10554;p3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5" name="Google Shape;10555;p3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6" name="Google Shape;10556;p3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57" name="Google Shape;10557;p38"/>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58" name="Google Shape;10558;p38"/>
          <p:cNvGrpSpPr/>
          <p:nvPr/>
        </p:nvGrpSpPr>
        <p:grpSpPr>
          <a:xfrm>
            <a:off x="5488629" y="2707035"/>
            <a:ext cx="342087" cy="340186"/>
            <a:chOff x="1487200" y="3210375"/>
            <a:chExt cx="485850" cy="483150"/>
          </a:xfrm>
        </p:grpSpPr>
        <p:sp>
          <p:nvSpPr>
            <p:cNvPr id="10559" name="Google Shape;10559;p3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0" name="Google Shape;10560;p3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1" name="Google Shape;10561;p3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62" name="Google Shape;10562;p38"/>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3" name="Google Shape;10563;p38"/>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64" name="Google Shape;10564;p38"/>
          <p:cNvGrpSpPr/>
          <p:nvPr/>
        </p:nvGrpSpPr>
        <p:grpSpPr>
          <a:xfrm>
            <a:off x="6727991" y="2707024"/>
            <a:ext cx="341136" cy="340204"/>
            <a:chOff x="3269875" y="3210400"/>
            <a:chExt cx="484500" cy="483175"/>
          </a:xfrm>
        </p:grpSpPr>
        <p:sp>
          <p:nvSpPr>
            <p:cNvPr id="10565" name="Google Shape;10565;p3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6" name="Google Shape;10566;p3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67" name="Google Shape;10567;p38"/>
          <p:cNvGrpSpPr/>
          <p:nvPr/>
        </p:nvGrpSpPr>
        <p:grpSpPr>
          <a:xfrm>
            <a:off x="7227085" y="2706667"/>
            <a:ext cx="170216" cy="340925"/>
            <a:chOff x="3985700" y="3210375"/>
            <a:chExt cx="241750" cy="484200"/>
          </a:xfrm>
        </p:grpSpPr>
        <p:sp>
          <p:nvSpPr>
            <p:cNvPr id="10568" name="Google Shape;10568;p3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9" name="Google Shape;10569;p3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70" name="Google Shape;10570;p38"/>
          <p:cNvGrpSpPr/>
          <p:nvPr/>
        </p:nvGrpSpPr>
        <p:grpSpPr>
          <a:xfrm>
            <a:off x="7566347" y="2707678"/>
            <a:ext cx="339007" cy="338901"/>
            <a:chOff x="4460225" y="3211300"/>
            <a:chExt cx="481475" cy="481325"/>
          </a:xfrm>
        </p:grpSpPr>
        <p:sp>
          <p:nvSpPr>
            <p:cNvPr id="10571" name="Google Shape;10571;p3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2" name="Google Shape;10572;p3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73" name="Google Shape;10573;p38"/>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74" name="Google Shape;10574;p38"/>
          <p:cNvGrpSpPr/>
          <p:nvPr/>
        </p:nvGrpSpPr>
        <p:grpSpPr>
          <a:xfrm>
            <a:off x="6660415" y="3985758"/>
            <a:ext cx="342034" cy="280654"/>
            <a:chOff x="5647000" y="3252650"/>
            <a:chExt cx="485775" cy="398600"/>
          </a:xfrm>
        </p:grpSpPr>
        <p:sp>
          <p:nvSpPr>
            <p:cNvPr id="10575" name="Google Shape;10575;p3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6" name="Google Shape;10576;p3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7" name="Google Shape;10577;p3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8" name="Google Shape;10578;p3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9" name="Google Shape;10579;p3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80" name="Google Shape;10580;p38"/>
          <p:cNvGrpSpPr/>
          <p:nvPr/>
        </p:nvGrpSpPr>
        <p:grpSpPr>
          <a:xfrm>
            <a:off x="4965855" y="3991770"/>
            <a:ext cx="326536" cy="268454"/>
            <a:chOff x="6242450" y="3252800"/>
            <a:chExt cx="484475" cy="398300"/>
          </a:xfrm>
        </p:grpSpPr>
        <p:sp>
          <p:nvSpPr>
            <p:cNvPr id="10581" name="Google Shape;10581;p3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2" name="Google Shape;10582;p3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3" name="Google Shape;10583;p3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84" name="Google Shape;10584;p38"/>
          <p:cNvGrpSpPr/>
          <p:nvPr/>
        </p:nvGrpSpPr>
        <p:grpSpPr>
          <a:xfrm>
            <a:off x="5077112" y="3126104"/>
            <a:ext cx="298978" cy="340168"/>
            <a:chOff x="922025" y="3804850"/>
            <a:chExt cx="424625" cy="483125"/>
          </a:xfrm>
        </p:grpSpPr>
        <p:sp>
          <p:nvSpPr>
            <p:cNvPr id="10585" name="Google Shape;10585;p3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6" name="Google Shape;10586;p3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87" name="Google Shape;10587;p38"/>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88" name="Google Shape;10588;p38"/>
          <p:cNvGrpSpPr/>
          <p:nvPr/>
        </p:nvGrpSpPr>
        <p:grpSpPr>
          <a:xfrm>
            <a:off x="5909840" y="3126104"/>
            <a:ext cx="312955" cy="340168"/>
            <a:chOff x="2100300" y="3804850"/>
            <a:chExt cx="444475" cy="483125"/>
          </a:xfrm>
        </p:grpSpPr>
        <p:sp>
          <p:nvSpPr>
            <p:cNvPr id="10589" name="Google Shape;10589;p3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0" name="Google Shape;10590;p3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91" name="Google Shape;10591;p38"/>
          <p:cNvGrpSpPr/>
          <p:nvPr/>
        </p:nvGrpSpPr>
        <p:grpSpPr>
          <a:xfrm>
            <a:off x="6333463" y="3126104"/>
            <a:ext cx="294261" cy="340168"/>
            <a:chOff x="2708700" y="3804850"/>
            <a:chExt cx="417925" cy="483125"/>
          </a:xfrm>
        </p:grpSpPr>
        <p:sp>
          <p:nvSpPr>
            <p:cNvPr id="10592" name="Google Shape;10592;p3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3" name="Google Shape;10593;p3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4" name="Google Shape;10594;p3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5" name="Google Shape;10595;p3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96" name="Google Shape;10596;p38"/>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7" name="Google Shape;10597;p38"/>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98" name="Google Shape;10598;p38"/>
          <p:cNvGrpSpPr/>
          <p:nvPr/>
        </p:nvGrpSpPr>
        <p:grpSpPr>
          <a:xfrm>
            <a:off x="7570334" y="3127378"/>
            <a:ext cx="331033" cy="337616"/>
            <a:chOff x="4467450" y="3808475"/>
            <a:chExt cx="470150" cy="479500"/>
          </a:xfrm>
        </p:grpSpPr>
        <p:sp>
          <p:nvSpPr>
            <p:cNvPr id="10599" name="Google Shape;10599;p3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0" name="Google Shape;10600;p3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1" name="Google Shape;10601;p3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2" name="Google Shape;10602;p3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03" name="Google Shape;10603;p38"/>
          <p:cNvGrpSpPr/>
          <p:nvPr/>
        </p:nvGrpSpPr>
        <p:grpSpPr>
          <a:xfrm>
            <a:off x="7990684" y="3126104"/>
            <a:ext cx="340186" cy="340168"/>
            <a:chOff x="5053900" y="3804850"/>
            <a:chExt cx="483150" cy="483125"/>
          </a:xfrm>
        </p:grpSpPr>
        <p:sp>
          <p:nvSpPr>
            <p:cNvPr id="10604" name="Google Shape;10604;p3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5" name="Google Shape;10605;p3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6" name="Google Shape;10606;p3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07" name="Google Shape;10607;p3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08" name="Google Shape;10608;p38"/>
          <p:cNvGrpSpPr/>
          <p:nvPr/>
        </p:nvGrpSpPr>
        <p:grpSpPr>
          <a:xfrm>
            <a:off x="7106810" y="3956023"/>
            <a:ext cx="340168" cy="340168"/>
            <a:chOff x="5648375" y="3804850"/>
            <a:chExt cx="483125" cy="483125"/>
          </a:xfrm>
        </p:grpSpPr>
        <p:sp>
          <p:nvSpPr>
            <p:cNvPr id="10609" name="Google Shape;10609;p3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0" name="Google Shape;10610;p3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1" name="Google Shape;10611;p3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2" name="Google Shape;10612;p3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13" name="Google Shape;10613;p38"/>
          <p:cNvGrpSpPr/>
          <p:nvPr/>
        </p:nvGrpSpPr>
        <p:grpSpPr>
          <a:xfrm>
            <a:off x="5396764" y="3968277"/>
            <a:ext cx="280923" cy="315449"/>
            <a:chOff x="6276025" y="3812400"/>
            <a:chExt cx="416800" cy="468025"/>
          </a:xfrm>
        </p:grpSpPr>
        <p:sp>
          <p:nvSpPr>
            <p:cNvPr id="10614" name="Google Shape;10614;p3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5" name="Google Shape;10615;p3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6" name="Google Shape;10616;p3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17" name="Google Shape;10617;p3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18" name="Google Shape;10618;p38"/>
          <p:cNvGrpSpPr/>
          <p:nvPr/>
        </p:nvGrpSpPr>
        <p:grpSpPr>
          <a:xfrm>
            <a:off x="5055293" y="3545088"/>
            <a:ext cx="342615" cy="340186"/>
            <a:chOff x="890400" y="4399350"/>
            <a:chExt cx="486600" cy="483150"/>
          </a:xfrm>
        </p:grpSpPr>
        <p:sp>
          <p:nvSpPr>
            <p:cNvPr id="10619" name="Google Shape;10619;p3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0" name="Google Shape;10620;p3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1" name="Google Shape;10621;p3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22" name="Google Shape;10622;p38"/>
          <p:cNvGrpSpPr/>
          <p:nvPr/>
        </p:nvGrpSpPr>
        <p:grpSpPr>
          <a:xfrm>
            <a:off x="5489589" y="3560368"/>
            <a:ext cx="340168" cy="309628"/>
            <a:chOff x="1487200" y="4421025"/>
            <a:chExt cx="483125" cy="439750"/>
          </a:xfrm>
        </p:grpSpPr>
        <p:sp>
          <p:nvSpPr>
            <p:cNvPr id="10623" name="Google Shape;10623;p3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4" name="Google Shape;10624;p3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5" name="Google Shape;10625;p3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6" name="Google Shape;10626;p3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27" name="Google Shape;10627;p38"/>
          <p:cNvGrpSpPr/>
          <p:nvPr/>
        </p:nvGrpSpPr>
        <p:grpSpPr>
          <a:xfrm>
            <a:off x="5893869" y="3545104"/>
            <a:ext cx="344903" cy="340151"/>
            <a:chOff x="2079300" y="4399325"/>
            <a:chExt cx="489850" cy="483100"/>
          </a:xfrm>
        </p:grpSpPr>
        <p:sp>
          <p:nvSpPr>
            <p:cNvPr id="10628" name="Google Shape;10628;p3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29" name="Google Shape;10629;p3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630" name="Google Shape;10630;p38"/>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631" name="Google Shape;10631;p38"/>
          <p:cNvGrpSpPr/>
          <p:nvPr/>
        </p:nvGrpSpPr>
        <p:grpSpPr>
          <a:xfrm>
            <a:off x="6760439" y="3545104"/>
            <a:ext cx="276236" cy="340151"/>
            <a:chOff x="3316000" y="4399325"/>
            <a:chExt cx="392325" cy="483100"/>
          </a:xfrm>
        </p:grpSpPr>
        <p:sp>
          <p:nvSpPr>
            <p:cNvPr id="10632" name="Google Shape;10632;p3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33" name="Google Shape;10633;p3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34" name="Google Shape;10634;p38"/>
          <p:cNvGrpSpPr/>
          <p:nvPr/>
        </p:nvGrpSpPr>
        <p:grpSpPr>
          <a:xfrm>
            <a:off x="7185175" y="3545088"/>
            <a:ext cx="254022" cy="340186"/>
            <a:chOff x="3926225" y="4399275"/>
            <a:chExt cx="360775" cy="483150"/>
          </a:xfrm>
        </p:grpSpPr>
        <p:sp>
          <p:nvSpPr>
            <p:cNvPr id="10635" name="Google Shape;10635;p3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36" name="Google Shape;10636;p3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637" name="Google Shape;10637;p38"/>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638" name="Google Shape;10638;p38"/>
          <p:cNvGrpSpPr/>
          <p:nvPr/>
        </p:nvGrpSpPr>
        <p:grpSpPr>
          <a:xfrm>
            <a:off x="7990741" y="3545148"/>
            <a:ext cx="340080" cy="340063"/>
            <a:chOff x="5053975" y="4399375"/>
            <a:chExt cx="483000" cy="482975"/>
          </a:xfrm>
        </p:grpSpPr>
        <p:sp>
          <p:nvSpPr>
            <p:cNvPr id="10639" name="Google Shape;10639;p3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40" name="Google Shape;10640;p3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41" name="Google Shape;10641;p3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42" name="Google Shape;10642;p38"/>
          <p:cNvGrpSpPr/>
          <p:nvPr/>
        </p:nvGrpSpPr>
        <p:grpSpPr>
          <a:xfrm>
            <a:off x="7551338" y="3956045"/>
            <a:ext cx="340168" cy="340168"/>
            <a:chOff x="5648375" y="4399300"/>
            <a:chExt cx="483125" cy="483125"/>
          </a:xfrm>
        </p:grpSpPr>
        <p:sp>
          <p:nvSpPr>
            <p:cNvPr id="10643" name="Google Shape;10643;p3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44" name="Google Shape;10644;p3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45" name="Google Shape;10645;p38"/>
          <p:cNvGrpSpPr/>
          <p:nvPr/>
        </p:nvGrpSpPr>
        <p:grpSpPr>
          <a:xfrm>
            <a:off x="5782059" y="3974637"/>
            <a:ext cx="330007" cy="302744"/>
            <a:chOff x="6239575" y="4416275"/>
            <a:chExt cx="489625" cy="449175"/>
          </a:xfrm>
        </p:grpSpPr>
        <p:sp>
          <p:nvSpPr>
            <p:cNvPr id="10646" name="Google Shape;10646;p3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47" name="Google Shape;10647;p3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48" name="Google Shape;10648;p3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49" name="Google Shape;10649;p38"/>
          <p:cNvGrpSpPr/>
          <p:nvPr/>
        </p:nvGrpSpPr>
        <p:grpSpPr>
          <a:xfrm>
            <a:off x="2885335" y="3971812"/>
            <a:ext cx="308234" cy="308234"/>
            <a:chOff x="892750" y="4993750"/>
            <a:chExt cx="483125" cy="483125"/>
          </a:xfrm>
        </p:grpSpPr>
        <p:sp>
          <p:nvSpPr>
            <p:cNvPr id="10650" name="Google Shape;10650;p3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51" name="Google Shape;10651;p3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52" name="Google Shape;10652;p3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53" name="Google Shape;10653;p38"/>
          <p:cNvGrpSpPr/>
          <p:nvPr/>
        </p:nvGrpSpPr>
        <p:grpSpPr>
          <a:xfrm>
            <a:off x="1292051" y="3979183"/>
            <a:ext cx="293982" cy="293982"/>
            <a:chOff x="2676100" y="4993750"/>
            <a:chExt cx="483125" cy="483125"/>
          </a:xfrm>
        </p:grpSpPr>
        <p:sp>
          <p:nvSpPr>
            <p:cNvPr id="10654" name="Google Shape;10654;p3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55" name="Google Shape;10655;p3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56" name="Google Shape;10656;p3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57" name="Google Shape;10657;p38"/>
          <p:cNvGrpSpPr/>
          <p:nvPr/>
        </p:nvGrpSpPr>
        <p:grpSpPr>
          <a:xfrm>
            <a:off x="4123158" y="3971812"/>
            <a:ext cx="308234" cy="308234"/>
            <a:chOff x="3270550" y="4993750"/>
            <a:chExt cx="483125" cy="483125"/>
          </a:xfrm>
        </p:grpSpPr>
        <p:sp>
          <p:nvSpPr>
            <p:cNvPr id="10658" name="Google Shape;10658;p3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59" name="Google Shape;10659;p3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60" name="Google Shape;10660;p3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661" name="Google Shape;10661;p38"/>
          <p:cNvSpPr/>
          <p:nvPr/>
        </p:nvSpPr>
        <p:spPr>
          <a:xfrm>
            <a:off x="1690280"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662" name="Google Shape;10662;p38"/>
          <p:cNvGrpSpPr/>
          <p:nvPr/>
        </p:nvGrpSpPr>
        <p:grpSpPr>
          <a:xfrm>
            <a:off x="2088816" y="3979140"/>
            <a:ext cx="293997" cy="294073"/>
            <a:chOff x="4459450" y="4993700"/>
            <a:chExt cx="483150" cy="483275"/>
          </a:xfrm>
        </p:grpSpPr>
        <p:sp>
          <p:nvSpPr>
            <p:cNvPr id="10663" name="Google Shape;10663;p3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64" name="Google Shape;10664;p3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65" name="Google Shape;10665;p38"/>
          <p:cNvGrpSpPr/>
          <p:nvPr/>
        </p:nvGrpSpPr>
        <p:grpSpPr>
          <a:xfrm>
            <a:off x="3297943" y="3971812"/>
            <a:ext cx="308234" cy="308234"/>
            <a:chOff x="1487200" y="4993750"/>
            <a:chExt cx="483125" cy="483125"/>
          </a:xfrm>
        </p:grpSpPr>
        <p:sp>
          <p:nvSpPr>
            <p:cNvPr id="10666" name="Google Shape;10666;p3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67" name="Google Shape;10667;p3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68" name="Google Shape;10668;p38"/>
          <p:cNvGrpSpPr/>
          <p:nvPr/>
        </p:nvGrpSpPr>
        <p:grpSpPr>
          <a:xfrm>
            <a:off x="3710553" y="3971812"/>
            <a:ext cx="308234" cy="308234"/>
            <a:chOff x="2081650" y="4993750"/>
            <a:chExt cx="483125" cy="483125"/>
          </a:xfrm>
        </p:grpSpPr>
        <p:sp>
          <p:nvSpPr>
            <p:cNvPr id="10669" name="Google Shape;10669;p3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70" name="Google Shape;10670;p3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671" name="Google Shape;10671;p38"/>
          <p:cNvGrpSpPr/>
          <p:nvPr/>
        </p:nvGrpSpPr>
        <p:grpSpPr>
          <a:xfrm>
            <a:off x="2487194" y="3979140"/>
            <a:ext cx="293997" cy="294073"/>
            <a:chOff x="5053900" y="4993700"/>
            <a:chExt cx="483150" cy="483275"/>
          </a:xfrm>
        </p:grpSpPr>
        <p:sp>
          <p:nvSpPr>
            <p:cNvPr id="10672" name="Google Shape;10672;p3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673" name="Google Shape;10673;p3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674" name="Google Shape;10674;p38"/>
          <p:cNvSpPr txBox="1"/>
          <p:nvPr>
            <p:ph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de">
                <a:solidFill>
                  <a:schemeClr val="lt1"/>
                </a:solidFill>
              </a:rPr>
              <a:t>...and our sets of editable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8" name="Shape 10678"/>
        <p:cNvGrpSpPr/>
        <p:nvPr/>
      </p:nvGrpSpPr>
      <p:grpSpPr>
        <a:xfrm>
          <a:off x="0" y="0"/>
          <a:ext cx="0" cy="0"/>
          <a:chOff x="0" y="0"/>
          <a:chExt cx="0" cy="0"/>
        </a:xfrm>
      </p:grpSpPr>
      <p:sp>
        <p:nvSpPr>
          <p:cNvPr id="10679" name="Google Shape;10679;p39"/>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39"/>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39"/>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82" name="Google Shape;10682;p39"/>
          <p:cNvGrpSpPr/>
          <p:nvPr/>
        </p:nvGrpSpPr>
        <p:grpSpPr>
          <a:xfrm>
            <a:off x="2987755" y="1336068"/>
            <a:ext cx="371882" cy="373766"/>
            <a:chOff x="-41270450" y="1973375"/>
            <a:chExt cx="315850" cy="317450"/>
          </a:xfrm>
        </p:grpSpPr>
        <p:sp>
          <p:nvSpPr>
            <p:cNvPr id="10683" name="Google Shape;10683;p3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3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p3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3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7" name="Google Shape;10687;p39"/>
          <p:cNvGrpSpPr/>
          <p:nvPr/>
        </p:nvGrpSpPr>
        <p:grpSpPr>
          <a:xfrm>
            <a:off x="3005368" y="1783025"/>
            <a:ext cx="395871" cy="372088"/>
            <a:chOff x="-41291625" y="2339025"/>
            <a:chExt cx="336225" cy="316025"/>
          </a:xfrm>
        </p:grpSpPr>
        <p:sp>
          <p:nvSpPr>
            <p:cNvPr id="10688" name="Google Shape;10688;p3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p3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90" name="Google Shape;10690;p39"/>
          <p:cNvSpPr/>
          <p:nvPr/>
        </p:nvSpPr>
        <p:spPr>
          <a:xfrm>
            <a:off x="2982027" y="1970041"/>
            <a:ext cx="0" cy="29"/>
          </a:xfrm>
          <a:custGeom>
            <a:rect b="b" l="l" r="r" t="t"/>
            <a:pathLst>
              <a:path extrusionOk="0" h="1" w="12000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39"/>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39"/>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39"/>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39"/>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39"/>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96" name="Google Shape;10696;p39"/>
          <p:cNvGrpSpPr/>
          <p:nvPr/>
        </p:nvGrpSpPr>
        <p:grpSpPr>
          <a:xfrm>
            <a:off x="1229537" y="1308080"/>
            <a:ext cx="396931" cy="373147"/>
            <a:chOff x="-42804750" y="1949600"/>
            <a:chExt cx="337125" cy="316925"/>
          </a:xfrm>
        </p:grpSpPr>
        <p:sp>
          <p:nvSpPr>
            <p:cNvPr id="10697" name="Google Shape;10697;p3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3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3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0" name="Google Shape;10700;p39"/>
          <p:cNvGrpSpPr/>
          <p:nvPr/>
        </p:nvGrpSpPr>
        <p:grpSpPr>
          <a:xfrm>
            <a:off x="1292185" y="1760774"/>
            <a:ext cx="335706" cy="364258"/>
            <a:chOff x="-42778750" y="2320125"/>
            <a:chExt cx="285125" cy="309375"/>
          </a:xfrm>
        </p:grpSpPr>
        <p:sp>
          <p:nvSpPr>
            <p:cNvPr id="10701" name="Google Shape;10701;p3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3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3" name="Google Shape;10703;p39"/>
          <p:cNvGrpSpPr/>
          <p:nvPr/>
        </p:nvGrpSpPr>
        <p:grpSpPr>
          <a:xfrm>
            <a:off x="1269933" y="2207779"/>
            <a:ext cx="375591" cy="374678"/>
            <a:chOff x="-42796875" y="2680675"/>
            <a:chExt cx="319000" cy="318225"/>
          </a:xfrm>
        </p:grpSpPr>
        <p:sp>
          <p:nvSpPr>
            <p:cNvPr id="10704" name="Google Shape;10704;p3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3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3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3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3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09" name="Google Shape;10709;p39"/>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39"/>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39"/>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39"/>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39"/>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14" name="Google Shape;10714;p39"/>
          <p:cNvGrpSpPr/>
          <p:nvPr/>
        </p:nvGrpSpPr>
        <p:grpSpPr>
          <a:xfrm>
            <a:off x="2168169" y="3086052"/>
            <a:ext cx="390426" cy="369586"/>
            <a:chOff x="-39055650" y="2315975"/>
            <a:chExt cx="331600" cy="313900"/>
          </a:xfrm>
        </p:grpSpPr>
        <p:sp>
          <p:nvSpPr>
            <p:cNvPr id="10715" name="Google Shape;10715;p3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3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17" name="Google Shape;10717;p39"/>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39"/>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19" name="Google Shape;10719;p39"/>
          <p:cNvGrpSpPr/>
          <p:nvPr/>
        </p:nvGrpSpPr>
        <p:grpSpPr>
          <a:xfrm>
            <a:off x="1659773" y="1308257"/>
            <a:ext cx="380241" cy="371793"/>
            <a:chOff x="-42430625" y="1949750"/>
            <a:chExt cx="322950" cy="315775"/>
          </a:xfrm>
        </p:grpSpPr>
        <p:sp>
          <p:nvSpPr>
            <p:cNvPr id="10720" name="Google Shape;10720;p3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3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3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3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24" name="Google Shape;10724;p39"/>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39"/>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39"/>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39"/>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39"/>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39"/>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30" name="Google Shape;10730;p39"/>
          <p:cNvGrpSpPr/>
          <p:nvPr/>
        </p:nvGrpSpPr>
        <p:grpSpPr>
          <a:xfrm>
            <a:off x="2623379" y="3084202"/>
            <a:ext cx="372824" cy="372058"/>
            <a:chOff x="-38686275" y="2314400"/>
            <a:chExt cx="316650" cy="316000"/>
          </a:xfrm>
        </p:grpSpPr>
        <p:sp>
          <p:nvSpPr>
            <p:cNvPr id="10731" name="Google Shape;10731;p3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3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3" name="Google Shape;10733;p39"/>
          <p:cNvGrpSpPr/>
          <p:nvPr/>
        </p:nvGrpSpPr>
        <p:grpSpPr>
          <a:xfrm>
            <a:off x="2621942" y="3576241"/>
            <a:ext cx="375620" cy="373736"/>
            <a:chOff x="-38686275" y="2682250"/>
            <a:chExt cx="319025" cy="317425"/>
          </a:xfrm>
        </p:grpSpPr>
        <p:sp>
          <p:nvSpPr>
            <p:cNvPr id="10734" name="Google Shape;10734;p3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3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6" name="Google Shape;10736;p39"/>
          <p:cNvGrpSpPr/>
          <p:nvPr/>
        </p:nvGrpSpPr>
        <p:grpSpPr>
          <a:xfrm>
            <a:off x="3940355" y="3574784"/>
            <a:ext cx="391368" cy="376650"/>
            <a:chOff x="-37534750" y="2668075"/>
            <a:chExt cx="332400" cy="319900"/>
          </a:xfrm>
        </p:grpSpPr>
        <p:sp>
          <p:nvSpPr>
            <p:cNvPr id="10737" name="Google Shape;10737;p3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3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39" name="Google Shape;10739;p39"/>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40" name="Google Shape;10740;p39"/>
          <p:cNvGrpSpPr/>
          <p:nvPr/>
        </p:nvGrpSpPr>
        <p:grpSpPr>
          <a:xfrm>
            <a:off x="2131747" y="1755917"/>
            <a:ext cx="375591" cy="374060"/>
            <a:chOff x="-42062025" y="2316000"/>
            <a:chExt cx="319000" cy="317700"/>
          </a:xfrm>
        </p:grpSpPr>
        <p:sp>
          <p:nvSpPr>
            <p:cNvPr id="10741" name="Google Shape;10741;p3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3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43" name="Google Shape;10743;p39"/>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44" name="Google Shape;10744;p39"/>
          <p:cNvGrpSpPr/>
          <p:nvPr/>
        </p:nvGrpSpPr>
        <p:grpSpPr>
          <a:xfrm>
            <a:off x="876575" y="2667020"/>
            <a:ext cx="330143" cy="368173"/>
            <a:chOff x="-40150450" y="1977325"/>
            <a:chExt cx="280400" cy="312700"/>
          </a:xfrm>
        </p:grpSpPr>
        <p:sp>
          <p:nvSpPr>
            <p:cNvPr id="10745" name="Google Shape;10745;p3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3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3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3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9" name="Google Shape;10749;p39"/>
          <p:cNvGrpSpPr/>
          <p:nvPr/>
        </p:nvGrpSpPr>
        <p:grpSpPr>
          <a:xfrm>
            <a:off x="870491" y="3126237"/>
            <a:ext cx="342211" cy="372824"/>
            <a:chOff x="-40160700" y="2339625"/>
            <a:chExt cx="290650" cy="316650"/>
          </a:xfrm>
        </p:grpSpPr>
        <p:sp>
          <p:nvSpPr>
            <p:cNvPr id="10750" name="Google Shape;10750;p3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3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3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3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4" name="Google Shape;10754;p39"/>
          <p:cNvGrpSpPr/>
          <p:nvPr/>
        </p:nvGrpSpPr>
        <p:grpSpPr>
          <a:xfrm>
            <a:off x="852409" y="3576693"/>
            <a:ext cx="375591" cy="372824"/>
            <a:chOff x="-40171725" y="2705875"/>
            <a:chExt cx="319000" cy="316650"/>
          </a:xfrm>
        </p:grpSpPr>
        <p:sp>
          <p:nvSpPr>
            <p:cNvPr id="10755" name="Google Shape;10755;p3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3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7" name="Google Shape;10757;p39"/>
          <p:cNvGrpSpPr/>
          <p:nvPr/>
        </p:nvGrpSpPr>
        <p:grpSpPr>
          <a:xfrm>
            <a:off x="3109983" y="2651149"/>
            <a:ext cx="272686" cy="373766"/>
            <a:chOff x="-38275925" y="1946600"/>
            <a:chExt cx="231600" cy="317450"/>
          </a:xfrm>
        </p:grpSpPr>
        <p:sp>
          <p:nvSpPr>
            <p:cNvPr id="10758" name="Google Shape;10758;p3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3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60" name="Google Shape;10760;p39"/>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39"/>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62" name="Google Shape;10762;p39"/>
          <p:cNvGrpSpPr/>
          <p:nvPr/>
        </p:nvGrpSpPr>
        <p:grpSpPr>
          <a:xfrm>
            <a:off x="2173871" y="4048594"/>
            <a:ext cx="382096" cy="371911"/>
            <a:chOff x="-37190575" y="1951325"/>
            <a:chExt cx="324525" cy="315875"/>
          </a:xfrm>
        </p:grpSpPr>
        <p:sp>
          <p:nvSpPr>
            <p:cNvPr id="10763" name="Google Shape;10763;p3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3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3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3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3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68" name="Google Shape;10768;p39"/>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69" name="Google Shape;10769;p39"/>
          <p:cNvGrpSpPr/>
          <p:nvPr/>
        </p:nvGrpSpPr>
        <p:grpSpPr>
          <a:xfrm>
            <a:off x="2574118" y="1834743"/>
            <a:ext cx="373736" cy="293055"/>
            <a:chOff x="-41694200" y="2382950"/>
            <a:chExt cx="317425" cy="248900"/>
          </a:xfrm>
        </p:grpSpPr>
        <p:sp>
          <p:nvSpPr>
            <p:cNvPr id="10770" name="Google Shape;10770;p3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3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2" name="Google Shape;10772;p39"/>
          <p:cNvGrpSpPr/>
          <p:nvPr/>
        </p:nvGrpSpPr>
        <p:grpSpPr>
          <a:xfrm>
            <a:off x="2571019" y="2188049"/>
            <a:ext cx="375591" cy="373766"/>
            <a:chOff x="-41695775" y="2683025"/>
            <a:chExt cx="319000" cy="317450"/>
          </a:xfrm>
        </p:grpSpPr>
        <p:sp>
          <p:nvSpPr>
            <p:cNvPr id="10773" name="Google Shape;10773;p3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3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3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6" name="Google Shape;10776;p39"/>
          <p:cNvGrpSpPr/>
          <p:nvPr/>
        </p:nvGrpSpPr>
        <p:grpSpPr>
          <a:xfrm>
            <a:off x="1313224" y="2680822"/>
            <a:ext cx="342211" cy="375620"/>
            <a:chOff x="-39792875" y="1971800"/>
            <a:chExt cx="290650" cy="319025"/>
          </a:xfrm>
        </p:grpSpPr>
        <p:sp>
          <p:nvSpPr>
            <p:cNvPr id="10777" name="Google Shape;10777;p3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3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79" name="Google Shape;10779;p39"/>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80" name="Google Shape;10780;p39"/>
          <p:cNvGrpSpPr/>
          <p:nvPr/>
        </p:nvGrpSpPr>
        <p:grpSpPr>
          <a:xfrm>
            <a:off x="3490312" y="2653004"/>
            <a:ext cx="383950" cy="372618"/>
            <a:chOff x="-37956150" y="1948175"/>
            <a:chExt cx="326100" cy="316475"/>
          </a:xfrm>
        </p:grpSpPr>
        <p:sp>
          <p:nvSpPr>
            <p:cNvPr id="10781" name="Google Shape;10781;p3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3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3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4" name="Google Shape;10784;p39"/>
          <p:cNvGrpSpPr/>
          <p:nvPr/>
        </p:nvGrpSpPr>
        <p:grpSpPr>
          <a:xfrm>
            <a:off x="1323679" y="3129049"/>
            <a:ext cx="324609" cy="374825"/>
            <a:chOff x="-39783425" y="2337925"/>
            <a:chExt cx="275700" cy="318350"/>
          </a:xfrm>
        </p:grpSpPr>
        <p:sp>
          <p:nvSpPr>
            <p:cNvPr id="10785" name="Google Shape;10785;p3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3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7" name="Google Shape;10787;p39"/>
          <p:cNvGrpSpPr/>
          <p:nvPr/>
        </p:nvGrpSpPr>
        <p:grpSpPr>
          <a:xfrm>
            <a:off x="3497843" y="3160263"/>
            <a:ext cx="375620" cy="243015"/>
            <a:chOff x="-37953000" y="2379000"/>
            <a:chExt cx="319025" cy="206400"/>
          </a:xfrm>
        </p:grpSpPr>
        <p:sp>
          <p:nvSpPr>
            <p:cNvPr id="10788" name="Google Shape;10788;p3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3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3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3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3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93" name="Google Shape;10793;p39"/>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39"/>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39"/>
          <p:cNvSpPr txBox="1"/>
          <p:nvPr>
            <p:ph idx="4294967295" type="title"/>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Educational I</a:t>
            </a:r>
            <a:r>
              <a:rPr lang="de">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96" name="Google Shape;10796;p39"/>
          <p:cNvSpPr txBox="1"/>
          <p:nvPr>
            <p:ph idx="4294967295" type="title"/>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797" name="Google Shape;10797;p39"/>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98" name="Google Shape;10798;p39"/>
          <p:cNvGrpSpPr/>
          <p:nvPr/>
        </p:nvGrpSpPr>
        <p:grpSpPr>
          <a:xfrm>
            <a:off x="4865637" y="1782520"/>
            <a:ext cx="354107" cy="355063"/>
            <a:chOff x="-28467625" y="2331750"/>
            <a:chExt cx="296150" cy="296950"/>
          </a:xfrm>
        </p:grpSpPr>
        <p:sp>
          <p:nvSpPr>
            <p:cNvPr id="10799" name="Google Shape;10799;p3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3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1" name="Google Shape;10801;p39"/>
          <p:cNvGrpSpPr/>
          <p:nvPr/>
        </p:nvGrpSpPr>
        <p:grpSpPr>
          <a:xfrm>
            <a:off x="4879704" y="2225597"/>
            <a:ext cx="325858" cy="351327"/>
            <a:chOff x="-28461325" y="2701925"/>
            <a:chExt cx="272525" cy="293825"/>
          </a:xfrm>
        </p:grpSpPr>
        <p:sp>
          <p:nvSpPr>
            <p:cNvPr id="10802" name="Google Shape;10802;p39"/>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39"/>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39"/>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5" name="Google Shape;10805;p39"/>
          <p:cNvGrpSpPr/>
          <p:nvPr/>
        </p:nvGrpSpPr>
        <p:grpSpPr>
          <a:xfrm>
            <a:off x="7103950" y="1399235"/>
            <a:ext cx="354107" cy="226974"/>
            <a:chOff x="-26585200" y="2025375"/>
            <a:chExt cx="296150" cy="189825"/>
          </a:xfrm>
        </p:grpSpPr>
        <p:sp>
          <p:nvSpPr>
            <p:cNvPr id="10806" name="Google Shape;10806;p39"/>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39"/>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39"/>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39"/>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39"/>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1" name="Google Shape;10811;p39"/>
          <p:cNvGrpSpPr/>
          <p:nvPr/>
        </p:nvGrpSpPr>
        <p:grpSpPr>
          <a:xfrm>
            <a:off x="7104383" y="1783460"/>
            <a:ext cx="353180" cy="353180"/>
            <a:chOff x="-26584425" y="2340425"/>
            <a:chExt cx="295375" cy="295375"/>
          </a:xfrm>
        </p:grpSpPr>
        <p:sp>
          <p:nvSpPr>
            <p:cNvPr id="10812" name="Google Shape;10812;p39"/>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p39"/>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p39"/>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39"/>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39"/>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7" name="Google Shape;10817;p39"/>
          <p:cNvGrpSpPr/>
          <p:nvPr/>
        </p:nvGrpSpPr>
        <p:grpSpPr>
          <a:xfrm>
            <a:off x="7099229" y="2224555"/>
            <a:ext cx="363523" cy="353419"/>
            <a:chOff x="-26585200" y="2710400"/>
            <a:chExt cx="304025" cy="295575"/>
          </a:xfrm>
        </p:grpSpPr>
        <p:sp>
          <p:nvSpPr>
            <p:cNvPr id="10818" name="Google Shape;10818;p39"/>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39"/>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39"/>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p39"/>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39"/>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39"/>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39"/>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39"/>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39"/>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39"/>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39"/>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39"/>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0" name="Google Shape;10830;p39"/>
          <p:cNvGrpSpPr/>
          <p:nvPr/>
        </p:nvGrpSpPr>
        <p:grpSpPr>
          <a:xfrm>
            <a:off x="5754300" y="2666032"/>
            <a:ext cx="354136" cy="353210"/>
            <a:chOff x="-24709875" y="1970225"/>
            <a:chExt cx="296175" cy="295400"/>
          </a:xfrm>
        </p:grpSpPr>
        <p:sp>
          <p:nvSpPr>
            <p:cNvPr id="10831" name="Google Shape;10831;p39"/>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39"/>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3" name="Google Shape;10833;p39"/>
          <p:cNvGrpSpPr/>
          <p:nvPr/>
        </p:nvGrpSpPr>
        <p:grpSpPr>
          <a:xfrm>
            <a:off x="5786381" y="3112907"/>
            <a:ext cx="290107" cy="354107"/>
            <a:chOff x="-24683100" y="2340425"/>
            <a:chExt cx="242625" cy="296150"/>
          </a:xfrm>
        </p:grpSpPr>
        <p:sp>
          <p:nvSpPr>
            <p:cNvPr id="10834" name="Google Shape;10834;p39"/>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39"/>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39"/>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39"/>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38" name="Google Shape;10838;p39"/>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39" name="Google Shape;10839;p39"/>
          <p:cNvGrpSpPr/>
          <p:nvPr/>
        </p:nvGrpSpPr>
        <p:grpSpPr>
          <a:xfrm>
            <a:off x="7992609" y="2666032"/>
            <a:ext cx="360713" cy="353210"/>
            <a:chOff x="-22881800" y="1971800"/>
            <a:chExt cx="301675" cy="295400"/>
          </a:xfrm>
        </p:grpSpPr>
        <p:sp>
          <p:nvSpPr>
            <p:cNvPr id="10840" name="Google Shape;10840;p39"/>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39"/>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39"/>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39"/>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39"/>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39"/>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46" name="Google Shape;10846;p39"/>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p39"/>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48" name="Google Shape;10848;p39"/>
          <p:cNvGrpSpPr/>
          <p:nvPr/>
        </p:nvGrpSpPr>
        <p:grpSpPr>
          <a:xfrm>
            <a:off x="5368893" y="2224200"/>
            <a:ext cx="227930" cy="354136"/>
            <a:chOff x="-28043900" y="2701925"/>
            <a:chExt cx="190625" cy="296175"/>
          </a:xfrm>
        </p:grpSpPr>
        <p:sp>
          <p:nvSpPr>
            <p:cNvPr id="10849" name="Google Shape;10849;p39"/>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39"/>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39"/>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39"/>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39"/>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4" name="Google Shape;10854;p39"/>
          <p:cNvGrpSpPr/>
          <p:nvPr/>
        </p:nvGrpSpPr>
        <p:grpSpPr>
          <a:xfrm>
            <a:off x="7541765" y="1336134"/>
            <a:ext cx="354136" cy="353180"/>
            <a:chOff x="-26215025" y="1971025"/>
            <a:chExt cx="296175" cy="295375"/>
          </a:xfrm>
        </p:grpSpPr>
        <p:sp>
          <p:nvSpPr>
            <p:cNvPr id="10855" name="Google Shape;10855;p39"/>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39"/>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39"/>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39"/>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39"/>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39"/>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39"/>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39"/>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3" name="Google Shape;10863;p39"/>
          <p:cNvGrpSpPr/>
          <p:nvPr/>
        </p:nvGrpSpPr>
        <p:grpSpPr>
          <a:xfrm>
            <a:off x="7541326" y="1783926"/>
            <a:ext cx="355093" cy="352253"/>
            <a:chOff x="-26215825" y="2341200"/>
            <a:chExt cx="296975" cy="294600"/>
          </a:xfrm>
        </p:grpSpPr>
        <p:sp>
          <p:nvSpPr>
            <p:cNvPr id="10864" name="Google Shape;10864;p39"/>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39"/>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6" name="Google Shape;10866;p39"/>
          <p:cNvGrpSpPr/>
          <p:nvPr/>
        </p:nvGrpSpPr>
        <p:grpSpPr>
          <a:xfrm>
            <a:off x="7573316" y="2224673"/>
            <a:ext cx="291033" cy="353180"/>
            <a:chOff x="-26179575" y="2710600"/>
            <a:chExt cx="243400" cy="295375"/>
          </a:xfrm>
        </p:grpSpPr>
        <p:sp>
          <p:nvSpPr>
            <p:cNvPr id="10867" name="Google Shape;10867;p39"/>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39"/>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39"/>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0" name="Google Shape;10870;p39"/>
          <p:cNvGrpSpPr/>
          <p:nvPr/>
        </p:nvGrpSpPr>
        <p:grpSpPr>
          <a:xfrm>
            <a:off x="6212382" y="2666047"/>
            <a:ext cx="337187" cy="353180"/>
            <a:chOff x="-24328675" y="1971025"/>
            <a:chExt cx="282000" cy="295375"/>
          </a:xfrm>
        </p:grpSpPr>
        <p:sp>
          <p:nvSpPr>
            <p:cNvPr id="10871" name="Google Shape;10871;p39"/>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39"/>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3" name="Google Shape;10873;p39"/>
          <p:cNvGrpSpPr/>
          <p:nvPr/>
        </p:nvGrpSpPr>
        <p:grpSpPr>
          <a:xfrm>
            <a:off x="6214744" y="3113373"/>
            <a:ext cx="332464" cy="353180"/>
            <a:chOff x="-24330250" y="2340425"/>
            <a:chExt cx="278050" cy="295375"/>
          </a:xfrm>
        </p:grpSpPr>
        <p:sp>
          <p:nvSpPr>
            <p:cNvPr id="10874" name="Google Shape;10874;p39"/>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39"/>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39"/>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39"/>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39"/>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39"/>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39"/>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1" name="Google Shape;10881;p39"/>
          <p:cNvGrpSpPr/>
          <p:nvPr/>
        </p:nvGrpSpPr>
        <p:grpSpPr>
          <a:xfrm>
            <a:off x="6204429" y="3554586"/>
            <a:ext cx="353180" cy="353180"/>
            <a:chOff x="-24338900" y="2710600"/>
            <a:chExt cx="295375" cy="295375"/>
          </a:xfrm>
        </p:grpSpPr>
        <p:sp>
          <p:nvSpPr>
            <p:cNvPr id="10882" name="Google Shape;10882;p39"/>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39"/>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4" name="Google Shape;10884;p39"/>
          <p:cNvGrpSpPr/>
          <p:nvPr/>
        </p:nvGrpSpPr>
        <p:grpSpPr>
          <a:xfrm>
            <a:off x="7995410" y="3113973"/>
            <a:ext cx="355063" cy="351984"/>
            <a:chOff x="-22859750" y="2335900"/>
            <a:chExt cx="296950" cy="294375"/>
          </a:xfrm>
        </p:grpSpPr>
        <p:sp>
          <p:nvSpPr>
            <p:cNvPr id="10885" name="Google Shape;10885;p39"/>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39"/>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39"/>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8" name="Google Shape;10888;p39"/>
          <p:cNvGrpSpPr/>
          <p:nvPr/>
        </p:nvGrpSpPr>
        <p:grpSpPr>
          <a:xfrm>
            <a:off x="5774779" y="1336119"/>
            <a:ext cx="311749" cy="353210"/>
            <a:chOff x="-27710725" y="1959200"/>
            <a:chExt cx="260725" cy="295400"/>
          </a:xfrm>
        </p:grpSpPr>
        <p:sp>
          <p:nvSpPr>
            <p:cNvPr id="10889" name="Google Shape;10889;p39"/>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39"/>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1" name="Google Shape;10891;p39"/>
          <p:cNvGrpSpPr/>
          <p:nvPr/>
        </p:nvGrpSpPr>
        <p:grpSpPr>
          <a:xfrm>
            <a:off x="5752661" y="1844667"/>
            <a:ext cx="356020" cy="230770"/>
            <a:chOff x="-27728850" y="2382950"/>
            <a:chExt cx="297750" cy="193000"/>
          </a:xfrm>
        </p:grpSpPr>
        <p:sp>
          <p:nvSpPr>
            <p:cNvPr id="10892" name="Google Shape;10892;p39"/>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39"/>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39"/>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95" name="Google Shape;10895;p39"/>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39"/>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97" name="Google Shape;10897;p39"/>
          <p:cNvGrpSpPr/>
          <p:nvPr/>
        </p:nvGrpSpPr>
        <p:grpSpPr>
          <a:xfrm>
            <a:off x="7983936" y="1792874"/>
            <a:ext cx="354136" cy="334348"/>
            <a:chOff x="-25844850" y="2357750"/>
            <a:chExt cx="296175" cy="279625"/>
          </a:xfrm>
        </p:grpSpPr>
        <p:sp>
          <p:nvSpPr>
            <p:cNvPr id="10898" name="Google Shape;10898;p39"/>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39"/>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39"/>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39"/>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39"/>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39"/>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04" name="Google Shape;10904;p39"/>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05" name="Google Shape;10905;p39"/>
          <p:cNvGrpSpPr/>
          <p:nvPr/>
        </p:nvGrpSpPr>
        <p:grpSpPr>
          <a:xfrm>
            <a:off x="6712899" y="2666032"/>
            <a:ext cx="228887" cy="353210"/>
            <a:chOff x="-23917525" y="1970225"/>
            <a:chExt cx="191425" cy="295400"/>
          </a:xfrm>
        </p:grpSpPr>
        <p:sp>
          <p:nvSpPr>
            <p:cNvPr id="10906" name="Google Shape;10906;p39"/>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39"/>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39"/>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9" name="Google Shape;10909;p39"/>
          <p:cNvGrpSpPr/>
          <p:nvPr/>
        </p:nvGrpSpPr>
        <p:grpSpPr>
          <a:xfrm>
            <a:off x="6668143" y="3112907"/>
            <a:ext cx="318325" cy="354107"/>
            <a:chOff x="-23952175" y="2340425"/>
            <a:chExt cx="266225" cy="296150"/>
          </a:xfrm>
        </p:grpSpPr>
        <p:sp>
          <p:nvSpPr>
            <p:cNvPr id="10910" name="Google Shape;10910;p39"/>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39"/>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12" name="Google Shape;10912;p39"/>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13" name="Google Shape;10913;p39"/>
          <p:cNvGrpSpPr/>
          <p:nvPr/>
        </p:nvGrpSpPr>
        <p:grpSpPr>
          <a:xfrm>
            <a:off x="8053373" y="3553164"/>
            <a:ext cx="239230" cy="356020"/>
            <a:chOff x="-22811700" y="2700350"/>
            <a:chExt cx="200075" cy="297750"/>
          </a:xfrm>
        </p:grpSpPr>
        <p:sp>
          <p:nvSpPr>
            <p:cNvPr id="10914" name="Google Shape;10914;p39"/>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39"/>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39"/>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7" name="Google Shape;10917;p39"/>
          <p:cNvGrpSpPr/>
          <p:nvPr/>
        </p:nvGrpSpPr>
        <p:grpSpPr>
          <a:xfrm>
            <a:off x="6201776" y="1335659"/>
            <a:ext cx="355063" cy="354136"/>
            <a:chOff x="-27358650" y="1961575"/>
            <a:chExt cx="296950" cy="296175"/>
          </a:xfrm>
        </p:grpSpPr>
        <p:sp>
          <p:nvSpPr>
            <p:cNvPr id="10918" name="Google Shape;10918;p39"/>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9" name="Google Shape;10919;p39"/>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20" name="Google Shape;10920;p39"/>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39"/>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22" name="Google Shape;10922;p39"/>
          <p:cNvGrpSpPr/>
          <p:nvPr/>
        </p:nvGrpSpPr>
        <p:grpSpPr>
          <a:xfrm>
            <a:off x="7100321" y="2666047"/>
            <a:ext cx="354136" cy="353180"/>
            <a:chOff x="-23599325" y="1971025"/>
            <a:chExt cx="296175" cy="295375"/>
          </a:xfrm>
        </p:grpSpPr>
        <p:sp>
          <p:nvSpPr>
            <p:cNvPr id="10923" name="Google Shape;10923;p39"/>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39"/>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25" name="Google Shape;10925;p39"/>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39"/>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39"/>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28" name="Google Shape;10928;p39"/>
          <p:cNvGrpSpPr/>
          <p:nvPr/>
        </p:nvGrpSpPr>
        <p:grpSpPr>
          <a:xfrm>
            <a:off x="6644819" y="1335778"/>
            <a:ext cx="360713" cy="353897"/>
            <a:chOff x="-26993200" y="1961775"/>
            <a:chExt cx="301675" cy="295975"/>
          </a:xfrm>
        </p:grpSpPr>
        <p:sp>
          <p:nvSpPr>
            <p:cNvPr id="10929" name="Google Shape;10929;p39"/>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39"/>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39"/>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2" name="Google Shape;10932;p39"/>
          <p:cNvGrpSpPr/>
          <p:nvPr/>
        </p:nvGrpSpPr>
        <p:grpSpPr>
          <a:xfrm>
            <a:off x="6669728" y="1783460"/>
            <a:ext cx="310792" cy="353180"/>
            <a:chOff x="-26970350" y="2332550"/>
            <a:chExt cx="259925" cy="295375"/>
          </a:xfrm>
        </p:grpSpPr>
        <p:sp>
          <p:nvSpPr>
            <p:cNvPr id="10933" name="Google Shape;10933;p39"/>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39"/>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5" name="Google Shape;10935;p39"/>
          <p:cNvGrpSpPr/>
          <p:nvPr/>
        </p:nvGrpSpPr>
        <p:grpSpPr>
          <a:xfrm>
            <a:off x="6649016" y="2256224"/>
            <a:ext cx="352223" cy="290077"/>
            <a:chOff x="-26986100" y="2735800"/>
            <a:chExt cx="294575" cy="242600"/>
          </a:xfrm>
        </p:grpSpPr>
        <p:sp>
          <p:nvSpPr>
            <p:cNvPr id="10936" name="Google Shape;10936;p39"/>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39"/>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8" name="Google Shape;10938;p39"/>
          <p:cNvGrpSpPr/>
          <p:nvPr/>
        </p:nvGrpSpPr>
        <p:grpSpPr>
          <a:xfrm>
            <a:off x="7548084" y="2665572"/>
            <a:ext cx="355063" cy="354136"/>
            <a:chOff x="-23229925" y="1970225"/>
            <a:chExt cx="296950" cy="296175"/>
          </a:xfrm>
        </p:grpSpPr>
        <p:sp>
          <p:nvSpPr>
            <p:cNvPr id="10939" name="Google Shape;10939;p39"/>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0" name="Google Shape;10940;p39"/>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39"/>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39"/>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3" name="Google Shape;10943;p39"/>
          <p:cNvGrpSpPr/>
          <p:nvPr/>
        </p:nvGrpSpPr>
        <p:grpSpPr>
          <a:xfrm>
            <a:off x="7590479" y="3112433"/>
            <a:ext cx="270318" cy="355063"/>
            <a:chOff x="-23177950" y="2340425"/>
            <a:chExt cx="226075" cy="296950"/>
          </a:xfrm>
        </p:grpSpPr>
        <p:sp>
          <p:nvSpPr>
            <p:cNvPr id="10944" name="Google Shape;10944;p39"/>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39"/>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6" name="Google Shape;10946;p39"/>
          <p:cNvGrpSpPr/>
          <p:nvPr/>
        </p:nvGrpSpPr>
        <p:grpSpPr>
          <a:xfrm>
            <a:off x="7548521" y="3554113"/>
            <a:ext cx="354136" cy="354136"/>
            <a:chOff x="-23229150" y="2710600"/>
            <a:chExt cx="296175" cy="296175"/>
          </a:xfrm>
        </p:grpSpPr>
        <p:sp>
          <p:nvSpPr>
            <p:cNvPr id="10947" name="Google Shape;10947;p39"/>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39"/>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49" name="Google Shape;10949;p39"/>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39"/>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51" name="Google Shape;10951;p39"/>
          <p:cNvGrpSpPr/>
          <p:nvPr/>
        </p:nvGrpSpPr>
        <p:grpSpPr>
          <a:xfrm>
            <a:off x="4865602" y="3123735"/>
            <a:ext cx="356946" cy="332464"/>
            <a:chOff x="-25477800" y="2357750"/>
            <a:chExt cx="298525" cy="278050"/>
          </a:xfrm>
        </p:grpSpPr>
        <p:sp>
          <p:nvSpPr>
            <p:cNvPr id="10952" name="Google Shape;10952;p39"/>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39"/>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54" name="Google Shape;10954;p39"/>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39"/>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56" name="Google Shape;10956;p39"/>
          <p:cNvGrpSpPr/>
          <p:nvPr/>
        </p:nvGrpSpPr>
        <p:grpSpPr>
          <a:xfrm>
            <a:off x="5308275" y="3112907"/>
            <a:ext cx="353180" cy="354107"/>
            <a:chOff x="-25104475" y="2340425"/>
            <a:chExt cx="295375" cy="296150"/>
          </a:xfrm>
        </p:grpSpPr>
        <p:sp>
          <p:nvSpPr>
            <p:cNvPr id="10957" name="Google Shape;10957;p39"/>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39"/>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39"/>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39"/>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39"/>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39"/>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p39"/>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4" name="Google Shape;10964;p39"/>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5" name="Google Shape;10965;p39"/>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66" name="Google Shape;10966;p39"/>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70" name="Shape 10970"/>
        <p:cNvGrpSpPr/>
        <p:nvPr/>
      </p:nvGrpSpPr>
      <p:grpSpPr>
        <a:xfrm>
          <a:off x="0" y="0"/>
          <a:ext cx="0" cy="0"/>
          <a:chOff x="0" y="0"/>
          <a:chExt cx="0" cy="0"/>
        </a:xfrm>
      </p:grpSpPr>
      <p:sp>
        <p:nvSpPr>
          <p:cNvPr id="10971" name="Google Shape;10971;p40"/>
          <p:cNvSpPr txBox="1"/>
          <p:nvPr>
            <p:ph idx="4294967295" type="title"/>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solidFill>
                  <a:srgbClr val="FFFFFF"/>
                </a:solidFill>
                <a:latin typeface="Arial"/>
                <a:ea typeface="Arial"/>
                <a:cs typeface="Arial"/>
                <a:sym typeface="Arial"/>
              </a:rPr>
              <a:t>Business </a:t>
            </a:r>
            <a:r>
              <a:rPr lang="de">
                <a:latin typeface="Arial"/>
                <a:ea typeface="Arial"/>
                <a:cs typeface="Arial"/>
                <a:sym typeface="Arial"/>
              </a:rPr>
              <a:t>I</a:t>
            </a:r>
            <a:r>
              <a:rPr lang="de">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72" name="Google Shape;10972;p40"/>
          <p:cNvSpPr txBox="1"/>
          <p:nvPr>
            <p:ph idx="4294967295" type="title"/>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73" name="Google Shape;10973;p40"/>
          <p:cNvGrpSpPr/>
          <p:nvPr/>
        </p:nvGrpSpPr>
        <p:grpSpPr>
          <a:xfrm>
            <a:off x="854357" y="1313921"/>
            <a:ext cx="366269" cy="366240"/>
            <a:chOff x="-65131525" y="1914325"/>
            <a:chExt cx="316650" cy="316625"/>
          </a:xfrm>
        </p:grpSpPr>
        <p:sp>
          <p:nvSpPr>
            <p:cNvPr id="10974" name="Google Shape;10974;p40"/>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5" name="Google Shape;10975;p40"/>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6" name="Google Shape;10976;p40"/>
          <p:cNvGrpSpPr/>
          <p:nvPr/>
        </p:nvGrpSpPr>
        <p:grpSpPr>
          <a:xfrm>
            <a:off x="854357" y="1794207"/>
            <a:ext cx="366269" cy="366269"/>
            <a:chOff x="-65131525" y="2281350"/>
            <a:chExt cx="316650" cy="316650"/>
          </a:xfrm>
        </p:grpSpPr>
        <p:sp>
          <p:nvSpPr>
            <p:cNvPr id="10977" name="Google Shape;10977;p40"/>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40"/>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9" name="Google Shape;10979;p40"/>
          <p:cNvGrpSpPr/>
          <p:nvPr/>
        </p:nvGrpSpPr>
        <p:grpSpPr>
          <a:xfrm>
            <a:off x="857504" y="2259210"/>
            <a:ext cx="359878" cy="367165"/>
            <a:chOff x="-65129950" y="2646800"/>
            <a:chExt cx="311125" cy="317425"/>
          </a:xfrm>
        </p:grpSpPr>
        <p:sp>
          <p:nvSpPr>
            <p:cNvPr id="10980" name="Google Shape;10980;p40"/>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1" name="Google Shape;10981;p40"/>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2" name="Google Shape;10982;p40"/>
          <p:cNvGrpSpPr/>
          <p:nvPr/>
        </p:nvGrpSpPr>
        <p:grpSpPr>
          <a:xfrm>
            <a:off x="3060838" y="1312533"/>
            <a:ext cx="368987" cy="369016"/>
            <a:chOff x="-63252250" y="1930850"/>
            <a:chExt cx="319000" cy="319025"/>
          </a:xfrm>
        </p:grpSpPr>
        <p:sp>
          <p:nvSpPr>
            <p:cNvPr id="10983" name="Google Shape;10983;p40"/>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4" name="Google Shape;10984;p40"/>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85" name="Google Shape;10985;p40"/>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86" name="Google Shape;10986;p40"/>
          <p:cNvGrpSpPr/>
          <p:nvPr/>
        </p:nvGrpSpPr>
        <p:grpSpPr>
          <a:xfrm>
            <a:off x="3061709" y="2258742"/>
            <a:ext cx="367165" cy="368091"/>
            <a:chOff x="-63250675" y="2664125"/>
            <a:chExt cx="317425" cy="318225"/>
          </a:xfrm>
        </p:grpSpPr>
        <p:sp>
          <p:nvSpPr>
            <p:cNvPr id="10987" name="Google Shape;10987;p40"/>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8" name="Google Shape;10988;p40"/>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9" name="Google Shape;10989;p40"/>
          <p:cNvGrpSpPr/>
          <p:nvPr/>
        </p:nvGrpSpPr>
        <p:grpSpPr>
          <a:xfrm>
            <a:off x="1738492" y="2735152"/>
            <a:ext cx="363522" cy="361266"/>
            <a:chOff x="-61354075" y="1940500"/>
            <a:chExt cx="314275" cy="312325"/>
          </a:xfrm>
        </p:grpSpPr>
        <p:sp>
          <p:nvSpPr>
            <p:cNvPr id="10990" name="Google Shape;10990;p40"/>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40"/>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40"/>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40"/>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4" name="Google Shape;10994;p40"/>
          <p:cNvGrpSpPr/>
          <p:nvPr/>
        </p:nvGrpSpPr>
        <p:grpSpPr>
          <a:xfrm>
            <a:off x="1737087" y="3183701"/>
            <a:ext cx="366269" cy="336195"/>
            <a:chOff x="-61354875" y="2322300"/>
            <a:chExt cx="316650" cy="290650"/>
          </a:xfrm>
        </p:grpSpPr>
        <p:sp>
          <p:nvSpPr>
            <p:cNvPr id="10995" name="Google Shape;10995;p40"/>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40"/>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40"/>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8" name="Google Shape;10998;p40"/>
          <p:cNvGrpSpPr/>
          <p:nvPr/>
        </p:nvGrpSpPr>
        <p:grpSpPr>
          <a:xfrm>
            <a:off x="1737087" y="3611266"/>
            <a:ext cx="366269" cy="366269"/>
            <a:chOff x="-61354875" y="2671225"/>
            <a:chExt cx="316650" cy="316650"/>
          </a:xfrm>
        </p:grpSpPr>
        <p:sp>
          <p:nvSpPr>
            <p:cNvPr id="10999" name="Google Shape;10999;p40"/>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p40"/>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1" name="Google Shape;11001;p40"/>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2" name="Google Shape;11002;p40"/>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40"/>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4" name="Google Shape;11004;p40"/>
          <p:cNvGrpSpPr/>
          <p:nvPr/>
        </p:nvGrpSpPr>
        <p:grpSpPr>
          <a:xfrm>
            <a:off x="3952446" y="2730999"/>
            <a:ext cx="368987" cy="369566"/>
            <a:chOff x="-59502375" y="1904375"/>
            <a:chExt cx="319000" cy="319500"/>
          </a:xfrm>
        </p:grpSpPr>
        <p:sp>
          <p:nvSpPr>
            <p:cNvPr id="11005" name="Google Shape;11005;p40"/>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40"/>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40"/>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8" name="Google Shape;11008;p40"/>
          <p:cNvGrpSpPr/>
          <p:nvPr/>
        </p:nvGrpSpPr>
        <p:grpSpPr>
          <a:xfrm>
            <a:off x="1298560" y="1315210"/>
            <a:ext cx="368987" cy="363666"/>
            <a:chOff x="-64774725" y="1916550"/>
            <a:chExt cx="319000" cy="314400"/>
          </a:xfrm>
        </p:grpSpPr>
        <p:sp>
          <p:nvSpPr>
            <p:cNvPr id="11009" name="Google Shape;11009;p40"/>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0" name="Google Shape;11010;p40"/>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1" name="Google Shape;11011;p40"/>
          <p:cNvGrpSpPr/>
          <p:nvPr/>
        </p:nvGrpSpPr>
        <p:grpSpPr>
          <a:xfrm>
            <a:off x="1299968" y="1792384"/>
            <a:ext cx="366269" cy="369913"/>
            <a:chOff x="-64764500" y="2280550"/>
            <a:chExt cx="316650" cy="319800"/>
          </a:xfrm>
        </p:grpSpPr>
        <p:sp>
          <p:nvSpPr>
            <p:cNvPr id="11012" name="Google Shape;11012;p40"/>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40"/>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14" name="Google Shape;11014;p40"/>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15" name="Google Shape;11015;p40"/>
          <p:cNvGrpSpPr/>
          <p:nvPr/>
        </p:nvGrpSpPr>
        <p:grpSpPr>
          <a:xfrm>
            <a:off x="3512084" y="1352166"/>
            <a:ext cx="365344" cy="289753"/>
            <a:chOff x="-62882850" y="1999375"/>
            <a:chExt cx="315850" cy="250500"/>
          </a:xfrm>
        </p:grpSpPr>
        <p:sp>
          <p:nvSpPr>
            <p:cNvPr id="11016" name="Google Shape;11016;p40"/>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p40"/>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8" name="Google Shape;11018;p40"/>
          <p:cNvGrpSpPr/>
          <p:nvPr/>
        </p:nvGrpSpPr>
        <p:grpSpPr>
          <a:xfrm>
            <a:off x="3503309" y="1793748"/>
            <a:ext cx="382665" cy="367194"/>
            <a:chOff x="-62890750" y="2296300"/>
            <a:chExt cx="330825" cy="317450"/>
          </a:xfrm>
        </p:grpSpPr>
        <p:sp>
          <p:nvSpPr>
            <p:cNvPr id="11019" name="Google Shape;11019;p40"/>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p40"/>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1" name="Google Shape;11021;p40"/>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2" name="Google Shape;11022;p40"/>
          <p:cNvGrpSpPr/>
          <p:nvPr/>
        </p:nvGrpSpPr>
        <p:grpSpPr>
          <a:xfrm>
            <a:off x="3512084" y="2259210"/>
            <a:ext cx="365344" cy="367165"/>
            <a:chOff x="-62882850" y="2664925"/>
            <a:chExt cx="315850" cy="317425"/>
          </a:xfrm>
        </p:grpSpPr>
        <p:sp>
          <p:nvSpPr>
            <p:cNvPr id="11023" name="Google Shape;11023;p40"/>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p40"/>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25" name="Google Shape;11025;p40"/>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26" name="Google Shape;11026;p40"/>
          <p:cNvGrpSpPr/>
          <p:nvPr/>
        </p:nvGrpSpPr>
        <p:grpSpPr>
          <a:xfrm>
            <a:off x="2183161" y="3171848"/>
            <a:ext cx="366269" cy="359907"/>
            <a:chOff x="-60988625" y="2310475"/>
            <a:chExt cx="316650" cy="311150"/>
          </a:xfrm>
        </p:grpSpPr>
        <p:sp>
          <p:nvSpPr>
            <p:cNvPr id="11027" name="Google Shape;11027;p40"/>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p40"/>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40"/>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40"/>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40"/>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40"/>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3" name="Google Shape;11033;p40"/>
          <p:cNvGrpSpPr/>
          <p:nvPr/>
        </p:nvGrpSpPr>
        <p:grpSpPr>
          <a:xfrm>
            <a:off x="2183693" y="3610008"/>
            <a:ext cx="365344" cy="368785"/>
            <a:chOff x="-60987050" y="2671400"/>
            <a:chExt cx="315850" cy="318825"/>
          </a:xfrm>
        </p:grpSpPr>
        <p:sp>
          <p:nvSpPr>
            <p:cNvPr id="11034" name="Google Shape;11034;p40"/>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40"/>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6" name="Google Shape;11036;p40"/>
          <p:cNvGrpSpPr/>
          <p:nvPr/>
        </p:nvGrpSpPr>
        <p:grpSpPr>
          <a:xfrm>
            <a:off x="3952444" y="3172775"/>
            <a:ext cx="368987" cy="358056"/>
            <a:chOff x="-59481900" y="2290800"/>
            <a:chExt cx="319000" cy="309550"/>
          </a:xfrm>
        </p:grpSpPr>
        <p:sp>
          <p:nvSpPr>
            <p:cNvPr id="11037" name="Google Shape;11037;p40"/>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40"/>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40"/>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40"/>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p40"/>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2" name="Google Shape;11042;p40"/>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3" name="Google Shape;11043;p40"/>
          <p:cNvGrpSpPr/>
          <p:nvPr/>
        </p:nvGrpSpPr>
        <p:grpSpPr>
          <a:xfrm>
            <a:off x="1741744" y="1313544"/>
            <a:ext cx="368987" cy="366992"/>
            <a:chOff x="-64401400" y="1914475"/>
            <a:chExt cx="319000" cy="317275"/>
          </a:xfrm>
        </p:grpSpPr>
        <p:sp>
          <p:nvSpPr>
            <p:cNvPr id="11044" name="Google Shape;11044;p40"/>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40"/>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40"/>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7" name="Google Shape;11047;p40"/>
          <p:cNvGrpSpPr/>
          <p:nvPr/>
        </p:nvGrpSpPr>
        <p:grpSpPr>
          <a:xfrm>
            <a:off x="1806367" y="1794584"/>
            <a:ext cx="239610" cy="365517"/>
            <a:chOff x="-64343900" y="2282125"/>
            <a:chExt cx="207150" cy="316000"/>
          </a:xfrm>
        </p:grpSpPr>
        <p:sp>
          <p:nvSpPr>
            <p:cNvPr id="11048" name="Google Shape;11048;p40"/>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40"/>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50" name="Google Shape;11050;p40"/>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51" name="Google Shape;11051;p40"/>
          <p:cNvGrpSpPr/>
          <p:nvPr/>
        </p:nvGrpSpPr>
        <p:grpSpPr>
          <a:xfrm>
            <a:off x="3986879" y="1313807"/>
            <a:ext cx="318873" cy="366471"/>
            <a:chOff x="-62496925" y="1931475"/>
            <a:chExt cx="275675" cy="316825"/>
          </a:xfrm>
        </p:grpSpPr>
        <p:sp>
          <p:nvSpPr>
            <p:cNvPr id="11052" name="Google Shape;11052;p40"/>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p40"/>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4" name="Google Shape;11054;p40"/>
          <p:cNvGrpSpPr/>
          <p:nvPr/>
        </p:nvGrpSpPr>
        <p:grpSpPr>
          <a:xfrm>
            <a:off x="3963768" y="1793627"/>
            <a:ext cx="365373" cy="367426"/>
            <a:chOff x="-62516625" y="2297875"/>
            <a:chExt cx="315875" cy="317650"/>
          </a:xfrm>
        </p:grpSpPr>
        <p:sp>
          <p:nvSpPr>
            <p:cNvPr id="11055" name="Google Shape;11055;p40"/>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40"/>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7" name="Google Shape;11057;p40"/>
          <p:cNvGrpSpPr/>
          <p:nvPr/>
        </p:nvGrpSpPr>
        <p:grpSpPr>
          <a:xfrm>
            <a:off x="3962360" y="2275588"/>
            <a:ext cx="368091" cy="334402"/>
            <a:chOff x="-62518200" y="2692475"/>
            <a:chExt cx="318225" cy="289100"/>
          </a:xfrm>
        </p:grpSpPr>
        <p:sp>
          <p:nvSpPr>
            <p:cNvPr id="11058" name="Google Shape;11058;p4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4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0" name="Google Shape;11060;p40"/>
          <p:cNvGrpSpPr/>
          <p:nvPr/>
        </p:nvGrpSpPr>
        <p:grpSpPr>
          <a:xfrm>
            <a:off x="2648946" y="2733110"/>
            <a:ext cx="309793" cy="365344"/>
            <a:chOff x="-60597975" y="1939525"/>
            <a:chExt cx="267825" cy="315850"/>
          </a:xfrm>
        </p:grpSpPr>
        <p:sp>
          <p:nvSpPr>
            <p:cNvPr id="11061" name="Google Shape;11061;p40"/>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p40"/>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3" name="Google Shape;11063;p40"/>
          <p:cNvGrpSpPr/>
          <p:nvPr/>
        </p:nvGrpSpPr>
        <p:grpSpPr>
          <a:xfrm>
            <a:off x="2619332" y="3167534"/>
            <a:ext cx="368987" cy="368525"/>
            <a:chOff x="-60620800" y="2304600"/>
            <a:chExt cx="319000" cy="318600"/>
          </a:xfrm>
        </p:grpSpPr>
        <p:sp>
          <p:nvSpPr>
            <p:cNvPr id="11064" name="Google Shape;11064;p40"/>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5" name="Google Shape;11065;p40"/>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40"/>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7" name="Google Shape;11067;p40"/>
          <p:cNvGrpSpPr/>
          <p:nvPr/>
        </p:nvGrpSpPr>
        <p:grpSpPr>
          <a:xfrm>
            <a:off x="2620737" y="3663192"/>
            <a:ext cx="366269" cy="262426"/>
            <a:chOff x="-60621600" y="2716100"/>
            <a:chExt cx="316650" cy="226875"/>
          </a:xfrm>
        </p:grpSpPr>
        <p:sp>
          <p:nvSpPr>
            <p:cNvPr id="11068" name="Google Shape;11068;p40"/>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p40"/>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0" name="Google Shape;11070;p40"/>
          <p:cNvGrpSpPr/>
          <p:nvPr/>
        </p:nvGrpSpPr>
        <p:grpSpPr>
          <a:xfrm>
            <a:off x="3957872" y="3611282"/>
            <a:ext cx="358056" cy="366240"/>
            <a:chOff x="-59475600" y="2658625"/>
            <a:chExt cx="309550" cy="316625"/>
          </a:xfrm>
        </p:grpSpPr>
        <p:sp>
          <p:nvSpPr>
            <p:cNvPr id="11071" name="Google Shape;11071;p40"/>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40"/>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40"/>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40"/>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40"/>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40"/>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40"/>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78" name="Google Shape;11078;p40"/>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9" name="Google Shape;11079;p40"/>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80" name="Google Shape;11080;p40"/>
          <p:cNvGrpSpPr/>
          <p:nvPr/>
        </p:nvGrpSpPr>
        <p:grpSpPr>
          <a:xfrm>
            <a:off x="2233132" y="2259210"/>
            <a:ext cx="263294" cy="367165"/>
            <a:chOff x="-63987100" y="2646800"/>
            <a:chExt cx="227625" cy="317425"/>
          </a:xfrm>
        </p:grpSpPr>
        <p:sp>
          <p:nvSpPr>
            <p:cNvPr id="11081" name="Google Shape;11081;p40"/>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40"/>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3" name="Google Shape;11083;p40"/>
          <p:cNvGrpSpPr/>
          <p:nvPr/>
        </p:nvGrpSpPr>
        <p:grpSpPr>
          <a:xfrm>
            <a:off x="852331" y="2730825"/>
            <a:ext cx="358056" cy="369913"/>
            <a:chOff x="-62148000" y="1930075"/>
            <a:chExt cx="309550" cy="319800"/>
          </a:xfrm>
        </p:grpSpPr>
        <p:sp>
          <p:nvSpPr>
            <p:cNvPr id="11084" name="Google Shape;11084;p40"/>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40"/>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6" name="Google Shape;11086;p40"/>
          <p:cNvGrpSpPr/>
          <p:nvPr/>
        </p:nvGrpSpPr>
        <p:grpSpPr>
          <a:xfrm>
            <a:off x="849716" y="3169110"/>
            <a:ext cx="363522" cy="365373"/>
            <a:chOff x="-62150375" y="2297875"/>
            <a:chExt cx="314275" cy="315875"/>
          </a:xfrm>
        </p:grpSpPr>
        <p:sp>
          <p:nvSpPr>
            <p:cNvPr id="11087" name="Google Shape;11087;p40"/>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8" name="Google Shape;11088;p40"/>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40"/>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40"/>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40"/>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2" name="Google Shape;11092;p40"/>
          <p:cNvGrpSpPr/>
          <p:nvPr/>
        </p:nvGrpSpPr>
        <p:grpSpPr>
          <a:xfrm>
            <a:off x="848311" y="3610355"/>
            <a:ext cx="366269" cy="368091"/>
            <a:chOff x="-62150375" y="2664925"/>
            <a:chExt cx="316650" cy="318225"/>
          </a:xfrm>
        </p:grpSpPr>
        <p:sp>
          <p:nvSpPr>
            <p:cNvPr id="11093" name="Google Shape;11093;p40"/>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40"/>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40"/>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40"/>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7" name="Google Shape;11097;p40"/>
          <p:cNvGrpSpPr/>
          <p:nvPr/>
        </p:nvGrpSpPr>
        <p:grpSpPr>
          <a:xfrm>
            <a:off x="3065817" y="2731330"/>
            <a:ext cx="367165" cy="368901"/>
            <a:chOff x="-60254550" y="1938025"/>
            <a:chExt cx="317425" cy="318925"/>
          </a:xfrm>
        </p:grpSpPr>
        <p:sp>
          <p:nvSpPr>
            <p:cNvPr id="11098" name="Google Shape;11098;p40"/>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p40"/>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40"/>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40"/>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2" name="Google Shape;11102;p40"/>
          <p:cNvGrpSpPr/>
          <p:nvPr/>
        </p:nvGrpSpPr>
        <p:grpSpPr>
          <a:xfrm>
            <a:off x="3094234" y="3609910"/>
            <a:ext cx="310690" cy="368987"/>
            <a:chOff x="-60232500" y="2671225"/>
            <a:chExt cx="268600" cy="319000"/>
          </a:xfrm>
        </p:grpSpPr>
        <p:sp>
          <p:nvSpPr>
            <p:cNvPr id="11103" name="Google Shape;11103;p40"/>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p40"/>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5" name="Google Shape;11105;p40"/>
          <p:cNvGrpSpPr/>
          <p:nvPr/>
        </p:nvGrpSpPr>
        <p:grpSpPr>
          <a:xfrm>
            <a:off x="2179716" y="4058543"/>
            <a:ext cx="365373" cy="368987"/>
            <a:chOff x="-59100700" y="1911950"/>
            <a:chExt cx="315875" cy="319000"/>
          </a:xfrm>
        </p:grpSpPr>
        <p:sp>
          <p:nvSpPr>
            <p:cNvPr id="11106" name="Google Shape;11106;p4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4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4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4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4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1" name="Google Shape;11111;p4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2" name="Google Shape;11112;p4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4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4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40"/>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6" name="Google Shape;11116;p40"/>
          <p:cNvGrpSpPr/>
          <p:nvPr/>
        </p:nvGrpSpPr>
        <p:grpSpPr>
          <a:xfrm>
            <a:off x="2621788" y="1314019"/>
            <a:ext cx="379918" cy="366038"/>
            <a:chOff x="-63665750" y="1914325"/>
            <a:chExt cx="328450" cy="316450"/>
          </a:xfrm>
        </p:grpSpPr>
        <p:sp>
          <p:nvSpPr>
            <p:cNvPr id="11117" name="Google Shape;11117;p40"/>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40"/>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9" name="Google Shape;11119;p40"/>
          <p:cNvGrpSpPr/>
          <p:nvPr/>
        </p:nvGrpSpPr>
        <p:grpSpPr>
          <a:xfrm>
            <a:off x="2626882" y="1793062"/>
            <a:ext cx="369913" cy="368554"/>
            <a:chOff x="-63666550" y="2278975"/>
            <a:chExt cx="319800" cy="318625"/>
          </a:xfrm>
        </p:grpSpPr>
        <p:sp>
          <p:nvSpPr>
            <p:cNvPr id="11120" name="Google Shape;11120;p40"/>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40"/>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2" name="Google Shape;11122;p40"/>
          <p:cNvGrpSpPr/>
          <p:nvPr/>
        </p:nvGrpSpPr>
        <p:grpSpPr>
          <a:xfrm>
            <a:off x="2624068" y="2259089"/>
            <a:ext cx="375378" cy="367397"/>
            <a:chOff x="-63669700" y="2646600"/>
            <a:chExt cx="324525" cy="317625"/>
          </a:xfrm>
        </p:grpSpPr>
        <p:sp>
          <p:nvSpPr>
            <p:cNvPr id="11123" name="Google Shape;11123;p40"/>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40"/>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5" name="Google Shape;11125;p40"/>
          <p:cNvGrpSpPr/>
          <p:nvPr/>
        </p:nvGrpSpPr>
        <p:grpSpPr>
          <a:xfrm>
            <a:off x="1286350" y="2732416"/>
            <a:ext cx="366269" cy="366732"/>
            <a:chOff x="-61784125" y="1931250"/>
            <a:chExt cx="316650" cy="317050"/>
          </a:xfrm>
        </p:grpSpPr>
        <p:sp>
          <p:nvSpPr>
            <p:cNvPr id="11126" name="Google Shape;11126;p40"/>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40"/>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40"/>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40"/>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0" name="Google Shape;11130;p40"/>
          <p:cNvGrpSpPr/>
          <p:nvPr/>
        </p:nvGrpSpPr>
        <p:grpSpPr>
          <a:xfrm>
            <a:off x="1286349" y="3168665"/>
            <a:ext cx="366269" cy="366269"/>
            <a:chOff x="-61783350" y="2297100"/>
            <a:chExt cx="316650" cy="316650"/>
          </a:xfrm>
        </p:grpSpPr>
        <p:sp>
          <p:nvSpPr>
            <p:cNvPr id="11131" name="Google Shape;11131;p40"/>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p40"/>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3" name="Google Shape;11133;p40"/>
          <p:cNvGrpSpPr/>
          <p:nvPr/>
        </p:nvGrpSpPr>
        <p:grpSpPr>
          <a:xfrm>
            <a:off x="1286349" y="3609751"/>
            <a:ext cx="366269" cy="369305"/>
            <a:chOff x="-61782550" y="2664925"/>
            <a:chExt cx="316650" cy="319275"/>
          </a:xfrm>
        </p:grpSpPr>
        <p:sp>
          <p:nvSpPr>
            <p:cNvPr id="11134" name="Google Shape;11134;p40"/>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5" name="Google Shape;11135;p40"/>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40"/>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7" name="Google Shape;11137;p40"/>
          <p:cNvGrpSpPr/>
          <p:nvPr/>
        </p:nvGrpSpPr>
        <p:grpSpPr>
          <a:xfrm>
            <a:off x="3508043" y="2741139"/>
            <a:ext cx="367165" cy="349294"/>
            <a:chOff x="-59889100" y="1945025"/>
            <a:chExt cx="317425" cy="301975"/>
          </a:xfrm>
        </p:grpSpPr>
        <p:sp>
          <p:nvSpPr>
            <p:cNvPr id="11138" name="Google Shape;11138;p40"/>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40"/>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p40"/>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40"/>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2" name="Google Shape;11142;p40"/>
          <p:cNvGrpSpPr/>
          <p:nvPr/>
        </p:nvGrpSpPr>
        <p:grpSpPr>
          <a:xfrm>
            <a:off x="3040254" y="3168590"/>
            <a:ext cx="366602" cy="366420"/>
            <a:chOff x="6479471" y="2079002"/>
            <a:chExt cx="348879" cy="348706"/>
          </a:xfrm>
        </p:grpSpPr>
        <p:sp>
          <p:nvSpPr>
            <p:cNvPr id="11143" name="Google Shape;11143;p40"/>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44" name="Google Shape;11144;p40"/>
            <p:cNvGrpSpPr/>
            <p:nvPr/>
          </p:nvGrpSpPr>
          <p:grpSpPr>
            <a:xfrm>
              <a:off x="6520539" y="2079002"/>
              <a:ext cx="307811" cy="348706"/>
              <a:chOff x="-60218325" y="2304850"/>
              <a:chExt cx="279625" cy="316775"/>
            </a:xfrm>
          </p:grpSpPr>
          <p:sp>
            <p:nvSpPr>
              <p:cNvPr id="11145" name="Google Shape;11145;p40"/>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6" name="Google Shape;11146;p40"/>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7" name="Google Shape;11147;p40"/>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p40"/>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40"/>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40"/>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40"/>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152" name="Google Shape;11152;p40"/>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53" name="Google Shape;11153;p40"/>
          <p:cNvGrpSpPr/>
          <p:nvPr/>
        </p:nvGrpSpPr>
        <p:grpSpPr>
          <a:xfrm>
            <a:off x="3507170" y="3611674"/>
            <a:ext cx="368987" cy="365459"/>
            <a:chOff x="-59889100" y="2671925"/>
            <a:chExt cx="319000" cy="315950"/>
          </a:xfrm>
        </p:grpSpPr>
        <p:sp>
          <p:nvSpPr>
            <p:cNvPr id="11154" name="Google Shape;11154;p40"/>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40"/>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40"/>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40"/>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8" name="Google Shape;11158;p40"/>
          <p:cNvGrpSpPr/>
          <p:nvPr/>
        </p:nvGrpSpPr>
        <p:grpSpPr>
          <a:xfrm>
            <a:off x="2620111" y="4054176"/>
            <a:ext cx="367165" cy="366269"/>
            <a:chOff x="-59092025" y="2296300"/>
            <a:chExt cx="317425" cy="316650"/>
          </a:xfrm>
        </p:grpSpPr>
        <p:sp>
          <p:nvSpPr>
            <p:cNvPr id="11159" name="Google Shape;11159;p40"/>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40"/>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1" name="Google Shape;11161;p40"/>
          <p:cNvGrpSpPr/>
          <p:nvPr/>
        </p:nvGrpSpPr>
        <p:grpSpPr>
          <a:xfrm>
            <a:off x="4865610" y="1305092"/>
            <a:ext cx="353174" cy="347599"/>
            <a:chOff x="683125" y="1955275"/>
            <a:chExt cx="299325" cy="294600"/>
          </a:xfrm>
        </p:grpSpPr>
        <p:sp>
          <p:nvSpPr>
            <p:cNvPr id="11162" name="Google Shape;11162;p4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p4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4" name="Google Shape;11164;p4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4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6" name="Google Shape;11166;p40"/>
          <p:cNvGrpSpPr/>
          <p:nvPr/>
        </p:nvGrpSpPr>
        <p:grpSpPr>
          <a:xfrm>
            <a:off x="4866542" y="1755656"/>
            <a:ext cx="351315" cy="349486"/>
            <a:chOff x="685475" y="2318350"/>
            <a:chExt cx="297750" cy="296200"/>
          </a:xfrm>
        </p:grpSpPr>
        <p:sp>
          <p:nvSpPr>
            <p:cNvPr id="11167" name="Google Shape;11167;p4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4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9" name="Google Shape;11169;p4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0" name="Google Shape;11170;p40"/>
          <p:cNvGrpSpPr/>
          <p:nvPr/>
        </p:nvGrpSpPr>
        <p:grpSpPr>
          <a:xfrm>
            <a:off x="7094702" y="1304856"/>
            <a:ext cx="309517" cy="348071"/>
            <a:chOff x="2523000" y="1954875"/>
            <a:chExt cx="262325" cy="295000"/>
          </a:xfrm>
        </p:grpSpPr>
        <p:sp>
          <p:nvSpPr>
            <p:cNvPr id="11171" name="Google Shape;11171;p4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4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3" name="Google Shape;11173;p40"/>
          <p:cNvGrpSpPr/>
          <p:nvPr/>
        </p:nvGrpSpPr>
        <p:grpSpPr>
          <a:xfrm>
            <a:off x="7073802" y="1756129"/>
            <a:ext cx="351315" cy="348542"/>
            <a:chOff x="2508825" y="2318350"/>
            <a:chExt cx="297750" cy="295400"/>
          </a:xfrm>
        </p:grpSpPr>
        <p:sp>
          <p:nvSpPr>
            <p:cNvPr id="11174" name="Google Shape;11174;p4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4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76" name="Google Shape;11176;p40"/>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77" name="Google Shape;11177;p40"/>
          <p:cNvGrpSpPr/>
          <p:nvPr/>
        </p:nvGrpSpPr>
        <p:grpSpPr>
          <a:xfrm>
            <a:off x="5747366" y="2670178"/>
            <a:ext cx="347599" cy="348513"/>
            <a:chOff x="4321150" y="1946600"/>
            <a:chExt cx="294600" cy="295375"/>
          </a:xfrm>
        </p:grpSpPr>
        <p:sp>
          <p:nvSpPr>
            <p:cNvPr id="11178" name="Google Shape;11178;p4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4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4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81" name="Google Shape;11181;p40"/>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40"/>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40"/>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40"/>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85" name="Google Shape;11185;p40"/>
          <p:cNvGrpSpPr/>
          <p:nvPr/>
        </p:nvGrpSpPr>
        <p:grpSpPr>
          <a:xfrm>
            <a:off x="5309920" y="1756129"/>
            <a:ext cx="352230" cy="348542"/>
            <a:chOff x="1049375" y="2318350"/>
            <a:chExt cx="298525" cy="295400"/>
          </a:xfrm>
        </p:grpSpPr>
        <p:sp>
          <p:nvSpPr>
            <p:cNvPr id="11186" name="Google Shape;11186;p4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4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8" name="Google Shape;11188;p4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p4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0" name="Google Shape;11190;p40"/>
          <p:cNvGrpSpPr/>
          <p:nvPr/>
        </p:nvGrpSpPr>
        <p:grpSpPr>
          <a:xfrm>
            <a:off x="5310392" y="2196574"/>
            <a:ext cx="351286" cy="351286"/>
            <a:chOff x="1049375" y="2680675"/>
            <a:chExt cx="297725" cy="297725"/>
          </a:xfrm>
        </p:grpSpPr>
        <p:sp>
          <p:nvSpPr>
            <p:cNvPr id="11191" name="Google Shape;11191;p4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4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3" name="Google Shape;11193;p40"/>
          <p:cNvGrpSpPr/>
          <p:nvPr/>
        </p:nvGrpSpPr>
        <p:grpSpPr>
          <a:xfrm>
            <a:off x="7523845" y="1304626"/>
            <a:ext cx="348513" cy="348542"/>
            <a:chOff x="2872725" y="1954475"/>
            <a:chExt cx="295375" cy="295400"/>
          </a:xfrm>
        </p:grpSpPr>
        <p:sp>
          <p:nvSpPr>
            <p:cNvPr id="11194" name="Google Shape;11194;p4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4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4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7" name="Google Shape;11197;p40"/>
          <p:cNvGrpSpPr/>
          <p:nvPr/>
        </p:nvGrpSpPr>
        <p:grpSpPr>
          <a:xfrm>
            <a:off x="7545217" y="1755194"/>
            <a:ext cx="305771" cy="350401"/>
            <a:chOff x="2890050" y="2318350"/>
            <a:chExt cx="259150" cy="296975"/>
          </a:xfrm>
        </p:grpSpPr>
        <p:sp>
          <p:nvSpPr>
            <p:cNvPr id="11198" name="Google Shape;11198;p4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9" name="Google Shape;11199;p4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00" name="Google Shape;11200;p40"/>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01" name="Google Shape;11201;p40"/>
          <p:cNvGrpSpPr/>
          <p:nvPr/>
        </p:nvGrpSpPr>
        <p:grpSpPr>
          <a:xfrm>
            <a:off x="6187733" y="2670650"/>
            <a:ext cx="347569" cy="347569"/>
            <a:chOff x="4685050" y="1945825"/>
            <a:chExt cx="294575" cy="294575"/>
          </a:xfrm>
        </p:grpSpPr>
        <p:sp>
          <p:nvSpPr>
            <p:cNvPr id="11202" name="Google Shape;11202;p4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4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4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4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4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07" name="Google Shape;11207;p40"/>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40"/>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09" name="Google Shape;11209;p40"/>
          <p:cNvGrpSpPr/>
          <p:nvPr/>
        </p:nvGrpSpPr>
        <p:grpSpPr>
          <a:xfrm>
            <a:off x="7958003" y="3159621"/>
            <a:ext cx="348513" cy="347599"/>
            <a:chOff x="6131900" y="2301825"/>
            <a:chExt cx="295375" cy="294600"/>
          </a:xfrm>
        </p:grpSpPr>
        <p:sp>
          <p:nvSpPr>
            <p:cNvPr id="11210" name="Google Shape;11210;p4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4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p4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3" name="Google Shape;11213;p4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4" name="Google Shape;11214;p40"/>
          <p:cNvGrpSpPr/>
          <p:nvPr/>
        </p:nvGrpSpPr>
        <p:grpSpPr>
          <a:xfrm>
            <a:off x="5753998" y="1304165"/>
            <a:ext cx="351315" cy="349457"/>
            <a:chOff x="1412450" y="1954475"/>
            <a:chExt cx="297750" cy="296175"/>
          </a:xfrm>
        </p:grpSpPr>
        <p:sp>
          <p:nvSpPr>
            <p:cNvPr id="11215" name="Google Shape;11215;p4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4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17" name="Google Shape;11217;p40"/>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18" name="Google Shape;11218;p40"/>
          <p:cNvGrpSpPr/>
          <p:nvPr/>
        </p:nvGrpSpPr>
        <p:grpSpPr>
          <a:xfrm>
            <a:off x="5753998" y="2196692"/>
            <a:ext cx="351315" cy="351050"/>
            <a:chOff x="1413250" y="2680675"/>
            <a:chExt cx="297750" cy="297525"/>
          </a:xfrm>
        </p:grpSpPr>
        <p:sp>
          <p:nvSpPr>
            <p:cNvPr id="11219" name="Google Shape;11219;p4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0" name="Google Shape;11220;p4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4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4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23" name="Google Shape;11223;p40"/>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40"/>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40"/>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26" name="Google Shape;11226;p40"/>
          <p:cNvGrpSpPr/>
          <p:nvPr/>
        </p:nvGrpSpPr>
        <p:grpSpPr>
          <a:xfrm>
            <a:off x="6630412" y="2670314"/>
            <a:ext cx="350371" cy="348247"/>
            <a:chOff x="5045775" y="1946400"/>
            <a:chExt cx="296950" cy="295150"/>
          </a:xfrm>
        </p:grpSpPr>
        <p:sp>
          <p:nvSpPr>
            <p:cNvPr id="11227" name="Google Shape;11227;p4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8" name="Google Shape;11228;p4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9" name="Google Shape;11229;p40"/>
          <p:cNvGrpSpPr/>
          <p:nvPr/>
        </p:nvGrpSpPr>
        <p:grpSpPr>
          <a:xfrm>
            <a:off x="6628999" y="3179141"/>
            <a:ext cx="353174" cy="308573"/>
            <a:chOff x="5046550" y="2327025"/>
            <a:chExt cx="299325" cy="261525"/>
          </a:xfrm>
        </p:grpSpPr>
        <p:sp>
          <p:nvSpPr>
            <p:cNvPr id="11230" name="Google Shape;11230;p4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4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2" name="Google Shape;11232;p4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33" name="Google Shape;11233;p40"/>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34" name="Google Shape;11234;p40"/>
          <p:cNvGrpSpPr/>
          <p:nvPr/>
        </p:nvGrpSpPr>
        <p:grpSpPr>
          <a:xfrm>
            <a:off x="7956609" y="3608476"/>
            <a:ext cx="351315" cy="348513"/>
            <a:chOff x="6167350" y="2672800"/>
            <a:chExt cx="297750" cy="295375"/>
          </a:xfrm>
        </p:grpSpPr>
        <p:sp>
          <p:nvSpPr>
            <p:cNvPr id="11235" name="Google Shape;11235;p4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4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4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4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4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0" name="Google Shape;11240;p40"/>
          <p:cNvGrpSpPr/>
          <p:nvPr/>
        </p:nvGrpSpPr>
        <p:grpSpPr>
          <a:xfrm>
            <a:off x="6197598" y="1303711"/>
            <a:ext cx="347599" cy="350371"/>
            <a:chOff x="1777925" y="1953700"/>
            <a:chExt cx="294600" cy="296950"/>
          </a:xfrm>
        </p:grpSpPr>
        <p:sp>
          <p:nvSpPr>
            <p:cNvPr id="11241" name="Google Shape;11241;p4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2" name="Google Shape;11242;p4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p4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4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5" name="Google Shape;11245;p40"/>
          <p:cNvGrpSpPr/>
          <p:nvPr/>
        </p:nvGrpSpPr>
        <p:grpSpPr>
          <a:xfrm>
            <a:off x="6213412" y="1756593"/>
            <a:ext cx="315977" cy="347599"/>
            <a:chOff x="1790525" y="2319150"/>
            <a:chExt cx="267800" cy="294600"/>
          </a:xfrm>
        </p:grpSpPr>
        <p:sp>
          <p:nvSpPr>
            <p:cNvPr id="11246" name="Google Shape;11246;p4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4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48" name="Google Shape;11248;p40"/>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49" name="Google Shape;11249;p40"/>
          <p:cNvGrpSpPr/>
          <p:nvPr/>
        </p:nvGrpSpPr>
        <p:grpSpPr>
          <a:xfrm>
            <a:off x="4866385" y="2670166"/>
            <a:ext cx="349457" cy="348542"/>
            <a:chOff x="3599700" y="1954475"/>
            <a:chExt cx="296175" cy="295400"/>
          </a:xfrm>
        </p:grpSpPr>
        <p:sp>
          <p:nvSpPr>
            <p:cNvPr id="11250" name="Google Shape;11250;p4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4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4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3" name="Google Shape;11253;p40"/>
          <p:cNvGrpSpPr/>
          <p:nvPr/>
        </p:nvGrpSpPr>
        <p:grpSpPr>
          <a:xfrm>
            <a:off x="4867310" y="3159622"/>
            <a:ext cx="347599" cy="347599"/>
            <a:chOff x="3601275" y="2319150"/>
            <a:chExt cx="294600" cy="294600"/>
          </a:xfrm>
        </p:grpSpPr>
        <p:sp>
          <p:nvSpPr>
            <p:cNvPr id="11254" name="Google Shape;11254;p4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4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56" name="Google Shape;11256;p40"/>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57" name="Google Shape;11257;p40"/>
          <p:cNvGrpSpPr/>
          <p:nvPr/>
        </p:nvGrpSpPr>
        <p:grpSpPr>
          <a:xfrm>
            <a:off x="7087023" y="2669724"/>
            <a:ext cx="328071" cy="349427"/>
            <a:chOff x="5421475" y="1945825"/>
            <a:chExt cx="278050" cy="296150"/>
          </a:xfrm>
        </p:grpSpPr>
        <p:sp>
          <p:nvSpPr>
            <p:cNvPr id="11258" name="Google Shape;11258;p4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4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4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4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4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4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4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4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66" name="Google Shape;11266;p40"/>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67" name="Google Shape;11267;p40"/>
          <p:cNvGrpSpPr/>
          <p:nvPr/>
        </p:nvGrpSpPr>
        <p:grpSpPr>
          <a:xfrm>
            <a:off x="7075875" y="3670279"/>
            <a:ext cx="350371" cy="224918"/>
            <a:chOff x="5411225" y="2726350"/>
            <a:chExt cx="296950" cy="190625"/>
          </a:xfrm>
        </p:grpSpPr>
        <p:sp>
          <p:nvSpPr>
            <p:cNvPr id="11268" name="Google Shape;11268;p4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9" name="Google Shape;11269;p4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0" name="Google Shape;11270;p40"/>
          <p:cNvGrpSpPr/>
          <p:nvPr/>
        </p:nvGrpSpPr>
        <p:grpSpPr>
          <a:xfrm>
            <a:off x="6185898" y="4059545"/>
            <a:ext cx="351286" cy="326390"/>
            <a:chOff x="6524150" y="1938725"/>
            <a:chExt cx="297725" cy="276625"/>
          </a:xfrm>
        </p:grpSpPr>
        <p:sp>
          <p:nvSpPr>
            <p:cNvPr id="11271" name="Google Shape;11271;p4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2" name="Google Shape;11272;p4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4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4" name="Google Shape;11274;p4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5" name="Google Shape;11275;p40"/>
          <p:cNvGrpSpPr/>
          <p:nvPr/>
        </p:nvGrpSpPr>
        <p:grpSpPr>
          <a:xfrm>
            <a:off x="6631045" y="1756010"/>
            <a:ext cx="363380" cy="348778"/>
            <a:chOff x="2140225" y="2318650"/>
            <a:chExt cx="307975" cy="295600"/>
          </a:xfrm>
        </p:grpSpPr>
        <p:sp>
          <p:nvSpPr>
            <p:cNvPr id="11276" name="Google Shape;11276;p4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p4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8" name="Google Shape;11278;p40"/>
          <p:cNvGrpSpPr/>
          <p:nvPr/>
        </p:nvGrpSpPr>
        <p:grpSpPr>
          <a:xfrm>
            <a:off x="6636608" y="2197508"/>
            <a:ext cx="352259" cy="349427"/>
            <a:chOff x="2139425" y="2682250"/>
            <a:chExt cx="298550" cy="296150"/>
          </a:xfrm>
        </p:grpSpPr>
        <p:sp>
          <p:nvSpPr>
            <p:cNvPr id="11279" name="Google Shape;11279;p4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4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4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4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3" name="Google Shape;11283;p40"/>
          <p:cNvGrpSpPr/>
          <p:nvPr/>
        </p:nvGrpSpPr>
        <p:grpSpPr>
          <a:xfrm>
            <a:off x="5301216" y="2711987"/>
            <a:ext cx="350401" cy="264888"/>
            <a:chOff x="3962775" y="1990700"/>
            <a:chExt cx="296975" cy="224500"/>
          </a:xfrm>
        </p:grpSpPr>
        <p:sp>
          <p:nvSpPr>
            <p:cNvPr id="11284" name="Google Shape;11284;p4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4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4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4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8" name="Google Shape;11288;p40"/>
          <p:cNvGrpSpPr/>
          <p:nvPr/>
        </p:nvGrpSpPr>
        <p:grpSpPr>
          <a:xfrm>
            <a:off x="5301689" y="3158696"/>
            <a:ext cx="349457" cy="349457"/>
            <a:chOff x="3963575" y="2317575"/>
            <a:chExt cx="296175" cy="296175"/>
          </a:xfrm>
        </p:grpSpPr>
        <p:sp>
          <p:nvSpPr>
            <p:cNvPr id="11289" name="Google Shape;11289;p4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p4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4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4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4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4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p4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6" name="Google Shape;11296;p4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4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4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4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0" name="Google Shape;11300;p4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1" name="Google Shape;11301;p4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2" name="Google Shape;11302;p4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4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4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5" name="Google Shape;11305;p40"/>
          <p:cNvGrpSpPr/>
          <p:nvPr/>
        </p:nvGrpSpPr>
        <p:grpSpPr>
          <a:xfrm>
            <a:off x="5301689" y="3608476"/>
            <a:ext cx="349457" cy="348513"/>
            <a:chOff x="3962775" y="2683025"/>
            <a:chExt cx="296175" cy="295375"/>
          </a:xfrm>
        </p:grpSpPr>
        <p:sp>
          <p:nvSpPr>
            <p:cNvPr id="11306" name="Google Shape;11306;p4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4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4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9" name="Google Shape;11309;p40"/>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10" name="Google Shape;11310;p40"/>
          <p:cNvGrpSpPr/>
          <p:nvPr/>
        </p:nvGrpSpPr>
        <p:grpSpPr>
          <a:xfrm>
            <a:off x="7516227" y="3159168"/>
            <a:ext cx="348513" cy="348513"/>
            <a:chOff x="5775900" y="2308125"/>
            <a:chExt cx="295375" cy="295375"/>
          </a:xfrm>
        </p:grpSpPr>
        <p:sp>
          <p:nvSpPr>
            <p:cNvPr id="11311" name="Google Shape;11311;p4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4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3" name="Google Shape;11313;p4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4" name="Google Shape;11314;p4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5" name="Google Shape;11315;p4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6" name="Google Shape;11316;p40"/>
          <p:cNvGrpSpPr/>
          <p:nvPr/>
        </p:nvGrpSpPr>
        <p:grpSpPr>
          <a:xfrm>
            <a:off x="7537131" y="3608003"/>
            <a:ext cx="306686" cy="349457"/>
            <a:chOff x="5794025" y="2673575"/>
            <a:chExt cx="259925" cy="296175"/>
          </a:xfrm>
        </p:grpSpPr>
        <p:sp>
          <p:nvSpPr>
            <p:cNvPr id="11317" name="Google Shape;11317;p4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4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19" name="Google Shape;11319;p40"/>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40"/>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21" name="Google Shape;11321;p40"/>
          <p:cNvGrpSpPr/>
          <p:nvPr/>
        </p:nvGrpSpPr>
        <p:grpSpPr>
          <a:xfrm>
            <a:off x="6637535" y="1304165"/>
            <a:ext cx="350401" cy="349457"/>
            <a:chOff x="2141000" y="1954475"/>
            <a:chExt cx="296975" cy="296175"/>
          </a:xfrm>
        </p:grpSpPr>
        <p:sp>
          <p:nvSpPr>
            <p:cNvPr id="11322" name="Google Shape;11322;p4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4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4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p4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29" name="Shape 11329"/>
        <p:cNvGrpSpPr/>
        <p:nvPr/>
      </p:nvGrpSpPr>
      <p:grpSpPr>
        <a:xfrm>
          <a:off x="0" y="0"/>
          <a:ext cx="0" cy="0"/>
          <a:chOff x="0" y="0"/>
          <a:chExt cx="0" cy="0"/>
        </a:xfrm>
      </p:grpSpPr>
      <p:sp>
        <p:nvSpPr>
          <p:cNvPr id="11330" name="Google Shape;11330;p41"/>
          <p:cNvSpPr txBox="1"/>
          <p:nvPr>
            <p:ph idx="4294967295" type="title"/>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solidFill>
                  <a:schemeClr val="lt1"/>
                </a:solidFill>
                <a:latin typeface="Arial"/>
                <a:ea typeface="Arial"/>
                <a:cs typeface="Arial"/>
                <a:sym typeface="Arial"/>
              </a:rPr>
              <a:t>Help &amp; Support </a:t>
            </a:r>
            <a:r>
              <a:rPr lang="de">
                <a:latin typeface="Arial"/>
                <a:ea typeface="Arial"/>
                <a:cs typeface="Arial"/>
                <a:sym typeface="Arial"/>
              </a:rPr>
              <a:t>I</a:t>
            </a:r>
            <a:r>
              <a:rPr lang="de">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331" name="Google Shape;11331;p41"/>
          <p:cNvSpPr txBox="1"/>
          <p:nvPr>
            <p:ph idx="4294967295" type="title"/>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332" name="Google Shape;11332;p41"/>
          <p:cNvGrpSpPr/>
          <p:nvPr/>
        </p:nvGrpSpPr>
        <p:grpSpPr>
          <a:xfrm>
            <a:off x="882978" y="1306635"/>
            <a:ext cx="292442" cy="355741"/>
            <a:chOff x="-35830350" y="1912725"/>
            <a:chExt cx="241050" cy="293225"/>
          </a:xfrm>
        </p:grpSpPr>
        <p:sp>
          <p:nvSpPr>
            <p:cNvPr id="11333" name="Google Shape;11333;p4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4" name="Google Shape;11334;p4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5" name="Google Shape;11335;p41"/>
          <p:cNvGrpSpPr/>
          <p:nvPr/>
        </p:nvGrpSpPr>
        <p:grpSpPr>
          <a:xfrm>
            <a:off x="851493" y="1766236"/>
            <a:ext cx="355468" cy="353587"/>
            <a:chOff x="-35854750" y="2272675"/>
            <a:chExt cx="293000" cy="291450"/>
          </a:xfrm>
        </p:grpSpPr>
        <p:sp>
          <p:nvSpPr>
            <p:cNvPr id="11336" name="Google Shape;11336;p4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4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4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9" name="Google Shape;11339;p41"/>
          <p:cNvGrpSpPr/>
          <p:nvPr/>
        </p:nvGrpSpPr>
        <p:grpSpPr>
          <a:xfrm>
            <a:off x="850938" y="2220818"/>
            <a:ext cx="356438" cy="354558"/>
            <a:chOff x="-35853975" y="2631825"/>
            <a:chExt cx="293800" cy="292250"/>
          </a:xfrm>
        </p:grpSpPr>
        <p:sp>
          <p:nvSpPr>
            <p:cNvPr id="11340" name="Google Shape;11340;p4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1" name="Google Shape;11341;p4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4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p4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4" name="Google Shape;11344;p4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5" name="Google Shape;11345;p41"/>
          <p:cNvGrpSpPr/>
          <p:nvPr/>
        </p:nvGrpSpPr>
        <p:grpSpPr>
          <a:xfrm>
            <a:off x="3089546" y="1307715"/>
            <a:ext cx="353587" cy="353587"/>
            <a:chOff x="-34032200" y="1916675"/>
            <a:chExt cx="291450" cy="291450"/>
          </a:xfrm>
        </p:grpSpPr>
        <p:sp>
          <p:nvSpPr>
            <p:cNvPr id="11346" name="Google Shape;11346;p4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4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4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p4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50" name="Google Shape;11350;p41"/>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51" name="Google Shape;11351;p41"/>
          <p:cNvGrpSpPr/>
          <p:nvPr/>
        </p:nvGrpSpPr>
        <p:grpSpPr>
          <a:xfrm>
            <a:off x="3089049" y="2220818"/>
            <a:ext cx="354527" cy="354558"/>
            <a:chOff x="-34032200" y="2634975"/>
            <a:chExt cx="292225" cy="292250"/>
          </a:xfrm>
        </p:grpSpPr>
        <p:sp>
          <p:nvSpPr>
            <p:cNvPr id="11352" name="Google Shape;11352;p4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4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4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5" name="Google Shape;11355;p41"/>
          <p:cNvGrpSpPr/>
          <p:nvPr/>
        </p:nvGrpSpPr>
        <p:grpSpPr>
          <a:xfrm>
            <a:off x="1739456" y="2687071"/>
            <a:ext cx="358379" cy="354527"/>
            <a:chOff x="-32245875" y="1938725"/>
            <a:chExt cx="295400" cy="292225"/>
          </a:xfrm>
        </p:grpSpPr>
        <p:sp>
          <p:nvSpPr>
            <p:cNvPr id="11356" name="Google Shape;11356;p4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4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8" name="Google Shape;11358;p4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9" name="Google Shape;11359;p41"/>
          <p:cNvGrpSpPr/>
          <p:nvPr/>
        </p:nvGrpSpPr>
        <p:grpSpPr>
          <a:xfrm>
            <a:off x="1736163" y="3156465"/>
            <a:ext cx="365052" cy="352162"/>
            <a:chOff x="-32243500" y="2299850"/>
            <a:chExt cx="300900" cy="290275"/>
          </a:xfrm>
        </p:grpSpPr>
        <p:sp>
          <p:nvSpPr>
            <p:cNvPr id="11360" name="Google Shape;11360;p4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1" name="Google Shape;11361;p4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62" name="Google Shape;11362;p41"/>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63" name="Google Shape;11363;p41"/>
          <p:cNvGrpSpPr/>
          <p:nvPr/>
        </p:nvGrpSpPr>
        <p:grpSpPr>
          <a:xfrm>
            <a:off x="1299387" y="1306759"/>
            <a:ext cx="354527" cy="355498"/>
            <a:chOff x="-35495600" y="1912725"/>
            <a:chExt cx="292225" cy="293025"/>
          </a:xfrm>
        </p:grpSpPr>
        <p:sp>
          <p:nvSpPr>
            <p:cNvPr id="11364" name="Google Shape;11364;p4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p4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4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67" name="Google Shape;11367;p41"/>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68" name="Google Shape;11368;p41"/>
          <p:cNvGrpSpPr/>
          <p:nvPr/>
        </p:nvGrpSpPr>
        <p:grpSpPr>
          <a:xfrm>
            <a:off x="1299387" y="2221308"/>
            <a:ext cx="354527" cy="353587"/>
            <a:chOff x="-35495600" y="2631825"/>
            <a:chExt cx="292225" cy="291450"/>
          </a:xfrm>
        </p:grpSpPr>
        <p:sp>
          <p:nvSpPr>
            <p:cNvPr id="11369" name="Google Shape;11369;p4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4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p4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4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3" name="Google Shape;11373;p41"/>
          <p:cNvGrpSpPr/>
          <p:nvPr/>
        </p:nvGrpSpPr>
        <p:grpSpPr>
          <a:xfrm>
            <a:off x="3537065" y="1307715"/>
            <a:ext cx="353587" cy="353587"/>
            <a:chOff x="-33673825" y="1916675"/>
            <a:chExt cx="291450" cy="291450"/>
          </a:xfrm>
        </p:grpSpPr>
        <p:sp>
          <p:nvSpPr>
            <p:cNvPr id="11374" name="Google Shape;11374;p4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4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4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p4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8" name="Google Shape;11378;p41"/>
          <p:cNvGrpSpPr/>
          <p:nvPr/>
        </p:nvGrpSpPr>
        <p:grpSpPr>
          <a:xfrm>
            <a:off x="3534706" y="1765292"/>
            <a:ext cx="358349" cy="355468"/>
            <a:chOff x="-33676975" y="2275050"/>
            <a:chExt cx="295375" cy="293000"/>
          </a:xfrm>
        </p:grpSpPr>
        <p:sp>
          <p:nvSpPr>
            <p:cNvPr id="11379" name="Google Shape;11379;p4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0" name="Google Shape;11380;p4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4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2" name="Google Shape;11382;p41"/>
          <p:cNvGrpSpPr/>
          <p:nvPr/>
        </p:nvGrpSpPr>
        <p:grpSpPr>
          <a:xfrm>
            <a:off x="3537065" y="2220591"/>
            <a:ext cx="353587" cy="355013"/>
            <a:chOff x="-33673825" y="2634975"/>
            <a:chExt cx="291450" cy="292625"/>
          </a:xfrm>
        </p:grpSpPr>
        <p:sp>
          <p:nvSpPr>
            <p:cNvPr id="11383" name="Google Shape;11383;p4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4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5" name="Google Shape;11385;p41"/>
          <p:cNvGrpSpPr/>
          <p:nvPr/>
        </p:nvGrpSpPr>
        <p:grpSpPr>
          <a:xfrm>
            <a:off x="2205077" y="2687508"/>
            <a:ext cx="329687" cy="353648"/>
            <a:chOff x="-31874100" y="1939525"/>
            <a:chExt cx="271750" cy="291500"/>
          </a:xfrm>
        </p:grpSpPr>
        <p:sp>
          <p:nvSpPr>
            <p:cNvPr id="11386" name="Google Shape;11386;p4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4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88" name="Google Shape;11388;p41"/>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89" name="Google Shape;11389;p41"/>
          <p:cNvGrpSpPr/>
          <p:nvPr/>
        </p:nvGrpSpPr>
        <p:grpSpPr>
          <a:xfrm>
            <a:off x="2186486" y="3616533"/>
            <a:ext cx="366963" cy="352768"/>
            <a:chOff x="-31889075" y="2658950"/>
            <a:chExt cx="302475" cy="290775"/>
          </a:xfrm>
        </p:grpSpPr>
        <p:sp>
          <p:nvSpPr>
            <p:cNvPr id="11390" name="Google Shape;11390;p4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4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92" name="Google Shape;11392;p41"/>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93" name="Google Shape;11393;p41"/>
          <p:cNvGrpSpPr/>
          <p:nvPr/>
        </p:nvGrpSpPr>
        <p:grpSpPr>
          <a:xfrm>
            <a:off x="1747377" y="1306759"/>
            <a:ext cx="354527" cy="355498"/>
            <a:chOff x="-35136450" y="1912725"/>
            <a:chExt cx="292225" cy="293025"/>
          </a:xfrm>
        </p:grpSpPr>
        <p:sp>
          <p:nvSpPr>
            <p:cNvPr id="11394" name="Google Shape;11394;p4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4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4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7" name="Google Shape;11397;p41"/>
          <p:cNvGrpSpPr/>
          <p:nvPr/>
        </p:nvGrpSpPr>
        <p:grpSpPr>
          <a:xfrm>
            <a:off x="1747874" y="1765976"/>
            <a:ext cx="353587" cy="354103"/>
            <a:chOff x="-35134875" y="2272675"/>
            <a:chExt cx="291450" cy="291875"/>
          </a:xfrm>
        </p:grpSpPr>
        <p:sp>
          <p:nvSpPr>
            <p:cNvPr id="11398" name="Google Shape;11398;p4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4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4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p4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2" name="Google Shape;11402;p41"/>
          <p:cNvGrpSpPr/>
          <p:nvPr/>
        </p:nvGrpSpPr>
        <p:grpSpPr>
          <a:xfrm>
            <a:off x="1789519" y="2221308"/>
            <a:ext cx="270453" cy="353587"/>
            <a:chOff x="-35101800" y="2631050"/>
            <a:chExt cx="222925" cy="291450"/>
          </a:xfrm>
        </p:grpSpPr>
        <p:sp>
          <p:nvSpPr>
            <p:cNvPr id="11403" name="Google Shape;11403;p4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p4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4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4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07" name="Google Shape;11407;p41"/>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08" name="Google Shape;11408;p41"/>
          <p:cNvGrpSpPr/>
          <p:nvPr/>
        </p:nvGrpSpPr>
        <p:grpSpPr>
          <a:xfrm>
            <a:off x="3977494" y="1765292"/>
            <a:ext cx="353587" cy="355468"/>
            <a:chOff x="-33314675" y="2275050"/>
            <a:chExt cx="291450" cy="293000"/>
          </a:xfrm>
        </p:grpSpPr>
        <p:sp>
          <p:nvSpPr>
            <p:cNvPr id="11409" name="Google Shape;11409;p4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4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4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12" name="Google Shape;11412;p41"/>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13" name="Google Shape;11413;p41"/>
          <p:cNvGrpSpPr/>
          <p:nvPr/>
        </p:nvGrpSpPr>
        <p:grpSpPr>
          <a:xfrm>
            <a:off x="2639686" y="2687554"/>
            <a:ext cx="353587" cy="353557"/>
            <a:chOff x="-31523625" y="1939525"/>
            <a:chExt cx="291450" cy="291425"/>
          </a:xfrm>
        </p:grpSpPr>
        <p:sp>
          <p:nvSpPr>
            <p:cNvPr id="11414" name="Google Shape;11414;p4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4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6" name="Google Shape;11416;p4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4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8" name="Google Shape;11418;p4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9" name="Google Shape;11419;p4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4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1" name="Google Shape;11421;p4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4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4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4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5" name="Google Shape;11425;p41"/>
          <p:cNvGrpSpPr/>
          <p:nvPr/>
        </p:nvGrpSpPr>
        <p:grpSpPr>
          <a:xfrm>
            <a:off x="2638754" y="3155756"/>
            <a:ext cx="355498" cy="353587"/>
            <a:chOff x="-31523625" y="2298675"/>
            <a:chExt cx="293025" cy="291450"/>
          </a:xfrm>
        </p:grpSpPr>
        <p:sp>
          <p:nvSpPr>
            <p:cNvPr id="11426" name="Google Shape;11426;p4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4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8" name="Google Shape;11428;p4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29" name="Google Shape;11429;p41"/>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p41"/>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31" name="Google Shape;11431;p41"/>
          <p:cNvGrpSpPr/>
          <p:nvPr/>
        </p:nvGrpSpPr>
        <p:grpSpPr>
          <a:xfrm>
            <a:off x="2205948" y="1307728"/>
            <a:ext cx="331598" cy="353557"/>
            <a:chOff x="-34767825" y="1914325"/>
            <a:chExt cx="273325" cy="291425"/>
          </a:xfrm>
        </p:grpSpPr>
        <p:sp>
          <p:nvSpPr>
            <p:cNvPr id="11432" name="Google Shape;11432;p4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4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4" name="Google Shape;11434;p4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5" name="Google Shape;11435;p41"/>
          <p:cNvGrpSpPr/>
          <p:nvPr/>
        </p:nvGrpSpPr>
        <p:grpSpPr>
          <a:xfrm>
            <a:off x="2193494" y="1765279"/>
            <a:ext cx="356438" cy="355498"/>
            <a:chOff x="-34778075" y="2272675"/>
            <a:chExt cx="293800" cy="293025"/>
          </a:xfrm>
        </p:grpSpPr>
        <p:sp>
          <p:nvSpPr>
            <p:cNvPr id="11436" name="Google Shape;11436;p4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7" name="Google Shape;11437;p4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4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9" name="Google Shape;11439;p41"/>
          <p:cNvGrpSpPr/>
          <p:nvPr/>
        </p:nvGrpSpPr>
        <p:grpSpPr>
          <a:xfrm>
            <a:off x="2194922" y="2221308"/>
            <a:ext cx="353587" cy="353587"/>
            <a:chOff x="-34776500" y="2631825"/>
            <a:chExt cx="291450" cy="291450"/>
          </a:xfrm>
        </p:grpSpPr>
        <p:sp>
          <p:nvSpPr>
            <p:cNvPr id="11440" name="Google Shape;11440;p4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4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2" name="Google Shape;11442;p4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3" name="Google Shape;11443;p41"/>
          <p:cNvGrpSpPr/>
          <p:nvPr/>
        </p:nvGrpSpPr>
        <p:grpSpPr>
          <a:xfrm>
            <a:off x="853586" y="2685160"/>
            <a:ext cx="354527" cy="358349"/>
            <a:chOff x="-32956300" y="1915900"/>
            <a:chExt cx="292225" cy="295375"/>
          </a:xfrm>
        </p:grpSpPr>
        <p:sp>
          <p:nvSpPr>
            <p:cNvPr id="11444" name="Google Shape;11444;p4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4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46" name="Google Shape;11446;p41"/>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41"/>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48" name="Google Shape;11448;p41"/>
          <p:cNvGrpSpPr/>
          <p:nvPr/>
        </p:nvGrpSpPr>
        <p:grpSpPr>
          <a:xfrm>
            <a:off x="3081084" y="2687554"/>
            <a:ext cx="356438" cy="353557"/>
            <a:chOff x="-31166825" y="1939525"/>
            <a:chExt cx="293800" cy="291425"/>
          </a:xfrm>
        </p:grpSpPr>
        <p:sp>
          <p:nvSpPr>
            <p:cNvPr id="11449" name="Google Shape;11449;p4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4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1" name="Google Shape;11451;p4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4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4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4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p4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6" name="Google Shape;11456;p4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4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4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4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0" name="Google Shape;11460;p41"/>
          <p:cNvGrpSpPr/>
          <p:nvPr/>
        </p:nvGrpSpPr>
        <p:grpSpPr>
          <a:xfrm>
            <a:off x="3082018" y="3155483"/>
            <a:ext cx="354527" cy="354133"/>
            <a:chOff x="-31165250" y="2298675"/>
            <a:chExt cx="292225" cy="291900"/>
          </a:xfrm>
        </p:grpSpPr>
        <p:sp>
          <p:nvSpPr>
            <p:cNvPr id="11461" name="Google Shape;11461;p4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4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4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4" name="Google Shape;11464;p41"/>
          <p:cNvGrpSpPr/>
          <p:nvPr/>
        </p:nvGrpSpPr>
        <p:grpSpPr>
          <a:xfrm>
            <a:off x="3082562" y="3616134"/>
            <a:ext cx="353557" cy="353557"/>
            <a:chOff x="-31164450" y="2657050"/>
            <a:chExt cx="291425" cy="291425"/>
          </a:xfrm>
        </p:grpSpPr>
        <p:sp>
          <p:nvSpPr>
            <p:cNvPr id="11465" name="Google Shape;11465;p4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4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4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4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69" name="Google Shape;11469;p41"/>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70" name="Google Shape;11470;p41"/>
          <p:cNvGrpSpPr/>
          <p:nvPr/>
        </p:nvGrpSpPr>
        <p:grpSpPr>
          <a:xfrm>
            <a:off x="2632993" y="1307364"/>
            <a:ext cx="358349" cy="354285"/>
            <a:chOff x="-34421275" y="1912725"/>
            <a:chExt cx="295375" cy="292025"/>
          </a:xfrm>
        </p:grpSpPr>
        <p:sp>
          <p:nvSpPr>
            <p:cNvPr id="11471" name="Google Shape;11471;p4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2" name="Google Shape;11472;p4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3" name="Google Shape;11473;p41"/>
          <p:cNvGrpSpPr/>
          <p:nvPr/>
        </p:nvGrpSpPr>
        <p:grpSpPr>
          <a:xfrm>
            <a:off x="2632062" y="1765279"/>
            <a:ext cx="360260" cy="355498"/>
            <a:chOff x="-34418125" y="2271100"/>
            <a:chExt cx="296950" cy="293025"/>
          </a:xfrm>
        </p:grpSpPr>
        <p:sp>
          <p:nvSpPr>
            <p:cNvPr id="11474" name="Google Shape;11474;p4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4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6" name="Google Shape;11476;p4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p4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p4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9" name="Google Shape;11479;p41"/>
          <p:cNvGrpSpPr/>
          <p:nvPr/>
        </p:nvGrpSpPr>
        <p:grpSpPr>
          <a:xfrm>
            <a:off x="2632993" y="2221308"/>
            <a:ext cx="358349" cy="353587"/>
            <a:chOff x="-34421275" y="2631050"/>
            <a:chExt cx="295375" cy="291450"/>
          </a:xfrm>
        </p:grpSpPr>
        <p:sp>
          <p:nvSpPr>
            <p:cNvPr id="11480" name="Google Shape;11480;p4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4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4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4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84" name="Google Shape;11484;p41"/>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5" name="Google Shape;11485;p41"/>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41"/>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87" name="Google Shape;11487;p41"/>
          <p:cNvGrpSpPr/>
          <p:nvPr/>
        </p:nvGrpSpPr>
        <p:grpSpPr>
          <a:xfrm>
            <a:off x="3537605" y="2688022"/>
            <a:ext cx="353587" cy="352617"/>
            <a:chOff x="-30805300" y="1938725"/>
            <a:chExt cx="291450" cy="290650"/>
          </a:xfrm>
        </p:grpSpPr>
        <p:sp>
          <p:nvSpPr>
            <p:cNvPr id="11488" name="Google Shape;11488;p4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4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0" name="Google Shape;11490;p41"/>
          <p:cNvGrpSpPr/>
          <p:nvPr/>
        </p:nvGrpSpPr>
        <p:grpSpPr>
          <a:xfrm>
            <a:off x="3538150" y="3155951"/>
            <a:ext cx="352617" cy="353193"/>
            <a:chOff x="-30805300" y="2298675"/>
            <a:chExt cx="290650" cy="291125"/>
          </a:xfrm>
        </p:grpSpPr>
        <p:sp>
          <p:nvSpPr>
            <p:cNvPr id="11491" name="Google Shape;11491;p4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2" name="Google Shape;11492;p4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p4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4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5" name="Google Shape;11495;p41"/>
          <p:cNvGrpSpPr/>
          <p:nvPr/>
        </p:nvGrpSpPr>
        <p:grpSpPr>
          <a:xfrm>
            <a:off x="3537655" y="3616134"/>
            <a:ext cx="353557" cy="353557"/>
            <a:chOff x="-30806075" y="2657050"/>
            <a:chExt cx="291425" cy="291425"/>
          </a:xfrm>
        </p:grpSpPr>
        <p:sp>
          <p:nvSpPr>
            <p:cNvPr id="11496" name="Google Shape;11496;p4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4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4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9" name="Google Shape;11499;p41"/>
          <p:cNvGrpSpPr/>
          <p:nvPr/>
        </p:nvGrpSpPr>
        <p:grpSpPr>
          <a:xfrm>
            <a:off x="2639701" y="4073941"/>
            <a:ext cx="353557" cy="353557"/>
            <a:chOff x="-30064925" y="2332550"/>
            <a:chExt cx="291425" cy="291425"/>
          </a:xfrm>
        </p:grpSpPr>
        <p:sp>
          <p:nvSpPr>
            <p:cNvPr id="11500" name="Google Shape;11500;p4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p4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p4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3" name="Google Shape;11503;p41"/>
          <p:cNvGrpSpPr/>
          <p:nvPr/>
        </p:nvGrpSpPr>
        <p:grpSpPr>
          <a:xfrm>
            <a:off x="3983063" y="2683443"/>
            <a:ext cx="348855" cy="347879"/>
            <a:chOff x="2821450" y="2957850"/>
            <a:chExt cx="259275" cy="258550"/>
          </a:xfrm>
        </p:grpSpPr>
        <p:sp>
          <p:nvSpPr>
            <p:cNvPr id="11504" name="Google Shape;11504;p4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4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p4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41"/>
          <p:cNvGrpSpPr/>
          <p:nvPr/>
        </p:nvGrpSpPr>
        <p:grpSpPr>
          <a:xfrm>
            <a:off x="4858117" y="1304460"/>
            <a:ext cx="361090" cy="361090"/>
            <a:chOff x="-57970450" y="1903275"/>
            <a:chExt cx="318225" cy="318225"/>
          </a:xfrm>
        </p:grpSpPr>
        <p:sp>
          <p:nvSpPr>
            <p:cNvPr id="11508" name="Google Shape;11508;p41"/>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9" name="Google Shape;11509;p41"/>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41"/>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1" name="Google Shape;11511;p41"/>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2" name="Google Shape;11512;p41"/>
          <p:cNvGrpSpPr/>
          <p:nvPr/>
        </p:nvGrpSpPr>
        <p:grpSpPr>
          <a:xfrm>
            <a:off x="4879899" y="1780416"/>
            <a:ext cx="317290" cy="359303"/>
            <a:chOff x="-57950750" y="2296300"/>
            <a:chExt cx="279625" cy="316650"/>
          </a:xfrm>
        </p:grpSpPr>
        <p:sp>
          <p:nvSpPr>
            <p:cNvPr id="11513" name="Google Shape;11513;p4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4" name="Google Shape;11514;p4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4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4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41"/>
          <p:cNvGrpSpPr/>
          <p:nvPr/>
        </p:nvGrpSpPr>
        <p:grpSpPr>
          <a:xfrm>
            <a:off x="4858220" y="2232090"/>
            <a:ext cx="360863" cy="360211"/>
            <a:chOff x="-57969675" y="2687750"/>
            <a:chExt cx="318025" cy="317450"/>
          </a:xfrm>
        </p:grpSpPr>
        <p:sp>
          <p:nvSpPr>
            <p:cNvPr id="11518" name="Google Shape;11518;p41"/>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41"/>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p41"/>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1" name="Google Shape;11521;p41"/>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2" name="Google Shape;11522;p41"/>
          <p:cNvGrpSpPr/>
          <p:nvPr/>
        </p:nvGrpSpPr>
        <p:grpSpPr>
          <a:xfrm>
            <a:off x="7067428" y="1304460"/>
            <a:ext cx="363785" cy="361090"/>
            <a:chOff x="-56012425" y="1903275"/>
            <a:chExt cx="320600" cy="318225"/>
          </a:xfrm>
        </p:grpSpPr>
        <p:sp>
          <p:nvSpPr>
            <p:cNvPr id="11523" name="Google Shape;11523;p41"/>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41"/>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5" name="Google Shape;11525;p41"/>
          <p:cNvGrpSpPr/>
          <p:nvPr/>
        </p:nvGrpSpPr>
        <p:grpSpPr>
          <a:xfrm>
            <a:off x="7068348" y="1778629"/>
            <a:ext cx="361998" cy="361998"/>
            <a:chOff x="-56010850" y="2294725"/>
            <a:chExt cx="319025" cy="319025"/>
          </a:xfrm>
        </p:grpSpPr>
        <p:sp>
          <p:nvSpPr>
            <p:cNvPr id="11526" name="Google Shape;11526;p41"/>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41"/>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41"/>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p41"/>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0" name="Google Shape;11530;p41"/>
          <p:cNvGrpSpPr/>
          <p:nvPr/>
        </p:nvGrpSpPr>
        <p:grpSpPr>
          <a:xfrm>
            <a:off x="7068252" y="2231214"/>
            <a:ext cx="361969" cy="361090"/>
            <a:chOff x="-56010050" y="2686975"/>
            <a:chExt cx="319000" cy="318225"/>
          </a:xfrm>
        </p:grpSpPr>
        <p:sp>
          <p:nvSpPr>
            <p:cNvPr id="11531" name="Google Shape;11531;p41"/>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2" name="Google Shape;11532;p41"/>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41"/>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41"/>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5" name="Google Shape;11535;p41"/>
          <p:cNvGrpSpPr/>
          <p:nvPr/>
        </p:nvGrpSpPr>
        <p:grpSpPr>
          <a:xfrm>
            <a:off x="5753857" y="2684123"/>
            <a:ext cx="361998" cy="361090"/>
            <a:chOff x="-54081175" y="1903275"/>
            <a:chExt cx="319025" cy="318225"/>
          </a:xfrm>
        </p:grpSpPr>
        <p:sp>
          <p:nvSpPr>
            <p:cNvPr id="11536" name="Google Shape;11536;p41"/>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41"/>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8" name="Google Shape;11538;p41"/>
          <p:cNvGrpSpPr/>
          <p:nvPr/>
        </p:nvGrpSpPr>
        <p:grpSpPr>
          <a:xfrm>
            <a:off x="5776060" y="3137583"/>
            <a:ext cx="317290" cy="360211"/>
            <a:chOff x="-54063050" y="2296300"/>
            <a:chExt cx="279625" cy="317450"/>
          </a:xfrm>
        </p:grpSpPr>
        <p:sp>
          <p:nvSpPr>
            <p:cNvPr id="11539" name="Google Shape;11539;p41"/>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41"/>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41"/>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41"/>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3" name="Google Shape;11543;p41"/>
          <p:cNvGrpSpPr/>
          <p:nvPr/>
        </p:nvGrpSpPr>
        <p:grpSpPr>
          <a:xfrm>
            <a:off x="5776060" y="3601650"/>
            <a:ext cx="317290" cy="361033"/>
            <a:chOff x="-54061475" y="2685450"/>
            <a:chExt cx="279625" cy="318175"/>
          </a:xfrm>
        </p:grpSpPr>
        <p:sp>
          <p:nvSpPr>
            <p:cNvPr id="11544" name="Google Shape;11544;p41"/>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41"/>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41"/>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7" name="Google Shape;11547;p41"/>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8" name="Google Shape;11548;p41"/>
          <p:cNvGrpSpPr/>
          <p:nvPr/>
        </p:nvGrpSpPr>
        <p:grpSpPr>
          <a:xfrm>
            <a:off x="8029643" y="2693969"/>
            <a:ext cx="275278" cy="361969"/>
            <a:chOff x="-52074300" y="1911950"/>
            <a:chExt cx="242600" cy="319000"/>
          </a:xfrm>
        </p:grpSpPr>
        <p:sp>
          <p:nvSpPr>
            <p:cNvPr id="11549" name="Google Shape;11549;p41"/>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0" name="Google Shape;11550;p41"/>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p41"/>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41"/>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3" name="Google Shape;11553;p41"/>
          <p:cNvGrpSpPr/>
          <p:nvPr/>
        </p:nvGrpSpPr>
        <p:grpSpPr>
          <a:xfrm>
            <a:off x="5287749" y="1305368"/>
            <a:ext cx="361998" cy="361090"/>
            <a:chOff x="-57578225" y="1904075"/>
            <a:chExt cx="319025" cy="318225"/>
          </a:xfrm>
        </p:grpSpPr>
        <p:sp>
          <p:nvSpPr>
            <p:cNvPr id="11554" name="Google Shape;11554;p4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5" name="Google Shape;11555;p4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4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4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8" name="Google Shape;11558;p41"/>
          <p:cNvGrpSpPr/>
          <p:nvPr/>
        </p:nvGrpSpPr>
        <p:grpSpPr>
          <a:xfrm>
            <a:off x="5309942" y="1778630"/>
            <a:ext cx="317290" cy="361090"/>
            <a:chOff x="-57558525" y="2294725"/>
            <a:chExt cx="279625" cy="318225"/>
          </a:xfrm>
        </p:grpSpPr>
        <p:sp>
          <p:nvSpPr>
            <p:cNvPr id="11559" name="Google Shape;11559;p41"/>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41"/>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41"/>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p41"/>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41"/>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4" name="Google Shape;11564;p41"/>
          <p:cNvGrpSpPr/>
          <p:nvPr/>
        </p:nvGrpSpPr>
        <p:grpSpPr>
          <a:xfrm>
            <a:off x="5285906" y="2231218"/>
            <a:ext cx="365572" cy="361969"/>
            <a:chOff x="-57579800" y="2686975"/>
            <a:chExt cx="322175" cy="319000"/>
          </a:xfrm>
        </p:grpSpPr>
        <p:sp>
          <p:nvSpPr>
            <p:cNvPr id="11565" name="Google Shape;11565;p41"/>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41"/>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7" name="Google Shape;11567;p41"/>
          <p:cNvGrpSpPr/>
          <p:nvPr/>
        </p:nvGrpSpPr>
        <p:grpSpPr>
          <a:xfrm>
            <a:off x="7510661" y="1778630"/>
            <a:ext cx="367359" cy="361090"/>
            <a:chOff x="-55620975" y="2294725"/>
            <a:chExt cx="323750" cy="318225"/>
          </a:xfrm>
        </p:grpSpPr>
        <p:sp>
          <p:nvSpPr>
            <p:cNvPr id="11568" name="Google Shape;11568;p41"/>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41"/>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41"/>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1" name="Google Shape;11571;p41"/>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41"/>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41"/>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4" name="Google Shape;11574;p41"/>
          <p:cNvGrpSpPr/>
          <p:nvPr/>
        </p:nvGrpSpPr>
        <p:grpSpPr>
          <a:xfrm>
            <a:off x="7512913" y="2231130"/>
            <a:ext cx="362877" cy="361175"/>
            <a:chOff x="-55620175" y="2686900"/>
            <a:chExt cx="319800" cy="318300"/>
          </a:xfrm>
        </p:grpSpPr>
        <p:sp>
          <p:nvSpPr>
            <p:cNvPr id="11575" name="Google Shape;11575;p41"/>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41"/>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41"/>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41"/>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9" name="Google Shape;11579;p41"/>
          <p:cNvGrpSpPr/>
          <p:nvPr/>
        </p:nvGrpSpPr>
        <p:grpSpPr>
          <a:xfrm>
            <a:off x="6198837" y="2684123"/>
            <a:ext cx="361969" cy="361090"/>
            <a:chOff x="-53690500" y="1903275"/>
            <a:chExt cx="319000" cy="318225"/>
          </a:xfrm>
        </p:grpSpPr>
        <p:sp>
          <p:nvSpPr>
            <p:cNvPr id="11580" name="Google Shape;11580;p41"/>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41"/>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41"/>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p41"/>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4" name="Google Shape;11584;p41"/>
          <p:cNvGrpSpPr/>
          <p:nvPr/>
        </p:nvGrpSpPr>
        <p:grpSpPr>
          <a:xfrm>
            <a:off x="6221132" y="3137585"/>
            <a:ext cx="317290" cy="359303"/>
            <a:chOff x="-53670800" y="2296300"/>
            <a:chExt cx="279625" cy="316650"/>
          </a:xfrm>
        </p:grpSpPr>
        <p:sp>
          <p:nvSpPr>
            <p:cNvPr id="11585" name="Google Shape;11585;p41"/>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41"/>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41"/>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41"/>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9" name="Google Shape;11589;p41"/>
          <p:cNvGrpSpPr/>
          <p:nvPr/>
        </p:nvGrpSpPr>
        <p:grpSpPr>
          <a:xfrm>
            <a:off x="6198837" y="3602923"/>
            <a:ext cx="361969" cy="361544"/>
            <a:chOff x="-53690500" y="2686575"/>
            <a:chExt cx="319000" cy="318625"/>
          </a:xfrm>
        </p:grpSpPr>
        <p:sp>
          <p:nvSpPr>
            <p:cNvPr id="11590" name="Google Shape;11590;p41"/>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41"/>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41"/>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41"/>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4" name="Google Shape;11594;p41"/>
          <p:cNvGrpSpPr/>
          <p:nvPr/>
        </p:nvGrpSpPr>
        <p:grpSpPr>
          <a:xfrm>
            <a:off x="8008696" y="3145786"/>
            <a:ext cx="317319" cy="360948"/>
            <a:chOff x="-52092425" y="2303525"/>
            <a:chExt cx="279650" cy="318100"/>
          </a:xfrm>
        </p:grpSpPr>
        <p:sp>
          <p:nvSpPr>
            <p:cNvPr id="11595" name="Google Shape;11595;p41"/>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41"/>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p41"/>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41"/>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41"/>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0" name="Google Shape;11600;p41"/>
          <p:cNvGrpSpPr/>
          <p:nvPr/>
        </p:nvGrpSpPr>
        <p:grpSpPr>
          <a:xfrm>
            <a:off x="5727647" y="1306248"/>
            <a:ext cx="363756" cy="361090"/>
            <a:chOff x="-57189125" y="1904850"/>
            <a:chExt cx="320575" cy="318225"/>
          </a:xfrm>
        </p:grpSpPr>
        <p:sp>
          <p:nvSpPr>
            <p:cNvPr id="11601" name="Google Shape;11601;p41"/>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41"/>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41"/>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41"/>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41"/>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6" name="Google Shape;11606;p41"/>
          <p:cNvGrpSpPr/>
          <p:nvPr/>
        </p:nvGrpSpPr>
        <p:grpSpPr>
          <a:xfrm>
            <a:off x="5728567" y="1800986"/>
            <a:ext cx="361969" cy="316411"/>
            <a:chOff x="-57187550" y="2314425"/>
            <a:chExt cx="319000" cy="278850"/>
          </a:xfrm>
        </p:grpSpPr>
        <p:sp>
          <p:nvSpPr>
            <p:cNvPr id="11607" name="Google Shape;11607;p41"/>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41"/>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41"/>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41"/>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1" name="Google Shape;11611;p41"/>
          <p:cNvGrpSpPr/>
          <p:nvPr/>
        </p:nvGrpSpPr>
        <p:grpSpPr>
          <a:xfrm>
            <a:off x="5745630" y="2230532"/>
            <a:ext cx="328042" cy="361771"/>
            <a:chOff x="-57172600" y="2686375"/>
            <a:chExt cx="289100" cy="318825"/>
          </a:xfrm>
        </p:grpSpPr>
        <p:sp>
          <p:nvSpPr>
            <p:cNvPr id="11612" name="Google Shape;11612;p41"/>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41"/>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4" name="Google Shape;11614;p41"/>
          <p:cNvGrpSpPr/>
          <p:nvPr/>
        </p:nvGrpSpPr>
        <p:grpSpPr>
          <a:xfrm>
            <a:off x="7958450" y="1304460"/>
            <a:ext cx="361090" cy="359303"/>
            <a:chOff x="-55225575" y="1903275"/>
            <a:chExt cx="318225" cy="316650"/>
          </a:xfrm>
        </p:grpSpPr>
        <p:sp>
          <p:nvSpPr>
            <p:cNvPr id="11615" name="Google Shape;11615;p41"/>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41"/>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41"/>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41"/>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41"/>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0" name="Google Shape;11620;p41"/>
          <p:cNvGrpSpPr/>
          <p:nvPr/>
        </p:nvGrpSpPr>
        <p:grpSpPr>
          <a:xfrm>
            <a:off x="7969552" y="1780416"/>
            <a:ext cx="338736" cy="359303"/>
            <a:chOff x="-55217700" y="2296300"/>
            <a:chExt cx="298525" cy="316650"/>
          </a:xfrm>
        </p:grpSpPr>
        <p:sp>
          <p:nvSpPr>
            <p:cNvPr id="11621" name="Google Shape;11621;p41"/>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41"/>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41"/>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41"/>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5" name="Google Shape;11625;p41"/>
          <p:cNvGrpSpPr/>
          <p:nvPr/>
        </p:nvGrpSpPr>
        <p:grpSpPr>
          <a:xfrm>
            <a:off x="7957531" y="2233000"/>
            <a:ext cx="362877" cy="359303"/>
            <a:chOff x="-55229525" y="2688550"/>
            <a:chExt cx="319800" cy="316650"/>
          </a:xfrm>
        </p:grpSpPr>
        <p:sp>
          <p:nvSpPr>
            <p:cNvPr id="11626" name="Google Shape;11626;p41"/>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7" name="Google Shape;11627;p41"/>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41"/>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41"/>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0" name="Google Shape;11630;p41"/>
          <p:cNvGrpSpPr/>
          <p:nvPr/>
        </p:nvGrpSpPr>
        <p:grpSpPr>
          <a:xfrm>
            <a:off x="6653816" y="2684123"/>
            <a:ext cx="338765" cy="361090"/>
            <a:chOff x="-53288825" y="1903275"/>
            <a:chExt cx="298550" cy="318225"/>
          </a:xfrm>
        </p:grpSpPr>
        <p:sp>
          <p:nvSpPr>
            <p:cNvPr id="11631" name="Google Shape;11631;p41"/>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41"/>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41"/>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4" name="Google Shape;11634;p41"/>
          <p:cNvGrpSpPr/>
          <p:nvPr/>
        </p:nvGrpSpPr>
        <p:grpSpPr>
          <a:xfrm>
            <a:off x="6642199" y="3135799"/>
            <a:ext cx="361998" cy="361090"/>
            <a:chOff x="-53299850" y="2294725"/>
            <a:chExt cx="319025" cy="318225"/>
          </a:xfrm>
        </p:grpSpPr>
        <p:sp>
          <p:nvSpPr>
            <p:cNvPr id="11635" name="Google Shape;11635;p41"/>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41"/>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7" name="Google Shape;11637;p41"/>
          <p:cNvGrpSpPr/>
          <p:nvPr/>
        </p:nvGrpSpPr>
        <p:grpSpPr>
          <a:xfrm>
            <a:off x="6664918" y="3604255"/>
            <a:ext cx="316411" cy="360211"/>
            <a:chOff x="-53278575" y="2687750"/>
            <a:chExt cx="278850" cy="317450"/>
          </a:xfrm>
        </p:grpSpPr>
        <p:sp>
          <p:nvSpPr>
            <p:cNvPr id="11638" name="Google Shape;11638;p41"/>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41"/>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41"/>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p41"/>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2" name="Google Shape;11642;p41"/>
          <p:cNvGrpSpPr/>
          <p:nvPr/>
        </p:nvGrpSpPr>
        <p:grpSpPr>
          <a:xfrm>
            <a:off x="7986384" y="3603945"/>
            <a:ext cx="361998" cy="362310"/>
            <a:chOff x="-52101875" y="2687475"/>
            <a:chExt cx="319025" cy="319300"/>
          </a:xfrm>
        </p:grpSpPr>
        <p:sp>
          <p:nvSpPr>
            <p:cNvPr id="11643" name="Google Shape;11643;p41"/>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p41"/>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5" name="Google Shape;11645;p41"/>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6" name="Google Shape;11646;p41"/>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7" name="Google Shape;11647;p41"/>
          <p:cNvGrpSpPr/>
          <p:nvPr/>
        </p:nvGrpSpPr>
        <p:grpSpPr>
          <a:xfrm>
            <a:off x="6200980" y="1305368"/>
            <a:ext cx="317290" cy="361090"/>
            <a:chOff x="-56774050" y="1904075"/>
            <a:chExt cx="279625" cy="318225"/>
          </a:xfrm>
        </p:grpSpPr>
        <p:sp>
          <p:nvSpPr>
            <p:cNvPr id="11648" name="Google Shape;11648;p41"/>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41"/>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0" name="Google Shape;11650;p41"/>
          <p:cNvGrpSpPr/>
          <p:nvPr/>
        </p:nvGrpSpPr>
        <p:grpSpPr>
          <a:xfrm>
            <a:off x="6200980" y="1778630"/>
            <a:ext cx="317290" cy="361090"/>
            <a:chOff x="-56774850" y="2294725"/>
            <a:chExt cx="279625" cy="318225"/>
          </a:xfrm>
        </p:grpSpPr>
        <p:sp>
          <p:nvSpPr>
            <p:cNvPr id="11651" name="Google Shape;11651;p41"/>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p41"/>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41"/>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4" name="Google Shape;11654;p41"/>
          <p:cNvGrpSpPr/>
          <p:nvPr/>
        </p:nvGrpSpPr>
        <p:grpSpPr>
          <a:xfrm>
            <a:off x="6222035" y="2231216"/>
            <a:ext cx="275278" cy="360182"/>
            <a:chOff x="-56756725" y="2686975"/>
            <a:chExt cx="242600" cy="317425"/>
          </a:xfrm>
        </p:grpSpPr>
        <p:sp>
          <p:nvSpPr>
            <p:cNvPr id="11655" name="Google Shape;11655;p41"/>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p41"/>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41"/>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8" name="Google Shape;11658;p41"/>
          <p:cNvGrpSpPr/>
          <p:nvPr/>
        </p:nvGrpSpPr>
        <p:grpSpPr>
          <a:xfrm>
            <a:off x="4870461" y="2684122"/>
            <a:ext cx="337346" cy="361998"/>
            <a:chOff x="-54826975" y="1903275"/>
            <a:chExt cx="297300" cy="319025"/>
          </a:xfrm>
        </p:grpSpPr>
        <p:sp>
          <p:nvSpPr>
            <p:cNvPr id="11659" name="Google Shape;11659;p41"/>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41"/>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41"/>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2" name="Google Shape;11662;p41"/>
          <p:cNvGrpSpPr/>
          <p:nvPr/>
        </p:nvGrpSpPr>
        <p:grpSpPr>
          <a:xfrm>
            <a:off x="4858154" y="3137590"/>
            <a:ext cx="361969" cy="359274"/>
            <a:chOff x="-54836500" y="2296300"/>
            <a:chExt cx="319000" cy="316625"/>
          </a:xfrm>
        </p:grpSpPr>
        <p:sp>
          <p:nvSpPr>
            <p:cNvPr id="11663" name="Google Shape;11663;p41"/>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4" name="Google Shape;11664;p41"/>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5" name="Google Shape;11665;p41"/>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41"/>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7" name="Google Shape;11667;p41"/>
          <p:cNvGrpSpPr/>
          <p:nvPr/>
        </p:nvGrpSpPr>
        <p:grpSpPr>
          <a:xfrm>
            <a:off x="4879722" y="3604258"/>
            <a:ext cx="319078" cy="361090"/>
            <a:chOff x="-54817600" y="2687750"/>
            <a:chExt cx="281200" cy="318225"/>
          </a:xfrm>
        </p:grpSpPr>
        <p:sp>
          <p:nvSpPr>
            <p:cNvPr id="11668" name="Google Shape;11668;p41"/>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41"/>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41"/>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1" name="Google Shape;11671;p41"/>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2" name="Google Shape;11672;p41"/>
          <p:cNvGrpSpPr/>
          <p:nvPr/>
        </p:nvGrpSpPr>
        <p:grpSpPr>
          <a:xfrm>
            <a:off x="7110384" y="2684123"/>
            <a:ext cx="317290" cy="359303"/>
            <a:chOff x="-52887125" y="1903275"/>
            <a:chExt cx="279625" cy="316650"/>
          </a:xfrm>
        </p:grpSpPr>
        <p:sp>
          <p:nvSpPr>
            <p:cNvPr id="11673" name="Google Shape;11673;p41"/>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41"/>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5" name="Google Shape;11675;p41"/>
          <p:cNvGrpSpPr/>
          <p:nvPr/>
        </p:nvGrpSpPr>
        <p:grpSpPr>
          <a:xfrm>
            <a:off x="7089005" y="3134922"/>
            <a:ext cx="360182" cy="361969"/>
            <a:chOff x="-52906025" y="2293950"/>
            <a:chExt cx="317425" cy="319000"/>
          </a:xfrm>
        </p:grpSpPr>
        <p:sp>
          <p:nvSpPr>
            <p:cNvPr id="11676" name="Google Shape;11676;p41"/>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41"/>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41"/>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9" name="Google Shape;11679;p41"/>
          <p:cNvGrpSpPr/>
          <p:nvPr/>
        </p:nvGrpSpPr>
        <p:grpSpPr>
          <a:xfrm>
            <a:off x="7110384" y="3603378"/>
            <a:ext cx="317290" cy="361090"/>
            <a:chOff x="-52887125" y="2686975"/>
            <a:chExt cx="279625" cy="318225"/>
          </a:xfrm>
        </p:grpSpPr>
        <p:sp>
          <p:nvSpPr>
            <p:cNvPr id="11680" name="Google Shape;11680;p41"/>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41"/>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p41"/>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41"/>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4" name="Google Shape;11684;p41"/>
          <p:cNvGrpSpPr/>
          <p:nvPr/>
        </p:nvGrpSpPr>
        <p:grpSpPr>
          <a:xfrm>
            <a:off x="6220870" y="4062997"/>
            <a:ext cx="318170" cy="359303"/>
            <a:chOff x="-51722225" y="1915100"/>
            <a:chExt cx="280400" cy="316650"/>
          </a:xfrm>
        </p:grpSpPr>
        <p:sp>
          <p:nvSpPr>
            <p:cNvPr id="11685" name="Google Shape;11685;p41"/>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p41"/>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7" name="Google Shape;11687;p41"/>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41"/>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9" name="Google Shape;11689;p41"/>
          <p:cNvGrpSpPr/>
          <p:nvPr/>
        </p:nvGrpSpPr>
        <p:grpSpPr>
          <a:xfrm>
            <a:off x="6616667" y="1303698"/>
            <a:ext cx="370905" cy="360976"/>
            <a:chOff x="-56407800" y="1902600"/>
            <a:chExt cx="326875" cy="318125"/>
          </a:xfrm>
        </p:grpSpPr>
        <p:sp>
          <p:nvSpPr>
            <p:cNvPr id="11690" name="Google Shape;11690;p41"/>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p41"/>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p41"/>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3" name="Google Shape;11693;p41"/>
          <p:cNvGrpSpPr/>
          <p:nvPr/>
        </p:nvGrpSpPr>
        <p:grpSpPr>
          <a:xfrm>
            <a:off x="6622523" y="1790264"/>
            <a:ext cx="359303" cy="338736"/>
            <a:chOff x="-56401500" y="2304975"/>
            <a:chExt cx="316650" cy="298525"/>
          </a:xfrm>
        </p:grpSpPr>
        <p:sp>
          <p:nvSpPr>
            <p:cNvPr id="11694" name="Google Shape;11694;p41"/>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41"/>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41"/>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41"/>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8" name="Google Shape;11698;p41"/>
          <p:cNvGrpSpPr/>
          <p:nvPr/>
        </p:nvGrpSpPr>
        <p:grpSpPr>
          <a:xfrm>
            <a:off x="5328786" y="2682336"/>
            <a:ext cx="319985" cy="361090"/>
            <a:chOff x="-54426150" y="1901700"/>
            <a:chExt cx="282000" cy="318225"/>
          </a:xfrm>
        </p:grpSpPr>
        <p:sp>
          <p:nvSpPr>
            <p:cNvPr id="11699" name="Google Shape;11699;p41"/>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0" name="Google Shape;11700;p41"/>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41"/>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41"/>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3" name="Google Shape;11703;p41"/>
          <p:cNvGrpSpPr/>
          <p:nvPr/>
        </p:nvGrpSpPr>
        <p:grpSpPr>
          <a:xfrm>
            <a:off x="5328786" y="3135798"/>
            <a:ext cx="319985" cy="361998"/>
            <a:chOff x="-54426150" y="2294725"/>
            <a:chExt cx="282000" cy="319025"/>
          </a:xfrm>
        </p:grpSpPr>
        <p:sp>
          <p:nvSpPr>
            <p:cNvPr id="11704" name="Google Shape;11704;p41"/>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41"/>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41"/>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41"/>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41"/>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9" name="Google Shape;11709;p41"/>
          <p:cNvGrpSpPr/>
          <p:nvPr/>
        </p:nvGrpSpPr>
        <p:grpSpPr>
          <a:xfrm>
            <a:off x="5327132" y="3603382"/>
            <a:ext cx="323560" cy="361969"/>
            <a:chOff x="-54427725" y="2686975"/>
            <a:chExt cx="285150" cy="319000"/>
          </a:xfrm>
        </p:grpSpPr>
        <p:sp>
          <p:nvSpPr>
            <p:cNvPr id="11710" name="Google Shape;11710;p41"/>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1" name="Google Shape;11711;p41"/>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p41"/>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41"/>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4" name="Google Shape;11714;p41"/>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5" name="Google Shape;11715;p41"/>
          <p:cNvGrpSpPr/>
          <p:nvPr/>
        </p:nvGrpSpPr>
        <p:grpSpPr>
          <a:xfrm>
            <a:off x="7533675" y="2684348"/>
            <a:ext cx="359303" cy="359984"/>
            <a:chOff x="-52513800" y="1903475"/>
            <a:chExt cx="316650" cy="317250"/>
          </a:xfrm>
        </p:grpSpPr>
        <p:sp>
          <p:nvSpPr>
            <p:cNvPr id="11716" name="Google Shape;11716;p41"/>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41"/>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8" name="Google Shape;11718;p41"/>
          <p:cNvGrpSpPr/>
          <p:nvPr/>
        </p:nvGrpSpPr>
        <p:grpSpPr>
          <a:xfrm>
            <a:off x="7543450" y="3136709"/>
            <a:ext cx="339644" cy="360182"/>
            <a:chOff x="-52505925" y="2295525"/>
            <a:chExt cx="299325" cy="317425"/>
          </a:xfrm>
        </p:grpSpPr>
        <p:sp>
          <p:nvSpPr>
            <p:cNvPr id="11719" name="Google Shape;11719;p41"/>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41"/>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p41"/>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41"/>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3" name="Google Shape;11723;p41"/>
          <p:cNvGrpSpPr/>
          <p:nvPr/>
        </p:nvGrpSpPr>
        <p:grpSpPr>
          <a:xfrm>
            <a:off x="7554549" y="3603378"/>
            <a:ext cx="317290" cy="361090"/>
            <a:chOff x="-52494100" y="2686975"/>
            <a:chExt cx="279625" cy="318225"/>
          </a:xfrm>
        </p:grpSpPr>
        <p:sp>
          <p:nvSpPr>
            <p:cNvPr id="11724" name="Google Shape;11724;p41"/>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41"/>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41"/>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41"/>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8" name="Google Shape;11728;p41"/>
          <p:cNvGrpSpPr/>
          <p:nvPr/>
        </p:nvGrpSpPr>
        <p:grpSpPr>
          <a:xfrm>
            <a:off x="6665350" y="4064321"/>
            <a:ext cx="315503" cy="361090"/>
            <a:chOff x="-51708850" y="2305750"/>
            <a:chExt cx="278050" cy="318225"/>
          </a:xfrm>
        </p:grpSpPr>
        <p:sp>
          <p:nvSpPr>
            <p:cNvPr id="11729" name="Google Shape;11729;p41"/>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0" name="Google Shape;11730;p41"/>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1" name="Google Shape;11731;p41"/>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2" name="Google Shape;11732;p41"/>
          <p:cNvGrpSpPr/>
          <p:nvPr/>
        </p:nvGrpSpPr>
        <p:grpSpPr>
          <a:xfrm>
            <a:off x="7536806" y="1306112"/>
            <a:ext cx="319089" cy="362073"/>
            <a:chOff x="1044400" y="2917425"/>
            <a:chExt cx="248125" cy="281550"/>
          </a:xfrm>
        </p:grpSpPr>
        <p:sp>
          <p:nvSpPr>
            <p:cNvPr id="11733" name="Google Shape;11733;p41"/>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41"/>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41"/>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6" name="Google Shape;11736;p41"/>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41"/>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738" name="Google Shape;11738;p41"/>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41"/>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740" name="Google Shape;11740;p41"/>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41"/>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42" name="Google Shape;11742;p41"/>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46" name="Shape 11746"/>
        <p:cNvGrpSpPr/>
        <p:nvPr/>
      </p:nvGrpSpPr>
      <p:grpSpPr>
        <a:xfrm>
          <a:off x="0" y="0"/>
          <a:ext cx="0" cy="0"/>
          <a:chOff x="0" y="0"/>
          <a:chExt cx="0" cy="0"/>
        </a:xfrm>
      </p:grpSpPr>
      <p:sp>
        <p:nvSpPr>
          <p:cNvPr id="11747" name="Google Shape;11747;p42"/>
          <p:cNvSpPr txBox="1"/>
          <p:nvPr>
            <p:ph idx="4294967295" type="title"/>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Creative Process I</a:t>
            </a:r>
            <a:r>
              <a:rPr lang="de">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48" name="Google Shape;11748;p42"/>
          <p:cNvSpPr txBox="1"/>
          <p:nvPr>
            <p:ph idx="4294967295" type="title"/>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749" name="Google Shape;11749;p42"/>
          <p:cNvGrpSpPr/>
          <p:nvPr/>
        </p:nvGrpSpPr>
        <p:grpSpPr>
          <a:xfrm>
            <a:off x="889144" y="1303000"/>
            <a:ext cx="278288" cy="357036"/>
            <a:chOff x="-50489600" y="1947400"/>
            <a:chExt cx="233150" cy="299125"/>
          </a:xfrm>
        </p:grpSpPr>
        <p:sp>
          <p:nvSpPr>
            <p:cNvPr id="11750" name="Google Shape;11750;p42"/>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42"/>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2" name="Google Shape;11752;p42"/>
          <p:cNvGrpSpPr/>
          <p:nvPr/>
        </p:nvGrpSpPr>
        <p:grpSpPr>
          <a:xfrm>
            <a:off x="849562" y="1757963"/>
            <a:ext cx="357274" cy="358199"/>
            <a:chOff x="-50523475" y="2316000"/>
            <a:chExt cx="299325" cy="300100"/>
          </a:xfrm>
        </p:grpSpPr>
        <p:sp>
          <p:nvSpPr>
            <p:cNvPr id="11753" name="Google Shape;11753;p42"/>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4" name="Google Shape;11754;p42"/>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5" name="Google Shape;11755;p42"/>
          <p:cNvGrpSpPr/>
          <p:nvPr/>
        </p:nvGrpSpPr>
        <p:grpSpPr>
          <a:xfrm>
            <a:off x="848166" y="2207270"/>
            <a:ext cx="360079" cy="357304"/>
            <a:chOff x="-50524250" y="2686150"/>
            <a:chExt cx="301675" cy="299350"/>
          </a:xfrm>
        </p:grpSpPr>
        <p:sp>
          <p:nvSpPr>
            <p:cNvPr id="11756" name="Google Shape;11756;p42"/>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42"/>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42"/>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42"/>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42"/>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42"/>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2" name="Google Shape;11762;p42"/>
          <p:cNvGrpSpPr/>
          <p:nvPr/>
        </p:nvGrpSpPr>
        <p:grpSpPr>
          <a:xfrm>
            <a:off x="3070918" y="1333084"/>
            <a:ext cx="358199" cy="359154"/>
            <a:chOff x="-48633950" y="1972600"/>
            <a:chExt cx="300100" cy="300900"/>
          </a:xfrm>
        </p:grpSpPr>
        <p:sp>
          <p:nvSpPr>
            <p:cNvPr id="11763" name="Google Shape;11763;p42"/>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p42"/>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5" name="Google Shape;11765;p42"/>
          <p:cNvGrpSpPr/>
          <p:nvPr/>
        </p:nvGrpSpPr>
        <p:grpSpPr>
          <a:xfrm>
            <a:off x="3071387" y="2237380"/>
            <a:ext cx="357274" cy="357274"/>
            <a:chOff x="-48633175" y="2711375"/>
            <a:chExt cx="299325" cy="299325"/>
          </a:xfrm>
        </p:grpSpPr>
        <p:sp>
          <p:nvSpPr>
            <p:cNvPr id="11766" name="Google Shape;11766;p42"/>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42"/>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8" name="Google Shape;11768;p42"/>
          <p:cNvGrpSpPr/>
          <p:nvPr/>
        </p:nvGrpSpPr>
        <p:grpSpPr>
          <a:xfrm>
            <a:off x="1757871" y="2689330"/>
            <a:ext cx="314006" cy="358229"/>
            <a:chOff x="-46753100" y="1965500"/>
            <a:chExt cx="263075" cy="300125"/>
          </a:xfrm>
        </p:grpSpPr>
        <p:sp>
          <p:nvSpPr>
            <p:cNvPr id="11769" name="Google Shape;11769;p42"/>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42"/>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1" name="Google Shape;11771;p42"/>
          <p:cNvGrpSpPr/>
          <p:nvPr/>
        </p:nvGrpSpPr>
        <p:grpSpPr>
          <a:xfrm>
            <a:off x="1735317" y="3156543"/>
            <a:ext cx="359154" cy="315916"/>
            <a:chOff x="-46772025" y="2350650"/>
            <a:chExt cx="300900" cy="264675"/>
          </a:xfrm>
        </p:grpSpPr>
        <p:sp>
          <p:nvSpPr>
            <p:cNvPr id="11772" name="Google Shape;11772;p42"/>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42"/>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4" name="Google Shape;11774;p42"/>
          <p:cNvGrpSpPr/>
          <p:nvPr/>
        </p:nvGrpSpPr>
        <p:grpSpPr>
          <a:xfrm>
            <a:off x="1735317" y="3590822"/>
            <a:ext cx="359154" cy="359154"/>
            <a:chOff x="-46772025" y="2701925"/>
            <a:chExt cx="300900" cy="300900"/>
          </a:xfrm>
        </p:grpSpPr>
        <p:sp>
          <p:nvSpPr>
            <p:cNvPr id="11775" name="Google Shape;11775;p42"/>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42"/>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77" name="Google Shape;11777;p42"/>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78" name="Google Shape;11778;p42"/>
          <p:cNvGrpSpPr/>
          <p:nvPr/>
        </p:nvGrpSpPr>
        <p:grpSpPr>
          <a:xfrm>
            <a:off x="1292975" y="1303930"/>
            <a:ext cx="358199" cy="359154"/>
            <a:chOff x="-50154075" y="1948175"/>
            <a:chExt cx="300100" cy="300900"/>
          </a:xfrm>
        </p:grpSpPr>
        <p:sp>
          <p:nvSpPr>
            <p:cNvPr id="11779" name="Google Shape;11779;p42"/>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42"/>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1" name="Google Shape;11781;p42"/>
          <p:cNvGrpSpPr/>
          <p:nvPr/>
        </p:nvGrpSpPr>
        <p:grpSpPr>
          <a:xfrm>
            <a:off x="1292975" y="1758887"/>
            <a:ext cx="358199" cy="358229"/>
            <a:chOff x="-50154850" y="2316775"/>
            <a:chExt cx="300100" cy="300125"/>
          </a:xfrm>
        </p:grpSpPr>
        <p:sp>
          <p:nvSpPr>
            <p:cNvPr id="11782" name="Google Shape;11782;p42"/>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3" name="Google Shape;11783;p42"/>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4" name="Google Shape;11784;p42"/>
          <p:cNvGrpSpPr/>
          <p:nvPr/>
        </p:nvGrpSpPr>
        <p:grpSpPr>
          <a:xfrm>
            <a:off x="1288800" y="2205897"/>
            <a:ext cx="366644" cy="356558"/>
            <a:chOff x="-50158000" y="2685000"/>
            <a:chExt cx="307175" cy="298725"/>
          </a:xfrm>
        </p:grpSpPr>
        <p:sp>
          <p:nvSpPr>
            <p:cNvPr id="11785" name="Google Shape;11785;p42"/>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p42"/>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7" name="Google Shape;11787;p42"/>
          <p:cNvGrpSpPr/>
          <p:nvPr/>
        </p:nvGrpSpPr>
        <p:grpSpPr>
          <a:xfrm>
            <a:off x="3070460" y="1788995"/>
            <a:ext cx="359154" cy="361004"/>
            <a:chOff x="-48634750" y="2342000"/>
            <a:chExt cx="300900" cy="302450"/>
          </a:xfrm>
        </p:grpSpPr>
        <p:sp>
          <p:nvSpPr>
            <p:cNvPr id="11788" name="Google Shape;11788;p42"/>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42"/>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42"/>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p42"/>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42"/>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42"/>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42"/>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42"/>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6" name="Google Shape;11796;p42"/>
          <p:cNvGrpSpPr/>
          <p:nvPr/>
        </p:nvGrpSpPr>
        <p:grpSpPr>
          <a:xfrm>
            <a:off x="3521548" y="1334008"/>
            <a:ext cx="361004" cy="358229"/>
            <a:chOff x="-48266125" y="1973375"/>
            <a:chExt cx="302450" cy="300125"/>
          </a:xfrm>
        </p:grpSpPr>
        <p:sp>
          <p:nvSpPr>
            <p:cNvPr id="11797" name="Google Shape;11797;p42"/>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42"/>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42"/>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0" name="Google Shape;11800;p42"/>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1" name="Google Shape;11801;p42"/>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42"/>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3" name="Google Shape;11803;p42"/>
          <p:cNvGrpSpPr/>
          <p:nvPr/>
        </p:nvGrpSpPr>
        <p:grpSpPr>
          <a:xfrm>
            <a:off x="3548754" y="1789766"/>
            <a:ext cx="306516" cy="358349"/>
            <a:chOff x="-48237000" y="2342650"/>
            <a:chExt cx="256800" cy="300225"/>
          </a:xfrm>
        </p:grpSpPr>
        <p:sp>
          <p:nvSpPr>
            <p:cNvPr id="11804" name="Google Shape;11804;p42"/>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42"/>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6" name="Google Shape;11806;p42"/>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7" name="Google Shape;11807;p42"/>
          <p:cNvGrpSpPr/>
          <p:nvPr/>
        </p:nvGrpSpPr>
        <p:grpSpPr>
          <a:xfrm>
            <a:off x="2180313" y="2690047"/>
            <a:ext cx="361034" cy="355633"/>
            <a:chOff x="-46404975" y="1966100"/>
            <a:chExt cx="302475" cy="297950"/>
          </a:xfrm>
        </p:grpSpPr>
        <p:sp>
          <p:nvSpPr>
            <p:cNvPr id="11808" name="Google Shape;11808;p42"/>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42"/>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42"/>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1" name="Google Shape;11811;p42"/>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2" name="Google Shape;11812;p42"/>
          <p:cNvGrpSpPr/>
          <p:nvPr/>
        </p:nvGrpSpPr>
        <p:grpSpPr>
          <a:xfrm>
            <a:off x="2181709" y="3135866"/>
            <a:ext cx="358229" cy="358199"/>
            <a:chOff x="-46401050" y="2333325"/>
            <a:chExt cx="300125" cy="300100"/>
          </a:xfrm>
        </p:grpSpPr>
        <p:sp>
          <p:nvSpPr>
            <p:cNvPr id="11813" name="Google Shape;11813;p42"/>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42"/>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42"/>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p42"/>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17" name="Google Shape;11817;p42"/>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18" name="Google Shape;11818;p42"/>
          <p:cNvGrpSpPr/>
          <p:nvPr/>
        </p:nvGrpSpPr>
        <p:grpSpPr>
          <a:xfrm>
            <a:off x="3961794" y="3146221"/>
            <a:ext cx="359154" cy="359124"/>
            <a:chOff x="-44914800" y="2342000"/>
            <a:chExt cx="300900" cy="300875"/>
          </a:xfrm>
        </p:grpSpPr>
        <p:sp>
          <p:nvSpPr>
            <p:cNvPr id="11819" name="Google Shape;11819;p42"/>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p42"/>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1" name="Google Shape;11821;p42"/>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22" name="Google Shape;11822;p42"/>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23" name="Google Shape;11823;p42"/>
          <p:cNvGrpSpPr/>
          <p:nvPr/>
        </p:nvGrpSpPr>
        <p:grpSpPr>
          <a:xfrm>
            <a:off x="1735776" y="1758732"/>
            <a:ext cx="359154" cy="357424"/>
            <a:chOff x="-49786250" y="2316650"/>
            <a:chExt cx="300900" cy="299450"/>
          </a:xfrm>
        </p:grpSpPr>
        <p:sp>
          <p:nvSpPr>
            <p:cNvPr id="11824" name="Google Shape;11824;p42"/>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42"/>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p42"/>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42"/>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42"/>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p42"/>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42"/>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31" name="Google Shape;11831;p42"/>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42"/>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33" name="Google Shape;11833;p42"/>
          <p:cNvGrpSpPr/>
          <p:nvPr/>
        </p:nvGrpSpPr>
        <p:grpSpPr>
          <a:xfrm>
            <a:off x="4033194" y="1788996"/>
            <a:ext cx="230365" cy="359124"/>
            <a:chOff x="-47842400" y="2342000"/>
            <a:chExt cx="193000" cy="300875"/>
          </a:xfrm>
        </p:grpSpPr>
        <p:sp>
          <p:nvSpPr>
            <p:cNvPr id="11834" name="Google Shape;11834;p42"/>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42"/>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42"/>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7" name="Google Shape;11837;p42"/>
          <p:cNvGrpSpPr/>
          <p:nvPr/>
        </p:nvGrpSpPr>
        <p:grpSpPr>
          <a:xfrm>
            <a:off x="3969180" y="2236454"/>
            <a:ext cx="358229" cy="359154"/>
            <a:chOff x="-47896750" y="2710600"/>
            <a:chExt cx="300125" cy="300900"/>
          </a:xfrm>
        </p:grpSpPr>
        <p:sp>
          <p:nvSpPr>
            <p:cNvPr id="11838" name="Google Shape;11838;p42"/>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42"/>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42"/>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42"/>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42" name="Google Shape;11842;p42"/>
          <p:cNvGrpSpPr/>
          <p:nvPr/>
        </p:nvGrpSpPr>
        <p:grpSpPr>
          <a:xfrm>
            <a:off x="2624815" y="2710009"/>
            <a:ext cx="359154" cy="314991"/>
            <a:chOff x="-46033225" y="1982825"/>
            <a:chExt cx="300900" cy="263900"/>
          </a:xfrm>
        </p:grpSpPr>
        <p:sp>
          <p:nvSpPr>
            <p:cNvPr id="11843" name="Google Shape;11843;p42"/>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42"/>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p42"/>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46" name="Google Shape;11846;p42"/>
          <p:cNvGrpSpPr/>
          <p:nvPr/>
        </p:nvGrpSpPr>
        <p:grpSpPr>
          <a:xfrm>
            <a:off x="2621563" y="3137268"/>
            <a:ext cx="365719" cy="326151"/>
            <a:chOff x="-46034000" y="2334500"/>
            <a:chExt cx="306400" cy="273250"/>
          </a:xfrm>
        </p:grpSpPr>
        <p:sp>
          <p:nvSpPr>
            <p:cNvPr id="11847" name="Google Shape;11847;p42"/>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p42"/>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42"/>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50" name="Google Shape;11850;p42"/>
          <p:cNvGrpSpPr/>
          <p:nvPr/>
        </p:nvGrpSpPr>
        <p:grpSpPr>
          <a:xfrm>
            <a:off x="2667635" y="3591653"/>
            <a:ext cx="273603" cy="356439"/>
            <a:chOff x="-45998575" y="2702625"/>
            <a:chExt cx="229225" cy="298625"/>
          </a:xfrm>
        </p:grpSpPr>
        <p:sp>
          <p:nvSpPr>
            <p:cNvPr id="11851" name="Google Shape;11851;p42"/>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42"/>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42"/>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4" name="Google Shape;11854;p42"/>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5" name="Google Shape;11855;p42"/>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42"/>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42"/>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58" name="Google Shape;11858;p42"/>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42"/>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60" name="Google Shape;11860;p42"/>
          <p:cNvGrpSpPr/>
          <p:nvPr/>
        </p:nvGrpSpPr>
        <p:grpSpPr>
          <a:xfrm>
            <a:off x="2203160" y="2205420"/>
            <a:ext cx="314961" cy="361034"/>
            <a:chOff x="-49398750" y="2684600"/>
            <a:chExt cx="263875" cy="302475"/>
          </a:xfrm>
        </p:grpSpPr>
        <p:sp>
          <p:nvSpPr>
            <p:cNvPr id="11861" name="Google Shape;11861;p42"/>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42"/>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p42"/>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4" name="Google Shape;11864;p42"/>
          <p:cNvGrpSpPr/>
          <p:nvPr/>
        </p:nvGrpSpPr>
        <p:grpSpPr>
          <a:xfrm>
            <a:off x="873063" y="2699686"/>
            <a:ext cx="314006" cy="359154"/>
            <a:chOff x="-47509225" y="1974175"/>
            <a:chExt cx="263075" cy="300900"/>
          </a:xfrm>
        </p:grpSpPr>
        <p:sp>
          <p:nvSpPr>
            <p:cNvPr id="11865" name="Google Shape;11865;p42"/>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42"/>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42"/>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p42"/>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42"/>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0" name="Google Shape;11870;p42"/>
          <p:cNvGrpSpPr/>
          <p:nvPr/>
        </p:nvGrpSpPr>
        <p:grpSpPr>
          <a:xfrm>
            <a:off x="849572" y="3146215"/>
            <a:ext cx="361004" cy="357961"/>
            <a:chOff x="-47529700" y="2342000"/>
            <a:chExt cx="302450" cy="299900"/>
          </a:xfrm>
        </p:grpSpPr>
        <p:sp>
          <p:nvSpPr>
            <p:cNvPr id="11871" name="Google Shape;11871;p42"/>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2" name="Google Shape;11872;p42"/>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3" name="Google Shape;11873;p42"/>
          <p:cNvGrpSpPr/>
          <p:nvPr/>
        </p:nvGrpSpPr>
        <p:grpSpPr>
          <a:xfrm>
            <a:off x="850968" y="3645368"/>
            <a:ext cx="358199" cy="272648"/>
            <a:chOff x="-47527350" y="2747625"/>
            <a:chExt cx="300100" cy="228425"/>
          </a:xfrm>
        </p:grpSpPr>
        <p:sp>
          <p:nvSpPr>
            <p:cNvPr id="11874" name="Google Shape;11874;p42"/>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42"/>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42"/>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42"/>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42"/>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9" name="Google Shape;11879;p42"/>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80" name="Google Shape;11880;p42"/>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81" name="Google Shape;11881;p42"/>
          <p:cNvGrpSpPr/>
          <p:nvPr/>
        </p:nvGrpSpPr>
        <p:grpSpPr>
          <a:xfrm>
            <a:off x="3073894" y="3158424"/>
            <a:ext cx="358229" cy="314961"/>
            <a:chOff x="-45664625" y="2352225"/>
            <a:chExt cx="300125" cy="263875"/>
          </a:xfrm>
        </p:grpSpPr>
        <p:sp>
          <p:nvSpPr>
            <p:cNvPr id="11882" name="Google Shape;11882;p42"/>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42"/>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p42"/>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p42"/>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42"/>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42"/>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42"/>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9" name="Google Shape;11889;p42"/>
          <p:cNvGrpSpPr/>
          <p:nvPr/>
        </p:nvGrpSpPr>
        <p:grpSpPr>
          <a:xfrm>
            <a:off x="3073042" y="3592398"/>
            <a:ext cx="359870" cy="357573"/>
            <a:chOff x="-45665400" y="2703250"/>
            <a:chExt cx="301500" cy="299575"/>
          </a:xfrm>
        </p:grpSpPr>
        <p:sp>
          <p:nvSpPr>
            <p:cNvPr id="11890" name="Google Shape;11890;p42"/>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42"/>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42"/>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42"/>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4" name="Google Shape;11894;p42"/>
          <p:cNvGrpSpPr/>
          <p:nvPr/>
        </p:nvGrpSpPr>
        <p:grpSpPr>
          <a:xfrm>
            <a:off x="2174724" y="4033338"/>
            <a:ext cx="359154" cy="360109"/>
            <a:chOff x="-44528075" y="1982825"/>
            <a:chExt cx="300900" cy="301700"/>
          </a:xfrm>
        </p:grpSpPr>
        <p:sp>
          <p:nvSpPr>
            <p:cNvPr id="11895" name="Google Shape;11895;p42"/>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p42"/>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42"/>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8" name="Google Shape;11898;p42"/>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42"/>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42"/>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p42"/>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02" name="Google Shape;11902;p42"/>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03" name="Google Shape;11903;p42"/>
          <p:cNvGrpSpPr/>
          <p:nvPr/>
        </p:nvGrpSpPr>
        <p:grpSpPr>
          <a:xfrm>
            <a:off x="2625864" y="1758887"/>
            <a:ext cx="358199" cy="358229"/>
            <a:chOff x="-49048250" y="2316775"/>
            <a:chExt cx="300100" cy="300125"/>
          </a:xfrm>
        </p:grpSpPr>
        <p:sp>
          <p:nvSpPr>
            <p:cNvPr id="11904" name="Google Shape;11904;p42"/>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42"/>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42"/>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42"/>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08" name="Google Shape;11908;p42"/>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09" name="Google Shape;11909;p42"/>
          <p:cNvGrpSpPr/>
          <p:nvPr/>
        </p:nvGrpSpPr>
        <p:grpSpPr>
          <a:xfrm>
            <a:off x="1290475" y="2699686"/>
            <a:ext cx="360109" cy="358199"/>
            <a:chOff x="-47160325" y="1974175"/>
            <a:chExt cx="301700" cy="300100"/>
          </a:xfrm>
        </p:grpSpPr>
        <p:sp>
          <p:nvSpPr>
            <p:cNvPr id="11910" name="Google Shape;11910;p42"/>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42"/>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2" name="Google Shape;11912;p42"/>
          <p:cNvGrpSpPr/>
          <p:nvPr/>
        </p:nvGrpSpPr>
        <p:grpSpPr>
          <a:xfrm>
            <a:off x="1290933" y="3146221"/>
            <a:ext cx="359154" cy="359124"/>
            <a:chOff x="-47159525" y="2342000"/>
            <a:chExt cx="300900" cy="300875"/>
          </a:xfrm>
        </p:grpSpPr>
        <p:sp>
          <p:nvSpPr>
            <p:cNvPr id="11913" name="Google Shape;11913;p42"/>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42"/>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42"/>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6" name="Google Shape;11916;p42"/>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7" name="Google Shape;11917;p42"/>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8" name="Google Shape;11918;p42"/>
          <p:cNvGrpSpPr/>
          <p:nvPr/>
        </p:nvGrpSpPr>
        <p:grpSpPr>
          <a:xfrm>
            <a:off x="1291391" y="3603056"/>
            <a:ext cx="358199" cy="359154"/>
            <a:chOff x="-47157950" y="2712175"/>
            <a:chExt cx="300100" cy="300900"/>
          </a:xfrm>
        </p:grpSpPr>
        <p:sp>
          <p:nvSpPr>
            <p:cNvPr id="11919" name="Google Shape;11919;p42"/>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p42"/>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42"/>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42"/>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42"/>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42"/>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42"/>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26" name="Google Shape;11926;p42"/>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27" name="Google Shape;11927;p42"/>
          <p:cNvGrpSpPr/>
          <p:nvPr/>
        </p:nvGrpSpPr>
        <p:grpSpPr>
          <a:xfrm>
            <a:off x="3535134" y="3135866"/>
            <a:ext cx="315886" cy="358199"/>
            <a:chOff x="-45278675" y="2333325"/>
            <a:chExt cx="264650" cy="300100"/>
          </a:xfrm>
        </p:grpSpPr>
        <p:sp>
          <p:nvSpPr>
            <p:cNvPr id="11928" name="Google Shape;11928;p42"/>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42"/>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42"/>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42"/>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2" name="Google Shape;11932;p42"/>
          <p:cNvGrpSpPr/>
          <p:nvPr/>
        </p:nvGrpSpPr>
        <p:grpSpPr>
          <a:xfrm>
            <a:off x="3545507" y="3590822"/>
            <a:ext cx="295237" cy="358229"/>
            <a:chOff x="-45270025" y="2701925"/>
            <a:chExt cx="247350" cy="300125"/>
          </a:xfrm>
        </p:grpSpPr>
        <p:sp>
          <p:nvSpPr>
            <p:cNvPr id="11933" name="Google Shape;11933;p42"/>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42"/>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42"/>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42"/>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37" name="Google Shape;11937;p42"/>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38" name="Google Shape;11938;p42"/>
          <p:cNvGrpSpPr/>
          <p:nvPr/>
        </p:nvGrpSpPr>
        <p:grpSpPr>
          <a:xfrm>
            <a:off x="2209573" y="1743737"/>
            <a:ext cx="307445" cy="366562"/>
            <a:chOff x="2209573" y="1972337"/>
            <a:chExt cx="307445" cy="366562"/>
          </a:xfrm>
        </p:grpSpPr>
        <p:sp>
          <p:nvSpPr>
            <p:cNvPr id="11939" name="Google Shape;11939;p42"/>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42"/>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42"/>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42" name="Google Shape;11942;p42"/>
            <p:cNvGrpSpPr/>
            <p:nvPr/>
          </p:nvGrpSpPr>
          <p:grpSpPr>
            <a:xfrm>
              <a:off x="2209573" y="2078272"/>
              <a:ext cx="307445" cy="260626"/>
              <a:chOff x="1636184" y="2959225"/>
              <a:chExt cx="232666" cy="197250"/>
            </a:xfrm>
          </p:grpSpPr>
          <p:sp>
            <p:nvSpPr>
              <p:cNvPr id="11943" name="Google Shape;11943;p42"/>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42"/>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42"/>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946" name="Google Shape;11946;p42"/>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947" name="Google Shape;11947;p42"/>
          <p:cNvGrpSpPr/>
          <p:nvPr/>
        </p:nvGrpSpPr>
        <p:grpSpPr>
          <a:xfrm>
            <a:off x="3577276" y="2235011"/>
            <a:ext cx="258542" cy="365154"/>
            <a:chOff x="-47300587" y="123275"/>
            <a:chExt cx="190975" cy="269725"/>
          </a:xfrm>
        </p:grpSpPr>
        <p:sp>
          <p:nvSpPr>
            <p:cNvPr id="11948" name="Google Shape;11948;p42"/>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42"/>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42"/>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42"/>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p42"/>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3" name="Google Shape;11953;p42"/>
          <p:cNvGrpSpPr/>
          <p:nvPr/>
        </p:nvGrpSpPr>
        <p:grpSpPr>
          <a:xfrm>
            <a:off x="4870795" y="1304199"/>
            <a:ext cx="342328" cy="339793"/>
            <a:chOff x="-13966675" y="1639700"/>
            <a:chExt cx="354450" cy="351825"/>
          </a:xfrm>
        </p:grpSpPr>
        <p:sp>
          <p:nvSpPr>
            <p:cNvPr id="11954" name="Google Shape;11954;p4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4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4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p4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8" name="Google Shape;11958;p4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59" name="Google Shape;11959;p42"/>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42"/>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61" name="Google Shape;11961;p42"/>
          <p:cNvGrpSpPr/>
          <p:nvPr/>
        </p:nvGrpSpPr>
        <p:grpSpPr>
          <a:xfrm>
            <a:off x="6667276" y="1303889"/>
            <a:ext cx="340034" cy="340420"/>
            <a:chOff x="-12199250" y="1662675"/>
            <a:chExt cx="352075" cy="352475"/>
          </a:xfrm>
        </p:grpSpPr>
        <p:sp>
          <p:nvSpPr>
            <p:cNvPr id="11962" name="Google Shape;11962;p4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4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4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5" name="Google Shape;11965;p42"/>
          <p:cNvGrpSpPr/>
          <p:nvPr/>
        </p:nvGrpSpPr>
        <p:grpSpPr>
          <a:xfrm>
            <a:off x="6666137" y="1710753"/>
            <a:ext cx="342328" cy="342328"/>
            <a:chOff x="-12199250" y="2096250"/>
            <a:chExt cx="354450" cy="354450"/>
          </a:xfrm>
        </p:grpSpPr>
        <p:sp>
          <p:nvSpPr>
            <p:cNvPr id="11966" name="Google Shape;11966;p4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4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8" name="Google Shape;11968;p42"/>
          <p:cNvGrpSpPr/>
          <p:nvPr/>
        </p:nvGrpSpPr>
        <p:grpSpPr>
          <a:xfrm>
            <a:off x="6667276" y="2119710"/>
            <a:ext cx="340034" cy="341579"/>
            <a:chOff x="-12199250" y="2530225"/>
            <a:chExt cx="352075" cy="353675"/>
          </a:xfrm>
        </p:grpSpPr>
        <p:sp>
          <p:nvSpPr>
            <p:cNvPr id="11969" name="Google Shape;11969;p4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4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4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p4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73" name="Google Shape;11973;p42"/>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74" name="Google Shape;11974;p42"/>
          <p:cNvGrpSpPr/>
          <p:nvPr/>
        </p:nvGrpSpPr>
        <p:grpSpPr>
          <a:xfrm>
            <a:off x="4870794" y="2959486"/>
            <a:ext cx="342328" cy="339310"/>
            <a:chOff x="-10462550" y="2057650"/>
            <a:chExt cx="354450" cy="351325"/>
          </a:xfrm>
        </p:grpSpPr>
        <p:sp>
          <p:nvSpPr>
            <p:cNvPr id="11975" name="Google Shape;11975;p4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4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77" name="Google Shape;11977;p42"/>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78" name="Google Shape;11978;p42"/>
          <p:cNvGrpSpPr/>
          <p:nvPr/>
        </p:nvGrpSpPr>
        <p:grpSpPr>
          <a:xfrm>
            <a:off x="6649766" y="2551051"/>
            <a:ext cx="375044" cy="340541"/>
            <a:chOff x="-8692750" y="1622100"/>
            <a:chExt cx="388325" cy="352600"/>
          </a:xfrm>
        </p:grpSpPr>
        <p:sp>
          <p:nvSpPr>
            <p:cNvPr id="11979" name="Google Shape;11979;p4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4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1" name="Google Shape;11981;p42"/>
          <p:cNvGrpSpPr/>
          <p:nvPr/>
        </p:nvGrpSpPr>
        <p:grpSpPr>
          <a:xfrm>
            <a:off x="5304246" y="1303308"/>
            <a:ext cx="341555" cy="341579"/>
            <a:chOff x="-13529550" y="1639425"/>
            <a:chExt cx="353650" cy="353675"/>
          </a:xfrm>
        </p:grpSpPr>
        <p:sp>
          <p:nvSpPr>
            <p:cNvPr id="11982" name="Google Shape;11982;p4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p4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4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4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4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p4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4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4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0" name="Google Shape;11990;p42"/>
          <p:cNvGrpSpPr/>
          <p:nvPr/>
        </p:nvGrpSpPr>
        <p:grpSpPr>
          <a:xfrm>
            <a:off x="5303108" y="1711890"/>
            <a:ext cx="343849" cy="340058"/>
            <a:chOff x="-13531925" y="2075775"/>
            <a:chExt cx="356025" cy="352100"/>
          </a:xfrm>
        </p:grpSpPr>
        <p:sp>
          <p:nvSpPr>
            <p:cNvPr id="11991" name="Google Shape;11991;p4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2" name="Google Shape;11992;p4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3" name="Google Shape;11993;p42"/>
          <p:cNvGrpSpPr/>
          <p:nvPr/>
        </p:nvGrpSpPr>
        <p:grpSpPr>
          <a:xfrm>
            <a:off x="5304639" y="2120092"/>
            <a:ext cx="340807" cy="340807"/>
            <a:chOff x="-13528775" y="2507400"/>
            <a:chExt cx="352875" cy="352875"/>
          </a:xfrm>
        </p:grpSpPr>
        <p:sp>
          <p:nvSpPr>
            <p:cNvPr id="11994" name="Google Shape;11994;p4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4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4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97" name="Google Shape;11997;p42"/>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42"/>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9" name="Google Shape;11999;p42"/>
          <p:cNvGrpSpPr/>
          <p:nvPr/>
        </p:nvGrpSpPr>
        <p:grpSpPr>
          <a:xfrm>
            <a:off x="7140126" y="2119710"/>
            <a:ext cx="308090" cy="341579"/>
            <a:chOff x="-11747150" y="2530225"/>
            <a:chExt cx="319000" cy="353675"/>
          </a:xfrm>
        </p:grpSpPr>
        <p:sp>
          <p:nvSpPr>
            <p:cNvPr id="12000" name="Google Shape;12000;p4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4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02" name="Google Shape;12002;p42"/>
          <p:cNvGrpSpPr/>
          <p:nvPr/>
        </p:nvGrpSpPr>
        <p:grpSpPr>
          <a:xfrm>
            <a:off x="5304636" y="2550918"/>
            <a:ext cx="340807" cy="340807"/>
            <a:chOff x="-10027775" y="1622900"/>
            <a:chExt cx="352875" cy="352875"/>
          </a:xfrm>
        </p:grpSpPr>
        <p:sp>
          <p:nvSpPr>
            <p:cNvPr id="12003" name="Google Shape;12003;p4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4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p4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4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7" name="Google Shape;12007;p4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8" name="Google Shape;12008;p4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09" name="Google Shape;12009;p42"/>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10" name="Google Shape;12010;p42"/>
          <p:cNvGrpSpPr/>
          <p:nvPr/>
        </p:nvGrpSpPr>
        <p:grpSpPr>
          <a:xfrm>
            <a:off x="8031593" y="2576582"/>
            <a:ext cx="322553" cy="342328"/>
            <a:chOff x="-10019125" y="2490075"/>
            <a:chExt cx="333975" cy="354450"/>
          </a:xfrm>
        </p:grpSpPr>
        <p:sp>
          <p:nvSpPr>
            <p:cNvPr id="12011" name="Google Shape;12011;p4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4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4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4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5" name="Google Shape;12015;p42"/>
          <p:cNvGrpSpPr/>
          <p:nvPr/>
        </p:nvGrpSpPr>
        <p:grpSpPr>
          <a:xfrm>
            <a:off x="6661174" y="2957596"/>
            <a:ext cx="352227" cy="343100"/>
            <a:chOff x="-8684100" y="2032450"/>
            <a:chExt cx="364700" cy="355250"/>
          </a:xfrm>
        </p:grpSpPr>
        <p:sp>
          <p:nvSpPr>
            <p:cNvPr id="12016" name="Google Shape;12016;p4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4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4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19" name="Google Shape;12019;p42"/>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20" name="Google Shape;12020;p42"/>
          <p:cNvGrpSpPr/>
          <p:nvPr/>
        </p:nvGrpSpPr>
        <p:grpSpPr>
          <a:xfrm>
            <a:off x="5752041" y="1711057"/>
            <a:ext cx="343849" cy="341724"/>
            <a:chOff x="-13095575" y="2073400"/>
            <a:chExt cx="356025" cy="353825"/>
          </a:xfrm>
        </p:grpSpPr>
        <p:sp>
          <p:nvSpPr>
            <p:cNvPr id="12021" name="Google Shape;12021;p4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4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4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4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5" name="Google Shape;12025;p4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6" name="Google Shape;12026;p4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4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4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29" name="Google Shape;12029;p42"/>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30" name="Google Shape;12030;p42"/>
          <p:cNvGrpSpPr/>
          <p:nvPr/>
        </p:nvGrpSpPr>
        <p:grpSpPr>
          <a:xfrm>
            <a:off x="7576773" y="1302887"/>
            <a:ext cx="343100" cy="342424"/>
            <a:chOff x="-11332875" y="1660700"/>
            <a:chExt cx="355250" cy="354550"/>
          </a:xfrm>
        </p:grpSpPr>
        <p:sp>
          <p:nvSpPr>
            <p:cNvPr id="12031" name="Google Shape;12031;p4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4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4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4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35" name="Google Shape;12035;p42"/>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42"/>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37" name="Google Shape;12037;p42"/>
          <p:cNvGrpSpPr/>
          <p:nvPr/>
        </p:nvGrpSpPr>
        <p:grpSpPr>
          <a:xfrm>
            <a:off x="5774095" y="2549397"/>
            <a:ext cx="299736" cy="343849"/>
            <a:chOff x="-9570950" y="1622100"/>
            <a:chExt cx="310350" cy="356025"/>
          </a:xfrm>
        </p:grpSpPr>
        <p:sp>
          <p:nvSpPr>
            <p:cNvPr id="12038" name="Google Shape;12038;p4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4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0" name="Google Shape;12040;p42"/>
          <p:cNvGrpSpPr/>
          <p:nvPr/>
        </p:nvGrpSpPr>
        <p:grpSpPr>
          <a:xfrm>
            <a:off x="5752805" y="2958355"/>
            <a:ext cx="342328" cy="341579"/>
            <a:chOff x="-9594575" y="2056875"/>
            <a:chExt cx="354450" cy="353675"/>
          </a:xfrm>
        </p:grpSpPr>
        <p:sp>
          <p:nvSpPr>
            <p:cNvPr id="12041" name="Google Shape;12041;p4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4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p4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44" name="Google Shape;12044;p42"/>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45" name="Google Shape;12045;p42"/>
          <p:cNvGrpSpPr/>
          <p:nvPr/>
        </p:nvGrpSpPr>
        <p:grpSpPr>
          <a:xfrm>
            <a:off x="6208489" y="1303691"/>
            <a:ext cx="342328" cy="340807"/>
            <a:chOff x="-12661600" y="1640225"/>
            <a:chExt cx="354450" cy="352875"/>
          </a:xfrm>
        </p:grpSpPr>
        <p:sp>
          <p:nvSpPr>
            <p:cNvPr id="12046" name="Google Shape;12046;p4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4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4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9" name="Google Shape;12049;p42"/>
          <p:cNvGrpSpPr/>
          <p:nvPr/>
        </p:nvGrpSpPr>
        <p:grpSpPr>
          <a:xfrm>
            <a:off x="6208846" y="1732230"/>
            <a:ext cx="341579" cy="299374"/>
            <a:chOff x="-12660025" y="2096250"/>
            <a:chExt cx="353675" cy="309975"/>
          </a:xfrm>
        </p:grpSpPr>
        <p:sp>
          <p:nvSpPr>
            <p:cNvPr id="12050" name="Google Shape;12050;p4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1" name="Google Shape;12051;p4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p4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p4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4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5" name="Google Shape;12055;p4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6" name="Google Shape;12056;p42"/>
          <p:cNvGrpSpPr/>
          <p:nvPr/>
        </p:nvGrpSpPr>
        <p:grpSpPr>
          <a:xfrm>
            <a:off x="6207350" y="2119530"/>
            <a:ext cx="344622" cy="341941"/>
            <a:chOff x="-12663175" y="2506800"/>
            <a:chExt cx="356825" cy="354050"/>
          </a:xfrm>
        </p:grpSpPr>
        <p:sp>
          <p:nvSpPr>
            <p:cNvPr id="12057" name="Google Shape;12057;p4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p4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9" name="Google Shape;12059;p4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0" name="Google Shape;12060;p4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1" name="Google Shape;12061;p42"/>
          <p:cNvGrpSpPr/>
          <p:nvPr/>
        </p:nvGrpSpPr>
        <p:grpSpPr>
          <a:xfrm>
            <a:off x="8022478" y="1303308"/>
            <a:ext cx="340807" cy="341579"/>
            <a:chOff x="-10896525" y="1663050"/>
            <a:chExt cx="352875" cy="353675"/>
          </a:xfrm>
        </p:grpSpPr>
        <p:sp>
          <p:nvSpPr>
            <p:cNvPr id="12062" name="Google Shape;12062;p4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4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64" name="Google Shape;12064;p42"/>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65" name="Google Shape;12065;p42"/>
          <p:cNvGrpSpPr/>
          <p:nvPr/>
        </p:nvGrpSpPr>
        <p:grpSpPr>
          <a:xfrm>
            <a:off x="8022072" y="2130740"/>
            <a:ext cx="341579" cy="319511"/>
            <a:chOff x="-10898100" y="2542050"/>
            <a:chExt cx="353675" cy="330825"/>
          </a:xfrm>
        </p:grpSpPr>
        <p:sp>
          <p:nvSpPr>
            <p:cNvPr id="12066" name="Google Shape;12066;p4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p4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8" name="Google Shape;12068;p4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4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0" name="Google Shape;12070;p4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1" name="Google Shape;12071;p4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2" name="Google Shape;12072;p42"/>
          <p:cNvGrpSpPr/>
          <p:nvPr/>
        </p:nvGrpSpPr>
        <p:grpSpPr>
          <a:xfrm>
            <a:off x="6209612" y="2551609"/>
            <a:ext cx="340058" cy="339430"/>
            <a:chOff x="-9157450" y="1622750"/>
            <a:chExt cx="352100" cy="351450"/>
          </a:xfrm>
        </p:grpSpPr>
        <p:sp>
          <p:nvSpPr>
            <p:cNvPr id="12073" name="Google Shape;12073;p4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p4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5" name="Google Shape;12075;p42"/>
          <p:cNvGrpSpPr/>
          <p:nvPr/>
        </p:nvGrpSpPr>
        <p:grpSpPr>
          <a:xfrm>
            <a:off x="6247648" y="2959874"/>
            <a:ext cx="263977" cy="338537"/>
            <a:chOff x="-9119650" y="2056875"/>
            <a:chExt cx="273325" cy="350525"/>
          </a:xfrm>
        </p:grpSpPr>
        <p:sp>
          <p:nvSpPr>
            <p:cNvPr id="12076" name="Google Shape;12076;p4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4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78" name="Google Shape;12078;p42"/>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p42"/>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80" name="Google Shape;12080;p42"/>
          <p:cNvGrpSpPr/>
          <p:nvPr/>
        </p:nvGrpSpPr>
        <p:grpSpPr>
          <a:xfrm>
            <a:off x="7576785" y="2989279"/>
            <a:ext cx="343094" cy="341569"/>
            <a:chOff x="6001575" y="3119050"/>
            <a:chExt cx="315025" cy="313625"/>
          </a:xfrm>
        </p:grpSpPr>
        <p:sp>
          <p:nvSpPr>
            <p:cNvPr id="12081" name="Google Shape;12081;p4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p4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86" name="Shape 12086"/>
        <p:cNvGrpSpPr/>
        <p:nvPr/>
      </p:nvGrpSpPr>
      <p:grpSpPr>
        <a:xfrm>
          <a:off x="0" y="0"/>
          <a:ext cx="0" cy="0"/>
          <a:chOff x="0" y="0"/>
          <a:chExt cx="0" cy="0"/>
        </a:xfrm>
      </p:grpSpPr>
      <p:sp>
        <p:nvSpPr>
          <p:cNvPr id="12087" name="Google Shape;12087;p43"/>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88" name="Google Shape;12088;p43"/>
          <p:cNvGrpSpPr/>
          <p:nvPr/>
        </p:nvGrpSpPr>
        <p:grpSpPr>
          <a:xfrm>
            <a:off x="845202" y="2273194"/>
            <a:ext cx="476329" cy="476213"/>
            <a:chOff x="-21298675" y="2414425"/>
            <a:chExt cx="306400" cy="306325"/>
          </a:xfrm>
        </p:grpSpPr>
        <p:sp>
          <p:nvSpPr>
            <p:cNvPr id="12089" name="Google Shape;12089;p4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4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4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2" name="Google Shape;12092;p43"/>
          <p:cNvGrpSpPr/>
          <p:nvPr/>
        </p:nvGrpSpPr>
        <p:grpSpPr>
          <a:xfrm>
            <a:off x="844603" y="2865126"/>
            <a:ext cx="477573" cy="445432"/>
            <a:chOff x="-21299475" y="2798025"/>
            <a:chExt cx="307200" cy="286525"/>
          </a:xfrm>
        </p:grpSpPr>
        <p:sp>
          <p:nvSpPr>
            <p:cNvPr id="12093" name="Google Shape;12093;p4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4" name="Google Shape;12094;p4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5" name="Google Shape;12095;p4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4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4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4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4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p4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1" name="Google Shape;12101;p4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p4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p4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4" name="Google Shape;12104;p4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05" name="Google Shape;12105;p43"/>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43"/>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p43"/>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08" name="Google Shape;12108;p43"/>
          <p:cNvGrpSpPr/>
          <p:nvPr/>
        </p:nvGrpSpPr>
        <p:grpSpPr>
          <a:xfrm>
            <a:off x="6713950" y="1688918"/>
            <a:ext cx="413912" cy="472676"/>
            <a:chOff x="-17545650" y="2051350"/>
            <a:chExt cx="266250" cy="304050"/>
          </a:xfrm>
        </p:grpSpPr>
        <p:sp>
          <p:nvSpPr>
            <p:cNvPr id="12109" name="Google Shape;12109;p4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4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4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p4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13" name="Google Shape;12113;p43"/>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14" name="Google Shape;12114;p43"/>
          <p:cNvGrpSpPr/>
          <p:nvPr/>
        </p:nvGrpSpPr>
        <p:grpSpPr>
          <a:xfrm>
            <a:off x="6684576" y="2865573"/>
            <a:ext cx="472676" cy="444538"/>
            <a:chOff x="-17565350" y="2809825"/>
            <a:chExt cx="304050" cy="285950"/>
          </a:xfrm>
        </p:grpSpPr>
        <p:sp>
          <p:nvSpPr>
            <p:cNvPr id="12115" name="Google Shape;12115;p4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4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4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p4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4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20" name="Google Shape;12120;p43"/>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43"/>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43"/>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23" name="Google Shape;12123;p43"/>
          <p:cNvGrpSpPr/>
          <p:nvPr/>
        </p:nvGrpSpPr>
        <p:grpSpPr>
          <a:xfrm>
            <a:off x="1457492" y="2850903"/>
            <a:ext cx="416283" cy="473881"/>
            <a:chOff x="-20904875" y="2788575"/>
            <a:chExt cx="267775" cy="304825"/>
          </a:xfrm>
        </p:grpSpPr>
        <p:sp>
          <p:nvSpPr>
            <p:cNvPr id="12124" name="Google Shape;12124;p4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4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6" name="Google Shape;12126;p43"/>
          <p:cNvGrpSpPr/>
          <p:nvPr/>
        </p:nvGrpSpPr>
        <p:grpSpPr>
          <a:xfrm>
            <a:off x="4397878" y="2275567"/>
            <a:ext cx="360045" cy="471471"/>
            <a:chOff x="-19006700" y="2434925"/>
            <a:chExt cx="231600" cy="303275"/>
          </a:xfrm>
        </p:grpSpPr>
        <p:sp>
          <p:nvSpPr>
            <p:cNvPr id="12127" name="Google Shape;12127;p4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4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4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p4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1" name="Google Shape;12131;p43"/>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43"/>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3" name="Google Shape;12133;p43"/>
          <p:cNvGrpSpPr/>
          <p:nvPr/>
        </p:nvGrpSpPr>
        <p:grpSpPr>
          <a:xfrm>
            <a:off x="7276510" y="2289051"/>
            <a:ext cx="473881" cy="444499"/>
            <a:chOff x="-17190425" y="2435725"/>
            <a:chExt cx="304825" cy="285925"/>
          </a:xfrm>
        </p:grpSpPr>
        <p:sp>
          <p:nvSpPr>
            <p:cNvPr id="12134" name="Google Shape;12134;p4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4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4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7" name="Google Shape;12137;p43"/>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8" name="Google Shape;12138;p43"/>
          <p:cNvGrpSpPr/>
          <p:nvPr/>
        </p:nvGrpSpPr>
        <p:grpSpPr>
          <a:xfrm>
            <a:off x="4931210" y="3444648"/>
            <a:ext cx="476329" cy="475086"/>
            <a:chOff x="-15719925" y="2416825"/>
            <a:chExt cx="306400" cy="305600"/>
          </a:xfrm>
        </p:grpSpPr>
        <p:sp>
          <p:nvSpPr>
            <p:cNvPr id="12139" name="Google Shape;12139;p4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4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4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42" name="Google Shape;12142;p43"/>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p43"/>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44" name="Google Shape;12144;p43"/>
          <p:cNvGrpSpPr/>
          <p:nvPr/>
        </p:nvGrpSpPr>
        <p:grpSpPr>
          <a:xfrm>
            <a:off x="2017544" y="2851507"/>
            <a:ext cx="479983" cy="472676"/>
            <a:chOff x="-20550425" y="2789350"/>
            <a:chExt cx="308750" cy="304050"/>
          </a:xfrm>
        </p:grpSpPr>
        <p:sp>
          <p:nvSpPr>
            <p:cNvPr id="12145" name="Google Shape;12145;p4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p4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47" name="Google Shape;12147;p43"/>
          <p:cNvGrpSpPr/>
          <p:nvPr/>
        </p:nvGrpSpPr>
        <p:grpSpPr>
          <a:xfrm>
            <a:off x="4932906" y="1688157"/>
            <a:ext cx="473920" cy="474192"/>
            <a:chOff x="-18666450" y="2059825"/>
            <a:chExt cx="304850" cy="305025"/>
          </a:xfrm>
        </p:grpSpPr>
        <p:sp>
          <p:nvSpPr>
            <p:cNvPr id="12148" name="Google Shape;12148;p4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4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0" name="Google Shape;12150;p43"/>
          <p:cNvGrpSpPr/>
          <p:nvPr/>
        </p:nvGrpSpPr>
        <p:grpSpPr>
          <a:xfrm>
            <a:off x="4932315" y="2275588"/>
            <a:ext cx="475125" cy="471432"/>
            <a:chOff x="-18668025" y="2435725"/>
            <a:chExt cx="305625" cy="303250"/>
          </a:xfrm>
        </p:grpSpPr>
        <p:sp>
          <p:nvSpPr>
            <p:cNvPr id="12151" name="Google Shape;12151;p4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2" name="Google Shape;12152;p4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3" name="Google Shape;12153;p43"/>
          <p:cNvGrpSpPr/>
          <p:nvPr/>
        </p:nvGrpSpPr>
        <p:grpSpPr>
          <a:xfrm>
            <a:off x="4931662" y="2850901"/>
            <a:ext cx="476329" cy="473881"/>
            <a:chOff x="-18668800" y="2807475"/>
            <a:chExt cx="306400" cy="304825"/>
          </a:xfrm>
        </p:grpSpPr>
        <p:sp>
          <p:nvSpPr>
            <p:cNvPr id="12154" name="Google Shape;12154;p4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5" name="Google Shape;12155;p4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6" name="Google Shape;12156;p4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4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4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4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p4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4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4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3" name="Google Shape;12163;p43"/>
          <p:cNvGrpSpPr/>
          <p:nvPr/>
        </p:nvGrpSpPr>
        <p:grpSpPr>
          <a:xfrm>
            <a:off x="7885674" y="1687690"/>
            <a:ext cx="416361" cy="475125"/>
            <a:chOff x="-16798200" y="2050575"/>
            <a:chExt cx="267825" cy="305625"/>
          </a:xfrm>
        </p:grpSpPr>
        <p:sp>
          <p:nvSpPr>
            <p:cNvPr id="12164" name="Google Shape;12164;p4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5" name="Google Shape;12165;p4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4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7" name="Google Shape;12167;p43"/>
          <p:cNvGrpSpPr/>
          <p:nvPr/>
        </p:nvGrpSpPr>
        <p:grpSpPr>
          <a:xfrm>
            <a:off x="7856297" y="2852131"/>
            <a:ext cx="475125" cy="471432"/>
            <a:chOff x="-16817100" y="2801175"/>
            <a:chExt cx="305625" cy="303250"/>
          </a:xfrm>
        </p:grpSpPr>
        <p:sp>
          <p:nvSpPr>
            <p:cNvPr id="12168" name="Google Shape;12168;p4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9" name="Google Shape;12169;p4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4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4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2" name="Google Shape;12172;p4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p4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4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4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76" name="Google Shape;12176;p43"/>
          <p:cNvGrpSpPr/>
          <p:nvPr/>
        </p:nvGrpSpPr>
        <p:grpSpPr>
          <a:xfrm>
            <a:off x="7263373" y="3444611"/>
            <a:ext cx="476329" cy="475125"/>
            <a:chOff x="-15717575" y="2786200"/>
            <a:chExt cx="306400" cy="305625"/>
          </a:xfrm>
        </p:grpSpPr>
        <p:sp>
          <p:nvSpPr>
            <p:cNvPr id="12177" name="Google Shape;12177;p4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4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4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0" name="Google Shape;12180;p4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p4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4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4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4" name="Google Shape;12184;p43"/>
          <p:cNvGrpSpPr/>
          <p:nvPr/>
        </p:nvGrpSpPr>
        <p:grpSpPr>
          <a:xfrm>
            <a:off x="2600994" y="1688295"/>
            <a:ext cx="475125" cy="473920"/>
            <a:chOff x="-20173175" y="2038750"/>
            <a:chExt cx="305625" cy="304850"/>
          </a:xfrm>
        </p:grpSpPr>
        <p:sp>
          <p:nvSpPr>
            <p:cNvPr id="12185" name="Google Shape;12185;p4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6" name="Google Shape;12186;p4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87" name="Google Shape;12187;p43"/>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88" name="Google Shape;12188;p43"/>
          <p:cNvGrpSpPr/>
          <p:nvPr/>
        </p:nvGrpSpPr>
        <p:grpSpPr>
          <a:xfrm>
            <a:off x="2602184" y="2850279"/>
            <a:ext cx="472676" cy="475125"/>
            <a:chOff x="-20173175" y="2787775"/>
            <a:chExt cx="304050" cy="305625"/>
          </a:xfrm>
        </p:grpSpPr>
        <p:sp>
          <p:nvSpPr>
            <p:cNvPr id="12189" name="Google Shape;12189;p4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4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4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4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4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4" name="Google Shape;12194;p4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5" name="Google Shape;12195;p4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6" name="Google Shape;12196;p43"/>
          <p:cNvGrpSpPr/>
          <p:nvPr/>
        </p:nvGrpSpPr>
        <p:grpSpPr>
          <a:xfrm>
            <a:off x="5527180" y="2275567"/>
            <a:ext cx="473881" cy="471471"/>
            <a:chOff x="-18294675" y="2434925"/>
            <a:chExt cx="304825" cy="303275"/>
          </a:xfrm>
        </p:grpSpPr>
        <p:sp>
          <p:nvSpPr>
            <p:cNvPr id="12197" name="Google Shape;12197;p4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4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4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0" name="Google Shape;12200;p43"/>
          <p:cNvGrpSpPr/>
          <p:nvPr/>
        </p:nvGrpSpPr>
        <p:grpSpPr>
          <a:xfrm>
            <a:off x="5583478" y="2852110"/>
            <a:ext cx="361250" cy="471471"/>
            <a:chOff x="-18258450" y="2809825"/>
            <a:chExt cx="232375" cy="303275"/>
          </a:xfrm>
        </p:grpSpPr>
        <p:sp>
          <p:nvSpPr>
            <p:cNvPr id="12201" name="Google Shape;12201;p4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p4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p4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04" name="Google Shape;12204;p43"/>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05" name="Google Shape;12205;p43"/>
          <p:cNvGrpSpPr/>
          <p:nvPr/>
        </p:nvGrpSpPr>
        <p:grpSpPr>
          <a:xfrm>
            <a:off x="3793688" y="3445231"/>
            <a:ext cx="415117" cy="473920"/>
            <a:chOff x="-16422500" y="2425450"/>
            <a:chExt cx="267025" cy="304850"/>
          </a:xfrm>
        </p:grpSpPr>
        <p:sp>
          <p:nvSpPr>
            <p:cNvPr id="12206" name="Google Shape;12206;p4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4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8" name="Google Shape;12208;p4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9" name="Google Shape;12209;p43"/>
          <p:cNvGrpSpPr/>
          <p:nvPr/>
        </p:nvGrpSpPr>
        <p:grpSpPr>
          <a:xfrm>
            <a:off x="6096463" y="3445839"/>
            <a:ext cx="473920" cy="472676"/>
            <a:chOff x="-16442200" y="2801175"/>
            <a:chExt cx="304850" cy="304050"/>
          </a:xfrm>
        </p:grpSpPr>
        <p:sp>
          <p:nvSpPr>
            <p:cNvPr id="12210" name="Google Shape;12210;p4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4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4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13" name="Google Shape;12213;p43"/>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43"/>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15" name="Google Shape;12215;p43"/>
          <p:cNvGrpSpPr/>
          <p:nvPr/>
        </p:nvGrpSpPr>
        <p:grpSpPr>
          <a:xfrm>
            <a:off x="3172148" y="2276341"/>
            <a:ext cx="481265" cy="469917"/>
            <a:chOff x="-19802200" y="2416025"/>
            <a:chExt cx="309575" cy="302275"/>
          </a:xfrm>
        </p:grpSpPr>
        <p:sp>
          <p:nvSpPr>
            <p:cNvPr id="12216" name="Google Shape;12216;p4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4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4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4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4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1" name="Google Shape;12221;p43"/>
          <p:cNvGrpSpPr/>
          <p:nvPr/>
        </p:nvGrpSpPr>
        <p:grpSpPr>
          <a:xfrm>
            <a:off x="3175262" y="2851507"/>
            <a:ext cx="475125" cy="472676"/>
            <a:chOff x="-19801400" y="2788575"/>
            <a:chExt cx="305625" cy="304050"/>
          </a:xfrm>
        </p:grpSpPr>
        <p:sp>
          <p:nvSpPr>
            <p:cNvPr id="12222" name="Google Shape;12222;p4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4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4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4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4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p4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8" name="Google Shape;12228;p43"/>
          <p:cNvGrpSpPr/>
          <p:nvPr/>
        </p:nvGrpSpPr>
        <p:grpSpPr>
          <a:xfrm>
            <a:off x="6130344" y="1688917"/>
            <a:ext cx="422463" cy="472676"/>
            <a:chOff x="-17903225" y="2060800"/>
            <a:chExt cx="271750" cy="304050"/>
          </a:xfrm>
        </p:grpSpPr>
        <p:sp>
          <p:nvSpPr>
            <p:cNvPr id="12229" name="Google Shape;12229;p4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4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1" name="Google Shape;12231;p4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2" name="Google Shape;12232;p43"/>
          <p:cNvGrpSpPr/>
          <p:nvPr/>
        </p:nvGrpSpPr>
        <p:grpSpPr>
          <a:xfrm>
            <a:off x="6104608" y="2274963"/>
            <a:ext cx="473881" cy="472676"/>
            <a:chOff x="-17918975" y="2435725"/>
            <a:chExt cx="304825" cy="304050"/>
          </a:xfrm>
        </p:grpSpPr>
        <p:sp>
          <p:nvSpPr>
            <p:cNvPr id="12233" name="Google Shape;12233;p4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4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5" name="Google Shape;12235;p43"/>
          <p:cNvGrpSpPr/>
          <p:nvPr/>
        </p:nvGrpSpPr>
        <p:grpSpPr>
          <a:xfrm>
            <a:off x="6133382" y="2852726"/>
            <a:ext cx="416361" cy="470228"/>
            <a:chOff x="-17899300" y="2810625"/>
            <a:chExt cx="267825" cy="302475"/>
          </a:xfrm>
        </p:grpSpPr>
        <p:sp>
          <p:nvSpPr>
            <p:cNvPr id="12236" name="Google Shape;12236;p4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4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4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9" name="Google Shape;12239;p43"/>
          <p:cNvGrpSpPr/>
          <p:nvPr/>
        </p:nvGrpSpPr>
        <p:grpSpPr>
          <a:xfrm>
            <a:off x="2039211" y="3461169"/>
            <a:ext cx="472676" cy="442089"/>
            <a:chOff x="-16066500" y="2060800"/>
            <a:chExt cx="304050" cy="284375"/>
          </a:xfrm>
        </p:grpSpPr>
        <p:sp>
          <p:nvSpPr>
            <p:cNvPr id="12240" name="Google Shape;12240;p4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4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p4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p4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4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45" name="Google Shape;12245;p43"/>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43"/>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43"/>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48" name="Google Shape;12248;p43"/>
          <p:cNvGrpSpPr/>
          <p:nvPr/>
        </p:nvGrpSpPr>
        <p:grpSpPr>
          <a:xfrm>
            <a:off x="7923935" y="2297757"/>
            <a:ext cx="368362" cy="419314"/>
            <a:chOff x="4995050" y="3245650"/>
            <a:chExt cx="236950" cy="269725"/>
          </a:xfrm>
        </p:grpSpPr>
        <p:sp>
          <p:nvSpPr>
            <p:cNvPr id="12249" name="Google Shape;12249;p4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4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4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52" name="Google Shape;12252;p43"/>
            <p:cNvGrpSpPr/>
            <p:nvPr/>
          </p:nvGrpSpPr>
          <p:grpSpPr>
            <a:xfrm>
              <a:off x="4995050" y="3245650"/>
              <a:ext cx="236950" cy="269725"/>
              <a:chOff x="4995050" y="3245650"/>
              <a:chExt cx="236950" cy="269725"/>
            </a:xfrm>
          </p:grpSpPr>
          <p:sp>
            <p:nvSpPr>
              <p:cNvPr id="12253" name="Google Shape;12253;p4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4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255" name="Google Shape;12255;p43"/>
          <p:cNvGrpSpPr/>
          <p:nvPr/>
        </p:nvGrpSpPr>
        <p:grpSpPr>
          <a:xfrm>
            <a:off x="5523718" y="1689747"/>
            <a:ext cx="483749" cy="481292"/>
            <a:chOff x="4724650" y="2885700"/>
            <a:chExt cx="270750" cy="269375"/>
          </a:xfrm>
        </p:grpSpPr>
        <p:sp>
          <p:nvSpPr>
            <p:cNvPr id="12256" name="Google Shape;12256;p4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4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4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4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p4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4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4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3" name="Google Shape;12263;p43"/>
          <p:cNvGrpSpPr/>
          <p:nvPr/>
        </p:nvGrpSpPr>
        <p:grpSpPr>
          <a:xfrm>
            <a:off x="4390824" y="1683867"/>
            <a:ext cx="389425" cy="467821"/>
            <a:chOff x="4459350" y="2882125"/>
            <a:chExt cx="228375" cy="274350"/>
          </a:xfrm>
        </p:grpSpPr>
        <p:sp>
          <p:nvSpPr>
            <p:cNvPr id="12264" name="Google Shape;12264;p4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p4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4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4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43"/>
            <p:cNvSpPr/>
            <p:nvPr/>
          </p:nvSpPr>
          <p:spPr>
            <a:xfrm rot="-537108">
              <a:off x="4468759" y="2883937"/>
              <a:ext cx="24732" cy="18475"/>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43"/>
            <p:cNvSpPr/>
            <p:nvPr/>
          </p:nvSpPr>
          <p:spPr>
            <a:xfrm flipH="1" rot="537108">
              <a:off x="4653897" y="2883937"/>
              <a:ext cx="24732" cy="18475"/>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0" name="Google Shape;12270;p43"/>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de" sz="2400" u="none" cap="none" strike="noStrike">
                <a:solidFill>
                  <a:srgbClr val="FFFFFF"/>
                </a:solidFill>
                <a:latin typeface="Arial"/>
                <a:ea typeface="Arial"/>
                <a:cs typeface="Arial"/>
                <a:sym typeface="Arial"/>
              </a:rPr>
              <a:t>Nature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74" name="Shape 12274"/>
        <p:cNvGrpSpPr/>
        <p:nvPr/>
      </p:nvGrpSpPr>
      <p:grpSpPr>
        <a:xfrm>
          <a:off x="0" y="0"/>
          <a:ext cx="0" cy="0"/>
          <a:chOff x="0" y="0"/>
          <a:chExt cx="0" cy="0"/>
        </a:xfrm>
      </p:grpSpPr>
      <p:sp>
        <p:nvSpPr>
          <p:cNvPr id="12275" name="Google Shape;12275;p44"/>
          <p:cNvSpPr txBox="1"/>
          <p:nvPr>
            <p:ph idx="4294967295" type="title"/>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de">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276" name="Google Shape;12276;p44"/>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77" name="Google Shape;12277;p44"/>
          <p:cNvGrpSpPr/>
          <p:nvPr/>
        </p:nvGrpSpPr>
        <p:grpSpPr>
          <a:xfrm>
            <a:off x="847072" y="2140408"/>
            <a:ext cx="426462" cy="420796"/>
            <a:chOff x="-6713450" y="2397900"/>
            <a:chExt cx="295375" cy="291450"/>
          </a:xfrm>
        </p:grpSpPr>
        <p:sp>
          <p:nvSpPr>
            <p:cNvPr id="12278" name="Google Shape;12278;p4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4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80" name="Google Shape;12280;p44"/>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81" name="Google Shape;12281;p44"/>
          <p:cNvGrpSpPr/>
          <p:nvPr/>
        </p:nvGrpSpPr>
        <p:grpSpPr>
          <a:xfrm>
            <a:off x="3551836" y="1631399"/>
            <a:ext cx="423069" cy="420507"/>
            <a:chOff x="-4932650" y="2046625"/>
            <a:chExt cx="293025" cy="291250"/>
          </a:xfrm>
        </p:grpSpPr>
        <p:sp>
          <p:nvSpPr>
            <p:cNvPr id="12282" name="Google Shape;12282;p4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p4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84" name="Google Shape;12284;p44"/>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85" name="Google Shape;12285;p44"/>
          <p:cNvGrpSpPr/>
          <p:nvPr/>
        </p:nvGrpSpPr>
        <p:grpSpPr>
          <a:xfrm>
            <a:off x="3563767" y="2660952"/>
            <a:ext cx="423069" cy="420796"/>
            <a:chOff x="-4931075" y="2765725"/>
            <a:chExt cx="293025" cy="291450"/>
          </a:xfrm>
        </p:grpSpPr>
        <p:sp>
          <p:nvSpPr>
            <p:cNvPr id="12286" name="Google Shape;12286;p4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4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8" name="Google Shape;12288;p44"/>
          <p:cNvGrpSpPr/>
          <p:nvPr/>
        </p:nvGrpSpPr>
        <p:grpSpPr>
          <a:xfrm>
            <a:off x="6269348" y="1656287"/>
            <a:ext cx="420796" cy="370732"/>
            <a:chOff x="-3137650" y="2067900"/>
            <a:chExt cx="291450" cy="256775"/>
          </a:xfrm>
        </p:grpSpPr>
        <p:sp>
          <p:nvSpPr>
            <p:cNvPr id="12289" name="Google Shape;12289;p4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0" name="Google Shape;12290;p4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p4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2" name="Google Shape;12292;p44"/>
          <p:cNvGrpSpPr/>
          <p:nvPr/>
        </p:nvGrpSpPr>
        <p:grpSpPr>
          <a:xfrm>
            <a:off x="6269348" y="2139927"/>
            <a:ext cx="420796" cy="421770"/>
            <a:chOff x="-3137650" y="2408950"/>
            <a:chExt cx="291450" cy="292125"/>
          </a:xfrm>
        </p:grpSpPr>
        <p:sp>
          <p:nvSpPr>
            <p:cNvPr id="12293" name="Google Shape;12293;p4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4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4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4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4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8" name="Google Shape;12298;p44"/>
          <p:cNvGrpSpPr/>
          <p:nvPr/>
        </p:nvGrpSpPr>
        <p:grpSpPr>
          <a:xfrm>
            <a:off x="6281279" y="2685410"/>
            <a:ext cx="420796" cy="371887"/>
            <a:chOff x="-3137650" y="2787000"/>
            <a:chExt cx="291450" cy="257575"/>
          </a:xfrm>
        </p:grpSpPr>
        <p:sp>
          <p:nvSpPr>
            <p:cNvPr id="12299" name="Google Shape;12299;p4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4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4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4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4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4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4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6" name="Google Shape;12306;p4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07" name="Google Shape;12307;p44"/>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p44"/>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p44"/>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10" name="Google Shape;12310;p44"/>
          <p:cNvGrpSpPr/>
          <p:nvPr/>
        </p:nvGrpSpPr>
        <p:grpSpPr>
          <a:xfrm>
            <a:off x="1399441" y="2660401"/>
            <a:ext cx="421914" cy="421914"/>
            <a:chOff x="-6354300" y="2757075"/>
            <a:chExt cx="292225" cy="292225"/>
          </a:xfrm>
        </p:grpSpPr>
        <p:sp>
          <p:nvSpPr>
            <p:cNvPr id="12311" name="Google Shape;12311;p4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4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4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4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5" name="Google Shape;12315;p44"/>
          <p:cNvGrpSpPr/>
          <p:nvPr/>
        </p:nvGrpSpPr>
        <p:grpSpPr>
          <a:xfrm>
            <a:off x="4093447" y="1629563"/>
            <a:ext cx="424188" cy="424188"/>
            <a:chOff x="-4573475" y="2045850"/>
            <a:chExt cx="293800" cy="293800"/>
          </a:xfrm>
        </p:grpSpPr>
        <p:sp>
          <p:nvSpPr>
            <p:cNvPr id="12316" name="Google Shape;12316;p4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7" name="Google Shape;12317;p4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8" name="Google Shape;12318;p44"/>
          <p:cNvGrpSpPr/>
          <p:nvPr/>
        </p:nvGrpSpPr>
        <p:grpSpPr>
          <a:xfrm>
            <a:off x="4092870" y="2138695"/>
            <a:ext cx="425343" cy="424225"/>
            <a:chOff x="-4570325" y="2405775"/>
            <a:chExt cx="294600" cy="293825"/>
          </a:xfrm>
        </p:grpSpPr>
        <p:sp>
          <p:nvSpPr>
            <p:cNvPr id="12319" name="Google Shape;12319;p4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4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1" name="Google Shape;12321;p44"/>
          <p:cNvGrpSpPr/>
          <p:nvPr/>
        </p:nvGrpSpPr>
        <p:grpSpPr>
          <a:xfrm>
            <a:off x="4105937" y="2659842"/>
            <a:ext cx="423069" cy="423033"/>
            <a:chOff x="-4572700" y="2764950"/>
            <a:chExt cx="293025" cy="293000"/>
          </a:xfrm>
        </p:grpSpPr>
        <p:sp>
          <p:nvSpPr>
            <p:cNvPr id="12322" name="Google Shape;12322;p4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4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4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4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6" name="Google Shape;12326;p4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7" name="Google Shape;12327;p44"/>
          <p:cNvGrpSpPr/>
          <p:nvPr/>
        </p:nvGrpSpPr>
        <p:grpSpPr>
          <a:xfrm>
            <a:off x="6824709" y="1631236"/>
            <a:ext cx="414840" cy="420832"/>
            <a:chOff x="-2777700" y="2049775"/>
            <a:chExt cx="287325" cy="291475"/>
          </a:xfrm>
        </p:grpSpPr>
        <p:sp>
          <p:nvSpPr>
            <p:cNvPr id="12328" name="Google Shape;12328;p4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p4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4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1" name="Google Shape;12331;p44"/>
          <p:cNvGrpSpPr/>
          <p:nvPr/>
        </p:nvGrpSpPr>
        <p:grpSpPr>
          <a:xfrm>
            <a:off x="6821166" y="2140434"/>
            <a:ext cx="421914" cy="420759"/>
            <a:chOff x="-2571737" y="2403625"/>
            <a:chExt cx="292225" cy="291425"/>
          </a:xfrm>
        </p:grpSpPr>
        <p:sp>
          <p:nvSpPr>
            <p:cNvPr id="12332" name="Google Shape;12332;p4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3" name="Google Shape;12333;p4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4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4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4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4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p4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9" name="Google Shape;12339;p44"/>
          <p:cNvGrpSpPr/>
          <p:nvPr/>
        </p:nvGrpSpPr>
        <p:grpSpPr>
          <a:xfrm>
            <a:off x="6821166" y="2661538"/>
            <a:ext cx="421914" cy="419640"/>
            <a:chOff x="-2571737" y="2764550"/>
            <a:chExt cx="292225" cy="290650"/>
          </a:xfrm>
        </p:grpSpPr>
        <p:sp>
          <p:nvSpPr>
            <p:cNvPr id="12340" name="Google Shape;12340;p4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4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4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3" name="Google Shape;12343;p44"/>
          <p:cNvGrpSpPr/>
          <p:nvPr/>
        </p:nvGrpSpPr>
        <p:grpSpPr>
          <a:xfrm>
            <a:off x="3020669" y="3230535"/>
            <a:ext cx="421914" cy="423864"/>
            <a:chOff x="-1333975" y="2365850"/>
            <a:chExt cx="292225" cy="293575"/>
          </a:xfrm>
        </p:grpSpPr>
        <p:sp>
          <p:nvSpPr>
            <p:cNvPr id="12344" name="Google Shape;12344;p4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4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6" name="Google Shape;12346;p4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7" name="Google Shape;12347;p4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4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4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4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4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2" name="Google Shape;12352;p44"/>
          <p:cNvGrpSpPr/>
          <p:nvPr/>
        </p:nvGrpSpPr>
        <p:grpSpPr>
          <a:xfrm>
            <a:off x="1954155" y="2660401"/>
            <a:ext cx="398020" cy="421914"/>
            <a:chOff x="-5995925" y="2757850"/>
            <a:chExt cx="275675" cy="292225"/>
          </a:xfrm>
        </p:grpSpPr>
        <p:sp>
          <p:nvSpPr>
            <p:cNvPr id="12353" name="Google Shape;12353;p4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4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4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4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4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4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4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4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4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2" name="Google Shape;12362;p44"/>
          <p:cNvGrpSpPr/>
          <p:nvPr/>
        </p:nvGrpSpPr>
        <p:grpSpPr>
          <a:xfrm>
            <a:off x="4634439" y="1631813"/>
            <a:ext cx="421951" cy="419677"/>
            <a:chOff x="-4211975" y="2046625"/>
            <a:chExt cx="292250" cy="290675"/>
          </a:xfrm>
        </p:grpSpPr>
        <p:sp>
          <p:nvSpPr>
            <p:cNvPr id="12363" name="Google Shape;12363;p4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p4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5" name="Google Shape;12365;p44"/>
          <p:cNvGrpSpPr/>
          <p:nvPr/>
        </p:nvGrpSpPr>
        <p:grpSpPr>
          <a:xfrm>
            <a:off x="4684477" y="2138695"/>
            <a:ext cx="321859" cy="424225"/>
            <a:chOff x="-4178875" y="2405775"/>
            <a:chExt cx="222925" cy="293825"/>
          </a:xfrm>
        </p:grpSpPr>
        <p:sp>
          <p:nvSpPr>
            <p:cNvPr id="12366" name="Google Shape;12366;p4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p4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4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9" name="Google Shape;12369;p44"/>
          <p:cNvGrpSpPr/>
          <p:nvPr/>
        </p:nvGrpSpPr>
        <p:grpSpPr>
          <a:xfrm>
            <a:off x="4646949" y="2673479"/>
            <a:ext cx="420796" cy="395746"/>
            <a:chOff x="-4211975" y="2783850"/>
            <a:chExt cx="291450" cy="274100"/>
          </a:xfrm>
        </p:grpSpPr>
        <p:sp>
          <p:nvSpPr>
            <p:cNvPr id="12370" name="Google Shape;12370;p4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4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4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73" name="Google Shape;12373;p44"/>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74" name="Google Shape;12374;p44"/>
          <p:cNvGrpSpPr/>
          <p:nvPr/>
        </p:nvGrpSpPr>
        <p:grpSpPr>
          <a:xfrm>
            <a:off x="7351875" y="2140409"/>
            <a:ext cx="420796" cy="420796"/>
            <a:chOff x="-2419325" y="2408150"/>
            <a:chExt cx="291450" cy="291450"/>
          </a:xfrm>
        </p:grpSpPr>
        <p:sp>
          <p:nvSpPr>
            <p:cNvPr id="12375" name="Google Shape;12375;p4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4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4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4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9" name="Google Shape;12379;p4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4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4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82" name="Google Shape;12382;p44"/>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83" name="Google Shape;12383;p44"/>
          <p:cNvGrpSpPr/>
          <p:nvPr/>
        </p:nvGrpSpPr>
        <p:grpSpPr>
          <a:xfrm>
            <a:off x="4673398" y="3231518"/>
            <a:ext cx="420796" cy="421914"/>
            <a:chOff x="-1333200" y="2770450"/>
            <a:chExt cx="291450" cy="292225"/>
          </a:xfrm>
        </p:grpSpPr>
        <p:sp>
          <p:nvSpPr>
            <p:cNvPr id="12384" name="Google Shape;12384;p4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p4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6" name="Google Shape;12386;p44"/>
          <p:cNvGrpSpPr/>
          <p:nvPr/>
        </p:nvGrpSpPr>
        <p:grpSpPr>
          <a:xfrm>
            <a:off x="2469999" y="1631253"/>
            <a:ext cx="423069" cy="420796"/>
            <a:chOff x="-5635200" y="2037975"/>
            <a:chExt cx="293025" cy="291450"/>
          </a:xfrm>
        </p:grpSpPr>
        <p:sp>
          <p:nvSpPr>
            <p:cNvPr id="12387" name="Google Shape;12387;p4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4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9" name="Google Shape;12389;p44"/>
          <p:cNvGrpSpPr/>
          <p:nvPr/>
        </p:nvGrpSpPr>
        <p:grpSpPr>
          <a:xfrm>
            <a:off x="2468304" y="2140408"/>
            <a:ext cx="426499" cy="420796"/>
            <a:chOff x="-5637575" y="2397900"/>
            <a:chExt cx="295400" cy="291450"/>
          </a:xfrm>
        </p:grpSpPr>
        <p:sp>
          <p:nvSpPr>
            <p:cNvPr id="12390" name="Google Shape;12390;p4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p4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2" name="Google Shape;12392;p4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4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4" name="Google Shape;12394;p44"/>
          <p:cNvGrpSpPr/>
          <p:nvPr/>
        </p:nvGrpSpPr>
        <p:grpSpPr>
          <a:xfrm>
            <a:off x="2481950" y="2660401"/>
            <a:ext cx="423033" cy="421914"/>
            <a:chOff x="-5635975" y="2757075"/>
            <a:chExt cx="293000" cy="292225"/>
          </a:xfrm>
        </p:grpSpPr>
        <p:sp>
          <p:nvSpPr>
            <p:cNvPr id="12395" name="Google Shape;12395;p4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4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7" name="Google Shape;12397;p44"/>
          <p:cNvGrpSpPr/>
          <p:nvPr/>
        </p:nvGrpSpPr>
        <p:grpSpPr>
          <a:xfrm>
            <a:off x="5165886" y="1631253"/>
            <a:ext cx="423069" cy="420796"/>
            <a:chOff x="-3854375" y="2046625"/>
            <a:chExt cx="293025" cy="291450"/>
          </a:xfrm>
        </p:grpSpPr>
        <p:sp>
          <p:nvSpPr>
            <p:cNvPr id="12398" name="Google Shape;12398;p4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4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0" name="Google Shape;12400;p44"/>
          <p:cNvGrpSpPr/>
          <p:nvPr/>
        </p:nvGrpSpPr>
        <p:grpSpPr>
          <a:xfrm>
            <a:off x="5164750" y="2138721"/>
            <a:ext cx="425343" cy="424188"/>
            <a:chOff x="-3854375" y="2405000"/>
            <a:chExt cx="294600" cy="293800"/>
          </a:xfrm>
        </p:grpSpPr>
        <p:sp>
          <p:nvSpPr>
            <p:cNvPr id="12401" name="Google Shape;12401;p4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4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3" name="Google Shape;12403;p44"/>
          <p:cNvGrpSpPr/>
          <p:nvPr/>
        </p:nvGrpSpPr>
        <p:grpSpPr>
          <a:xfrm>
            <a:off x="5178967" y="2659842"/>
            <a:ext cx="420796" cy="423033"/>
            <a:chOff x="-3852025" y="2764950"/>
            <a:chExt cx="291450" cy="293000"/>
          </a:xfrm>
        </p:grpSpPr>
        <p:sp>
          <p:nvSpPr>
            <p:cNvPr id="12404" name="Google Shape;12404;p4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4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06" name="Google Shape;12406;p44"/>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44"/>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08" name="Google Shape;12408;p44"/>
          <p:cNvGrpSpPr/>
          <p:nvPr/>
        </p:nvGrpSpPr>
        <p:grpSpPr>
          <a:xfrm>
            <a:off x="7901553" y="2660402"/>
            <a:ext cx="420796" cy="421914"/>
            <a:chOff x="-2060175" y="2768875"/>
            <a:chExt cx="291450" cy="292225"/>
          </a:xfrm>
        </p:grpSpPr>
        <p:sp>
          <p:nvSpPr>
            <p:cNvPr id="12409" name="Google Shape;12409;p4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0" name="Google Shape;12410;p4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1" name="Google Shape;12411;p44"/>
          <p:cNvGrpSpPr/>
          <p:nvPr/>
        </p:nvGrpSpPr>
        <p:grpSpPr>
          <a:xfrm>
            <a:off x="1915159" y="3232068"/>
            <a:ext cx="421914" cy="420796"/>
            <a:chOff x="-937025" y="2064750"/>
            <a:chExt cx="292225" cy="291450"/>
          </a:xfrm>
        </p:grpSpPr>
        <p:sp>
          <p:nvSpPr>
            <p:cNvPr id="12412" name="Google Shape;12412;p4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4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p4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5" name="Google Shape;12415;p44"/>
          <p:cNvGrpSpPr/>
          <p:nvPr/>
        </p:nvGrpSpPr>
        <p:grpSpPr>
          <a:xfrm>
            <a:off x="3018331" y="1630700"/>
            <a:ext cx="421951" cy="421914"/>
            <a:chOff x="-5276050" y="2037975"/>
            <a:chExt cx="292250" cy="292225"/>
          </a:xfrm>
        </p:grpSpPr>
        <p:sp>
          <p:nvSpPr>
            <p:cNvPr id="12416" name="Google Shape;12416;p4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4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4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19" name="Google Shape;12419;p44"/>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44"/>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21" name="Google Shape;12421;p44"/>
          <p:cNvGrpSpPr/>
          <p:nvPr/>
        </p:nvGrpSpPr>
        <p:grpSpPr>
          <a:xfrm>
            <a:off x="5777134" y="1631253"/>
            <a:ext cx="324133" cy="420796"/>
            <a:chOff x="-3462150" y="2046625"/>
            <a:chExt cx="224500" cy="291450"/>
          </a:xfrm>
        </p:grpSpPr>
        <p:sp>
          <p:nvSpPr>
            <p:cNvPr id="12422" name="Google Shape;12422;p4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p4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4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4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4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p4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4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9" name="Google Shape;12429;p44"/>
          <p:cNvGrpSpPr/>
          <p:nvPr/>
        </p:nvGrpSpPr>
        <p:grpSpPr>
          <a:xfrm>
            <a:off x="5752704" y="2139280"/>
            <a:ext cx="373006" cy="423069"/>
            <a:chOff x="-3478675" y="2405775"/>
            <a:chExt cx="258350" cy="293025"/>
          </a:xfrm>
        </p:grpSpPr>
        <p:sp>
          <p:nvSpPr>
            <p:cNvPr id="12430" name="Google Shape;12430;p4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4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p4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4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4" name="Google Shape;12434;p44"/>
          <p:cNvGrpSpPr/>
          <p:nvPr/>
        </p:nvGrpSpPr>
        <p:grpSpPr>
          <a:xfrm>
            <a:off x="5815210" y="2660402"/>
            <a:ext cx="271831" cy="421914"/>
            <a:chOff x="-3443250" y="2765725"/>
            <a:chExt cx="188275" cy="292225"/>
          </a:xfrm>
        </p:grpSpPr>
        <p:sp>
          <p:nvSpPr>
            <p:cNvPr id="12435" name="Google Shape;12435;p4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6" name="Google Shape;12436;p4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7" name="Google Shape;12437;p4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8" name="Google Shape;12438;p4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9" name="Google Shape;12439;p44"/>
          <p:cNvGrpSpPr/>
          <p:nvPr/>
        </p:nvGrpSpPr>
        <p:grpSpPr>
          <a:xfrm>
            <a:off x="844115" y="3230937"/>
            <a:ext cx="371887" cy="423069"/>
            <a:chOff x="-1684475" y="2049000"/>
            <a:chExt cx="257575" cy="293025"/>
          </a:xfrm>
        </p:grpSpPr>
        <p:sp>
          <p:nvSpPr>
            <p:cNvPr id="12440" name="Google Shape;12440;p4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1" name="Google Shape;12441;p4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4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4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44" name="Google Shape;12444;p44"/>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45" name="Google Shape;12445;p44"/>
          <p:cNvGrpSpPr/>
          <p:nvPr/>
        </p:nvGrpSpPr>
        <p:grpSpPr>
          <a:xfrm>
            <a:off x="4134010" y="3231518"/>
            <a:ext cx="420796" cy="421914"/>
            <a:chOff x="-1700225" y="2768875"/>
            <a:chExt cx="291450" cy="292225"/>
          </a:xfrm>
        </p:grpSpPr>
        <p:sp>
          <p:nvSpPr>
            <p:cNvPr id="12446" name="Google Shape;12446;p4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7" name="Google Shape;12447;p4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8" name="Google Shape;12448;p4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4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4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4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2" name="Google Shape;12452;p44"/>
          <p:cNvGrpSpPr/>
          <p:nvPr/>
        </p:nvGrpSpPr>
        <p:grpSpPr>
          <a:xfrm>
            <a:off x="3602356" y="3230939"/>
            <a:ext cx="371887" cy="423069"/>
            <a:chOff x="-919700" y="2420750"/>
            <a:chExt cx="257575" cy="293025"/>
          </a:xfrm>
        </p:grpSpPr>
        <p:sp>
          <p:nvSpPr>
            <p:cNvPr id="12453" name="Google Shape;12453;p4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4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5" name="Google Shape;12455;p4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6" name="Google Shape;12456;p44"/>
          <p:cNvGrpSpPr/>
          <p:nvPr/>
        </p:nvGrpSpPr>
        <p:grpSpPr>
          <a:xfrm>
            <a:off x="1937554" y="1645951"/>
            <a:ext cx="409531" cy="410617"/>
            <a:chOff x="6679825" y="2693700"/>
            <a:chExt cx="257875" cy="258575"/>
          </a:xfrm>
        </p:grpSpPr>
        <p:sp>
          <p:nvSpPr>
            <p:cNvPr id="12457" name="Google Shape;12457;p4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4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9" name="Google Shape;12459;p44"/>
          <p:cNvGrpSpPr/>
          <p:nvPr/>
        </p:nvGrpSpPr>
        <p:grpSpPr>
          <a:xfrm>
            <a:off x="1927131" y="2142116"/>
            <a:ext cx="420531" cy="417262"/>
            <a:chOff x="6790450" y="3119050"/>
            <a:chExt cx="262750" cy="260675"/>
          </a:xfrm>
        </p:grpSpPr>
        <p:sp>
          <p:nvSpPr>
            <p:cNvPr id="12460" name="Google Shape;12460;p4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4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2" name="Google Shape;12462;p44"/>
          <p:cNvGrpSpPr/>
          <p:nvPr/>
        </p:nvGrpSpPr>
        <p:grpSpPr>
          <a:xfrm>
            <a:off x="6554242" y="3755434"/>
            <a:ext cx="358093" cy="407391"/>
            <a:chOff x="7660859" y="2571753"/>
            <a:chExt cx="366561" cy="417024"/>
          </a:xfrm>
        </p:grpSpPr>
        <p:sp>
          <p:nvSpPr>
            <p:cNvPr id="12463" name="Google Shape;12463;p4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p4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4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6" name="Google Shape;12466;p44"/>
          <p:cNvGrpSpPr/>
          <p:nvPr/>
        </p:nvGrpSpPr>
        <p:grpSpPr>
          <a:xfrm>
            <a:off x="4088911" y="3755434"/>
            <a:ext cx="407391" cy="407391"/>
            <a:chOff x="5566722" y="2571753"/>
            <a:chExt cx="417024" cy="417024"/>
          </a:xfrm>
        </p:grpSpPr>
        <p:sp>
          <p:nvSpPr>
            <p:cNvPr id="12467" name="Google Shape;12467;p4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p4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9" name="Google Shape;12469;p44"/>
          <p:cNvGrpSpPr/>
          <p:nvPr/>
        </p:nvGrpSpPr>
        <p:grpSpPr>
          <a:xfrm>
            <a:off x="4705247" y="3857688"/>
            <a:ext cx="407380" cy="202880"/>
            <a:chOff x="6090251" y="2676413"/>
            <a:chExt cx="417013" cy="207677"/>
          </a:xfrm>
        </p:grpSpPr>
        <p:sp>
          <p:nvSpPr>
            <p:cNvPr id="12470" name="Google Shape;12470;p4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4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4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4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4" name="Google Shape;12474;p44"/>
          <p:cNvGrpSpPr/>
          <p:nvPr/>
        </p:nvGrpSpPr>
        <p:grpSpPr>
          <a:xfrm>
            <a:off x="5937897" y="3755434"/>
            <a:ext cx="407391" cy="407391"/>
            <a:chOff x="7137330" y="2571753"/>
            <a:chExt cx="417024" cy="417024"/>
          </a:xfrm>
        </p:grpSpPr>
        <p:sp>
          <p:nvSpPr>
            <p:cNvPr id="12475" name="Google Shape;12475;p4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4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4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8" name="Google Shape;12478;p44"/>
          <p:cNvGrpSpPr/>
          <p:nvPr/>
        </p:nvGrpSpPr>
        <p:grpSpPr>
          <a:xfrm>
            <a:off x="5321565" y="3755434"/>
            <a:ext cx="407391" cy="407391"/>
            <a:chOff x="6613801" y="2571753"/>
            <a:chExt cx="417024" cy="417024"/>
          </a:xfrm>
        </p:grpSpPr>
        <p:sp>
          <p:nvSpPr>
            <p:cNvPr id="12479" name="Google Shape;12479;p4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p4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4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4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4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4" name="Google Shape;12484;p44"/>
          <p:cNvGrpSpPr/>
          <p:nvPr/>
        </p:nvGrpSpPr>
        <p:grpSpPr>
          <a:xfrm>
            <a:off x="7908244" y="3238782"/>
            <a:ext cx="407411" cy="407411"/>
            <a:chOff x="2964567" y="2571753"/>
            <a:chExt cx="417045" cy="417045"/>
          </a:xfrm>
        </p:grpSpPr>
        <p:sp>
          <p:nvSpPr>
            <p:cNvPr id="12485" name="Google Shape;12485;p4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4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7" name="Google Shape;12487;p44"/>
          <p:cNvGrpSpPr/>
          <p:nvPr/>
        </p:nvGrpSpPr>
        <p:grpSpPr>
          <a:xfrm>
            <a:off x="1623563" y="3815898"/>
            <a:ext cx="407391" cy="286470"/>
            <a:chOff x="3476576" y="2633631"/>
            <a:chExt cx="417024" cy="293244"/>
          </a:xfrm>
        </p:grpSpPr>
        <p:sp>
          <p:nvSpPr>
            <p:cNvPr id="12488" name="Google Shape;12488;p4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9" name="Google Shape;12489;p4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0" name="Google Shape;12490;p44"/>
          <p:cNvGrpSpPr/>
          <p:nvPr/>
        </p:nvGrpSpPr>
        <p:grpSpPr>
          <a:xfrm>
            <a:off x="2239899" y="3755509"/>
            <a:ext cx="407411" cy="407248"/>
            <a:chOff x="3988564" y="2571836"/>
            <a:chExt cx="417045" cy="416878"/>
          </a:xfrm>
        </p:grpSpPr>
        <p:sp>
          <p:nvSpPr>
            <p:cNvPr id="12491" name="Google Shape;12491;p4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2" name="Google Shape;12492;p4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3" name="Google Shape;12493;p44"/>
          <p:cNvGrpSpPr/>
          <p:nvPr/>
        </p:nvGrpSpPr>
        <p:grpSpPr>
          <a:xfrm>
            <a:off x="2856247" y="3755434"/>
            <a:ext cx="407391" cy="407391"/>
            <a:chOff x="4500573" y="2571753"/>
            <a:chExt cx="417024" cy="417024"/>
          </a:xfrm>
        </p:grpSpPr>
        <p:sp>
          <p:nvSpPr>
            <p:cNvPr id="12494" name="Google Shape;12494;p4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4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6" name="Google Shape;12496;p44"/>
          <p:cNvGrpSpPr/>
          <p:nvPr/>
        </p:nvGrpSpPr>
        <p:grpSpPr>
          <a:xfrm>
            <a:off x="3472579" y="3755434"/>
            <a:ext cx="407391" cy="407391"/>
            <a:chOff x="5012603" y="2571753"/>
            <a:chExt cx="417024" cy="417024"/>
          </a:xfrm>
        </p:grpSpPr>
        <p:sp>
          <p:nvSpPr>
            <p:cNvPr id="12497" name="Google Shape;12497;p4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8" name="Google Shape;12498;p4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99" name="Google Shape;12499;p44"/>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00" name="Google Shape;12500;p44"/>
          <p:cNvGrpSpPr/>
          <p:nvPr/>
        </p:nvGrpSpPr>
        <p:grpSpPr>
          <a:xfrm>
            <a:off x="5733329" y="3238788"/>
            <a:ext cx="407432" cy="407391"/>
            <a:chOff x="812101" y="2571761"/>
            <a:chExt cx="417066" cy="417024"/>
          </a:xfrm>
        </p:grpSpPr>
        <p:sp>
          <p:nvSpPr>
            <p:cNvPr id="12501" name="Google Shape;12501;p4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2" name="Google Shape;12502;p4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4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4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5" name="Google Shape;12505;p44"/>
          <p:cNvGrpSpPr/>
          <p:nvPr/>
        </p:nvGrpSpPr>
        <p:grpSpPr>
          <a:xfrm>
            <a:off x="6253922" y="3238788"/>
            <a:ext cx="407391" cy="407391"/>
            <a:chOff x="1323129" y="2571761"/>
            <a:chExt cx="417024" cy="417024"/>
          </a:xfrm>
        </p:grpSpPr>
        <p:sp>
          <p:nvSpPr>
            <p:cNvPr id="12506" name="Google Shape;12506;p4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7" name="Google Shape;12507;p4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4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4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10" name="Google Shape;12510;p44"/>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11" name="Google Shape;12511;p44"/>
          <p:cNvGrpSpPr/>
          <p:nvPr/>
        </p:nvGrpSpPr>
        <p:grpSpPr>
          <a:xfrm>
            <a:off x="7390397" y="3238845"/>
            <a:ext cx="408023" cy="407411"/>
            <a:chOff x="2344476" y="2571761"/>
            <a:chExt cx="417671" cy="417045"/>
          </a:xfrm>
        </p:grpSpPr>
        <p:sp>
          <p:nvSpPr>
            <p:cNvPr id="12512" name="Google Shape;12512;p4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3" name="Google Shape;12513;p4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4" name="Google Shape;12514;p44"/>
          <p:cNvGrpSpPr/>
          <p:nvPr/>
        </p:nvGrpSpPr>
        <p:grpSpPr>
          <a:xfrm>
            <a:off x="7121257" y="3759534"/>
            <a:ext cx="399178" cy="399178"/>
            <a:chOff x="2038375" y="3798025"/>
            <a:chExt cx="841792" cy="841792"/>
          </a:xfrm>
        </p:grpSpPr>
        <p:sp>
          <p:nvSpPr>
            <p:cNvPr id="12515" name="Google Shape;12515;p44"/>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44"/>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20" name="Shape 12520"/>
        <p:cNvGrpSpPr/>
        <p:nvPr/>
      </p:nvGrpSpPr>
      <p:grpSpPr>
        <a:xfrm>
          <a:off x="0" y="0"/>
          <a:ext cx="0" cy="0"/>
          <a:chOff x="0" y="0"/>
          <a:chExt cx="0" cy="0"/>
        </a:xfrm>
      </p:grpSpPr>
      <p:pic>
        <p:nvPicPr>
          <p:cNvPr id="12521" name="Google Shape;12521;p45">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toryset-Stil Techie Business Meeting by Slidesgo">
  <a:themeElements>
    <a:clrScheme name="Simple Light">
      <a:dk1>
        <a:srgbClr val="000000"/>
      </a:dk1>
      <a:lt1>
        <a:srgbClr val="FFFFFF"/>
      </a:lt1>
      <a:dk2>
        <a:srgbClr val="D0CBED"/>
      </a:dk2>
      <a:lt2>
        <a:srgbClr val="6453C2"/>
      </a:lt2>
      <a:accent1>
        <a:srgbClr val="50429B"/>
      </a:accent1>
      <a:accent2>
        <a:srgbClr val="515B60"/>
      </a:accent2>
      <a:accent3>
        <a:srgbClr val="263238"/>
      </a:accent3>
      <a:accent4>
        <a:srgbClr val="969697"/>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